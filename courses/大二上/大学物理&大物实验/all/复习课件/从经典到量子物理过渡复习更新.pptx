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notesMasterIdLst>
    <p:notesMasterId r:id="rId64"/>
  </p:notesMasterIdLst>
  <p:sldIdLst>
    <p:sldId id="371" r:id="rId3"/>
    <p:sldId id="318" r:id="rId4"/>
    <p:sldId id="256" r:id="rId5"/>
    <p:sldId id="448" r:id="rId6"/>
    <p:sldId id="258" r:id="rId7"/>
    <p:sldId id="447" r:id="rId8"/>
    <p:sldId id="449" r:id="rId9"/>
    <p:sldId id="450" r:id="rId10"/>
    <p:sldId id="451" r:id="rId11"/>
    <p:sldId id="452" r:id="rId12"/>
    <p:sldId id="453" r:id="rId13"/>
    <p:sldId id="425" r:id="rId14"/>
    <p:sldId id="368" r:id="rId15"/>
    <p:sldId id="370" r:id="rId16"/>
    <p:sldId id="260" r:id="rId17"/>
    <p:sldId id="418" r:id="rId18"/>
    <p:sldId id="262" r:id="rId19"/>
    <p:sldId id="263" r:id="rId20"/>
    <p:sldId id="264" r:id="rId21"/>
    <p:sldId id="455" r:id="rId22"/>
    <p:sldId id="457" r:id="rId23"/>
    <p:sldId id="458" r:id="rId24"/>
    <p:sldId id="459" r:id="rId25"/>
    <p:sldId id="460" r:id="rId26"/>
    <p:sldId id="461" r:id="rId27"/>
    <p:sldId id="462" r:id="rId28"/>
    <p:sldId id="463" r:id="rId29"/>
    <p:sldId id="464" r:id="rId30"/>
    <p:sldId id="465" r:id="rId31"/>
    <p:sldId id="466" r:id="rId32"/>
    <p:sldId id="467" r:id="rId33"/>
    <p:sldId id="468" r:id="rId34"/>
    <p:sldId id="469" r:id="rId35"/>
    <p:sldId id="470" r:id="rId36"/>
    <p:sldId id="471" r:id="rId37"/>
    <p:sldId id="265" r:id="rId38"/>
    <p:sldId id="271" r:id="rId39"/>
    <p:sldId id="419" r:id="rId40"/>
    <p:sldId id="420" r:id="rId41"/>
    <p:sldId id="473" r:id="rId42"/>
    <p:sldId id="474" r:id="rId43"/>
    <p:sldId id="475" r:id="rId44"/>
    <p:sldId id="476" r:id="rId45"/>
    <p:sldId id="424" r:id="rId46"/>
    <p:sldId id="290" r:id="rId47"/>
    <p:sldId id="291" r:id="rId48"/>
    <p:sldId id="292" r:id="rId49"/>
    <p:sldId id="490" r:id="rId50"/>
    <p:sldId id="489" r:id="rId51"/>
    <p:sldId id="478" r:id="rId52"/>
    <p:sldId id="479" r:id="rId53"/>
    <p:sldId id="480" r:id="rId54"/>
    <p:sldId id="481" r:id="rId55"/>
    <p:sldId id="482" r:id="rId56"/>
    <p:sldId id="483" r:id="rId57"/>
    <p:sldId id="484" r:id="rId58"/>
    <p:sldId id="485" r:id="rId59"/>
    <p:sldId id="486" r:id="rId60"/>
    <p:sldId id="487" r:id="rId61"/>
    <p:sldId id="488" r:id="rId62"/>
    <p:sldId id="421" r:id="rId63"/>
  </p:sldIdLst>
  <p:sldSz cx="9144000" cy="6858000" type="screen4x3"/>
  <p:notesSz cx="6858000" cy="9144000"/>
  <p:custDataLst>
    <p:tags r:id="rId6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428" y="66"/>
      </p:cViewPr>
      <p:guideLst>
        <p:guide orient="horz" pos="2116"/>
        <p:guide pos="2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2024/12/4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142593-16DB-41D2-99A4-82747465389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142593-16DB-41D2-99A4-82747465389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tags" Target="../tags/tag41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tags" Target="../tags/tag44.xml"/><Relationship Id="rId47" Type="http://schemas.openxmlformats.org/officeDocument/2006/relationships/tags" Target="../tags/tag49.xml"/><Relationship Id="rId50" Type="http://schemas.openxmlformats.org/officeDocument/2006/relationships/tags" Target="../tags/tag52.xml"/><Relationship Id="rId55" Type="http://schemas.openxmlformats.org/officeDocument/2006/relationships/tags" Target="../tags/tag57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tags" Target="../tags/tag48.xml"/><Relationship Id="rId59" Type="http://schemas.openxmlformats.org/officeDocument/2006/relationships/image" Target="../media/image4.wmf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29" Type="http://schemas.openxmlformats.org/officeDocument/2006/relationships/tags" Target="../tags/tag31.xml"/><Relationship Id="rId41" Type="http://schemas.openxmlformats.org/officeDocument/2006/relationships/tags" Target="../tags/tag43.xml"/><Relationship Id="rId54" Type="http://schemas.openxmlformats.org/officeDocument/2006/relationships/tags" Target="../tags/tag56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tags" Target="../tags/tag47.xml"/><Relationship Id="rId53" Type="http://schemas.openxmlformats.org/officeDocument/2006/relationships/tags" Target="../tags/tag55.xml"/><Relationship Id="rId58" Type="http://schemas.openxmlformats.org/officeDocument/2006/relationships/oleObject" Target="../embeddings/oleObject2.bin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49" Type="http://schemas.openxmlformats.org/officeDocument/2006/relationships/tags" Target="../tags/tag51.xml"/><Relationship Id="rId57" Type="http://schemas.openxmlformats.org/officeDocument/2006/relationships/slideLayout" Target="../slideLayouts/slideLayout1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tags" Target="../tags/tag33.xml"/><Relationship Id="rId44" Type="http://schemas.openxmlformats.org/officeDocument/2006/relationships/tags" Target="../tags/tag46.xml"/><Relationship Id="rId52" Type="http://schemas.openxmlformats.org/officeDocument/2006/relationships/tags" Target="../tags/tag54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tags" Target="../tags/tag45.xml"/><Relationship Id="rId48" Type="http://schemas.openxmlformats.org/officeDocument/2006/relationships/tags" Target="../tags/tag50.xml"/><Relationship Id="rId56" Type="http://schemas.openxmlformats.org/officeDocument/2006/relationships/tags" Target="../tags/tag58.xml"/><Relationship Id="rId8" Type="http://schemas.openxmlformats.org/officeDocument/2006/relationships/tags" Target="../tags/tag10.xml"/><Relationship Id="rId51" Type="http://schemas.openxmlformats.org/officeDocument/2006/relationships/tags" Target="../tags/tag53.xml"/><Relationship Id="rId3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.jpe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35.wmf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1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9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47.wmf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46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4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50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image" Target="../media/image8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18" Type="http://schemas.openxmlformats.org/officeDocument/2006/relationships/tags" Target="../tags/tag87.xml"/><Relationship Id="rId26" Type="http://schemas.openxmlformats.org/officeDocument/2006/relationships/tags" Target="../tags/tag95.xml"/><Relationship Id="rId3" Type="http://schemas.openxmlformats.org/officeDocument/2006/relationships/tags" Target="../tags/tag72.xml"/><Relationship Id="rId21" Type="http://schemas.openxmlformats.org/officeDocument/2006/relationships/tags" Target="../tags/tag90.xml"/><Relationship Id="rId34" Type="http://schemas.openxmlformats.org/officeDocument/2006/relationships/tags" Target="../tags/tag103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tags" Target="../tags/tag86.xml"/><Relationship Id="rId25" Type="http://schemas.openxmlformats.org/officeDocument/2006/relationships/tags" Target="../tags/tag94.xml"/><Relationship Id="rId33" Type="http://schemas.openxmlformats.org/officeDocument/2006/relationships/tags" Target="../tags/tag102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20" Type="http://schemas.openxmlformats.org/officeDocument/2006/relationships/tags" Target="../tags/tag89.xml"/><Relationship Id="rId29" Type="http://schemas.openxmlformats.org/officeDocument/2006/relationships/tags" Target="../tags/tag98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24" Type="http://schemas.openxmlformats.org/officeDocument/2006/relationships/tags" Target="../tags/tag93.xml"/><Relationship Id="rId32" Type="http://schemas.openxmlformats.org/officeDocument/2006/relationships/tags" Target="../tags/tag101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23" Type="http://schemas.openxmlformats.org/officeDocument/2006/relationships/tags" Target="../tags/tag92.xml"/><Relationship Id="rId28" Type="http://schemas.openxmlformats.org/officeDocument/2006/relationships/tags" Target="../tags/tag97.xml"/><Relationship Id="rId10" Type="http://schemas.openxmlformats.org/officeDocument/2006/relationships/tags" Target="../tags/tag79.xml"/><Relationship Id="rId19" Type="http://schemas.openxmlformats.org/officeDocument/2006/relationships/tags" Target="../tags/tag88.xml"/><Relationship Id="rId31" Type="http://schemas.openxmlformats.org/officeDocument/2006/relationships/tags" Target="../tags/tag100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Relationship Id="rId22" Type="http://schemas.openxmlformats.org/officeDocument/2006/relationships/tags" Target="../tags/tag91.xml"/><Relationship Id="rId27" Type="http://schemas.openxmlformats.org/officeDocument/2006/relationships/tags" Target="../tags/tag96.xml"/><Relationship Id="rId30" Type="http://schemas.openxmlformats.org/officeDocument/2006/relationships/tags" Target="../tags/tag99.xml"/><Relationship Id="rId35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56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32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35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7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4" Type="http://schemas.openxmlformats.org/officeDocument/2006/relationships/image" Target="../media/image6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73.wmf"/><Relationship Id="rId3" Type="http://schemas.openxmlformats.org/officeDocument/2006/relationships/image" Target="../media/image23.jpeg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75.wmf"/><Relationship Id="rId2" Type="http://schemas.openxmlformats.org/officeDocument/2006/relationships/image" Target="../media/image8.jpeg"/><Relationship Id="rId16" Type="http://schemas.openxmlformats.org/officeDocument/2006/relationships/oleObject" Target="../embeddings/oleObject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42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jpeg"/><Relationship Id="rId3" Type="http://schemas.openxmlformats.org/officeDocument/2006/relationships/tags" Target="../tags/tag11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82.jpeg"/><Relationship Id="rId4" Type="http://schemas.openxmlformats.org/officeDocument/2006/relationships/tags" Target="../tags/tag115.xml"/><Relationship Id="rId9" Type="http://schemas.openxmlformats.org/officeDocument/2006/relationships/image" Target="../media/image81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84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7"/>
          <p:cNvSpPr txBox="1"/>
          <p:nvPr/>
        </p:nvSpPr>
        <p:spPr>
          <a:xfrm>
            <a:off x="611188" y="1412875"/>
            <a:ext cx="7723187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、布置的作业（在每节课的课件中，包括布置的例题及教材作业题）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、课件中的例题、课前测、讨论题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QQ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群中发布的补充作业（此补充作业在智慧树平台中也有）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、餐厅一层小店中的复习资料不需要购买，因为出题老师没此资料。</a:t>
            </a:r>
          </a:p>
        </p:txBody>
      </p:sp>
      <p:sp>
        <p:nvSpPr>
          <p:cNvPr id="138" name="TextBox 137"/>
          <p:cNvSpPr txBox="1"/>
          <p:nvPr>
            <p:custDataLst>
              <p:tags r:id="rId1"/>
            </p:custDataLst>
          </p:nvPr>
        </p:nvSpPr>
        <p:spPr>
          <a:xfrm>
            <a:off x="3538538" y="692150"/>
            <a:ext cx="20669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复习重点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06"/>
          <p:cNvSpPr/>
          <p:nvPr/>
        </p:nvSpPr>
        <p:spPr>
          <a:xfrm>
            <a:off x="-15875" y="-8890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3366CC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" name="Rectangle 107"/>
          <p:cNvSpPr/>
          <p:nvPr/>
        </p:nvSpPr>
        <p:spPr>
          <a:xfrm>
            <a:off x="0" y="95250"/>
            <a:ext cx="7069138" cy="17446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3366CC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</a:p>
          <a:p>
            <a:pPr algn="ctr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</a:p>
          <a:p>
            <a:pPr algn="ctr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（一般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分，一般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个选择填空题</a:t>
            </a:r>
          </a:p>
          <a:p>
            <a:pPr algn="ctr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个选择填空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+5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分计算题）</a:t>
            </a:r>
          </a:p>
          <a:p>
            <a:pPr algn="ctr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（正常复习时间：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2h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能完成）</a:t>
            </a:r>
          </a:p>
        </p:txBody>
      </p:sp>
      <p:sp>
        <p:nvSpPr>
          <p:cNvPr id="5124" name="WordArt 108"/>
          <p:cNvSpPr>
            <a:spLocks noTextEdit="1"/>
          </p:cNvSpPr>
          <p:nvPr/>
        </p:nvSpPr>
        <p:spPr>
          <a:xfrm>
            <a:off x="1187450" y="209550"/>
            <a:ext cx="4468813" cy="4810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lstStyle/>
          <a:p>
            <a:pPr algn="ctr" fontAlgn="base"/>
            <a:r>
              <a:rPr lang="zh-CN" altLang="en-US" sz="3600" strike="noStrike" spc="72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第十五章  从经典物理到量子物理</a:t>
            </a:r>
            <a:endParaRPr lang="zh-CN" altLang="en-US" sz="3600" strike="noStrike" spc="720" noProof="1"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48" name="Rectangle 109"/>
          <p:cNvSpPr/>
          <p:nvPr/>
        </p:nvSpPr>
        <p:spPr>
          <a:xfrm>
            <a:off x="0" y="1955800"/>
            <a:ext cx="9144000" cy="7143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3366CC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141"/>
          <p:cNvGrpSpPr/>
          <p:nvPr/>
        </p:nvGrpSpPr>
        <p:grpSpPr>
          <a:xfrm>
            <a:off x="739775" y="3419475"/>
            <a:ext cx="5281613" cy="900113"/>
            <a:chOff x="1089" y="2145"/>
            <a:chExt cx="3327" cy="567"/>
          </a:xfrm>
        </p:grpSpPr>
        <p:sp>
          <p:nvSpPr>
            <p:cNvPr id="5160" name="WordArt 114"/>
            <p:cNvSpPr>
              <a:spLocks noTextEdit="1"/>
            </p:cNvSpPr>
            <p:nvPr/>
          </p:nvSpPr>
          <p:spPr>
            <a:xfrm>
              <a:off x="1600" y="2145"/>
              <a:ext cx="1722" cy="2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0000"/>
            </a:bodyPr>
            <a:lstStyle/>
            <a:p>
              <a:pPr algn="ctr" fontAlgn="base"/>
              <a:r>
                <a:rPr lang="zh-CN" altLang="en-US" sz="3600" strike="noStrike" noProof="1">
                  <a:solidFill>
                    <a:srgbClr val="F8F8F8"/>
                  </a:solidFill>
                  <a:effectLst>
                    <a:outerShdw dist="53882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光电效应</a:t>
              </a:r>
              <a:endParaRPr lang="zh-CN" altLang="en-US" sz="3600" strike="noStrike" noProof="1">
                <a:solidFill>
                  <a:srgbClr val="F8F8F8"/>
                </a:solidFill>
                <a:effectLst>
                  <a:outerShdw dist="53882" dir="2699999" algn="ctr" rotWithShape="0">
                    <a:schemeClr val="tx1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51" name="WordArt 115"/>
            <p:cNvSpPr>
              <a:spLocks noTextEdit="1"/>
            </p:cNvSpPr>
            <p:nvPr/>
          </p:nvSpPr>
          <p:spPr>
            <a:xfrm>
              <a:off x="1643" y="2546"/>
              <a:ext cx="2773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rgbClr val="F8F8F8"/>
                  </a:solidFill>
                  <a:effectLst>
                    <a:outerShdw dist="53882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爱因斯坦光量子论</a:t>
              </a:r>
            </a:p>
          </p:txBody>
        </p:sp>
        <p:grpSp>
          <p:nvGrpSpPr>
            <p:cNvPr id="6152" name="Group 129"/>
            <p:cNvGrpSpPr/>
            <p:nvPr/>
          </p:nvGrpSpPr>
          <p:grpSpPr>
            <a:xfrm>
              <a:off x="1089" y="2208"/>
              <a:ext cx="172" cy="165"/>
              <a:chOff x="284" y="2168"/>
              <a:chExt cx="224" cy="210"/>
            </a:xfrm>
          </p:grpSpPr>
          <p:sp>
            <p:nvSpPr>
              <p:cNvPr id="6153" name="Oval 130"/>
              <p:cNvSpPr/>
              <p:nvPr/>
            </p:nvSpPr>
            <p:spPr>
              <a:xfrm>
                <a:off x="284" y="2168"/>
                <a:ext cx="224" cy="210"/>
              </a:xfrm>
              <a:prstGeom prst="ellipse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154" name="Group 131"/>
              <p:cNvGrpSpPr/>
              <p:nvPr/>
            </p:nvGrpSpPr>
            <p:grpSpPr>
              <a:xfrm>
                <a:off x="320" y="2198"/>
                <a:ext cx="153" cy="149"/>
                <a:chOff x="2136" y="1382"/>
                <a:chExt cx="576" cy="576"/>
              </a:xfrm>
            </p:grpSpPr>
            <p:sp>
              <p:nvSpPr>
                <p:cNvPr id="6155" name="Oval 132"/>
                <p:cNvSpPr/>
                <p:nvPr/>
              </p:nvSpPr>
              <p:spPr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6" name="Oval 133"/>
                <p:cNvSpPr/>
                <p:nvPr/>
              </p:nvSpPr>
              <p:spPr>
                <a:xfrm rot="-3104273">
                  <a:off x="2203" y="1474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5" name="Group 142"/>
          <p:cNvGrpSpPr/>
          <p:nvPr/>
        </p:nvGrpSpPr>
        <p:grpSpPr>
          <a:xfrm>
            <a:off x="785813" y="5457825"/>
            <a:ext cx="5999162" cy="893763"/>
            <a:chOff x="1095" y="3093"/>
            <a:chExt cx="3779" cy="563"/>
          </a:xfrm>
        </p:grpSpPr>
        <p:sp>
          <p:nvSpPr>
            <p:cNvPr id="6158" name="WordArt 117"/>
            <p:cNvSpPr>
              <a:spLocks noTextEdit="1"/>
            </p:cNvSpPr>
            <p:nvPr/>
          </p:nvSpPr>
          <p:spPr>
            <a:xfrm>
              <a:off x="1517" y="3093"/>
              <a:ext cx="2482" cy="29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rgbClr val="F8F8F8"/>
                  </a:solidFill>
                  <a:effectLst>
                    <a:outerShdw dist="53882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原子结构与原子光谱</a:t>
              </a:r>
            </a:p>
          </p:txBody>
        </p:sp>
        <p:sp>
          <p:nvSpPr>
            <p:cNvPr id="6159" name="WordArt 118"/>
            <p:cNvSpPr>
              <a:spLocks noTextEdit="1"/>
            </p:cNvSpPr>
            <p:nvPr/>
          </p:nvSpPr>
          <p:spPr>
            <a:xfrm>
              <a:off x="1755" y="3489"/>
              <a:ext cx="3119" cy="1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rgbClr val="F8F8F8"/>
                  </a:solidFill>
                  <a:effectLst>
                    <a:outerShdw dist="53882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玻尔的量子理论</a:t>
              </a:r>
            </a:p>
          </p:txBody>
        </p:sp>
        <p:grpSp>
          <p:nvGrpSpPr>
            <p:cNvPr id="6160" name="Group 134"/>
            <p:cNvGrpSpPr/>
            <p:nvPr/>
          </p:nvGrpSpPr>
          <p:grpSpPr>
            <a:xfrm>
              <a:off x="1095" y="3224"/>
              <a:ext cx="172" cy="165"/>
              <a:chOff x="284" y="2168"/>
              <a:chExt cx="224" cy="210"/>
            </a:xfrm>
          </p:grpSpPr>
          <p:sp>
            <p:nvSpPr>
              <p:cNvPr id="6161" name="Oval 135"/>
              <p:cNvSpPr/>
              <p:nvPr/>
            </p:nvSpPr>
            <p:spPr>
              <a:xfrm>
                <a:off x="284" y="2168"/>
                <a:ext cx="224" cy="210"/>
              </a:xfrm>
              <a:prstGeom prst="ellipse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162" name="Group 136"/>
              <p:cNvGrpSpPr/>
              <p:nvPr/>
            </p:nvGrpSpPr>
            <p:grpSpPr>
              <a:xfrm>
                <a:off x="320" y="2198"/>
                <a:ext cx="153" cy="149"/>
                <a:chOff x="2136" y="1382"/>
                <a:chExt cx="576" cy="576"/>
              </a:xfrm>
            </p:grpSpPr>
            <p:sp>
              <p:nvSpPr>
                <p:cNvPr id="6163" name="Oval 137"/>
                <p:cNvSpPr/>
                <p:nvPr/>
              </p:nvSpPr>
              <p:spPr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64" name="Oval 138"/>
                <p:cNvSpPr/>
                <p:nvPr/>
              </p:nvSpPr>
              <p:spPr>
                <a:xfrm rot="-3104273">
                  <a:off x="2203" y="1474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8" name="Group 140"/>
          <p:cNvGrpSpPr/>
          <p:nvPr/>
        </p:nvGrpSpPr>
        <p:grpSpPr>
          <a:xfrm>
            <a:off x="739775" y="2263775"/>
            <a:ext cx="5503863" cy="881063"/>
            <a:chOff x="1100" y="1402"/>
            <a:chExt cx="3467" cy="555"/>
          </a:xfrm>
        </p:grpSpPr>
        <p:sp>
          <p:nvSpPr>
            <p:cNvPr id="5146" name="WordArt 113"/>
            <p:cNvSpPr>
              <a:spLocks noTextEdit="1"/>
            </p:cNvSpPr>
            <p:nvPr/>
          </p:nvSpPr>
          <p:spPr>
            <a:xfrm>
              <a:off x="1586" y="1402"/>
              <a:ext cx="1618" cy="30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70000"/>
            </a:bodyPr>
            <a:lstStyle/>
            <a:p>
              <a:pPr algn="ctr" fontAlgn="base"/>
              <a:r>
                <a:rPr lang="zh-CN" altLang="en-US" sz="3600" strike="noStrike" noProof="1">
                  <a:solidFill>
                    <a:srgbClr val="F8F8F8"/>
                  </a:solidFill>
                  <a:effectLst>
                    <a:outerShdw dist="53882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黑体辐射</a:t>
              </a:r>
              <a:endParaRPr lang="zh-CN" altLang="en-US" sz="3600" strike="noStrike" noProof="1">
                <a:solidFill>
                  <a:srgbClr val="F8F8F8"/>
                </a:solidFill>
                <a:effectLst>
                  <a:outerShdw dist="53882" dir="2699999" algn="ctr" rotWithShape="0">
                    <a:schemeClr val="tx1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6167" name="Group 119"/>
            <p:cNvGrpSpPr/>
            <p:nvPr/>
          </p:nvGrpSpPr>
          <p:grpSpPr>
            <a:xfrm>
              <a:off x="1100" y="1468"/>
              <a:ext cx="172" cy="165"/>
              <a:chOff x="284" y="2168"/>
              <a:chExt cx="224" cy="210"/>
            </a:xfrm>
          </p:grpSpPr>
          <p:sp>
            <p:nvSpPr>
              <p:cNvPr id="6168" name="Oval 120"/>
              <p:cNvSpPr/>
              <p:nvPr/>
            </p:nvSpPr>
            <p:spPr>
              <a:xfrm>
                <a:off x="284" y="2168"/>
                <a:ext cx="224" cy="210"/>
              </a:xfrm>
              <a:prstGeom prst="ellipse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169" name="Group 121"/>
              <p:cNvGrpSpPr/>
              <p:nvPr/>
            </p:nvGrpSpPr>
            <p:grpSpPr>
              <a:xfrm>
                <a:off x="320" y="2198"/>
                <a:ext cx="153" cy="149"/>
                <a:chOff x="2136" y="1382"/>
                <a:chExt cx="576" cy="576"/>
              </a:xfrm>
            </p:grpSpPr>
            <p:sp>
              <p:nvSpPr>
                <p:cNvPr id="6170" name="Oval 122"/>
                <p:cNvSpPr/>
                <p:nvPr/>
              </p:nvSpPr>
              <p:spPr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71" name="Oval 123"/>
                <p:cNvSpPr/>
                <p:nvPr/>
              </p:nvSpPr>
              <p:spPr>
                <a:xfrm rot="-3104273">
                  <a:off x="2203" y="1474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6172" name="WordArt 139"/>
            <p:cNvSpPr>
              <a:spLocks noTextEdit="1"/>
            </p:cNvSpPr>
            <p:nvPr/>
          </p:nvSpPr>
          <p:spPr>
            <a:xfrm>
              <a:off x="1794" y="1791"/>
              <a:ext cx="2773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rgbClr val="F8F8F8"/>
                  </a:solidFill>
                  <a:effectLst>
                    <a:outerShdw dist="53882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普朗克能量子假说</a:t>
              </a:r>
            </a:p>
          </p:txBody>
        </p:sp>
      </p:grpSp>
      <p:grpSp>
        <p:nvGrpSpPr>
          <p:cNvPr id="11" name="Group 143"/>
          <p:cNvGrpSpPr/>
          <p:nvPr/>
        </p:nvGrpSpPr>
        <p:grpSpPr>
          <a:xfrm>
            <a:off x="7135813" y="0"/>
            <a:ext cx="2008187" cy="2039938"/>
            <a:chOff x="341" y="878"/>
            <a:chExt cx="1453" cy="1966"/>
          </a:xfrm>
        </p:grpSpPr>
        <p:grpSp>
          <p:nvGrpSpPr>
            <p:cNvPr id="6174" name="Group 144"/>
            <p:cNvGrpSpPr/>
            <p:nvPr/>
          </p:nvGrpSpPr>
          <p:grpSpPr>
            <a:xfrm>
              <a:off x="341" y="878"/>
              <a:ext cx="1453" cy="1807"/>
              <a:chOff x="304" y="1296"/>
              <a:chExt cx="1754" cy="2135"/>
            </a:xfrm>
          </p:grpSpPr>
          <p:sp>
            <p:nvSpPr>
              <p:cNvPr id="6175" name="Rectangle 145" descr="普朗克"/>
              <p:cNvSpPr/>
              <p:nvPr/>
            </p:nvSpPr>
            <p:spPr>
              <a:xfrm>
                <a:off x="310" y="1307"/>
                <a:ext cx="1748" cy="212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76" name="Rectangle 146"/>
              <p:cNvSpPr/>
              <p:nvPr/>
            </p:nvSpPr>
            <p:spPr>
              <a:xfrm>
                <a:off x="304" y="1296"/>
                <a:ext cx="1750" cy="2126"/>
              </a:xfrm>
              <a:prstGeom prst="rect">
                <a:avLst/>
              </a:prstGeom>
              <a:noFill/>
              <a:ln w="381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177" name="Group 147"/>
            <p:cNvGrpSpPr/>
            <p:nvPr/>
          </p:nvGrpSpPr>
          <p:grpSpPr>
            <a:xfrm>
              <a:off x="350" y="2639"/>
              <a:ext cx="1432" cy="205"/>
              <a:chOff x="357" y="2639"/>
              <a:chExt cx="1425" cy="205"/>
            </a:xfrm>
          </p:grpSpPr>
          <p:sp>
            <p:nvSpPr>
              <p:cNvPr id="6178" name="Line 148"/>
              <p:cNvSpPr/>
              <p:nvPr/>
            </p:nvSpPr>
            <p:spPr>
              <a:xfrm flipV="1">
                <a:off x="380" y="2654"/>
                <a:ext cx="1278" cy="1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79" name="Line 149"/>
              <p:cNvSpPr/>
              <p:nvPr/>
            </p:nvSpPr>
            <p:spPr>
              <a:xfrm flipV="1">
                <a:off x="1636" y="2672"/>
                <a:ext cx="73" cy="6"/>
              </a:xfrm>
              <a:prstGeom prst="line">
                <a:avLst/>
              </a:prstGeom>
              <a:ln w="762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80" name="Rectangle 150"/>
              <p:cNvSpPr/>
              <p:nvPr/>
            </p:nvSpPr>
            <p:spPr>
              <a:xfrm>
                <a:off x="357" y="2656"/>
                <a:ext cx="1425" cy="1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81" name="Freeform 151"/>
              <p:cNvSpPr/>
              <p:nvPr/>
            </p:nvSpPr>
            <p:spPr>
              <a:xfrm>
                <a:off x="407" y="2639"/>
                <a:ext cx="865" cy="192"/>
              </a:xfrm>
              <a:custGeom>
                <a:avLst/>
                <a:gdLst/>
                <a:ahLst/>
                <a:cxnLst>
                  <a:cxn ang="0">
                    <a:pos x="15" y="48"/>
                  </a:cxn>
                  <a:cxn ang="0">
                    <a:pos x="31" y="28"/>
                  </a:cxn>
                  <a:cxn ang="0">
                    <a:pos x="57" y="10"/>
                  </a:cxn>
                  <a:cxn ang="0">
                    <a:pos x="84" y="10"/>
                  </a:cxn>
                  <a:cxn ang="0">
                    <a:pos x="126" y="28"/>
                  </a:cxn>
                  <a:cxn ang="0">
                    <a:pos x="156" y="10"/>
                  </a:cxn>
                  <a:cxn ang="0">
                    <a:pos x="189" y="18"/>
                  </a:cxn>
                  <a:cxn ang="0">
                    <a:pos x="207" y="25"/>
                  </a:cxn>
                  <a:cxn ang="0">
                    <a:pos x="250" y="31"/>
                  </a:cxn>
                  <a:cxn ang="0">
                    <a:pos x="279" y="12"/>
                  </a:cxn>
                  <a:cxn ang="0">
                    <a:pos x="313" y="15"/>
                  </a:cxn>
                  <a:cxn ang="0">
                    <a:pos x="330" y="21"/>
                  </a:cxn>
                  <a:cxn ang="0">
                    <a:pos x="354" y="43"/>
                  </a:cxn>
                  <a:cxn ang="0">
                    <a:pos x="369" y="43"/>
                  </a:cxn>
                  <a:cxn ang="0">
                    <a:pos x="396" y="16"/>
                  </a:cxn>
                  <a:cxn ang="0">
                    <a:pos x="426" y="13"/>
                  </a:cxn>
                  <a:cxn ang="0">
                    <a:pos x="456" y="10"/>
                  </a:cxn>
                  <a:cxn ang="0">
                    <a:pos x="484" y="22"/>
                  </a:cxn>
                  <a:cxn ang="0">
                    <a:pos x="507" y="37"/>
                  </a:cxn>
                  <a:cxn ang="0">
                    <a:pos x="538" y="40"/>
                  </a:cxn>
                  <a:cxn ang="0">
                    <a:pos x="570" y="58"/>
                  </a:cxn>
                  <a:cxn ang="0">
                    <a:pos x="624" y="19"/>
                  </a:cxn>
                  <a:cxn ang="0">
                    <a:pos x="655" y="6"/>
                  </a:cxn>
                  <a:cxn ang="0">
                    <a:pos x="694" y="6"/>
                  </a:cxn>
                  <a:cxn ang="0">
                    <a:pos x="703" y="40"/>
                  </a:cxn>
                  <a:cxn ang="0">
                    <a:pos x="747" y="42"/>
                  </a:cxn>
                  <a:cxn ang="0">
                    <a:pos x="778" y="34"/>
                  </a:cxn>
                  <a:cxn ang="0">
                    <a:pos x="793" y="9"/>
                  </a:cxn>
                  <a:cxn ang="0">
                    <a:pos x="837" y="7"/>
                  </a:cxn>
                  <a:cxn ang="0">
                    <a:pos x="838" y="54"/>
                  </a:cxn>
                  <a:cxn ang="0">
                    <a:pos x="846" y="97"/>
                  </a:cxn>
                  <a:cxn ang="0">
                    <a:pos x="837" y="118"/>
                  </a:cxn>
                  <a:cxn ang="0">
                    <a:pos x="859" y="133"/>
                  </a:cxn>
                  <a:cxn ang="0">
                    <a:pos x="853" y="178"/>
                  </a:cxn>
                  <a:cxn ang="0">
                    <a:pos x="807" y="181"/>
                  </a:cxn>
                  <a:cxn ang="0">
                    <a:pos x="789" y="154"/>
                  </a:cxn>
                  <a:cxn ang="0">
                    <a:pos x="753" y="156"/>
                  </a:cxn>
                  <a:cxn ang="0">
                    <a:pos x="699" y="159"/>
                  </a:cxn>
                  <a:cxn ang="0">
                    <a:pos x="652" y="156"/>
                  </a:cxn>
                  <a:cxn ang="0">
                    <a:pos x="616" y="162"/>
                  </a:cxn>
                  <a:cxn ang="0">
                    <a:pos x="579" y="154"/>
                  </a:cxn>
                  <a:cxn ang="0">
                    <a:pos x="556" y="180"/>
                  </a:cxn>
                  <a:cxn ang="0">
                    <a:pos x="528" y="175"/>
                  </a:cxn>
                  <a:cxn ang="0">
                    <a:pos x="445" y="163"/>
                  </a:cxn>
                  <a:cxn ang="0">
                    <a:pos x="405" y="157"/>
                  </a:cxn>
                  <a:cxn ang="0">
                    <a:pos x="378" y="168"/>
                  </a:cxn>
                  <a:cxn ang="0">
                    <a:pos x="345" y="171"/>
                  </a:cxn>
                  <a:cxn ang="0">
                    <a:pos x="295" y="172"/>
                  </a:cxn>
                  <a:cxn ang="0">
                    <a:pos x="268" y="174"/>
                  </a:cxn>
                  <a:cxn ang="0">
                    <a:pos x="226" y="171"/>
                  </a:cxn>
                  <a:cxn ang="0">
                    <a:pos x="199" y="168"/>
                  </a:cxn>
                  <a:cxn ang="0">
                    <a:pos x="169" y="177"/>
                  </a:cxn>
                  <a:cxn ang="0">
                    <a:pos x="141" y="160"/>
                  </a:cxn>
                  <a:cxn ang="0">
                    <a:pos x="115" y="172"/>
                  </a:cxn>
                  <a:cxn ang="0">
                    <a:pos x="81" y="172"/>
                  </a:cxn>
                  <a:cxn ang="0">
                    <a:pos x="42" y="172"/>
                  </a:cxn>
                  <a:cxn ang="0">
                    <a:pos x="24" y="151"/>
                  </a:cxn>
                  <a:cxn ang="0">
                    <a:pos x="12" y="112"/>
                  </a:cxn>
                  <a:cxn ang="0">
                    <a:pos x="0" y="90"/>
                  </a:cxn>
                  <a:cxn ang="0">
                    <a:pos x="13" y="67"/>
                  </a:cxn>
                </a:cxnLst>
                <a:rect l="0" t="0" r="0" b="0"/>
                <a:pathLst>
                  <a:path w="865" h="192">
                    <a:moveTo>
                      <a:pt x="13" y="67"/>
                    </a:moveTo>
                    <a:lnTo>
                      <a:pt x="15" y="48"/>
                    </a:lnTo>
                    <a:lnTo>
                      <a:pt x="24" y="37"/>
                    </a:lnTo>
                    <a:lnTo>
                      <a:pt x="31" y="28"/>
                    </a:lnTo>
                    <a:lnTo>
                      <a:pt x="42" y="13"/>
                    </a:lnTo>
                    <a:lnTo>
                      <a:pt x="57" y="10"/>
                    </a:lnTo>
                    <a:lnTo>
                      <a:pt x="73" y="18"/>
                    </a:lnTo>
                    <a:lnTo>
                      <a:pt x="84" y="10"/>
                    </a:lnTo>
                    <a:lnTo>
                      <a:pt x="105" y="13"/>
                    </a:lnTo>
                    <a:lnTo>
                      <a:pt x="126" y="28"/>
                    </a:lnTo>
                    <a:lnTo>
                      <a:pt x="141" y="15"/>
                    </a:lnTo>
                    <a:lnTo>
                      <a:pt x="156" y="10"/>
                    </a:lnTo>
                    <a:lnTo>
                      <a:pt x="175" y="16"/>
                    </a:lnTo>
                    <a:lnTo>
                      <a:pt x="189" y="18"/>
                    </a:lnTo>
                    <a:lnTo>
                      <a:pt x="199" y="16"/>
                    </a:lnTo>
                    <a:lnTo>
                      <a:pt x="207" y="25"/>
                    </a:lnTo>
                    <a:lnTo>
                      <a:pt x="228" y="18"/>
                    </a:lnTo>
                    <a:lnTo>
                      <a:pt x="250" y="31"/>
                    </a:lnTo>
                    <a:lnTo>
                      <a:pt x="267" y="33"/>
                    </a:lnTo>
                    <a:lnTo>
                      <a:pt x="279" y="12"/>
                    </a:lnTo>
                    <a:lnTo>
                      <a:pt x="297" y="9"/>
                    </a:lnTo>
                    <a:lnTo>
                      <a:pt x="313" y="15"/>
                    </a:lnTo>
                    <a:lnTo>
                      <a:pt x="321" y="25"/>
                    </a:lnTo>
                    <a:lnTo>
                      <a:pt x="330" y="21"/>
                    </a:lnTo>
                    <a:lnTo>
                      <a:pt x="346" y="27"/>
                    </a:lnTo>
                    <a:lnTo>
                      <a:pt x="354" y="43"/>
                    </a:lnTo>
                    <a:lnTo>
                      <a:pt x="360" y="52"/>
                    </a:lnTo>
                    <a:lnTo>
                      <a:pt x="369" y="43"/>
                    </a:lnTo>
                    <a:lnTo>
                      <a:pt x="379" y="28"/>
                    </a:lnTo>
                    <a:lnTo>
                      <a:pt x="396" y="16"/>
                    </a:lnTo>
                    <a:lnTo>
                      <a:pt x="409" y="16"/>
                    </a:lnTo>
                    <a:lnTo>
                      <a:pt x="426" y="13"/>
                    </a:lnTo>
                    <a:lnTo>
                      <a:pt x="439" y="24"/>
                    </a:lnTo>
                    <a:lnTo>
                      <a:pt x="456" y="10"/>
                    </a:lnTo>
                    <a:lnTo>
                      <a:pt x="474" y="12"/>
                    </a:lnTo>
                    <a:lnTo>
                      <a:pt x="484" y="22"/>
                    </a:lnTo>
                    <a:lnTo>
                      <a:pt x="489" y="43"/>
                    </a:lnTo>
                    <a:lnTo>
                      <a:pt x="507" y="37"/>
                    </a:lnTo>
                    <a:lnTo>
                      <a:pt x="520" y="45"/>
                    </a:lnTo>
                    <a:lnTo>
                      <a:pt x="538" y="40"/>
                    </a:lnTo>
                    <a:lnTo>
                      <a:pt x="565" y="48"/>
                    </a:lnTo>
                    <a:lnTo>
                      <a:pt x="570" y="58"/>
                    </a:lnTo>
                    <a:lnTo>
                      <a:pt x="591" y="33"/>
                    </a:lnTo>
                    <a:lnTo>
                      <a:pt x="624" y="19"/>
                    </a:lnTo>
                    <a:lnTo>
                      <a:pt x="643" y="21"/>
                    </a:lnTo>
                    <a:lnTo>
                      <a:pt x="655" y="6"/>
                    </a:lnTo>
                    <a:lnTo>
                      <a:pt x="678" y="0"/>
                    </a:lnTo>
                    <a:lnTo>
                      <a:pt x="694" y="6"/>
                    </a:lnTo>
                    <a:lnTo>
                      <a:pt x="708" y="30"/>
                    </a:lnTo>
                    <a:lnTo>
                      <a:pt x="703" y="40"/>
                    </a:lnTo>
                    <a:lnTo>
                      <a:pt x="720" y="43"/>
                    </a:lnTo>
                    <a:lnTo>
                      <a:pt x="747" y="42"/>
                    </a:lnTo>
                    <a:lnTo>
                      <a:pt x="765" y="49"/>
                    </a:lnTo>
                    <a:lnTo>
                      <a:pt x="778" y="34"/>
                    </a:lnTo>
                    <a:lnTo>
                      <a:pt x="784" y="24"/>
                    </a:lnTo>
                    <a:lnTo>
                      <a:pt x="793" y="9"/>
                    </a:lnTo>
                    <a:lnTo>
                      <a:pt x="814" y="1"/>
                    </a:lnTo>
                    <a:lnTo>
                      <a:pt x="837" y="7"/>
                    </a:lnTo>
                    <a:lnTo>
                      <a:pt x="847" y="25"/>
                    </a:lnTo>
                    <a:lnTo>
                      <a:pt x="838" y="54"/>
                    </a:lnTo>
                    <a:lnTo>
                      <a:pt x="847" y="79"/>
                    </a:lnTo>
                    <a:lnTo>
                      <a:pt x="846" y="97"/>
                    </a:lnTo>
                    <a:lnTo>
                      <a:pt x="837" y="106"/>
                    </a:lnTo>
                    <a:lnTo>
                      <a:pt x="837" y="118"/>
                    </a:lnTo>
                    <a:lnTo>
                      <a:pt x="847" y="120"/>
                    </a:lnTo>
                    <a:lnTo>
                      <a:pt x="859" y="133"/>
                    </a:lnTo>
                    <a:lnTo>
                      <a:pt x="865" y="156"/>
                    </a:lnTo>
                    <a:lnTo>
                      <a:pt x="853" y="178"/>
                    </a:lnTo>
                    <a:lnTo>
                      <a:pt x="822" y="192"/>
                    </a:lnTo>
                    <a:lnTo>
                      <a:pt x="807" y="181"/>
                    </a:lnTo>
                    <a:lnTo>
                      <a:pt x="796" y="162"/>
                    </a:lnTo>
                    <a:lnTo>
                      <a:pt x="789" y="154"/>
                    </a:lnTo>
                    <a:lnTo>
                      <a:pt x="775" y="159"/>
                    </a:lnTo>
                    <a:lnTo>
                      <a:pt x="753" y="156"/>
                    </a:lnTo>
                    <a:lnTo>
                      <a:pt x="721" y="156"/>
                    </a:lnTo>
                    <a:lnTo>
                      <a:pt x="699" y="159"/>
                    </a:lnTo>
                    <a:lnTo>
                      <a:pt x="682" y="165"/>
                    </a:lnTo>
                    <a:lnTo>
                      <a:pt x="652" y="156"/>
                    </a:lnTo>
                    <a:lnTo>
                      <a:pt x="628" y="162"/>
                    </a:lnTo>
                    <a:lnTo>
                      <a:pt x="616" y="162"/>
                    </a:lnTo>
                    <a:lnTo>
                      <a:pt x="589" y="160"/>
                    </a:lnTo>
                    <a:lnTo>
                      <a:pt x="579" y="154"/>
                    </a:lnTo>
                    <a:lnTo>
                      <a:pt x="571" y="171"/>
                    </a:lnTo>
                    <a:lnTo>
                      <a:pt x="556" y="180"/>
                    </a:lnTo>
                    <a:lnTo>
                      <a:pt x="541" y="183"/>
                    </a:lnTo>
                    <a:lnTo>
                      <a:pt x="528" y="175"/>
                    </a:lnTo>
                    <a:lnTo>
                      <a:pt x="510" y="163"/>
                    </a:lnTo>
                    <a:lnTo>
                      <a:pt x="445" y="163"/>
                    </a:lnTo>
                    <a:lnTo>
                      <a:pt x="418" y="157"/>
                    </a:lnTo>
                    <a:lnTo>
                      <a:pt x="405" y="157"/>
                    </a:lnTo>
                    <a:lnTo>
                      <a:pt x="394" y="163"/>
                    </a:lnTo>
                    <a:lnTo>
                      <a:pt x="378" y="168"/>
                    </a:lnTo>
                    <a:lnTo>
                      <a:pt x="363" y="156"/>
                    </a:lnTo>
                    <a:lnTo>
                      <a:pt x="345" y="171"/>
                    </a:lnTo>
                    <a:lnTo>
                      <a:pt x="324" y="180"/>
                    </a:lnTo>
                    <a:lnTo>
                      <a:pt x="295" y="172"/>
                    </a:lnTo>
                    <a:lnTo>
                      <a:pt x="283" y="165"/>
                    </a:lnTo>
                    <a:lnTo>
                      <a:pt x="268" y="174"/>
                    </a:lnTo>
                    <a:lnTo>
                      <a:pt x="243" y="177"/>
                    </a:lnTo>
                    <a:lnTo>
                      <a:pt x="226" y="171"/>
                    </a:lnTo>
                    <a:lnTo>
                      <a:pt x="213" y="175"/>
                    </a:lnTo>
                    <a:lnTo>
                      <a:pt x="199" y="168"/>
                    </a:lnTo>
                    <a:lnTo>
                      <a:pt x="183" y="171"/>
                    </a:lnTo>
                    <a:lnTo>
                      <a:pt x="169" y="177"/>
                    </a:lnTo>
                    <a:lnTo>
                      <a:pt x="150" y="168"/>
                    </a:lnTo>
                    <a:lnTo>
                      <a:pt x="141" y="160"/>
                    </a:lnTo>
                    <a:lnTo>
                      <a:pt x="126" y="157"/>
                    </a:lnTo>
                    <a:lnTo>
                      <a:pt x="115" y="172"/>
                    </a:lnTo>
                    <a:lnTo>
                      <a:pt x="99" y="178"/>
                    </a:lnTo>
                    <a:lnTo>
                      <a:pt x="81" y="172"/>
                    </a:lnTo>
                    <a:lnTo>
                      <a:pt x="61" y="178"/>
                    </a:lnTo>
                    <a:lnTo>
                      <a:pt x="42" y="172"/>
                    </a:lnTo>
                    <a:lnTo>
                      <a:pt x="30" y="166"/>
                    </a:lnTo>
                    <a:lnTo>
                      <a:pt x="24" y="151"/>
                    </a:lnTo>
                    <a:lnTo>
                      <a:pt x="24" y="120"/>
                    </a:lnTo>
                    <a:lnTo>
                      <a:pt x="12" y="112"/>
                    </a:lnTo>
                    <a:lnTo>
                      <a:pt x="1" y="105"/>
                    </a:lnTo>
                    <a:lnTo>
                      <a:pt x="0" y="90"/>
                    </a:lnTo>
                    <a:lnTo>
                      <a:pt x="3" y="79"/>
                    </a:lnTo>
                    <a:lnTo>
                      <a:pt x="13" y="67"/>
                    </a:lnTo>
                    <a:close/>
                  </a:path>
                </a:pathLst>
              </a:custGeom>
              <a:solidFill>
                <a:srgbClr val="F8F8F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2" name="WordArt 152"/>
              <p:cNvSpPr>
                <a:spLocks noTextEdit="1"/>
              </p:cNvSpPr>
              <p:nvPr/>
            </p:nvSpPr>
            <p:spPr>
              <a:xfrm>
                <a:off x="783" y="2664"/>
                <a:ext cx="461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Monotype Corsiva" panose="03010101010201010101" charset="0"/>
                    <a:ea typeface="Monotype Corsiva" panose="03010101010201010101" charset="0"/>
                  </a:rPr>
                  <a:t>Max  Planck</a:t>
                </a:r>
              </a:p>
            </p:txBody>
          </p:sp>
          <p:sp>
            <p:nvSpPr>
              <p:cNvPr id="6183" name="WordArt 153"/>
              <p:cNvSpPr>
                <a:spLocks noTextEdit="1"/>
              </p:cNvSpPr>
              <p:nvPr/>
            </p:nvSpPr>
            <p:spPr>
              <a:xfrm>
                <a:off x="433" y="2672"/>
                <a:ext cx="314" cy="12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普朗克</a:t>
                </a:r>
              </a:p>
            </p:txBody>
          </p:sp>
          <p:sp>
            <p:nvSpPr>
              <p:cNvPr id="6184" name="Freeform 154"/>
              <p:cNvSpPr/>
              <p:nvPr/>
            </p:nvSpPr>
            <p:spPr>
              <a:xfrm>
                <a:off x="1284" y="2657"/>
                <a:ext cx="467" cy="147"/>
              </a:xfrm>
              <a:custGeom>
                <a:avLst/>
                <a:gdLst/>
                <a:ahLst/>
                <a:cxnLst>
                  <a:cxn ang="0">
                    <a:pos x="12" y="41"/>
                  </a:cxn>
                  <a:cxn ang="0">
                    <a:pos x="26" y="24"/>
                  </a:cxn>
                  <a:cxn ang="0">
                    <a:pos x="44" y="11"/>
                  </a:cxn>
                  <a:cxn ang="0">
                    <a:pos x="53" y="3"/>
                  </a:cxn>
                  <a:cxn ang="0">
                    <a:pos x="69" y="3"/>
                  </a:cxn>
                  <a:cxn ang="0">
                    <a:pos x="78" y="12"/>
                  </a:cxn>
                  <a:cxn ang="0">
                    <a:pos x="95" y="2"/>
                  </a:cxn>
                  <a:cxn ang="0">
                    <a:pos x="114" y="5"/>
                  </a:cxn>
                  <a:cxn ang="0">
                    <a:pos x="128" y="12"/>
                  </a:cxn>
                  <a:cxn ang="0">
                    <a:pos x="150" y="6"/>
                  </a:cxn>
                  <a:cxn ang="0">
                    <a:pos x="165" y="0"/>
                  </a:cxn>
                  <a:cxn ang="0">
                    <a:pos x="185" y="6"/>
                  </a:cxn>
                  <a:cxn ang="0">
                    <a:pos x="203" y="3"/>
                  </a:cxn>
                  <a:cxn ang="0">
                    <a:pos x="221" y="14"/>
                  </a:cxn>
                  <a:cxn ang="0">
                    <a:pos x="234" y="27"/>
                  </a:cxn>
                  <a:cxn ang="0">
                    <a:pos x="261" y="18"/>
                  </a:cxn>
                  <a:cxn ang="0">
                    <a:pos x="276" y="3"/>
                  </a:cxn>
                  <a:cxn ang="0">
                    <a:pos x="294" y="3"/>
                  </a:cxn>
                  <a:cxn ang="0">
                    <a:pos x="308" y="12"/>
                  </a:cxn>
                  <a:cxn ang="0">
                    <a:pos x="327" y="3"/>
                  </a:cxn>
                  <a:cxn ang="0">
                    <a:pos x="341" y="12"/>
                  </a:cxn>
                  <a:cxn ang="0">
                    <a:pos x="348" y="20"/>
                  </a:cxn>
                  <a:cxn ang="0">
                    <a:pos x="371" y="6"/>
                  </a:cxn>
                  <a:cxn ang="0">
                    <a:pos x="395" y="6"/>
                  </a:cxn>
                  <a:cxn ang="0">
                    <a:pos x="443" y="3"/>
                  </a:cxn>
                  <a:cxn ang="0">
                    <a:pos x="465" y="17"/>
                  </a:cxn>
                  <a:cxn ang="0">
                    <a:pos x="467" y="32"/>
                  </a:cxn>
                  <a:cxn ang="0">
                    <a:pos x="452" y="60"/>
                  </a:cxn>
                  <a:cxn ang="0">
                    <a:pos x="435" y="95"/>
                  </a:cxn>
                  <a:cxn ang="0">
                    <a:pos x="422" y="131"/>
                  </a:cxn>
                  <a:cxn ang="0">
                    <a:pos x="408" y="143"/>
                  </a:cxn>
                  <a:cxn ang="0">
                    <a:pos x="392" y="144"/>
                  </a:cxn>
                  <a:cxn ang="0">
                    <a:pos x="380" y="137"/>
                  </a:cxn>
                  <a:cxn ang="0">
                    <a:pos x="363" y="147"/>
                  </a:cxn>
                  <a:cxn ang="0">
                    <a:pos x="341" y="143"/>
                  </a:cxn>
                  <a:cxn ang="0">
                    <a:pos x="333" y="122"/>
                  </a:cxn>
                  <a:cxn ang="0">
                    <a:pos x="321" y="131"/>
                  </a:cxn>
                  <a:cxn ang="0">
                    <a:pos x="284" y="140"/>
                  </a:cxn>
                  <a:cxn ang="0">
                    <a:pos x="251" y="140"/>
                  </a:cxn>
                  <a:cxn ang="0">
                    <a:pos x="230" y="140"/>
                  </a:cxn>
                  <a:cxn ang="0">
                    <a:pos x="222" y="117"/>
                  </a:cxn>
                  <a:cxn ang="0">
                    <a:pos x="209" y="135"/>
                  </a:cxn>
                  <a:cxn ang="0">
                    <a:pos x="186" y="138"/>
                  </a:cxn>
                  <a:cxn ang="0">
                    <a:pos x="159" y="132"/>
                  </a:cxn>
                  <a:cxn ang="0">
                    <a:pos x="150" y="137"/>
                  </a:cxn>
                  <a:cxn ang="0">
                    <a:pos x="134" y="143"/>
                  </a:cxn>
                  <a:cxn ang="0">
                    <a:pos x="108" y="140"/>
                  </a:cxn>
                  <a:cxn ang="0">
                    <a:pos x="92" y="137"/>
                  </a:cxn>
                  <a:cxn ang="0">
                    <a:pos x="72" y="138"/>
                  </a:cxn>
                  <a:cxn ang="0">
                    <a:pos x="39" y="138"/>
                  </a:cxn>
                  <a:cxn ang="0">
                    <a:pos x="23" y="138"/>
                  </a:cxn>
                  <a:cxn ang="0">
                    <a:pos x="5" y="122"/>
                  </a:cxn>
                  <a:cxn ang="0">
                    <a:pos x="0" y="105"/>
                  </a:cxn>
                  <a:cxn ang="0">
                    <a:pos x="11" y="96"/>
                  </a:cxn>
                  <a:cxn ang="0">
                    <a:pos x="23" y="68"/>
                  </a:cxn>
                  <a:cxn ang="0">
                    <a:pos x="9" y="56"/>
                  </a:cxn>
                  <a:cxn ang="0">
                    <a:pos x="12" y="41"/>
                  </a:cxn>
                </a:cxnLst>
                <a:rect l="0" t="0" r="0" b="0"/>
                <a:pathLst>
                  <a:path w="467" h="147">
                    <a:moveTo>
                      <a:pt x="12" y="41"/>
                    </a:moveTo>
                    <a:lnTo>
                      <a:pt x="26" y="24"/>
                    </a:lnTo>
                    <a:lnTo>
                      <a:pt x="44" y="11"/>
                    </a:lnTo>
                    <a:lnTo>
                      <a:pt x="53" y="3"/>
                    </a:lnTo>
                    <a:lnTo>
                      <a:pt x="69" y="3"/>
                    </a:lnTo>
                    <a:lnTo>
                      <a:pt x="78" y="12"/>
                    </a:lnTo>
                    <a:lnTo>
                      <a:pt x="95" y="2"/>
                    </a:lnTo>
                    <a:lnTo>
                      <a:pt x="114" y="5"/>
                    </a:lnTo>
                    <a:lnTo>
                      <a:pt x="128" y="12"/>
                    </a:lnTo>
                    <a:lnTo>
                      <a:pt x="150" y="6"/>
                    </a:lnTo>
                    <a:lnTo>
                      <a:pt x="165" y="0"/>
                    </a:lnTo>
                    <a:lnTo>
                      <a:pt x="185" y="6"/>
                    </a:lnTo>
                    <a:lnTo>
                      <a:pt x="203" y="3"/>
                    </a:lnTo>
                    <a:lnTo>
                      <a:pt x="221" y="14"/>
                    </a:lnTo>
                    <a:lnTo>
                      <a:pt x="234" y="27"/>
                    </a:lnTo>
                    <a:lnTo>
                      <a:pt x="261" y="18"/>
                    </a:lnTo>
                    <a:lnTo>
                      <a:pt x="276" y="3"/>
                    </a:lnTo>
                    <a:lnTo>
                      <a:pt x="294" y="3"/>
                    </a:lnTo>
                    <a:lnTo>
                      <a:pt x="308" y="12"/>
                    </a:lnTo>
                    <a:lnTo>
                      <a:pt x="327" y="3"/>
                    </a:lnTo>
                    <a:lnTo>
                      <a:pt x="341" y="12"/>
                    </a:lnTo>
                    <a:lnTo>
                      <a:pt x="348" y="20"/>
                    </a:lnTo>
                    <a:lnTo>
                      <a:pt x="371" y="6"/>
                    </a:lnTo>
                    <a:lnTo>
                      <a:pt x="395" y="6"/>
                    </a:lnTo>
                    <a:lnTo>
                      <a:pt x="443" y="3"/>
                    </a:lnTo>
                    <a:lnTo>
                      <a:pt x="465" y="17"/>
                    </a:lnTo>
                    <a:lnTo>
                      <a:pt x="467" y="32"/>
                    </a:lnTo>
                    <a:lnTo>
                      <a:pt x="452" y="60"/>
                    </a:lnTo>
                    <a:lnTo>
                      <a:pt x="435" y="95"/>
                    </a:lnTo>
                    <a:lnTo>
                      <a:pt x="422" y="131"/>
                    </a:lnTo>
                    <a:lnTo>
                      <a:pt x="408" y="143"/>
                    </a:lnTo>
                    <a:lnTo>
                      <a:pt x="392" y="144"/>
                    </a:lnTo>
                    <a:lnTo>
                      <a:pt x="380" y="137"/>
                    </a:lnTo>
                    <a:lnTo>
                      <a:pt x="363" y="147"/>
                    </a:lnTo>
                    <a:lnTo>
                      <a:pt x="341" y="143"/>
                    </a:lnTo>
                    <a:lnTo>
                      <a:pt x="333" y="122"/>
                    </a:lnTo>
                    <a:lnTo>
                      <a:pt x="321" y="131"/>
                    </a:lnTo>
                    <a:lnTo>
                      <a:pt x="284" y="140"/>
                    </a:lnTo>
                    <a:lnTo>
                      <a:pt x="251" y="140"/>
                    </a:lnTo>
                    <a:lnTo>
                      <a:pt x="230" y="140"/>
                    </a:lnTo>
                    <a:lnTo>
                      <a:pt x="222" y="117"/>
                    </a:lnTo>
                    <a:lnTo>
                      <a:pt x="209" y="135"/>
                    </a:lnTo>
                    <a:lnTo>
                      <a:pt x="186" y="138"/>
                    </a:lnTo>
                    <a:lnTo>
                      <a:pt x="159" y="132"/>
                    </a:lnTo>
                    <a:lnTo>
                      <a:pt x="150" y="137"/>
                    </a:lnTo>
                    <a:lnTo>
                      <a:pt x="134" y="143"/>
                    </a:lnTo>
                    <a:lnTo>
                      <a:pt x="108" y="140"/>
                    </a:lnTo>
                    <a:lnTo>
                      <a:pt x="92" y="137"/>
                    </a:lnTo>
                    <a:lnTo>
                      <a:pt x="72" y="138"/>
                    </a:lnTo>
                    <a:lnTo>
                      <a:pt x="39" y="138"/>
                    </a:lnTo>
                    <a:lnTo>
                      <a:pt x="23" y="138"/>
                    </a:lnTo>
                    <a:lnTo>
                      <a:pt x="5" y="122"/>
                    </a:lnTo>
                    <a:lnTo>
                      <a:pt x="0" y="105"/>
                    </a:lnTo>
                    <a:lnTo>
                      <a:pt x="11" y="96"/>
                    </a:lnTo>
                    <a:lnTo>
                      <a:pt x="23" y="68"/>
                    </a:lnTo>
                    <a:lnTo>
                      <a:pt x="9" y="56"/>
                    </a:lnTo>
                    <a:lnTo>
                      <a:pt x="12" y="41"/>
                    </a:lnTo>
                    <a:close/>
                  </a:path>
                </a:pathLst>
              </a:custGeom>
              <a:solidFill>
                <a:srgbClr val="F8F8F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5" name="WordArt 155"/>
              <p:cNvSpPr>
                <a:spLocks noTextEdit="1"/>
              </p:cNvSpPr>
              <p:nvPr/>
            </p:nvSpPr>
            <p:spPr>
              <a:xfrm>
                <a:off x="1306" y="2682"/>
                <a:ext cx="414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Monotype Corsiva" panose="03010101010201010101" charset="0"/>
                    <a:ea typeface="Monotype Corsiva" panose="03010101010201010101" charset="0"/>
                  </a:rPr>
                  <a:t>1858-1947</a:t>
                </a:r>
              </a:p>
            </p:txBody>
          </p:sp>
        </p:grpSp>
      </p:grpSp>
      <p:graphicFrame>
        <p:nvGraphicFramePr>
          <p:cNvPr id="101532" name="Object 156"/>
          <p:cNvGraphicFramePr>
            <a:graphicFrameLocks noChangeAspect="1"/>
          </p:cNvGraphicFramePr>
          <p:nvPr/>
        </p:nvGraphicFramePr>
        <p:xfrm>
          <a:off x="7169150" y="2116138"/>
          <a:ext cx="1974850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81275" imgH="2857500" progId="Paint.Picture">
                  <p:embed/>
                </p:oleObj>
              </mc:Choice>
              <mc:Fallback>
                <p:oleObj r:id="rId3" imgW="2581275" imgH="285750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69150" y="2116138"/>
                        <a:ext cx="1974850" cy="2051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33" name="Rectangle 157" descr="玻尔1"/>
          <p:cNvSpPr/>
          <p:nvPr/>
        </p:nvSpPr>
        <p:spPr>
          <a:xfrm>
            <a:off x="7212013" y="4318000"/>
            <a:ext cx="1931987" cy="254000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WordArt 114"/>
          <p:cNvSpPr>
            <a:spLocks noTextEdit="1"/>
          </p:cNvSpPr>
          <p:nvPr/>
        </p:nvSpPr>
        <p:spPr>
          <a:xfrm>
            <a:off x="1565275" y="4695825"/>
            <a:ext cx="3151188" cy="3873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50000"/>
          </a:bodyPr>
          <a:lstStyle/>
          <a:p>
            <a:pPr algn="ctr" fontAlgn="base"/>
            <a:r>
              <a:rPr lang="zh-CN" altLang="en-US" sz="3600" strike="noStrike" noProof="1">
                <a:solidFill>
                  <a:srgbClr val="F8F8F8"/>
                </a:solidFill>
                <a:effectLst>
                  <a:outerShdw dist="53882" dir="2699999" algn="ctr" rotWithShape="0">
                    <a:schemeClr val="tx1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康普顿效应</a:t>
            </a:r>
            <a:endParaRPr lang="zh-CN" altLang="en-US" sz="3600" strike="noStrike" noProof="1">
              <a:solidFill>
                <a:srgbClr val="F8F8F8"/>
              </a:solidFill>
              <a:effectLst>
                <a:outerShdw dist="53882" dir="2699999" algn="ctr" rotWithShape="0">
                  <a:schemeClr val="tx1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3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WordArt 28"/>
          <p:cNvSpPr>
            <a:spLocks noTextEdit="1"/>
          </p:cNvSpPr>
          <p:nvPr/>
        </p:nvSpPr>
        <p:spPr>
          <a:xfrm>
            <a:off x="466725" y="333375"/>
            <a:ext cx="2165350" cy="3952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50000"/>
          </a:bodyPr>
          <a:lstStyle/>
          <a:p>
            <a:pPr algn="ctr" fontAlgn="base"/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黑体辐射（</a:t>
            </a:r>
            <a:r>
              <a:rPr lang="en-US" altLang="zh-CN" sz="3600" strike="noStrike" noProof="1">
                <a:ln w="9525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0</a:t>
            </a:r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或</a:t>
            </a:r>
            <a:r>
              <a:rPr lang="en-US" altLang="zh-CN" sz="3600" strike="noStrike" noProof="1">
                <a:ln w="9525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</a:t>
            </a:r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分）</a:t>
            </a:r>
            <a:endParaRPr lang="zh-CN" altLang="en-US" sz="3600" strike="noStrike" noProof="1">
              <a:ln w="9525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  <a:solidFill>
                <a:srgbClr val="CC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270" name="文本框 1"/>
          <p:cNvSpPr txBox="1"/>
          <p:nvPr/>
        </p:nvSpPr>
        <p:spPr>
          <a:xfrm>
            <a:off x="269875" y="3738563"/>
            <a:ext cx="2082800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、黑体模型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27013" y="885825"/>
            <a:ext cx="4179887" cy="1568450"/>
            <a:chOff x="4435311" y="5301883"/>
            <a:chExt cx="4124266" cy="1567264"/>
          </a:xfrm>
        </p:grpSpPr>
        <p:sp>
          <p:nvSpPr>
            <p:cNvPr id="7172" name="文本框 177155"/>
            <p:cNvSpPr txBox="1"/>
            <p:nvPr/>
          </p:nvSpPr>
          <p:spPr>
            <a:xfrm>
              <a:off x="4435311" y="5301883"/>
              <a:ext cx="4124266" cy="15672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、若物体在任何温度下,对任何波长的辐射能的吸收比都等于1,即           ，则称该物体为绝对黑体(简称黑体)。</a:t>
              </a:r>
            </a:p>
          </p:txBody>
        </p:sp>
        <p:graphicFrame>
          <p:nvGraphicFramePr>
            <p:cNvPr id="7173" name="对象 177157"/>
            <p:cNvGraphicFramePr/>
            <p:nvPr/>
          </p:nvGraphicFramePr>
          <p:xfrm>
            <a:off x="5774784" y="6044763"/>
            <a:ext cx="1487830" cy="405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8" imgW="697865" imgH="203200" progId="Equation.3">
                    <p:embed/>
                  </p:oleObj>
                </mc:Choice>
                <mc:Fallback>
                  <p:oleObj r:id="rId58" imgW="697865" imgH="2032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59"/>
                        <a:stretch>
                          <a:fillRect/>
                        </a:stretch>
                      </p:blipFill>
                      <p:spPr>
                        <a:xfrm>
                          <a:off x="5774784" y="6044763"/>
                          <a:ext cx="1487830" cy="4056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/>
          <p:cNvSpPr/>
          <p:nvPr/>
        </p:nvSpPr>
        <p:spPr>
          <a:xfrm>
            <a:off x="250825" y="2509838"/>
            <a:ext cx="4216400" cy="119856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黑体能够吸收各种波长的电磁波，因此黑体也能辐射各种波长的电磁波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20" name="Group 257"/>
          <p:cNvGrpSpPr/>
          <p:nvPr/>
        </p:nvGrpSpPr>
        <p:grpSpPr>
          <a:xfrm>
            <a:off x="395288" y="4646613"/>
            <a:ext cx="3260725" cy="1096962"/>
            <a:chOff x="422" y="1218"/>
            <a:chExt cx="2054" cy="691"/>
          </a:xfrm>
        </p:grpSpPr>
        <p:grpSp>
          <p:nvGrpSpPr>
            <p:cNvPr id="7176" name="Group 182"/>
            <p:cNvGrpSpPr/>
            <p:nvPr/>
          </p:nvGrpSpPr>
          <p:grpSpPr>
            <a:xfrm>
              <a:off x="468" y="1546"/>
              <a:ext cx="2008" cy="363"/>
              <a:chOff x="2313" y="916"/>
              <a:chExt cx="3221" cy="443"/>
            </a:xfrm>
          </p:grpSpPr>
          <p:sp>
            <p:nvSpPr>
              <p:cNvPr id="7177" name="WordArt 183"/>
              <p:cNvSpPr>
                <a:spLocks noTextEdit="1"/>
              </p:cNvSpPr>
              <p:nvPr/>
            </p:nvSpPr>
            <p:spPr>
              <a:xfrm>
                <a:off x="2701" y="1040"/>
                <a:ext cx="58" cy="1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7178" name="WordArt 184"/>
              <p:cNvSpPr>
                <a:spLocks noTextEdit="1"/>
              </p:cNvSpPr>
              <p:nvPr/>
            </p:nvSpPr>
            <p:spPr>
              <a:xfrm>
                <a:off x="2952" y="1040"/>
                <a:ext cx="58" cy="1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7179" name="WordArt 185"/>
              <p:cNvSpPr>
                <a:spLocks noTextEdit="1"/>
              </p:cNvSpPr>
              <p:nvPr/>
            </p:nvSpPr>
            <p:spPr>
              <a:xfrm>
                <a:off x="2407" y="1058"/>
                <a:ext cx="251" cy="1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375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Bookman Old Style" panose="02050604050505020204" pitchFamily="18" charset="0"/>
                    <a:ea typeface="Bookman Old Style" panose="02050604050505020204" pitchFamily="18" charset="0"/>
                  </a:rPr>
                  <a:t>M</a:t>
                </a:r>
              </a:p>
            </p:txBody>
          </p:sp>
          <p:sp>
            <p:nvSpPr>
              <p:cNvPr id="7180" name="WordArt 186"/>
              <p:cNvSpPr>
                <a:spLocks noTextEdit="1"/>
              </p:cNvSpPr>
              <p:nvPr/>
            </p:nvSpPr>
            <p:spPr>
              <a:xfrm>
                <a:off x="2789" y="1059"/>
                <a:ext cx="130" cy="1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  <p:grpSp>
            <p:nvGrpSpPr>
              <p:cNvPr id="7181" name="Group 187"/>
              <p:cNvGrpSpPr/>
              <p:nvPr/>
            </p:nvGrpSpPr>
            <p:grpSpPr>
              <a:xfrm>
                <a:off x="3090" y="1111"/>
                <a:ext cx="170" cy="66"/>
                <a:chOff x="1710" y="2910"/>
                <a:chExt cx="344" cy="96"/>
              </a:xfrm>
            </p:grpSpPr>
            <p:sp>
              <p:nvSpPr>
                <p:cNvPr id="7182" name="Line 188"/>
                <p:cNvSpPr/>
                <p:nvPr/>
              </p:nvSpPr>
              <p:spPr>
                <a:xfrm>
                  <a:off x="1713" y="2910"/>
                  <a:ext cx="34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183" name="Line 189"/>
                <p:cNvSpPr/>
                <p:nvPr/>
              </p:nvSpPr>
              <p:spPr>
                <a:xfrm>
                  <a:off x="1710" y="3006"/>
                  <a:ext cx="34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184" name="Group 190"/>
              <p:cNvGrpSpPr/>
              <p:nvPr/>
            </p:nvGrpSpPr>
            <p:grpSpPr>
              <a:xfrm>
                <a:off x="4985" y="985"/>
                <a:ext cx="386" cy="248"/>
                <a:chOff x="3015" y="3194"/>
                <a:chExt cx="386" cy="271"/>
              </a:xfrm>
            </p:grpSpPr>
            <p:sp>
              <p:nvSpPr>
                <p:cNvPr id="7185" name="WordArt 191"/>
                <p:cNvSpPr>
                  <a:spLocks noTextEdit="1"/>
                </p:cNvSpPr>
                <p:nvPr/>
              </p:nvSpPr>
              <p:spPr>
                <a:xfrm>
                  <a:off x="3291" y="3194"/>
                  <a:ext cx="110" cy="13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7186" name="WordArt 192"/>
                <p:cNvSpPr>
                  <a:spLocks noTextEdit="1"/>
                </p:cNvSpPr>
                <p:nvPr/>
              </p:nvSpPr>
              <p:spPr>
                <a:xfrm>
                  <a:off x="3015" y="3252"/>
                  <a:ext cx="236" cy="21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41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  <a:ea typeface="Bookman Old Style" panose="02050604050505020204" pitchFamily="18" charset="0"/>
                    </a:rPr>
                    <a:t>T</a:t>
                  </a:r>
                </a:p>
              </p:txBody>
            </p:sp>
          </p:grpSp>
          <p:sp>
            <p:nvSpPr>
              <p:cNvPr id="7187" name="WordArt 193"/>
              <p:cNvSpPr>
                <a:spLocks noTextEdit="1"/>
              </p:cNvSpPr>
              <p:nvPr/>
            </p:nvSpPr>
            <p:spPr>
              <a:xfrm>
                <a:off x="4757" y="1075"/>
                <a:ext cx="187" cy="1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s</a:t>
                </a:r>
              </a:p>
            </p:txBody>
          </p:sp>
          <p:sp>
            <p:nvSpPr>
              <p:cNvPr id="7188" name="Rectangle 194"/>
              <p:cNvSpPr/>
              <p:nvPr/>
            </p:nvSpPr>
            <p:spPr>
              <a:xfrm>
                <a:off x="2313" y="916"/>
                <a:ext cx="3221" cy="443"/>
              </a:xfrm>
              <a:prstGeom prst="rect">
                <a:avLst/>
              </a:prstGeom>
              <a:noFill/>
              <a:ln w="38100" cap="flat" cmpd="sng">
                <a:solidFill>
                  <a:srgbClr val="FFE4C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89" name="WordArt 195"/>
              <p:cNvSpPr>
                <a:spLocks noTextEdit="1"/>
              </p:cNvSpPr>
              <p:nvPr/>
            </p:nvSpPr>
            <p:spPr>
              <a:xfrm>
                <a:off x="3434" y="1209"/>
                <a:ext cx="49" cy="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7190" name="Freeform 196"/>
              <p:cNvSpPr/>
              <p:nvPr/>
            </p:nvSpPr>
            <p:spPr>
              <a:xfrm>
                <a:off x="3316" y="997"/>
                <a:ext cx="78" cy="293"/>
              </a:xfrm>
              <a:custGeom>
                <a:avLst/>
                <a:gdLst/>
                <a:ahLst/>
                <a:cxnLst>
                  <a:cxn ang="0">
                    <a:pos x="53" y="5"/>
                  </a:cxn>
                  <a:cxn ang="0">
                    <a:pos x="45" y="12"/>
                  </a:cxn>
                  <a:cxn ang="0">
                    <a:pos x="41" y="21"/>
                  </a:cxn>
                  <a:cxn ang="0">
                    <a:pos x="36" y="32"/>
                  </a:cxn>
                  <a:cxn ang="0">
                    <a:pos x="30" y="53"/>
                  </a:cxn>
                  <a:cxn ang="0">
                    <a:pos x="27" y="77"/>
                  </a:cxn>
                  <a:cxn ang="0">
                    <a:pos x="27" y="97"/>
                  </a:cxn>
                  <a:cxn ang="0">
                    <a:pos x="27" y="119"/>
                  </a:cxn>
                  <a:cxn ang="0">
                    <a:pos x="26" y="174"/>
                  </a:cxn>
                  <a:cxn ang="0">
                    <a:pos x="25" y="234"/>
                  </a:cxn>
                  <a:cxn ang="0">
                    <a:pos x="25" y="260"/>
                  </a:cxn>
                  <a:cxn ang="0">
                    <a:pos x="22" y="279"/>
                  </a:cxn>
                  <a:cxn ang="0">
                    <a:pos x="19" y="284"/>
                  </a:cxn>
                  <a:cxn ang="0">
                    <a:pos x="15" y="285"/>
                  </a:cxn>
                  <a:cxn ang="0">
                    <a:pos x="17" y="276"/>
                  </a:cxn>
                  <a:cxn ang="0">
                    <a:pos x="17" y="270"/>
                  </a:cxn>
                  <a:cxn ang="0">
                    <a:pos x="14" y="264"/>
                  </a:cxn>
                  <a:cxn ang="0">
                    <a:pos x="11" y="261"/>
                  </a:cxn>
                  <a:cxn ang="0">
                    <a:pos x="4" y="263"/>
                  </a:cxn>
                  <a:cxn ang="0">
                    <a:pos x="1" y="268"/>
                  </a:cxn>
                  <a:cxn ang="0">
                    <a:pos x="1" y="273"/>
                  </a:cxn>
                  <a:cxn ang="0">
                    <a:pos x="0" y="279"/>
                  </a:cxn>
                  <a:cxn ang="0">
                    <a:pos x="2" y="285"/>
                  </a:cxn>
                  <a:cxn ang="0">
                    <a:pos x="4" y="287"/>
                  </a:cxn>
                  <a:cxn ang="0">
                    <a:pos x="11" y="293"/>
                  </a:cxn>
                  <a:cxn ang="0">
                    <a:pos x="18" y="292"/>
                  </a:cxn>
                  <a:cxn ang="0">
                    <a:pos x="23" y="289"/>
                  </a:cxn>
                  <a:cxn ang="0">
                    <a:pos x="28" y="285"/>
                  </a:cxn>
                  <a:cxn ang="0">
                    <a:pos x="32" y="279"/>
                  </a:cxn>
                  <a:cxn ang="0">
                    <a:pos x="39" y="261"/>
                  </a:cxn>
                  <a:cxn ang="0">
                    <a:pos x="42" y="246"/>
                  </a:cxn>
                  <a:cxn ang="0">
                    <a:pos x="44" y="232"/>
                  </a:cxn>
                  <a:cxn ang="0">
                    <a:pos x="45" y="209"/>
                  </a:cxn>
                  <a:cxn ang="0">
                    <a:pos x="46" y="180"/>
                  </a:cxn>
                  <a:cxn ang="0">
                    <a:pos x="47" y="135"/>
                  </a:cxn>
                  <a:cxn ang="0">
                    <a:pos x="46" y="90"/>
                  </a:cxn>
                  <a:cxn ang="0">
                    <a:pos x="46" y="65"/>
                  </a:cxn>
                  <a:cxn ang="0">
                    <a:pos x="48" y="50"/>
                  </a:cxn>
                  <a:cxn ang="0">
                    <a:pos x="49" y="39"/>
                  </a:cxn>
                  <a:cxn ang="0">
                    <a:pos x="51" y="26"/>
                  </a:cxn>
                  <a:cxn ang="0">
                    <a:pos x="55" y="14"/>
                  </a:cxn>
                  <a:cxn ang="0">
                    <a:pos x="59" y="8"/>
                  </a:cxn>
                  <a:cxn ang="0">
                    <a:pos x="63" y="10"/>
                  </a:cxn>
                  <a:cxn ang="0">
                    <a:pos x="63" y="14"/>
                  </a:cxn>
                  <a:cxn ang="0">
                    <a:pos x="61" y="19"/>
                  </a:cxn>
                  <a:cxn ang="0">
                    <a:pos x="61" y="26"/>
                  </a:cxn>
                  <a:cxn ang="0">
                    <a:pos x="63" y="32"/>
                  </a:cxn>
                  <a:cxn ang="0">
                    <a:pos x="65" y="37"/>
                  </a:cxn>
                  <a:cxn ang="0">
                    <a:pos x="69" y="37"/>
                  </a:cxn>
                  <a:cxn ang="0">
                    <a:pos x="74" y="36"/>
                  </a:cxn>
                  <a:cxn ang="0">
                    <a:pos x="78" y="29"/>
                  </a:cxn>
                  <a:cxn ang="0">
                    <a:pos x="78" y="23"/>
                  </a:cxn>
                  <a:cxn ang="0">
                    <a:pos x="77" y="16"/>
                  </a:cxn>
                  <a:cxn ang="0">
                    <a:pos x="75" y="10"/>
                  </a:cxn>
                  <a:cxn ang="0">
                    <a:pos x="72" y="4"/>
                  </a:cxn>
                  <a:cxn ang="0">
                    <a:pos x="63" y="0"/>
                  </a:cxn>
                  <a:cxn ang="0">
                    <a:pos x="56" y="0"/>
                  </a:cxn>
                  <a:cxn ang="0">
                    <a:pos x="53" y="5"/>
                  </a:cxn>
                </a:cxnLst>
                <a:rect l="0" t="0" r="0" b="0"/>
                <a:pathLst>
                  <a:path w="1289" h="3854">
                    <a:moveTo>
                      <a:pt x="880" y="63"/>
                    </a:moveTo>
                    <a:lnTo>
                      <a:pt x="744" y="158"/>
                    </a:lnTo>
                    <a:lnTo>
                      <a:pt x="671" y="273"/>
                    </a:lnTo>
                    <a:lnTo>
                      <a:pt x="587" y="419"/>
                    </a:lnTo>
                    <a:lnTo>
                      <a:pt x="503" y="702"/>
                    </a:lnTo>
                    <a:lnTo>
                      <a:pt x="451" y="1016"/>
                    </a:lnTo>
                    <a:lnTo>
                      <a:pt x="451" y="1278"/>
                    </a:lnTo>
                    <a:lnTo>
                      <a:pt x="440" y="1561"/>
                    </a:lnTo>
                    <a:lnTo>
                      <a:pt x="430" y="2284"/>
                    </a:lnTo>
                    <a:lnTo>
                      <a:pt x="419" y="3079"/>
                    </a:lnTo>
                    <a:lnTo>
                      <a:pt x="409" y="3415"/>
                    </a:lnTo>
                    <a:lnTo>
                      <a:pt x="357" y="3666"/>
                    </a:lnTo>
                    <a:lnTo>
                      <a:pt x="315" y="3739"/>
                    </a:lnTo>
                    <a:lnTo>
                      <a:pt x="252" y="3750"/>
                    </a:lnTo>
                    <a:lnTo>
                      <a:pt x="273" y="3634"/>
                    </a:lnTo>
                    <a:lnTo>
                      <a:pt x="273" y="3551"/>
                    </a:lnTo>
                    <a:lnTo>
                      <a:pt x="231" y="3467"/>
                    </a:lnTo>
                    <a:lnTo>
                      <a:pt x="179" y="3436"/>
                    </a:lnTo>
                    <a:lnTo>
                      <a:pt x="74" y="3456"/>
                    </a:lnTo>
                    <a:lnTo>
                      <a:pt x="21" y="3530"/>
                    </a:lnTo>
                    <a:lnTo>
                      <a:pt x="11" y="3593"/>
                    </a:lnTo>
                    <a:lnTo>
                      <a:pt x="0" y="3666"/>
                    </a:lnTo>
                    <a:cubicBezTo>
                      <a:pt x="11" y="3694"/>
                      <a:pt x="17" y="3724"/>
                      <a:pt x="32" y="3750"/>
                    </a:cubicBezTo>
                    <a:cubicBezTo>
                      <a:pt x="66" y="3806"/>
                      <a:pt x="63" y="3750"/>
                      <a:pt x="63" y="3781"/>
                    </a:cubicBezTo>
                    <a:lnTo>
                      <a:pt x="179" y="3854"/>
                    </a:lnTo>
                    <a:lnTo>
                      <a:pt x="294" y="3844"/>
                    </a:lnTo>
                    <a:lnTo>
                      <a:pt x="388" y="3802"/>
                    </a:lnTo>
                    <a:lnTo>
                      <a:pt x="461" y="3750"/>
                    </a:lnTo>
                    <a:lnTo>
                      <a:pt x="524" y="3666"/>
                    </a:lnTo>
                    <a:lnTo>
                      <a:pt x="639" y="3436"/>
                    </a:lnTo>
                    <a:lnTo>
                      <a:pt x="702" y="3237"/>
                    </a:lnTo>
                    <a:lnTo>
                      <a:pt x="723" y="3048"/>
                    </a:lnTo>
                    <a:lnTo>
                      <a:pt x="744" y="2755"/>
                    </a:lnTo>
                    <a:lnTo>
                      <a:pt x="765" y="2367"/>
                    </a:lnTo>
                    <a:lnTo>
                      <a:pt x="775" y="1781"/>
                    </a:lnTo>
                    <a:lnTo>
                      <a:pt x="755" y="1184"/>
                    </a:lnTo>
                    <a:lnTo>
                      <a:pt x="765" y="849"/>
                    </a:lnTo>
                    <a:lnTo>
                      <a:pt x="786" y="660"/>
                    </a:lnTo>
                    <a:lnTo>
                      <a:pt x="817" y="514"/>
                    </a:lnTo>
                    <a:lnTo>
                      <a:pt x="849" y="346"/>
                    </a:lnTo>
                    <a:lnTo>
                      <a:pt x="912" y="178"/>
                    </a:lnTo>
                    <a:lnTo>
                      <a:pt x="974" y="105"/>
                    </a:lnTo>
                    <a:lnTo>
                      <a:pt x="1048" y="126"/>
                    </a:lnTo>
                    <a:lnTo>
                      <a:pt x="1048" y="189"/>
                    </a:lnTo>
                    <a:lnTo>
                      <a:pt x="1016" y="252"/>
                    </a:lnTo>
                    <a:lnTo>
                      <a:pt x="1016" y="346"/>
                    </a:lnTo>
                    <a:lnTo>
                      <a:pt x="1037" y="419"/>
                    </a:lnTo>
                    <a:lnTo>
                      <a:pt x="1079" y="482"/>
                    </a:lnTo>
                    <a:lnTo>
                      <a:pt x="1142" y="482"/>
                    </a:lnTo>
                    <a:lnTo>
                      <a:pt x="1226" y="472"/>
                    </a:lnTo>
                    <a:lnTo>
                      <a:pt x="1289" y="388"/>
                    </a:lnTo>
                    <a:lnTo>
                      <a:pt x="1289" y="304"/>
                    </a:lnTo>
                    <a:lnTo>
                      <a:pt x="1278" y="210"/>
                    </a:lnTo>
                    <a:lnTo>
                      <a:pt x="1236" y="137"/>
                    </a:lnTo>
                    <a:lnTo>
                      <a:pt x="1184" y="53"/>
                    </a:lnTo>
                    <a:lnTo>
                      <a:pt x="1048" y="0"/>
                    </a:lnTo>
                    <a:lnTo>
                      <a:pt x="933" y="0"/>
                    </a:lnTo>
                    <a:lnTo>
                      <a:pt x="880" y="6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1" name="WordArt 197"/>
              <p:cNvSpPr>
                <a:spLocks noTextEdit="1"/>
              </p:cNvSpPr>
              <p:nvPr/>
            </p:nvSpPr>
            <p:spPr>
              <a:xfrm rot="5524911">
                <a:off x="3471" y="965"/>
                <a:ext cx="46" cy="10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8</a:t>
                </a:r>
              </a:p>
            </p:txBody>
          </p:sp>
          <p:grpSp>
            <p:nvGrpSpPr>
              <p:cNvPr id="7192" name="Group 198"/>
              <p:cNvGrpSpPr/>
              <p:nvPr/>
            </p:nvGrpSpPr>
            <p:grpSpPr>
              <a:xfrm>
                <a:off x="4217" y="1075"/>
                <a:ext cx="225" cy="167"/>
                <a:chOff x="2668" y="992"/>
                <a:chExt cx="331" cy="226"/>
              </a:xfrm>
            </p:grpSpPr>
            <p:sp>
              <p:nvSpPr>
                <p:cNvPr id="7193" name="WordArt 199"/>
                <p:cNvSpPr>
                  <a:spLocks noTextEdit="1"/>
                </p:cNvSpPr>
                <p:nvPr/>
              </p:nvSpPr>
              <p:spPr>
                <a:xfrm>
                  <a:off x="2668" y="992"/>
                  <a:ext cx="151" cy="22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d</a:t>
                  </a:r>
                </a:p>
              </p:txBody>
            </p:sp>
            <p:sp>
              <p:nvSpPr>
                <p:cNvPr id="7194" name="WordArt 200"/>
                <p:cNvSpPr>
                  <a:spLocks noTextEdit="1"/>
                </p:cNvSpPr>
                <p:nvPr/>
              </p:nvSpPr>
              <p:spPr>
                <a:xfrm>
                  <a:off x="2828" y="993"/>
                  <a:ext cx="171" cy="22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9343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</p:grpSp>
          <p:sp>
            <p:nvSpPr>
              <p:cNvPr id="7195" name="WordArt 201"/>
              <p:cNvSpPr>
                <a:spLocks noTextEdit="1"/>
              </p:cNvSpPr>
              <p:nvPr/>
            </p:nvSpPr>
            <p:spPr>
              <a:xfrm>
                <a:off x="3564" y="1074"/>
                <a:ext cx="185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276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7196" name="WordArt 202"/>
              <p:cNvSpPr>
                <a:spLocks noTextEdit="1"/>
              </p:cNvSpPr>
              <p:nvPr/>
            </p:nvSpPr>
            <p:spPr>
              <a:xfrm>
                <a:off x="3742" y="1144"/>
                <a:ext cx="100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9343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grpSp>
            <p:nvGrpSpPr>
              <p:cNvPr id="7197" name="Group 203"/>
              <p:cNvGrpSpPr/>
              <p:nvPr/>
            </p:nvGrpSpPr>
            <p:grpSpPr>
              <a:xfrm>
                <a:off x="3853" y="1077"/>
                <a:ext cx="299" cy="158"/>
                <a:chOff x="994" y="1515"/>
                <a:chExt cx="440" cy="213"/>
              </a:xfrm>
            </p:grpSpPr>
            <p:sp>
              <p:nvSpPr>
                <p:cNvPr id="7198" name="WordArt 204"/>
                <p:cNvSpPr>
                  <a:spLocks noTextEdit="1"/>
                </p:cNvSpPr>
                <p:nvPr/>
              </p:nvSpPr>
              <p:spPr>
                <a:xfrm>
                  <a:off x="994" y="1523"/>
                  <a:ext cx="87" cy="2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7199" name="WordArt 205"/>
                <p:cNvSpPr>
                  <a:spLocks noTextEdit="1"/>
                </p:cNvSpPr>
                <p:nvPr/>
              </p:nvSpPr>
              <p:spPr>
                <a:xfrm>
                  <a:off x="1347" y="1523"/>
                  <a:ext cx="87" cy="2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</a:p>
              </p:txBody>
            </p:sp>
            <p:sp>
              <p:nvSpPr>
                <p:cNvPr id="7200" name="WordArt 206"/>
                <p:cNvSpPr>
                  <a:spLocks noTextEdit="1"/>
                </p:cNvSpPr>
                <p:nvPr/>
              </p:nvSpPr>
              <p:spPr>
                <a:xfrm>
                  <a:off x="1088" y="1515"/>
                  <a:ext cx="236" cy="21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41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Bookman Old Style" panose="02050604050505020204" pitchFamily="18" charset="0"/>
                      <a:ea typeface="Bookman Old Style" panose="02050604050505020204" pitchFamily="18" charset="0"/>
                    </a:rPr>
                    <a:t>T</a:t>
                  </a:r>
                </a:p>
              </p:txBody>
            </p:sp>
          </p:grpSp>
          <p:grpSp>
            <p:nvGrpSpPr>
              <p:cNvPr id="7201" name="Group 207"/>
              <p:cNvGrpSpPr/>
              <p:nvPr/>
            </p:nvGrpSpPr>
            <p:grpSpPr>
              <a:xfrm>
                <a:off x="4511" y="1122"/>
                <a:ext cx="170" cy="66"/>
                <a:chOff x="1710" y="2910"/>
                <a:chExt cx="344" cy="96"/>
              </a:xfrm>
            </p:grpSpPr>
            <p:sp>
              <p:nvSpPr>
                <p:cNvPr id="7202" name="Line 208"/>
                <p:cNvSpPr/>
                <p:nvPr/>
              </p:nvSpPr>
              <p:spPr>
                <a:xfrm>
                  <a:off x="1713" y="2910"/>
                  <a:ext cx="34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03" name="Line 209"/>
                <p:cNvSpPr/>
                <p:nvPr/>
              </p:nvSpPr>
              <p:spPr>
                <a:xfrm>
                  <a:off x="1710" y="3006"/>
                  <a:ext cx="34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7204" name="WordArt 215"/>
            <p:cNvSpPr>
              <a:spLocks noTextEdit="1"/>
            </p:cNvSpPr>
            <p:nvPr/>
          </p:nvSpPr>
          <p:spPr>
            <a:xfrm>
              <a:off x="422" y="1218"/>
              <a:ext cx="1448" cy="2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3、斯特藩-玻耳兹曼定律</a:t>
              </a:r>
            </a:p>
          </p:txBody>
        </p:sp>
      </p:grpSp>
      <p:grpSp>
        <p:nvGrpSpPr>
          <p:cNvPr id="27" name="Group 256"/>
          <p:cNvGrpSpPr/>
          <p:nvPr/>
        </p:nvGrpSpPr>
        <p:grpSpPr>
          <a:xfrm>
            <a:off x="395288" y="5876925"/>
            <a:ext cx="3741737" cy="485775"/>
            <a:chOff x="2915" y="1586"/>
            <a:chExt cx="2357" cy="317"/>
          </a:xfrm>
        </p:grpSpPr>
        <p:grpSp>
          <p:nvGrpSpPr>
            <p:cNvPr id="7206" name="Group 234"/>
            <p:cNvGrpSpPr/>
            <p:nvPr/>
          </p:nvGrpSpPr>
          <p:grpSpPr>
            <a:xfrm>
              <a:off x="4260" y="1586"/>
              <a:ext cx="1012" cy="317"/>
              <a:chOff x="3998" y="2548"/>
              <a:chExt cx="1286" cy="418"/>
            </a:xfrm>
          </p:grpSpPr>
          <p:grpSp>
            <p:nvGrpSpPr>
              <p:cNvPr id="7207" name="Group 235"/>
              <p:cNvGrpSpPr/>
              <p:nvPr/>
            </p:nvGrpSpPr>
            <p:grpSpPr>
              <a:xfrm>
                <a:off x="4121" y="2659"/>
                <a:ext cx="346" cy="202"/>
                <a:chOff x="1713" y="3508"/>
                <a:chExt cx="408" cy="218"/>
              </a:xfrm>
            </p:grpSpPr>
            <p:sp>
              <p:nvSpPr>
                <p:cNvPr id="5160" name="WordArt 236"/>
                <p:cNvSpPr>
                  <a:spLocks noTextEdit="1"/>
                </p:cNvSpPr>
                <p:nvPr/>
              </p:nvSpPr>
              <p:spPr>
                <a:xfrm>
                  <a:off x="1713" y="3508"/>
                  <a:ext cx="209" cy="21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9343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i="1" strike="noStrike" noProof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  <a:cs typeface="+mn-cs"/>
                    </a:rPr>
                    <a:t>l</a:t>
                  </a:r>
                  <a:endParaRPr lang="zh-CN" altLang="en-US" sz="3600" i="1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endParaRPr>
                </a:p>
              </p:txBody>
            </p:sp>
            <p:sp>
              <p:nvSpPr>
                <p:cNvPr id="5161" name="WordArt 237"/>
                <p:cNvSpPr>
                  <a:spLocks noTextEdit="1"/>
                </p:cNvSpPr>
                <p:nvPr/>
              </p:nvSpPr>
              <p:spPr>
                <a:xfrm>
                  <a:off x="1918" y="3638"/>
                  <a:ext cx="203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41667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m</a:t>
                  </a:r>
                  <a:endParaRPr lang="zh-CN" altLang="en-US" sz="3600" strike="noStrike" noProof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162" name="WordArt 238"/>
              <p:cNvSpPr>
                <a:spLocks noTextEdit="1"/>
              </p:cNvSpPr>
              <p:nvPr/>
            </p:nvSpPr>
            <p:spPr>
              <a:xfrm>
                <a:off x="4443" y="2654"/>
                <a:ext cx="236" cy="2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1991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  <a:ea typeface="Bookman Old Style" panose="02050604050505020204" pitchFamily="18" charset="0"/>
                    <a:cs typeface="+mn-cs"/>
                  </a:rPr>
                  <a:t>T</a:t>
                </a:r>
                <a:endParaRPr lang="zh-CN" altLang="en-US" sz="3600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Bookman Old Style" panose="02050604050505020204" pitchFamily="18" charset="0"/>
                  <a:ea typeface="Bookman Old Style" panose="02050604050505020204" pitchFamily="18" charset="0"/>
                </a:endParaRPr>
              </a:p>
            </p:txBody>
          </p:sp>
          <p:grpSp>
            <p:nvGrpSpPr>
              <p:cNvPr id="7211" name="Group 239"/>
              <p:cNvGrpSpPr/>
              <p:nvPr/>
            </p:nvGrpSpPr>
            <p:grpSpPr>
              <a:xfrm>
                <a:off x="4721" y="2745"/>
                <a:ext cx="170" cy="66"/>
                <a:chOff x="1710" y="2910"/>
                <a:chExt cx="344" cy="96"/>
              </a:xfrm>
            </p:grpSpPr>
            <p:sp>
              <p:nvSpPr>
                <p:cNvPr id="7212" name="Line 240"/>
                <p:cNvSpPr/>
                <p:nvPr/>
              </p:nvSpPr>
              <p:spPr>
                <a:xfrm>
                  <a:off x="1713" y="2910"/>
                  <a:ext cx="34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13" name="Line 241"/>
                <p:cNvSpPr/>
                <p:nvPr/>
              </p:nvSpPr>
              <p:spPr>
                <a:xfrm>
                  <a:off x="1710" y="3006"/>
                  <a:ext cx="34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66" name="WordArt 242"/>
              <p:cNvSpPr>
                <a:spLocks noTextEdit="1"/>
              </p:cNvSpPr>
              <p:nvPr/>
            </p:nvSpPr>
            <p:spPr>
              <a:xfrm>
                <a:off x="4952" y="2659"/>
                <a:ext cx="162" cy="2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i="1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b</a:t>
                </a:r>
                <a:endParaRPr lang="zh-CN" altLang="en-US" sz="3600" i="1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7215" name="Rectangle 243"/>
              <p:cNvSpPr/>
              <p:nvPr/>
            </p:nvSpPr>
            <p:spPr>
              <a:xfrm>
                <a:off x="3998" y="2548"/>
                <a:ext cx="1286" cy="418"/>
              </a:xfrm>
              <a:prstGeom prst="rect">
                <a:avLst/>
              </a:prstGeom>
              <a:noFill/>
              <a:ln w="38100" cap="flat" cmpd="sng">
                <a:solidFill>
                  <a:srgbClr val="FFE4C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562" name="WordArt 249"/>
            <p:cNvSpPr>
              <a:spLocks noTextEdit="1"/>
            </p:cNvSpPr>
            <p:nvPr/>
          </p:nvSpPr>
          <p:spPr>
            <a:xfrm>
              <a:off x="2915" y="1641"/>
              <a:ext cx="1234" cy="2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5000"/>
            </a:bodyPr>
            <a:lstStyle/>
            <a:p>
              <a:pPr algn="ctr" fontAlgn="base"/>
              <a:r>
                <a:rPr lang="en-US" altLang="zh-CN" sz="3600" strike="noStrike" noProof="1">
                  <a:ln w="9525" cap="flat" cmpd="sng">
                    <a:solidFill>
                      <a:srgbClr val="008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4</a:t>
              </a:r>
              <a:r>
                <a:rPr lang="zh-CN" altLang="en-US" sz="3600" strike="noStrike" noProof="1">
                  <a:ln w="9525" cap="flat" cmpd="sng">
                    <a:solidFill>
                      <a:srgbClr val="008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、维恩位移定律</a:t>
              </a:r>
              <a:endParaRPr lang="zh-CN" altLang="en-US" sz="3600" strike="noStrike" noProof="1">
                <a:ln w="952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18467" name="Rectangle 3"/>
          <p:cNvSpPr/>
          <p:nvPr>
            <p:custDataLst>
              <p:tags r:id="rId1"/>
            </p:custDataLst>
          </p:nvPr>
        </p:nvSpPr>
        <p:spPr>
          <a:xfrm>
            <a:off x="4610100" y="163513"/>
            <a:ext cx="2855913" cy="5224462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DBFE2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8" name="Freeform 4"/>
          <p:cNvSpPr/>
          <p:nvPr>
            <p:custDataLst>
              <p:tags r:id="rId2"/>
            </p:custDataLst>
          </p:nvPr>
        </p:nvSpPr>
        <p:spPr>
          <a:xfrm>
            <a:off x="4973638" y="1328738"/>
            <a:ext cx="2530475" cy="2868612"/>
          </a:xfrm>
          <a:custGeom>
            <a:avLst/>
            <a:gdLst/>
            <a:ahLst/>
            <a:cxnLst>
              <a:cxn ang="0">
                <a:pos x="250825" y="438150"/>
              </a:cxn>
              <a:cxn ang="0">
                <a:pos x="877888" y="0"/>
              </a:cxn>
              <a:cxn ang="0">
                <a:pos x="1566863" y="12700"/>
              </a:cxn>
              <a:cxn ang="0">
                <a:pos x="2179638" y="450850"/>
              </a:cxn>
              <a:cxn ang="0">
                <a:pos x="2368550" y="1052513"/>
              </a:cxn>
              <a:cxn ang="0">
                <a:pos x="2530475" y="1277938"/>
              </a:cxn>
              <a:cxn ang="0">
                <a:pos x="2530475" y="1565275"/>
              </a:cxn>
              <a:cxn ang="0">
                <a:pos x="2154238" y="2479675"/>
              </a:cxn>
              <a:cxn ang="0">
                <a:pos x="1277938" y="2868613"/>
              </a:cxn>
              <a:cxn ang="0">
                <a:pos x="363538" y="2592388"/>
              </a:cxn>
              <a:cxn ang="0">
                <a:pos x="0" y="1441450"/>
              </a:cxn>
              <a:cxn ang="0">
                <a:pos x="163513" y="501650"/>
              </a:cxn>
              <a:cxn ang="0">
                <a:pos x="865188" y="38100"/>
              </a:cxn>
            </a:cxnLst>
            <a:rect l="0" t="0" r="0" b="0"/>
            <a:pathLst>
              <a:path w="1594" h="1807">
                <a:moveTo>
                  <a:pt x="158" y="276"/>
                </a:moveTo>
                <a:lnTo>
                  <a:pt x="553" y="0"/>
                </a:lnTo>
                <a:lnTo>
                  <a:pt x="987" y="8"/>
                </a:lnTo>
                <a:lnTo>
                  <a:pt x="1373" y="284"/>
                </a:lnTo>
                <a:lnTo>
                  <a:pt x="1492" y="663"/>
                </a:lnTo>
                <a:lnTo>
                  <a:pt x="1594" y="805"/>
                </a:lnTo>
                <a:lnTo>
                  <a:pt x="1594" y="986"/>
                </a:lnTo>
                <a:lnTo>
                  <a:pt x="1357" y="1562"/>
                </a:lnTo>
                <a:lnTo>
                  <a:pt x="805" y="1807"/>
                </a:lnTo>
                <a:lnTo>
                  <a:pt x="229" y="1633"/>
                </a:lnTo>
                <a:lnTo>
                  <a:pt x="0" y="908"/>
                </a:lnTo>
                <a:lnTo>
                  <a:pt x="103" y="316"/>
                </a:lnTo>
                <a:lnTo>
                  <a:pt x="545" y="24"/>
                </a:lnTo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0"/>
          <p:cNvGrpSpPr/>
          <p:nvPr/>
        </p:nvGrpSpPr>
        <p:grpSpPr>
          <a:xfrm>
            <a:off x="5199063" y="2243138"/>
            <a:ext cx="1893887" cy="238125"/>
            <a:chOff x="702" y="2004"/>
            <a:chExt cx="1193" cy="150"/>
          </a:xfrm>
        </p:grpSpPr>
        <p:sp>
          <p:nvSpPr>
            <p:cNvPr id="7220" name="Line 11"/>
            <p:cNvSpPr/>
            <p:nvPr>
              <p:custDataLst>
                <p:tags r:id="rId55"/>
              </p:custDataLst>
            </p:nvPr>
          </p:nvSpPr>
          <p:spPr>
            <a:xfrm flipH="1">
              <a:off x="702" y="2004"/>
              <a:ext cx="1193" cy="1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21" name="Line 12"/>
            <p:cNvSpPr/>
            <p:nvPr>
              <p:custDataLst>
                <p:tags r:id="rId56"/>
              </p:custDataLst>
            </p:nvPr>
          </p:nvSpPr>
          <p:spPr>
            <a:xfrm flipV="1">
              <a:off x="1412" y="2033"/>
              <a:ext cx="242" cy="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4" name="Group 13"/>
          <p:cNvGrpSpPr/>
          <p:nvPr/>
        </p:nvGrpSpPr>
        <p:grpSpPr>
          <a:xfrm>
            <a:off x="5199063" y="2481263"/>
            <a:ext cx="601662" cy="1490662"/>
            <a:chOff x="702" y="2154"/>
            <a:chExt cx="379" cy="939"/>
          </a:xfrm>
        </p:grpSpPr>
        <p:sp>
          <p:nvSpPr>
            <p:cNvPr id="7223" name="Line 14"/>
            <p:cNvSpPr/>
            <p:nvPr>
              <p:custDataLst>
                <p:tags r:id="rId53"/>
              </p:custDataLst>
            </p:nvPr>
          </p:nvSpPr>
          <p:spPr>
            <a:xfrm>
              <a:off x="702" y="2154"/>
              <a:ext cx="379" cy="9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24" name="Line 15"/>
            <p:cNvSpPr/>
            <p:nvPr>
              <p:custDataLst>
                <p:tags r:id="rId54"/>
              </p:custDataLst>
            </p:nvPr>
          </p:nvSpPr>
          <p:spPr>
            <a:xfrm flipH="1" flipV="1">
              <a:off x="738" y="2246"/>
              <a:ext cx="77" cy="1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5" name="Group 16"/>
          <p:cNvGrpSpPr/>
          <p:nvPr/>
        </p:nvGrpSpPr>
        <p:grpSpPr>
          <a:xfrm>
            <a:off x="5800725" y="3357563"/>
            <a:ext cx="1314450" cy="588962"/>
            <a:chOff x="1081" y="2706"/>
            <a:chExt cx="828" cy="371"/>
          </a:xfrm>
        </p:grpSpPr>
        <p:sp>
          <p:nvSpPr>
            <p:cNvPr id="7226" name="Line 17"/>
            <p:cNvSpPr/>
            <p:nvPr>
              <p:custDataLst>
                <p:tags r:id="rId51"/>
              </p:custDataLst>
            </p:nvPr>
          </p:nvSpPr>
          <p:spPr>
            <a:xfrm flipV="1">
              <a:off x="1081" y="2706"/>
              <a:ext cx="828" cy="37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27" name="Line 18"/>
            <p:cNvSpPr/>
            <p:nvPr>
              <p:custDataLst>
                <p:tags r:id="rId52"/>
              </p:custDataLst>
            </p:nvPr>
          </p:nvSpPr>
          <p:spPr>
            <a:xfrm flipH="1">
              <a:off x="1108" y="2959"/>
              <a:ext cx="231" cy="1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6" name="Group 19"/>
          <p:cNvGrpSpPr/>
          <p:nvPr/>
        </p:nvGrpSpPr>
        <p:grpSpPr>
          <a:xfrm>
            <a:off x="6618288" y="1574800"/>
            <a:ext cx="496887" cy="1782763"/>
            <a:chOff x="1596" y="1583"/>
            <a:chExt cx="313" cy="1123"/>
          </a:xfrm>
        </p:grpSpPr>
        <p:sp>
          <p:nvSpPr>
            <p:cNvPr id="7229" name="Line 20"/>
            <p:cNvSpPr/>
            <p:nvPr>
              <p:custDataLst>
                <p:tags r:id="rId49"/>
              </p:custDataLst>
            </p:nvPr>
          </p:nvSpPr>
          <p:spPr>
            <a:xfrm flipH="1" flipV="1">
              <a:off x="1596" y="1583"/>
              <a:ext cx="313" cy="112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0" name="Line 21"/>
            <p:cNvSpPr/>
            <p:nvPr>
              <p:custDataLst>
                <p:tags r:id="rId50"/>
              </p:custDataLst>
            </p:nvPr>
          </p:nvSpPr>
          <p:spPr>
            <a:xfrm>
              <a:off x="1642" y="1767"/>
              <a:ext cx="59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7" name="Group 22"/>
          <p:cNvGrpSpPr/>
          <p:nvPr/>
        </p:nvGrpSpPr>
        <p:grpSpPr>
          <a:xfrm>
            <a:off x="5789613" y="1587500"/>
            <a:ext cx="838200" cy="7938"/>
            <a:chOff x="1074" y="1591"/>
            <a:chExt cx="528" cy="5"/>
          </a:xfrm>
        </p:grpSpPr>
        <p:sp>
          <p:nvSpPr>
            <p:cNvPr id="7232" name="Line 23"/>
            <p:cNvSpPr/>
            <p:nvPr>
              <p:custDataLst>
                <p:tags r:id="rId47"/>
              </p:custDataLst>
            </p:nvPr>
          </p:nvSpPr>
          <p:spPr>
            <a:xfrm flipH="1">
              <a:off x="1074" y="1593"/>
              <a:ext cx="528" cy="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3" name="Line 24"/>
            <p:cNvSpPr/>
            <p:nvPr>
              <p:custDataLst>
                <p:tags r:id="rId48"/>
              </p:custDataLst>
            </p:nvPr>
          </p:nvSpPr>
          <p:spPr>
            <a:xfrm flipV="1">
              <a:off x="1167" y="1591"/>
              <a:ext cx="170" cy="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8" name="Group 25"/>
          <p:cNvGrpSpPr/>
          <p:nvPr/>
        </p:nvGrpSpPr>
        <p:grpSpPr>
          <a:xfrm>
            <a:off x="5299075" y="1584325"/>
            <a:ext cx="519113" cy="620713"/>
            <a:chOff x="765" y="1589"/>
            <a:chExt cx="327" cy="391"/>
          </a:xfrm>
        </p:grpSpPr>
        <p:sp>
          <p:nvSpPr>
            <p:cNvPr id="7235" name="Line 26"/>
            <p:cNvSpPr/>
            <p:nvPr>
              <p:custDataLst>
                <p:tags r:id="rId45"/>
              </p:custDataLst>
            </p:nvPr>
          </p:nvSpPr>
          <p:spPr>
            <a:xfrm flipH="1">
              <a:off x="765" y="1589"/>
              <a:ext cx="327" cy="39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6" name="Line 27"/>
            <p:cNvSpPr/>
            <p:nvPr>
              <p:custDataLst>
                <p:tags r:id="rId46"/>
              </p:custDataLst>
            </p:nvPr>
          </p:nvSpPr>
          <p:spPr>
            <a:xfrm flipV="1">
              <a:off x="903" y="1690"/>
              <a:ext cx="104" cy="11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9" name="Group 28"/>
          <p:cNvGrpSpPr/>
          <p:nvPr/>
        </p:nvGrpSpPr>
        <p:grpSpPr>
          <a:xfrm>
            <a:off x="5362575" y="1804988"/>
            <a:ext cx="1477963" cy="138112"/>
            <a:chOff x="805" y="1728"/>
            <a:chExt cx="931" cy="87"/>
          </a:xfrm>
        </p:grpSpPr>
        <p:sp>
          <p:nvSpPr>
            <p:cNvPr id="7238" name="Line 29"/>
            <p:cNvSpPr/>
            <p:nvPr>
              <p:custDataLst>
                <p:tags r:id="rId43"/>
              </p:custDataLst>
            </p:nvPr>
          </p:nvSpPr>
          <p:spPr>
            <a:xfrm flipV="1">
              <a:off x="805" y="1728"/>
              <a:ext cx="931" cy="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9" name="Line 30"/>
            <p:cNvSpPr/>
            <p:nvPr>
              <p:custDataLst>
                <p:tags r:id="rId44"/>
              </p:custDataLst>
            </p:nvPr>
          </p:nvSpPr>
          <p:spPr>
            <a:xfrm flipH="1">
              <a:off x="1078" y="1766"/>
              <a:ext cx="175" cy="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10" name="Group 31"/>
          <p:cNvGrpSpPr/>
          <p:nvPr/>
        </p:nvGrpSpPr>
        <p:grpSpPr>
          <a:xfrm>
            <a:off x="6838950" y="1817688"/>
            <a:ext cx="3175" cy="1928812"/>
            <a:chOff x="1735" y="1736"/>
            <a:chExt cx="2" cy="1215"/>
          </a:xfrm>
        </p:grpSpPr>
        <p:sp>
          <p:nvSpPr>
            <p:cNvPr id="7241" name="Line 32"/>
            <p:cNvSpPr/>
            <p:nvPr>
              <p:custDataLst>
                <p:tags r:id="rId41"/>
              </p:custDataLst>
            </p:nvPr>
          </p:nvSpPr>
          <p:spPr>
            <a:xfrm>
              <a:off x="1736" y="1736"/>
              <a:ext cx="0" cy="12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2" name="Line 33"/>
            <p:cNvSpPr/>
            <p:nvPr>
              <p:custDataLst>
                <p:tags r:id="rId42"/>
              </p:custDataLst>
            </p:nvPr>
          </p:nvSpPr>
          <p:spPr>
            <a:xfrm flipV="1">
              <a:off x="1735" y="2430"/>
              <a:ext cx="2" cy="2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11" name="Group 34"/>
          <p:cNvGrpSpPr/>
          <p:nvPr/>
        </p:nvGrpSpPr>
        <p:grpSpPr>
          <a:xfrm>
            <a:off x="5537200" y="3608388"/>
            <a:ext cx="1290638" cy="125412"/>
            <a:chOff x="915" y="2864"/>
            <a:chExt cx="813" cy="79"/>
          </a:xfrm>
        </p:grpSpPr>
        <p:sp>
          <p:nvSpPr>
            <p:cNvPr id="7244" name="Line 35"/>
            <p:cNvSpPr/>
            <p:nvPr>
              <p:custDataLst>
                <p:tags r:id="rId39"/>
              </p:custDataLst>
            </p:nvPr>
          </p:nvSpPr>
          <p:spPr>
            <a:xfrm flipH="1" flipV="1">
              <a:off x="915" y="2864"/>
              <a:ext cx="813" cy="7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5" name="Line 36"/>
            <p:cNvSpPr/>
            <p:nvPr>
              <p:custDataLst>
                <p:tags r:id="rId40"/>
              </p:custDataLst>
            </p:nvPr>
          </p:nvSpPr>
          <p:spPr>
            <a:xfrm>
              <a:off x="1139" y="2884"/>
              <a:ext cx="158" cy="1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12" name="Group 37"/>
          <p:cNvGrpSpPr/>
          <p:nvPr/>
        </p:nvGrpSpPr>
        <p:grpSpPr>
          <a:xfrm>
            <a:off x="5249863" y="2243138"/>
            <a:ext cx="1854200" cy="889000"/>
            <a:chOff x="734" y="2004"/>
            <a:chExt cx="1168" cy="560"/>
          </a:xfrm>
        </p:grpSpPr>
        <p:sp>
          <p:nvSpPr>
            <p:cNvPr id="7247" name="Line 38"/>
            <p:cNvSpPr/>
            <p:nvPr>
              <p:custDataLst>
                <p:tags r:id="rId37"/>
              </p:custDataLst>
            </p:nvPr>
          </p:nvSpPr>
          <p:spPr>
            <a:xfrm flipV="1">
              <a:off x="734" y="2004"/>
              <a:ext cx="1168" cy="56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8" name="Line 39"/>
            <p:cNvSpPr/>
            <p:nvPr>
              <p:custDataLst>
                <p:tags r:id="rId38"/>
              </p:custDataLst>
            </p:nvPr>
          </p:nvSpPr>
          <p:spPr>
            <a:xfrm flipH="1">
              <a:off x="1367" y="2134"/>
              <a:ext cx="268" cy="1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grpSp>
        <p:nvGrpSpPr>
          <p:cNvPr id="13" name="Group 40"/>
          <p:cNvGrpSpPr/>
          <p:nvPr/>
        </p:nvGrpSpPr>
        <p:grpSpPr>
          <a:xfrm>
            <a:off x="5314950" y="2200275"/>
            <a:ext cx="1438275" cy="1608138"/>
            <a:chOff x="775" y="1977"/>
            <a:chExt cx="906" cy="1013"/>
          </a:xfrm>
        </p:grpSpPr>
        <p:sp>
          <p:nvSpPr>
            <p:cNvPr id="7250" name="Line 41"/>
            <p:cNvSpPr/>
            <p:nvPr>
              <p:custDataLst>
                <p:tags r:id="rId35"/>
              </p:custDataLst>
            </p:nvPr>
          </p:nvSpPr>
          <p:spPr>
            <a:xfrm flipH="1" flipV="1">
              <a:off x="938" y="2172"/>
              <a:ext cx="115" cy="13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  <p:sp>
          <p:nvSpPr>
            <p:cNvPr id="7251" name="Line 42"/>
            <p:cNvSpPr/>
            <p:nvPr>
              <p:custDataLst>
                <p:tags r:id="rId36"/>
              </p:custDataLst>
            </p:nvPr>
          </p:nvSpPr>
          <p:spPr>
            <a:xfrm>
              <a:off x="775" y="1977"/>
              <a:ext cx="906" cy="101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4" name="Group 43"/>
          <p:cNvGrpSpPr/>
          <p:nvPr/>
        </p:nvGrpSpPr>
        <p:grpSpPr>
          <a:xfrm>
            <a:off x="5349875" y="1943100"/>
            <a:ext cx="1403350" cy="1865313"/>
            <a:chOff x="797" y="1815"/>
            <a:chExt cx="884" cy="1175"/>
          </a:xfrm>
        </p:grpSpPr>
        <p:sp>
          <p:nvSpPr>
            <p:cNvPr id="7253" name="Line 44"/>
            <p:cNvSpPr/>
            <p:nvPr>
              <p:custDataLst>
                <p:tags r:id="rId33"/>
              </p:custDataLst>
            </p:nvPr>
          </p:nvSpPr>
          <p:spPr>
            <a:xfrm>
              <a:off x="869" y="1913"/>
              <a:ext cx="98" cy="12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  <p:sp>
          <p:nvSpPr>
            <p:cNvPr id="7254" name="Line 45"/>
            <p:cNvSpPr/>
            <p:nvPr>
              <p:custDataLst>
                <p:tags r:id="rId34"/>
              </p:custDataLst>
            </p:nvPr>
          </p:nvSpPr>
          <p:spPr>
            <a:xfrm flipH="1" flipV="1">
              <a:off x="797" y="1815"/>
              <a:ext cx="884" cy="117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5" name="Group 46"/>
          <p:cNvGrpSpPr/>
          <p:nvPr/>
        </p:nvGrpSpPr>
        <p:grpSpPr>
          <a:xfrm>
            <a:off x="6289675" y="1454150"/>
            <a:ext cx="114300" cy="2493963"/>
            <a:chOff x="1389" y="1507"/>
            <a:chExt cx="72" cy="1571"/>
          </a:xfrm>
        </p:grpSpPr>
        <p:sp>
          <p:nvSpPr>
            <p:cNvPr id="7256" name="Line 47"/>
            <p:cNvSpPr/>
            <p:nvPr>
              <p:custDataLst>
                <p:tags r:id="rId31"/>
              </p:custDataLst>
            </p:nvPr>
          </p:nvSpPr>
          <p:spPr>
            <a:xfrm>
              <a:off x="1389" y="1507"/>
              <a:ext cx="72" cy="1571"/>
            </a:xfrm>
            <a:prstGeom prst="line">
              <a:avLst/>
            </a:prstGeom>
            <a:ln w="19050" cap="flat" cmpd="sng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57" name="Line 48"/>
            <p:cNvSpPr/>
            <p:nvPr>
              <p:custDataLst>
                <p:tags r:id="rId32"/>
              </p:custDataLst>
            </p:nvPr>
          </p:nvSpPr>
          <p:spPr>
            <a:xfrm>
              <a:off x="1397" y="1797"/>
              <a:ext cx="12" cy="181"/>
            </a:xfrm>
            <a:prstGeom prst="line">
              <a:avLst/>
            </a:prstGeom>
            <a:ln w="12700" cap="flat" cmpd="sng">
              <a:solidFill>
                <a:srgbClr val="B2B2B2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16" name="Group 49"/>
          <p:cNvGrpSpPr/>
          <p:nvPr/>
        </p:nvGrpSpPr>
        <p:grpSpPr>
          <a:xfrm>
            <a:off x="5875338" y="3479800"/>
            <a:ext cx="1054100" cy="136525"/>
            <a:chOff x="1128" y="2783"/>
            <a:chExt cx="664" cy="86"/>
          </a:xfrm>
        </p:grpSpPr>
        <p:sp>
          <p:nvSpPr>
            <p:cNvPr id="7259" name="Line 50"/>
            <p:cNvSpPr/>
            <p:nvPr>
              <p:custDataLst>
                <p:tags r:id="rId29"/>
              </p:custDataLst>
            </p:nvPr>
          </p:nvSpPr>
          <p:spPr>
            <a:xfrm flipH="1" flipV="1">
              <a:off x="1139" y="2788"/>
              <a:ext cx="653" cy="81"/>
            </a:xfrm>
            <a:prstGeom prst="line">
              <a:avLst/>
            </a:prstGeom>
            <a:ln w="19050" cap="flat" cmpd="sng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0" name="Line 51"/>
            <p:cNvSpPr/>
            <p:nvPr>
              <p:custDataLst>
                <p:tags r:id="rId30"/>
              </p:custDataLst>
            </p:nvPr>
          </p:nvSpPr>
          <p:spPr>
            <a:xfrm flipH="1" flipV="1">
              <a:off x="1128" y="2783"/>
              <a:ext cx="117" cy="17"/>
            </a:xfrm>
            <a:prstGeom prst="line">
              <a:avLst/>
            </a:prstGeom>
            <a:ln w="12700" cap="flat" cmpd="sng">
              <a:solidFill>
                <a:srgbClr val="B2B2B2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17" name="Group 52"/>
          <p:cNvGrpSpPr/>
          <p:nvPr/>
        </p:nvGrpSpPr>
        <p:grpSpPr>
          <a:xfrm>
            <a:off x="5557838" y="1454150"/>
            <a:ext cx="731837" cy="2143125"/>
            <a:chOff x="928" y="1507"/>
            <a:chExt cx="461" cy="1350"/>
          </a:xfrm>
        </p:grpSpPr>
        <p:sp>
          <p:nvSpPr>
            <p:cNvPr id="7262" name="Line 53"/>
            <p:cNvSpPr/>
            <p:nvPr>
              <p:custDataLst>
                <p:tags r:id="rId27"/>
              </p:custDataLst>
            </p:nvPr>
          </p:nvSpPr>
          <p:spPr>
            <a:xfrm flipV="1">
              <a:off x="974" y="2557"/>
              <a:ext cx="57" cy="158"/>
            </a:xfrm>
            <a:prstGeom prst="line">
              <a:avLst/>
            </a:prstGeom>
            <a:ln w="19050" cap="flat" cmpd="sng">
              <a:solidFill>
                <a:srgbClr val="B2B2B2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7263" name="Line 54"/>
            <p:cNvSpPr/>
            <p:nvPr>
              <p:custDataLst>
                <p:tags r:id="rId28"/>
              </p:custDataLst>
            </p:nvPr>
          </p:nvSpPr>
          <p:spPr>
            <a:xfrm flipV="1">
              <a:off x="928" y="1507"/>
              <a:ext cx="461" cy="1350"/>
            </a:xfrm>
            <a:prstGeom prst="line">
              <a:avLst/>
            </a:prstGeom>
            <a:ln w="19050" cap="flat" cmpd="sng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" name="Group 55"/>
          <p:cNvGrpSpPr/>
          <p:nvPr/>
        </p:nvGrpSpPr>
        <p:grpSpPr>
          <a:xfrm>
            <a:off x="5926138" y="1525588"/>
            <a:ext cx="476250" cy="2425700"/>
            <a:chOff x="1160" y="1552"/>
            <a:chExt cx="300" cy="1528"/>
          </a:xfrm>
        </p:grpSpPr>
        <p:sp>
          <p:nvSpPr>
            <p:cNvPr id="7265" name="Line 56"/>
            <p:cNvSpPr/>
            <p:nvPr>
              <p:custDataLst>
                <p:tags r:id="rId25"/>
              </p:custDataLst>
            </p:nvPr>
          </p:nvSpPr>
          <p:spPr>
            <a:xfrm flipH="1" flipV="1">
              <a:off x="1160" y="1552"/>
              <a:ext cx="300" cy="1528"/>
            </a:xfrm>
            <a:prstGeom prst="line">
              <a:avLst/>
            </a:prstGeom>
            <a:ln w="19050" cap="flat" cmpd="sng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6" name="Line 57"/>
            <p:cNvSpPr/>
            <p:nvPr>
              <p:custDataLst>
                <p:tags r:id="rId26"/>
              </p:custDataLst>
            </p:nvPr>
          </p:nvSpPr>
          <p:spPr>
            <a:xfrm flipH="1" flipV="1">
              <a:off x="1268" y="2110"/>
              <a:ext cx="30" cy="161"/>
            </a:xfrm>
            <a:prstGeom prst="line">
              <a:avLst/>
            </a:prstGeom>
            <a:ln w="12700" cap="flat" cmpd="sng">
              <a:solidFill>
                <a:srgbClr val="B2B2B2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19" name="Group 58"/>
          <p:cNvGrpSpPr/>
          <p:nvPr/>
        </p:nvGrpSpPr>
        <p:grpSpPr>
          <a:xfrm>
            <a:off x="5932488" y="1525588"/>
            <a:ext cx="993775" cy="2100262"/>
            <a:chOff x="1164" y="1552"/>
            <a:chExt cx="626" cy="1323"/>
          </a:xfrm>
        </p:grpSpPr>
        <p:sp>
          <p:nvSpPr>
            <p:cNvPr id="7268" name="Line 59"/>
            <p:cNvSpPr/>
            <p:nvPr>
              <p:custDataLst>
                <p:tags r:id="rId23"/>
              </p:custDataLst>
            </p:nvPr>
          </p:nvSpPr>
          <p:spPr>
            <a:xfrm>
              <a:off x="1580" y="2430"/>
              <a:ext cx="63" cy="133"/>
            </a:xfrm>
            <a:prstGeom prst="line">
              <a:avLst/>
            </a:prstGeom>
            <a:ln w="12700" cap="flat" cmpd="sng">
              <a:solidFill>
                <a:srgbClr val="B2B2B2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7269" name="Line 60"/>
            <p:cNvSpPr/>
            <p:nvPr>
              <p:custDataLst>
                <p:tags r:id="rId24"/>
              </p:custDataLst>
            </p:nvPr>
          </p:nvSpPr>
          <p:spPr>
            <a:xfrm>
              <a:off x="1164" y="1552"/>
              <a:ext cx="626" cy="1323"/>
            </a:xfrm>
            <a:prstGeom prst="line">
              <a:avLst/>
            </a:prstGeom>
            <a:ln w="19050" cap="flat" cmpd="sng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" name="Group 74"/>
          <p:cNvGrpSpPr/>
          <p:nvPr/>
        </p:nvGrpSpPr>
        <p:grpSpPr>
          <a:xfrm>
            <a:off x="4854575" y="4491038"/>
            <a:ext cx="2360613" cy="612775"/>
            <a:chOff x="485" y="3436"/>
            <a:chExt cx="1487" cy="386"/>
          </a:xfrm>
        </p:grpSpPr>
        <p:grpSp>
          <p:nvGrpSpPr>
            <p:cNvPr id="7271" name="Group 75"/>
            <p:cNvGrpSpPr/>
            <p:nvPr/>
          </p:nvGrpSpPr>
          <p:grpSpPr>
            <a:xfrm>
              <a:off x="492" y="3436"/>
              <a:ext cx="1480" cy="385"/>
              <a:chOff x="358" y="3389"/>
              <a:chExt cx="1637" cy="456"/>
            </a:xfrm>
          </p:grpSpPr>
          <p:sp>
            <p:nvSpPr>
              <p:cNvPr id="7272" name="WordArt 76"/>
              <p:cNvSpPr>
                <a:spLocks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511" y="3389"/>
                <a:ext cx="1300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对空腔加热</a:t>
                </a:r>
              </a:p>
            </p:txBody>
          </p:sp>
          <p:sp>
            <p:nvSpPr>
              <p:cNvPr id="7273" name="WordArt 77"/>
              <p:cNvSpPr>
                <a:spLocks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58" y="3642"/>
                <a:ext cx="1637" cy="20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至某热平衡温度</a:t>
                </a:r>
              </a:p>
            </p:txBody>
          </p:sp>
        </p:grpSp>
        <p:grpSp>
          <p:nvGrpSpPr>
            <p:cNvPr id="7274" name="Group 78"/>
            <p:cNvGrpSpPr/>
            <p:nvPr/>
          </p:nvGrpSpPr>
          <p:grpSpPr>
            <a:xfrm>
              <a:off x="485" y="3437"/>
              <a:ext cx="1480" cy="385"/>
              <a:chOff x="358" y="3389"/>
              <a:chExt cx="1637" cy="456"/>
            </a:xfrm>
          </p:grpSpPr>
          <p:sp>
            <p:nvSpPr>
              <p:cNvPr id="7275" name="WordArt 79"/>
              <p:cNvSpPr>
                <a:spLocks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511" y="3389"/>
                <a:ext cx="1300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对空腔加热</a:t>
                </a:r>
              </a:p>
            </p:txBody>
          </p:sp>
          <p:sp>
            <p:nvSpPr>
              <p:cNvPr id="7276" name="WordArt 80"/>
              <p:cNvSpPr>
                <a:spLocks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358" y="3642"/>
                <a:ext cx="1637" cy="20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至某热平衡温度</a:t>
                </a:r>
              </a:p>
            </p:txBody>
          </p:sp>
        </p:grpSp>
      </p:grpSp>
      <p:grpSp>
        <p:nvGrpSpPr>
          <p:cNvPr id="318529" name="组合 318528"/>
          <p:cNvGrpSpPr/>
          <p:nvPr/>
        </p:nvGrpSpPr>
        <p:grpSpPr>
          <a:xfrm>
            <a:off x="5075238" y="620713"/>
            <a:ext cx="2962275" cy="1708150"/>
            <a:chOff x="990600" y="1558925"/>
            <a:chExt cx="2962275" cy="1708150"/>
          </a:xfrm>
        </p:grpSpPr>
        <p:grpSp>
          <p:nvGrpSpPr>
            <p:cNvPr id="7278" name="Group 61"/>
            <p:cNvGrpSpPr/>
            <p:nvPr/>
          </p:nvGrpSpPr>
          <p:grpSpPr>
            <a:xfrm>
              <a:off x="3508375" y="2000250"/>
              <a:ext cx="444500" cy="1266825"/>
              <a:chOff x="2210" y="1260"/>
              <a:chExt cx="280" cy="798"/>
            </a:xfrm>
          </p:grpSpPr>
          <p:sp>
            <p:nvSpPr>
              <p:cNvPr id="7279" name="WordArt 62"/>
              <p:cNvSpPr>
                <a:spLocks noTextEdit="1"/>
              </p:cNvSpPr>
              <p:nvPr>
                <p:custDataLst>
                  <p:tags r:id="rId15"/>
                </p:custDataLst>
              </p:nvPr>
            </p:nvSpPr>
            <p:spPr>
              <a:xfrm rot="5400000">
                <a:off x="2239" y="1208"/>
                <a:ext cx="156" cy="237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开</a:t>
                </a:r>
              </a:p>
            </p:txBody>
          </p:sp>
          <p:sp>
            <p:nvSpPr>
              <p:cNvPr id="7280" name="WordArt 63"/>
              <p:cNvSpPr>
                <a:spLocks noTextEdit="1"/>
              </p:cNvSpPr>
              <p:nvPr>
                <p:custDataLst>
                  <p:tags r:id="rId16"/>
                </p:custDataLst>
              </p:nvPr>
            </p:nvSpPr>
            <p:spPr>
              <a:xfrm rot="5400000">
                <a:off x="2297" y="1380"/>
                <a:ext cx="63" cy="228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一</a:t>
                </a:r>
              </a:p>
            </p:txBody>
          </p:sp>
          <p:sp>
            <p:nvSpPr>
              <p:cNvPr id="7281" name="WordArt 64"/>
              <p:cNvSpPr>
                <a:spLocks noTextEdit="1"/>
              </p:cNvSpPr>
              <p:nvPr>
                <p:custDataLst>
                  <p:tags r:id="rId17"/>
                </p:custDataLst>
              </p:nvPr>
            </p:nvSpPr>
            <p:spPr>
              <a:xfrm rot="5400000">
                <a:off x="2260" y="1585"/>
                <a:ext cx="164" cy="260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小</a:t>
                </a:r>
              </a:p>
            </p:txBody>
          </p:sp>
          <p:sp>
            <p:nvSpPr>
              <p:cNvPr id="7282" name="WordArt 65"/>
              <p:cNvSpPr>
                <a:spLocks noTextEdit="1"/>
              </p:cNvSpPr>
              <p:nvPr>
                <p:custDataLst>
                  <p:tags r:id="rId18"/>
                </p:custDataLst>
              </p:nvPr>
            </p:nvSpPr>
            <p:spPr>
              <a:xfrm rot="5400000">
                <a:off x="2281" y="1849"/>
                <a:ext cx="158" cy="260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孔</a:t>
                </a:r>
              </a:p>
            </p:txBody>
          </p:sp>
        </p:grpSp>
        <p:grpSp>
          <p:nvGrpSpPr>
            <p:cNvPr id="7283" name="Group 87"/>
            <p:cNvGrpSpPr/>
            <p:nvPr/>
          </p:nvGrpSpPr>
          <p:grpSpPr>
            <a:xfrm>
              <a:off x="990600" y="1558925"/>
              <a:ext cx="2900363" cy="301625"/>
              <a:chOff x="624" y="982"/>
              <a:chExt cx="1827" cy="190"/>
            </a:xfrm>
          </p:grpSpPr>
          <p:sp>
            <p:nvSpPr>
              <p:cNvPr id="7284" name="WordArt 88"/>
              <p:cNvSpPr>
                <a:spLocks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24" y="982"/>
                <a:ext cx="1818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不透明材料空腔</a:t>
                </a:r>
              </a:p>
            </p:txBody>
          </p:sp>
          <p:sp>
            <p:nvSpPr>
              <p:cNvPr id="7285" name="WordArt 89"/>
              <p:cNvSpPr>
                <a:spLocks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633" y="983"/>
                <a:ext cx="1818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不透明材料空腔</a:t>
                </a:r>
              </a:p>
            </p:txBody>
          </p:sp>
        </p:grpSp>
      </p:grpSp>
      <p:grpSp>
        <p:nvGrpSpPr>
          <p:cNvPr id="28" name="Group 90"/>
          <p:cNvGrpSpPr/>
          <p:nvPr/>
        </p:nvGrpSpPr>
        <p:grpSpPr>
          <a:xfrm>
            <a:off x="5035550" y="1341438"/>
            <a:ext cx="3632200" cy="2768600"/>
            <a:chOff x="599" y="1436"/>
            <a:chExt cx="2288" cy="1744"/>
          </a:xfrm>
        </p:grpSpPr>
        <p:sp>
          <p:nvSpPr>
            <p:cNvPr id="7287" name="Freeform 91"/>
            <p:cNvSpPr/>
            <p:nvPr>
              <p:custDataLst>
                <p:tags r:id="rId11"/>
              </p:custDataLst>
            </p:nvPr>
          </p:nvSpPr>
          <p:spPr>
            <a:xfrm>
              <a:off x="599" y="1436"/>
              <a:ext cx="1452" cy="1744"/>
            </a:xfrm>
            <a:custGeom>
              <a:avLst/>
              <a:gdLst/>
              <a:ahLst/>
              <a:cxnLst>
                <a:cxn ang="0">
                  <a:pos x="367" y="144"/>
                </a:cxn>
                <a:cxn ang="0">
                  <a:pos x="187" y="287"/>
                </a:cxn>
                <a:cxn ang="0">
                  <a:pos x="94" y="609"/>
                </a:cxn>
                <a:cxn ang="0">
                  <a:pos x="0" y="787"/>
                </a:cxn>
                <a:cxn ang="0">
                  <a:pos x="34" y="1083"/>
                </a:cxn>
                <a:cxn ang="0">
                  <a:pos x="128" y="1287"/>
                </a:cxn>
                <a:cxn ang="0">
                  <a:pos x="325" y="1507"/>
                </a:cxn>
                <a:cxn ang="0">
                  <a:pos x="367" y="1651"/>
                </a:cxn>
                <a:cxn ang="0">
                  <a:pos x="521" y="1744"/>
                </a:cxn>
                <a:cxn ang="0">
                  <a:pos x="803" y="1718"/>
                </a:cxn>
                <a:cxn ang="0">
                  <a:pos x="1068" y="1642"/>
                </a:cxn>
                <a:cxn ang="0">
                  <a:pos x="1333" y="1371"/>
                </a:cxn>
                <a:cxn ang="0">
                  <a:pos x="1452" y="914"/>
                </a:cxn>
                <a:cxn ang="0">
                  <a:pos x="1384" y="601"/>
                </a:cxn>
                <a:cxn ang="0">
                  <a:pos x="1316" y="398"/>
                </a:cxn>
                <a:cxn ang="0">
                  <a:pos x="1102" y="187"/>
                </a:cxn>
                <a:cxn ang="0">
                  <a:pos x="966" y="59"/>
                </a:cxn>
                <a:cxn ang="0">
                  <a:pos x="777" y="0"/>
                </a:cxn>
                <a:cxn ang="0">
                  <a:pos x="580" y="9"/>
                </a:cxn>
                <a:cxn ang="0">
                  <a:pos x="444" y="110"/>
                </a:cxn>
                <a:cxn ang="0">
                  <a:pos x="265" y="228"/>
                </a:cxn>
                <a:cxn ang="0">
                  <a:pos x="171" y="296"/>
                </a:cxn>
                <a:cxn ang="0">
                  <a:pos x="145" y="424"/>
                </a:cxn>
              </a:cxnLst>
              <a:rect l="0" t="0" r="0" b="0"/>
              <a:pathLst>
                <a:path w="1341" h="1626">
                  <a:moveTo>
                    <a:pt x="339" y="134"/>
                  </a:moveTo>
                  <a:lnTo>
                    <a:pt x="173" y="268"/>
                  </a:lnTo>
                  <a:lnTo>
                    <a:pt x="87" y="568"/>
                  </a:lnTo>
                  <a:lnTo>
                    <a:pt x="0" y="734"/>
                  </a:lnTo>
                  <a:lnTo>
                    <a:pt x="31" y="1010"/>
                  </a:lnTo>
                  <a:lnTo>
                    <a:pt x="118" y="1200"/>
                  </a:lnTo>
                  <a:lnTo>
                    <a:pt x="300" y="1405"/>
                  </a:lnTo>
                  <a:lnTo>
                    <a:pt x="339" y="1539"/>
                  </a:lnTo>
                  <a:lnTo>
                    <a:pt x="481" y="1626"/>
                  </a:lnTo>
                  <a:lnTo>
                    <a:pt x="742" y="1602"/>
                  </a:lnTo>
                  <a:lnTo>
                    <a:pt x="986" y="1531"/>
                  </a:lnTo>
                  <a:lnTo>
                    <a:pt x="1231" y="1278"/>
                  </a:lnTo>
                  <a:lnTo>
                    <a:pt x="1341" y="852"/>
                  </a:lnTo>
                  <a:lnTo>
                    <a:pt x="1278" y="560"/>
                  </a:lnTo>
                  <a:lnTo>
                    <a:pt x="1215" y="371"/>
                  </a:lnTo>
                  <a:lnTo>
                    <a:pt x="1018" y="174"/>
                  </a:lnTo>
                  <a:lnTo>
                    <a:pt x="892" y="55"/>
                  </a:lnTo>
                  <a:lnTo>
                    <a:pt x="718" y="0"/>
                  </a:lnTo>
                  <a:lnTo>
                    <a:pt x="536" y="8"/>
                  </a:lnTo>
                  <a:lnTo>
                    <a:pt x="410" y="103"/>
                  </a:lnTo>
                  <a:lnTo>
                    <a:pt x="245" y="213"/>
                  </a:lnTo>
                  <a:lnTo>
                    <a:pt x="158" y="276"/>
                  </a:lnTo>
                  <a:lnTo>
                    <a:pt x="134" y="395"/>
                  </a:lnTo>
                </a:path>
              </a:pathLst>
            </a:custGeom>
            <a:solidFill>
              <a:srgbClr val="FF0000">
                <a:alpha val="50194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8" name="Freeform 92"/>
            <p:cNvSpPr/>
            <p:nvPr>
              <p:custDataLst>
                <p:tags r:id="rId12"/>
              </p:custDataLst>
            </p:nvPr>
          </p:nvSpPr>
          <p:spPr>
            <a:xfrm>
              <a:off x="1862" y="2028"/>
              <a:ext cx="1025" cy="458"/>
            </a:xfrm>
            <a:custGeom>
              <a:avLst/>
              <a:gdLst/>
              <a:ahLst/>
              <a:cxnLst>
                <a:cxn ang="0">
                  <a:pos x="0" y="268"/>
                </a:cxn>
                <a:cxn ang="0">
                  <a:pos x="1025" y="0"/>
                </a:cxn>
                <a:cxn ang="0">
                  <a:pos x="1025" y="458"/>
                </a:cxn>
                <a:cxn ang="0">
                  <a:pos x="15" y="316"/>
                </a:cxn>
                <a:cxn ang="0">
                  <a:pos x="0" y="268"/>
                </a:cxn>
              </a:cxnLst>
              <a:rect l="0" t="0" r="0" b="0"/>
              <a:pathLst>
                <a:path w="1025" h="458">
                  <a:moveTo>
                    <a:pt x="0" y="268"/>
                  </a:moveTo>
                  <a:lnTo>
                    <a:pt x="1025" y="0"/>
                  </a:lnTo>
                  <a:lnTo>
                    <a:pt x="1025" y="458"/>
                  </a:lnTo>
                  <a:lnTo>
                    <a:pt x="15" y="316"/>
                  </a:lnTo>
                  <a:lnTo>
                    <a:pt x="0" y="268"/>
                  </a:lnTo>
                  <a:close/>
                </a:path>
              </a:pathLst>
            </a:custGeom>
            <a:gradFill rotWithShape="0">
              <a:gsLst>
                <a:gs pos="0">
                  <a:srgbClr val="FF7373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8557" name="Freeform 93" descr="宽上对角线"/>
          <p:cNvSpPr/>
          <p:nvPr>
            <p:custDataLst>
              <p:tags r:id="rId3"/>
            </p:custDataLst>
          </p:nvPr>
        </p:nvSpPr>
        <p:spPr>
          <a:xfrm rot="-154762">
            <a:off x="4819650" y="1066800"/>
            <a:ext cx="2705100" cy="3257550"/>
          </a:xfrm>
          <a:custGeom>
            <a:avLst/>
            <a:gdLst/>
            <a:ahLst/>
            <a:cxnLst>
              <a:cxn ang="0">
                <a:pos x="2409815" y="1591056"/>
              </a:cxn>
              <a:cxn ang="0">
                <a:pos x="2398292" y="1438808"/>
              </a:cxn>
              <a:cxn ang="0">
                <a:pos x="2319069" y="1211123"/>
              </a:cxn>
              <a:cxn ang="0">
                <a:pos x="2261452" y="984809"/>
              </a:cxn>
              <a:cxn ang="0">
                <a:pos x="2079960" y="768096"/>
              </a:cxn>
              <a:cxn ang="0">
                <a:pos x="1943120" y="626821"/>
              </a:cxn>
              <a:cxn ang="0">
                <a:pos x="1796198" y="486918"/>
              </a:cxn>
              <a:cxn ang="0">
                <a:pos x="1636312" y="432054"/>
              </a:cxn>
              <a:cxn ang="0">
                <a:pos x="1397203" y="378562"/>
              </a:cxn>
              <a:cxn ang="0">
                <a:pos x="1159534" y="421081"/>
              </a:cxn>
              <a:cxn ang="0">
                <a:pos x="897379" y="573329"/>
              </a:cxn>
              <a:cxn ang="0">
                <a:pos x="671234" y="681685"/>
              </a:cxn>
              <a:cxn ang="0">
                <a:pos x="557441" y="832561"/>
              </a:cxn>
              <a:cxn ang="0">
                <a:pos x="522871" y="1006754"/>
              </a:cxn>
              <a:cxn ang="0">
                <a:pos x="420601" y="1276960"/>
              </a:cxn>
              <a:cxn ang="0">
                <a:pos x="306808" y="1504645"/>
              </a:cxn>
              <a:cxn ang="0">
                <a:pos x="341378" y="1925726"/>
              </a:cxn>
              <a:cxn ang="0">
                <a:pos x="476777" y="2239823"/>
              </a:cxn>
              <a:cxn ang="0">
                <a:pos x="727410" y="2596439"/>
              </a:cxn>
              <a:cxn ang="0">
                <a:pos x="783586" y="2791206"/>
              </a:cxn>
              <a:cxn ang="0">
                <a:pos x="1045742" y="2954426"/>
              </a:cxn>
              <a:cxn ang="0">
                <a:pos x="1431773" y="2932481"/>
              </a:cxn>
              <a:cxn ang="0">
                <a:pos x="1784675" y="2888590"/>
              </a:cxn>
              <a:cxn ang="0">
                <a:pos x="2022343" y="2651303"/>
              </a:cxn>
              <a:cxn ang="0">
                <a:pos x="2205276" y="2467508"/>
              </a:cxn>
              <a:cxn ang="0">
                <a:pos x="2340675" y="2142439"/>
              </a:cxn>
              <a:cxn ang="0">
                <a:pos x="2386768" y="1872234"/>
              </a:cxn>
              <a:cxn ang="0">
                <a:pos x="2386768" y="1785823"/>
              </a:cxn>
              <a:cxn ang="0">
                <a:pos x="2693577" y="1806397"/>
              </a:cxn>
              <a:cxn ang="0">
                <a:pos x="2659007" y="1914754"/>
              </a:cxn>
              <a:cxn ang="0">
                <a:pos x="2659007" y="2045056"/>
              </a:cxn>
              <a:cxn ang="0">
                <a:pos x="2591307" y="2283714"/>
              </a:cxn>
              <a:cxn ang="0">
                <a:pos x="2556737" y="2478481"/>
              </a:cxn>
              <a:cxn ang="0">
                <a:pos x="2363722" y="2748686"/>
              </a:cxn>
              <a:cxn ang="0">
                <a:pos x="2249929" y="2910535"/>
              </a:cxn>
              <a:cxn ang="0">
                <a:pos x="2136136" y="3029864"/>
              </a:cxn>
              <a:cxn ang="0">
                <a:pos x="1943120" y="3116275"/>
              </a:cxn>
              <a:cxn ang="0">
                <a:pos x="1715535" y="3224632"/>
              </a:cxn>
              <a:cxn ang="0">
                <a:pos x="1420250" y="3257550"/>
              </a:cxn>
              <a:cxn ang="0">
                <a:pos x="1057265" y="3257550"/>
              </a:cxn>
              <a:cxn ang="0">
                <a:pos x="715886" y="3127248"/>
              </a:cxn>
              <a:cxn ang="0">
                <a:pos x="455171" y="2846070"/>
              </a:cxn>
              <a:cxn ang="0">
                <a:pos x="193016" y="2553919"/>
              </a:cxn>
              <a:cxn ang="0">
                <a:pos x="102269" y="2250796"/>
              </a:cxn>
              <a:cxn ang="0">
                <a:pos x="0" y="1894180"/>
              </a:cxn>
              <a:cxn ang="0">
                <a:pos x="0" y="1622603"/>
              </a:cxn>
              <a:cxn ang="0">
                <a:pos x="67700" y="1113739"/>
              </a:cxn>
              <a:cxn ang="0">
                <a:pos x="260715" y="768096"/>
              </a:cxn>
              <a:cxn ang="0">
                <a:pos x="488301" y="367589"/>
              </a:cxn>
              <a:cxn ang="0">
                <a:pos x="852726" y="150876"/>
              </a:cxn>
              <a:cxn ang="0">
                <a:pos x="1306457" y="0"/>
              </a:cxn>
              <a:cxn ang="0">
                <a:pos x="1750105" y="64465"/>
              </a:cxn>
              <a:cxn ang="0">
                <a:pos x="2068436" y="248260"/>
              </a:cxn>
              <a:cxn ang="0">
                <a:pos x="2261452" y="389534"/>
              </a:cxn>
              <a:cxn ang="0">
                <a:pos x="2442944" y="659740"/>
              </a:cxn>
              <a:cxn ang="0">
                <a:pos x="2591307" y="909371"/>
              </a:cxn>
              <a:cxn ang="0">
                <a:pos x="2682053" y="1071220"/>
              </a:cxn>
              <a:cxn ang="0">
                <a:pos x="2705100" y="1396289"/>
              </a:cxn>
              <a:cxn ang="0">
                <a:pos x="2705100" y="1591056"/>
              </a:cxn>
              <a:cxn ang="0">
                <a:pos x="2556737" y="1602029"/>
              </a:cxn>
              <a:cxn ang="0">
                <a:pos x="2409815" y="1591056"/>
              </a:cxn>
            </a:cxnLst>
            <a:rect l="0" t="0" r="0" b="0"/>
            <a:pathLst>
              <a:path w="1878" h="2375">
                <a:moveTo>
                  <a:pt x="1673" y="1160"/>
                </a:moveTo>
                <a:lnTo>
                  <a:pt x="1665" y="1049"/>
                </a:lnTo>
                <a:lnTo>
                  <a:pt x="1610" y="883"/>
                </a:lnTo>
                <a:lnTo>
                  <a:pt x="1570" y="718"/>
                </a:lnTo>
                <a:lnTo>
                  <a:pt x="1444" y="560"/>
                </a:lnTo>
                <a:lnTo>
                  <a:pt x="1349" y="457"/>
                </a:lnTo>
                <a:lnTo>
                  <a:pt x="1247" y="355"/>
                </a:lnTo>
                <a:lnTo>
                  <a:pt x="1136" y="315"/>
                </a:lnTo>
                <a:lnTo>
                  <a:pt x="970" y="276"/>
                </a:lnTo>
                <a:lnTo>
                  <a:pt x="805" y="307"/>
                </a:lnTo>
                <a:lnTo>
                  <a:pt x="623" y="418"/>
                </a:lnTo>
                <a:lnTo>
                  <a:pt x="466" y="497"/>
                </a:lnTo>
                <a:lnTo>
                  <a:pt x="387" y="607"/>
                </a:lnTo>
                <a:lnTo>
                  <a:pt x="363" y="734"/>
                </a:lnTo>
                <a:lnTo>
                  <a:pt x="292" y="931"/>
                </a:lnTo>
                <a:lnTo>
                  <a:pt x="213" y="1097"/>
                </a:lnTo>
                <a:lnTo>
                  <a:pt x="237" y="1404"/>
                </a:lnTo>
                <a:lnTo>
                  <a:pt x="331" y="1633"/>
                </a:lnTo>
                <a:lnTo>
                  <a:pt x="505" y="1893"/>
                </a:lnTo>
                <a:lnTo>
                  <a:pt x="544" y="2035"/>
                </a:lnTo>
                <a:lnTo>
                  <a:pt x="726" y="2154"/>
                </a:lnTo>
                <a:lnTo>
                  <a:pt x="994" y="2138"/>
                </a:lnTo>
                <a:lnTo>
                  <a:pt x="1239" y="2106"/>
                </a:lnTo>
                <a:lnTo>
                  <a:pt x="1404" y="1933"/>
                </a:lnTo>
                <a:lnTo>
                  <a:pt x="1531" y="1799"/>
                </a:lnTo>
                <a:lnTo>
                  <a:pt x="1625" y="1562"/>
                </a:lnTo>
                <a:lnTo>
                  <a:pt x="1657" y="1365"/>
                </a:lnTo>
                <a:lnTo>
                  <a:pt x="1657" y="1302"/>
                </a:lnTo>
                <a:lnTo>
                  <a:pt x="1870" y="1317"/>
                </a:lnTo>
                <a:lnTo>
                  <a:pt x="1846" y="1396"/>
                </a:lnTo>
                <a:lnTo>
                  <a:pt x="1846" y="1491"/>
                </a:lnTo>
                <a:lnTo>
                  <a:pt x="1799" y="1665"/>
                </a:lnTo>
                <a:lnTo>
                  <a:pt x="1775" y="1807"/>
                </a:lnTo>
                <a:lnTo>
                  <a:pt x="1641" y="2004"/>
                </a:lnTo>
                <a:lnTo>
                  <a:pt x="1562" y="2122"/>
                </a:lnTo>
                <a:lnTo>
                  <a:pt x="1483" y="2209"/>
                </a:lnTo>
                <a:lnTo>
                  <a:pt x="1349" y="2272"/>
                </a:lnTo>
                <a:lnTo>
                  <a:pt x="1191" y="2351"/>
                </a:lnTo>
                <a:lnTo>
                  <a:pt x="986" y="2375"/>
                </a:lnTo>
                <a:lnTo>
                  <a:pt x="734" y="2375"/>
                </a:lnTo>
                <a:lnTo>
                  <a:pt x="497" y="2280"/>
                </a:lnTo>
                <a:lnTo>
                  <a:pt x="316" y="2075"/>
                </a:lnTo>
                <a:lnTo>
                  <a:pt x="134" y="1862"/>
                </a:lnTo>
                <a:lnTo>
                  <a:pt x="71" y="1641"/>
                </a:lnTo>
                <a:lnTo>
                  <a:pt x="0" y="1381"/>
                </a:lnTo>
                <a:lnTo>
                  <a:pt x="0" y="1183"/>
                </a:lnTo>
                <a:lnTo>
                  <a:pt x="47" y="812"/>
                </a:lnTo>
                <a:lnTo>
                  <a:pt x="181" y="560"/>
                </a:lnTo>
                <a:lnTo>
                  <a:pt x="339" y="268"/>
                </a:lnTo>
                <a:lnTo>
                  <a:pt x="592" y="110"/>
                </a:lnTo>
                <a:lnTo>
                  <a:pt x="907" y="0"/>
                </a:lnTo>
                <a:lnTo>
                  <a:pt x="1215" y="47"/>
                </a:lnTo>
                <a:lnTo>
                  <a:pt x="1436" y="181"/>
                </a:lnTo>
                <a:lnTo>
                  <a:pt x="1570" y="284"/>
                </a:lnTo>
                <a:lnTo>
                  <a:pt x="1696" y="481"/>
                </a:lnTo>
                <a:lnTo>
                  <a:pt x="1799" y="663"/>
                </a:lnTo>
                <a:lnTo>
                  <a:pt x="1862" y="781"/>
                </a:lnTo>
                <a:lnTo>
                  <a:pt x="1878" y="1018"/>
                </a:lnTo>
                <a:lnTo>
                  <a:pt x="1878" y="1160"/>
                </a:lnTo>
                <a:lnTo>
                  <a:pt x="1775" y="1168"/>
                </a:lnTo>
                <a:lnTo>
                  <a:pt x="1673" y="1160"/>
                </a:lnTo>
                <a:close/>
              </a:path>
            </a:pathLst>
          </a:custGeom>
          <a:pattFill prst="wdUpDiag">
            <a:fgClr>
              <a:schemeClr val="tx1"/>
            </a:fgClr>
            <a:bgClr>
              <a:srgbClr val="DDDDDD"/>
            </a:bgClr>
          </a:pattFill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9" name="Group 94"/>
          <p:cNvGrpSpPr/>
          <p:nvPr/>
        </p:nvGrpSpPr>
        <p:grpSpPr>
          <a:xfrm>
            <a:off x="5262563" y="2355850"/>
            <a:ext cx="3870325" cy="788988"/>
            <a:chOff x="742" y="2075"/>
            <a:chExt cx="2438" cy="497"/>
          </a:xfrm>
        </p:grpSpPr>
        <p:sp>
          <p:nvSpPr>
            <p:cNvPr id="7291" name="Line 95"/>
            <p:cNvSpPr/>
            <p:nvPr>
              <p:custDataLst>
                <p:tags r:id="rId9"/>
              </p:custDataLst>
            </p:nvPr>
          </p:nvSpPr>
          <p:spPr>
            <a:xfrm flipV="1">
              <a:off x="742" y="2075"/>
              <a:ext cx="2438" cy="497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92" name="Line 96"/>
            <p:cNvSpPr/>
            <p:nvPr>
              <p:custDataLst>
                <p:tags r:id="rId10"/>
              </p:custDataLst>
            </p:nvPr>
          </p:nvSpPr>
          <p:spPr>
            <a:xfrm flipV="1">
              <a:off x="2336" y="2194"/>
              <a:ext cx="268" cy="55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</p:grpSp>
      <p:sp>
        <p:nvSpPr>
          <p:cNvPr id="318561" name="Freeform 97" descr="宽上对角线"/>
          <p:cNvSpPr/>
          <p:nvPr>
            <p:custDataLst>
              <p:tags r:id="rId4"/>
            </p:custDataLst>
          </p:nvPr>
        </p:nvSpPr>
        <p:spPr>
          <a:xfrm rot="-154762">
            <a:off x="4808538" y="1054100"/>
            <a:ext cx="2705100" cy="3257550"/>
          </a:xfrm>
          <a:custGeom>
            <a:avLst/>
            <a:gdLst/>
            <a:ahLst/>
            <a:cxnLst>
              <a:cxn ang="0">
                <a:pos x="2409815" y="1591056"/>
              </a:cxn>
              <a:cxn ang="0">
                <a:pos x="2398292" y="1438808"/>
              </a:cxn>
              <a:cxn ang="0">
                <a:pos x="2319069" y="1211123"/>
              </a:cxn>
              <a:cxn ang="0">
                <a:pos x="2261452" y="984809"/>
              </a:cxn>
              <a:cxn ang="0">
                <a:pos x="2079960" y="768096"/>
              </a:cxn>
              <a:cxn ang="0">
                <a:pos x="1943120" y="626821"/>
              </a:cxn>
              <a:cxn ang="0">
                <a:pos x="1796198" y="486918"/>
              </a:cxn>
              <a:cxn ang="0">
                <a:pos x="1636312" y="432054"/>
              </a:cxn>
              <a:cxn ang="0">
                <a:pos x="1397203" y="378562"/>
              </a:cxn>
              <a:cxn ang="0">
                <a:pos x="1159534" y="421081"/>
              </a:cxn>
              <a:cxn ang="0">
                <a:pos x="897379" y="573329"/>
              </a:cxn>
              <a:cxn ang="0">
                <a:pos x="671234" y="681685"/>
              </a:cxn>
              <a:cxn ang="0">
                <a:pos x="557441" y="832561"/>
              </a:cxn>
              <a:cxn ang="0">
                <a:pos x="522871" y="1006754"/>
              </a:cxn>
              <a:cxn ang="0">
                <a:pos x="420601" y="1276960"/>
              </a:cxn>
              <a:cxn ang="0">
                <a:pos x="306808" y="1504645"/>
              </a:cxn>
              <a:cxn ang="0">
                <a:pos x="341378" y="1925726"/>
              </a:cxn>
              <a:cxn ang="0">
                <a:pos x="476777" y="2239823"/>
              </a:cxn>
              <a:cxn ang="0">
                <a:pos x="727410" y="2596439"/>
              </a:cxn>
              <a:cxn ang="0">
                <a:pos x="783586" y="2791206"/>
              </a:cxn>
              <a:cxn ang="0">
                <a:pos x="1045742" y="2954426"/>
              </a:cxn>
              <a:cxn ang="0">
                <a:pos x="1431773" y="2932481"/>
              </a:cxn>
              <a:cxn ang="0">
                <a:pos x="1784675" y="2888590"/>
              </a:cxn>
              <a:cxn ang="0">
                <a:pos x="2022343" y="2651303"/>
              </a:cxn>
              <a:cxn ang="0">
                <a:pos x="2205276" y="2467508"/>
              </a:cxn>
              <a:cxn ang="0">
                <a:pos x="2340675" y="2142439"/>
              </a:cxn>
              <a:cxn ang="0">
                <a:pos x="2386768" y="1872234"/>
              </a:cxn>
              <a:cxn ang="0">
                <a:pos x="2386768" y="1785823"/>
              </a:cxn>
              <a:cxn ang="0">
                <a:pos x="2693577" y="1806397"/>
              </a:cxn>
              <a:cxn ang="0">
                <a:pos x="2659007" y="1914754"/>
              </a:cxn>
              <a:cxn ang="0">
                <a:pos x="2659007" y="2045056"/>
              </a:cxn>
              <a:cxn ang="0">
                <a:pos x="2591307" y="2283714"/>
              </a:cxn>
              <a:cxn ang="0">
                <a:pos x="2556737" y="2478481"/>
              </a:cxn>
              <a:cxn ang="0">
                <a:pos x="2363722" y="2748686"/>
              </a:cxn>
              <a:cxn ang="0">
                <a:pos x="2249929" y="2910535"/>
              </a:cxn>
              <a:cxn ang="0">
                <a:pos x="2136136" y="3029864"/>
              </a:cxn>
              <a:cxn ang="0">
                <a:pos x="1943120" y="3116275"/>
              </a:cxn>
              <a:cxn ang="0">
                <a:pos x="1715535" y="3224632"/>
              </a:cxn>
              <a:cxn ang="0">
                <a:pos x="1420250" y="3257550"/>
              </a:cxn>
              <a:cxn ang="0">
                <a:pos x="1057265" y="3257550"/>
              </a:cxn>
              <a:cxn ang="0">
                <a:pos x="715886" y="3127248"/>
              </a:cxn>
              <a:cxn ang="0">
                <a:pos x="455171" y="2846070"/>
              </a:cxn>
              <a:cxn ang="0">
                <a:pos x="193016" y="2553919"/>
              </a:cxn>
              <a:cxn ang="0">
                <a:pos x="102269" y="2250796"/>
              </a:cxn>
              <a:cxn ang="0">
                <a:pos x="0" y="1894180"/>
              </a:cxn>
              <a:cxn ang="0">
                <a:pos x="0" y="1622603"/>
              </a:cxn>
              <a:cxn ang="0">
                <a:pos x="67700" y="1113739"/>
              </a:cxn>
              <a:cxn ang="0">
                <a:pos x="260715" y="768096"/>
              </a:cxn>
              <a:cxn ang="0">
                <a:pos x="488301" y="367589"/>
              </a:cxn>
              <a:cxn ang="0">
                <a:pos x="852726" y="150876"/>
              </a:cxn>
              <a:cxn ang="0">
                <a:pos x="1306457" y="0"/>
              </a:cxn>
              <a:cxn ang="0">
                <a:pos x="1750105" y="64465"/>
              </a:cxn>
              <a:cxn ang="0">
                <a:pos x="2068436" y="248260"/>
              </a:cxn>
              <a:cxn ang="0">
                <a:pos x="2261452" y="389534"/>
              </a:cxn>
              <a:cxn ang="0">
                <a:pos x="2442944" y="659740"/>
              </a:cxn>
              <a:cxn ang="0">
                <a:pos x="2591307" y="909371"/>
              </a:cxn>
              <a:cxn ang="0">
                <a:pos x="2682053" y="1071220"/>
              </a:cxn>
              <a:cxn ang="0">
                <a:pos x="2705100" y="1396289"/>
              </a:cxn>
              <a:cxn ang="0">
                <a:pos x="2705100" y="1591056"/>
              </a:cxn>
              <a:cxn ang="0">
                <a:pos x="2556737" y="1602029"/>
              </a:cxn>
              <a:cxn ang="0">
                <a:pos x="2409815" y="1591056"/>
              </a:cxn>
            </a:cxnLst>
            <a:rect l="0" t="0" r="0" b="0"/>
            <a:pathLst>
              <a:path w="1878" h="2375">
                <a:moveTo>
                  <a:pt x="1673" y="1160"/>
                </a:moveTo>
                <a:lnTo>
                  <a:pt x="1665" y="1049"/>
                </a:lnTo>
                <a:lnTo>
                  <a:pt x="1610" y="883"/>
                </a:lnTo>
                <a:lnTo>
                  <a:pt x="1570" y="718"/>
                </a:lnTo>
                <a:lnTo>
                  <a:pt x="1444" y="560"/>
                </a:lnTo>
                <a:lnTo>
                  <a:pt x="1349" y="457"/>
                </a:lnTo>
                <a:lnTo>
                  <a:pt x="1247" y="355"/>
                </a:lnTo>
                <a:lnTo>
                  <a:pt x="1136" y="315"/>
                </a:lnTo>
                <a:lnTo>
                  <a:pt x="970" y="276"/>
                </a:lnTo>
                <a:lnTo>
                  <a:pt x="805" y="307"/>
                </a:lnTo>
                <a:lnTo>
                  <a:pt x="623" y="418"/>
                </a:lnTo>
                <a:lnTo>
                  <a:pt x="466" y="497"/>
                </a:lnTo>
                <a:lnTo>
                  <a:pt x="387" y="607"/>
                </a:lnTo>
                <a:lnTo>
                  <a:pt x="363" y="734"/>
                </a:lnTo>
                <a:lnTo>
                  <a:pt x="292" y="931"/>
                </a:lnTo>
                <a:lnTo>
                  <a:pt x="213" y="1097"/>
                </a:lnTo>
                <a:lnTo>
                  <a:pt x="237" y="1404"/>
                </a:lnTo>
                <a:lnTo>
                  <a:pt x="331" y="1633"/>
                </a:lnTo>
                <a:lnTo>
                  <a:pt x="505" y="1893"/>
                </a:lnTo>
                <a:lnTo>
                  <a:pt x="544" y="2035"/>
                </a:lnTo>
                <a:lnTo>
                  <a:pt x="726" y="2154"/>
                </a:lnTo>
                <a:lnTo>
                  <a:pt x="994" y="2138"/>
                </a:lnTo>
                <a:lnTo>
                  <a:pt x="1239" y="2106"/>
                </a:lnTo>
                <a:lnTo>
                  <a:pt x="1404" y="1933"/>
                </a:lnTo>
                <a:lnTo>
                  <a:pt x="1531" y="1799"/>
                </a:lnTo>
                <a:lnTo>
                  <a:pt x="1625" y="1562"/>
                </a:lnTo>
                <a:lnTo>
                  <a:pt x="1657" y="1365"/>
                </a:lnTo>
                <a:lnTo>
                  <a:pt x="1657" y="1302"/>
                </a:lnTo>
                <a:lnTo>
                  <a:pt x="1870" y="1317"/>
                </a:lnTo>
                <a:lnTo>
                  <a:pt x="1846" y="1396"/>
                </a:lnTo>
                <a:lnTo>
                  <a:pt x="1846" y="1491"/>
                </a:lnTo>
                <a:lnTo>
                  <a:pt x="1799" y="1665"/>
                </a:lnTo>
                <a:lnTo>
                  <a:pt x="1775" y="1807"/>
                </a:lnTo>
                <a:lnTo>
                  <a:pt x="1641" y="2004"/>
                </a:lnTo>
                <a:lnTo>
                  <a:pt x="1562" y="2122"/>
                </a:lnTo>
                <a:lnTo>
                  <a:pt x="1483" y="2209"/>
                </a:lnTo>
                <a:lnTo>
                  <a:pt x="1349" y="2272"/>
                </a:lnTo>
                <a:lnTo>
                  <a:pt x="1191" y="2351"/>
                </a:lnTo>
                <a:lnTo>
                  <a:pt x="986" y="2375"/>
                </a:lnTo>
                <a:lnTo>
                  <a:pt x="734" y="2375"/>
                </a:lnTo>
                <a:lnTo>
                  <a:pt x="497" y="2280"/>
                </a:lnTo>
                <a:lnTo>
                  <a:pt x="316" y="2075"/>
                </a:lnTo>
                <a:lnTo>
                  <a:pt x="134" y="1862"/>
                </a:lnTo>
                <a:lnTo>
                  <a:pt x="71" y="1641"/>
                </a:lnTo>
                <a:lnTo>
                  <a:pt x="0" y="1381"/>
                </a:lnTo>
                <a:lnTo>
                  <a:pt x="0" y="1183"/>
                </a:lnTo>
                <a:lnTo>
                  <a:pt x="47" y="812"/>
                </a:lnTo>
                <a:lnTo>
                  <a:pt x="181" y="560"/>
                </a:lnTo>
                <a:lnTo>
                  <a:pt x="339" y="268"/>
                </a:lnTo>
                <a:lnTo>
                  <a:pt x="592" y="110"/>
                </a:lnTo>
                <a:lnTo>
                  <a:pt x="907" y="0"/>
                </a:lnTo>
                <a:lnTo>
                  <a:pt x="1215" y="47"/>
                </a:lnTo>
                <a:lnTo>
                  <a:pt x="1436" y="181"/>
                </a:lnTo>
                <a:lnTo>
                  <a:pt x="1570" y="284"/>
                </a:lnTo>
                <a:lnTo>
                  <a:pt x="1696" y="481"/>
                </a:lnTo>
                <a:lnTo>
                  <a:pt x="1799" y="663"/>
                </a:lnTo>
                <a:lnTo>
                  <a:pt x="1862" y="781"/>
                </a:lnTo>
                <a:lnTo>
                  <a:pt x="1878" y="1018"/>
                </a:lnTo>
                <a:lnTo>
                  <a:pt x="1878" y="1160"/>
                </a:lnTo>
                <a:lnTo>
                  <a:pt x="1775" y="1168"/>
                </a:lnTo>
                <a:lnTo>
                  <a:pt x="1673" y="1160"/>
                </a:lnTo>
                <a:close/>
              </a:path>
            </a:pathLst>
          </a:custGeom>
          <a:pattFill prst="wdUpDiag">
            <a:fgClr>
              <a:schemeClr val="tx1"/>
            </a:fgClr>
            <a:bgClr>
              <a:srgbClr val="FF9349"/>
            </a:bgClr>
          </a:pattFill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0" name="Group 98"/>
          <p:cNvGrpSpPr/>
          <p:nvPr/>
        </p:nvGrpSpPr>
        <p:grpSpPr>
          <a:xfrm>
            <a:off x="5743575" y="3592513"/>
            <a:ext cx="500063" cy="557212"/>
            <a:chOff x="1045" y="2854"/>
            <a:chExt cx="315" cy="351"/>
          </a:xfrm>
        </p:grpSpPr>
        <p:sp>
          <p:nvSpPr>
            <p:cNvPr id="7295" name="Freeform 99"/>
            <p:cNvSpPr/>
            <p:nvPr>
              <p:custDataLst>
                <p:tags r:id="rId7"/>
              </p:custDataLst>
            </p:nvPr>
          </p:nvSpPr>
          <p:spPr>
            <a:xfrm>
              <a:off x="1045" y="2854"/>
              <a:ext cx="315" cy="351"/>
            </a:xfrm>
            <a:custGeom>
              <a:avLst/>
              <a:gdLst/>
              <a:ahLst/>
              <a:cxnLst>
                <a:cxn ang="0">
                  <a:pos x="97" y="106"/>
                </a:cxn>
                <a:cxn ang="0">
                  <a:pos x="81" y="136"/>
                </a:cxn>
                <a:cxn ang="0">
                  <a:pos x="37" y="141"/>
                </a:cxn>
                <a:cxn ang="0">
                  <a:pos x="10" y="126"/>
                </a:cxn>
                <a:cxn ang="0">
                  <a:pos x="1" y="103"/>
                </a:cxn>
                <a:cxn ang="0">
                  <a:pos x="18" y="61"/>
                </a:cxn>
                <a:cxn ang="0">
                  <a:pos x="33" y="22"/>
                </a:cxn>
                <a:cxn ang="0">
                  <a:pos x="52" y="7"/>
                </a:cxn>
                <a:cxn ang="0">
                  <a:pos x="90" y="1"/>
                </a:cxn>
                <a:cxn ang="0">
                  <a:pos x="240" y="1"/>
                </a:cxn>
                <a:cxn ang="0">
                  <a:pos x="271" y="4"/>
                </a:cxn>
                <a:cxn ang="0">
                  <a:pos x="292" y="15"/>
                </a:cxn>
                <a:cxn ang="0">
                  <a:pos x="306" y="33"/>
                </a:cxn>
                <a:cxn ang="0">
                  <a:pos x="315" y="103"/>
                </a:cxn>
                <a:cxn ang="0">
                  <a:pos x="304" y="132"/>
                </a:cxn>
                <a:cxn ang="0">
                  <a:pos x="274" y="144"/>
                </a:cxn>
                <a:cxn ang="0">
                  <a:pos x="249" y="142"/>
                </a:cxn>
                <a:cxn ang="0">
                  <a:pos x="234" y="129"/>
                </a:cxn>
                <a:cxn ang="0">
                  <a:pos x="217" y="97"/>
                </a:cxn>
                <a:cxn ang="0">
                  <a:pos x="213" y="115"/>
                </a:cxn>
                <a:cxn ang="0">
                  <a:pos x="199" y="259"/>
                </a:cxn>
                <a:cxn ang="0">
                  <a:pos x="214" y="273"/>
                </a:cxn>
                <a:cxn ang="0">
                  <a:pos x="228" y="286"/>
                </a:cxn>
                <a:cxn ang="0">
                  <a:pos x="228" y="316"/>
                </a:cxn>
                <a:cxn ang="0">
                  <a:pos x="217" y="339"/>
                </a:cxn>
                <a:cxn ang="0">
                  <a:pos x="201" y="346"/>
                </a:cxn>
                <a:cxn ang="0">
                  <a:pos x="189" y="349"/>
                </a:cxn>
                <a:cxn ang="0">
                  <a:pos x="67" y="348"/>
                </a:cxn>
                <a:cxn ang="0">
                  <a:pos x="51" y="331"/>
                </a:cxn>
                <a:cxn ang="0">
                  <a:pos x="48" y="307"/>
                </a:cxn>
                <a:cxn ang="0">
                  <a:pos x="49" y="289"/>
                </a:cxn>
                <a:cxn ang="0">
                  <a:pos x="64" y="273"/>
                </a:cxn>
                <a:cxn ang="0">
                  <a:pos x="85" y="264"/>
                </a:cxn>
                <a:cxn ang="0">
                  <a:pos x="97" y="106"/>
                </a:cxn>
              </a:cxnLst>
              <a:rect l="0" t="0" r="0" b="0"/>
              <a:pathLst>
                <a:path w="315" h="351">
                  <a:moveTo>
                    <a:pt x="97" y="106"/>
                  </a:moveTo>
                  <a:cubicBezTo>
                    <a:pt x="96" y="85"/>
                    <a:pt x="91" y="130"/>
                    <a:pt x="81" y="136"/>
                  </a:cubicBezTo>
                  <a:cubicBezTo>
                    <a:pt x="71" y="142"/>
                    <a:pt x="49" y="143"/>
                    <a:pt x="37" y="141"/>
                  </a:cubicBezTo>
                  <a:cubicBezTo>
                    <a:pt x="25" y="139"/>
                    <a:pt x="16" y="132"/>
                    <a:pt x="10" y="126"/>
                  </a:cubicBezTo>
                  <a:cubicBezTo>
                    <a:pt x="4" y="120"/>
                    <a:pt x="0" y="114"/>
                    <a:pt x="1" y="103"/>
                  </a:cubicBezTo>
                  <a:cubicBezTo>
                    <a:pt x="2" y="92"/>
                    <a:pt x="13" y="74"/>
                    <a:pt x="18" y="61"/>
                  </a:cubicBezTo>
                  <a:cubicBezTo>
                    <a:pt x="23" y="48"/>
                    <a:pt x="27" y="31"/>
                    <a:pt x="33" y="22"/>
                  </a:cubicBezTo>
                  <a:cubicBezTo>
                    <a:pt x="39" y="13"/>
                    <a:pt x="43" y="11"/>
                    <a:pt x="52" y="7"/>
                  </a:cubicBezTo>
                  <a:cubicBezTo>
                    <a:pt x="61" y="3"/>
                    <a:pt x="59" y="2"/>
                    <a:pt x="90" y="1"/>
                  </a:cubicBezTo>
                  <a:cubicBezTo>
                    <a:pt x="121" y="0"/>
                    <a:pt x="210" y="1"/>
                    <a:pt x="240" y="1"/>
                  </a:cubicBezTo>
                  <a:cubicBezTo>
                    <a:pt x="270" y="1"/>
                    <a:pt x="262" y="2"/>
                    <a:pt x="271" y="4"/>
                  </a:cubicBezTo>
                  <a:cubicBezTo>
                    <a:pt x="280" y="6"/>
                    <a:pt x="286" y="10"/>
                    <a:pt x="292" y="15"/>
                  </a:cubicBezTo>
                  <a:cubicBezTo>
                    <a:pt x="298" y="20"/>
                    <a:pt x="302" y="18"/>
                    <a:pt x="306" y="33"/>
                  </a:cubicBezTo>
                  <a:cubicBezTo>
                    <a:pt x="310" y="48"/>
                    <a:pt x="315" y="87"/>
                    <a:pt x="315" y="103"/>
                  </a:cubicBezTo>
                  <a:cubicBezTo>
                    <a:pt x="315" y="119"/>
                    <a:pt x="311" y="125"/>
                    <a:pt x="304" y="132"/>
                  </a:cubicBezTo>
                  <a:cubicBezTo>
                    <a:pt x="297" y="139"/>
                    <a:pt x="283" y="142"/>
                    <a:pt x="274" y="144"/>
                  </a:cubicBezTo>
                  <a:cubicBezTo>
                    <a:pt x="265" y="146"/>
                    <a:pt x="256" y="144"/>
                    <a:pt x="249" y="142"/>
                  </a:cubicBezTo>
                  <a:cubicBezTo>
                    <a:pt x="242" y="140"/>
                    <a:pt x="239" y="136"/>
                    <a:pt x="234" y="129"/>
                  </a:cubicBezTo>
                  <a:cubicBezTo>
                    <a:pt x="229" y="122"/>
                    <a:pt x="221" y="99"/>
                    <a:pt x="217" y="97"/>
                  </a:cubicBezTo>
                  <a:cubicBezTo>
                    <a:pt x="213" y="95"/>
                    <a:pt x="216" y="88"/>
                    <a:pt x="213" y="115"/>
                  </a:cubicBezTo>
                  <a:cubicBezTo>
                    <a:pt x="210" y="142"/>
                    <a:pt x="199" y="233"/>
                    <a:pt x="199" y="259"/>
                  </a:cubicBezTo>
                  <a:cubicBezTo>
                    <a:pt x="199" y="285"/>
                    <a:pt x="209" y="269"/>
                    <a:pt x="214" y="273"/>
                  </a:cubicBezTo>
                  <a:cubicBezTo>
                    <a:pt x="219" y="277"/>
                    <a:pt x="226" y="279"/>
                    <a:pt x="228" y="286"/>
                  </a:cubicBezTo>
                  <a:cubicBezTo>
                    <a:pt x="230" y="293"/>
                    <a:pt x="230" y="307"/>
                    <a:pt x="228" y="316"/>
                  </a:cubicBezTo>
                  <a:cubicBezTo>
                    <a:pt x="226" y="325"/>
                    <a:pt x="221" y="334"/>
                    <a:pt x="217" y="339"/>
                  </a:cubicBezTo>
                  <a:cubicBezTo>
                    <a:pt x="213" y="344"/>
                    <a:pt x="206" y="344"/>
                    <a:pt x="201" y="346"/>
                  </a:cubicBezTo>
                  <a:cubicBezTo>
                    <a:pt x="196" y="348"/>
                    <a:pt x="211" y="349"/>
                    <a:pt x="189" y="349"/>
                  </a:cubicBezTo>
                  <a:cubicBezTo>
                    <a:pt x="167" y="349"/>
                    <a:pt x="90" y="351"/>
                    <a:pt x="67" y="348"/>
                  </a:cubicBezTo>
                  <a:cubicBezTo>
                    <a:pt x="44" y="345"/>
                    <a:pt x="54" y="338"/>
                    <a:pt x="51" y="331"/>
                  </a:cubicBezTo>
                  <a:cubicBezTo>
                    <a:pt x="48" y="324"/>
                    <a:pt x="48" y="314"/>
                    <a:pt x="48" y="307"/>
                  </a:cubicBezTo>
                  <a:cubicBezTo>
                    <a:pt x="48" y="300"/>
                    <a:pt x="46" y="295"/>
                    <a:pt x="49" y="289"/>
                  </a:cubicBezTo>
                  <a:cubicBezTo>
                    <a:pt x="52" y="283"/>
                    <a:pt x="58" y="277"/>
                    <a:pt x="64" y="273"/>
                  </a:cubicBezTo>
                  <a:cubicBezTo>
                    <a:pt x="70" y="269"/>
                    <a:pt x="79" y="292"/>
                    <a:pt x="85" y="264"/>
                  </a:cubicBezTo>
                  <a:cubicBezTo>
                    <a:pt x="91" y="236"/>
                    <a:pt x="98" y="127"/>
                    <a:pt x="97" y="106"/>
                  </a:cubicBezTo>
                  <a:close/>
                </a:path>
              </a:pathLst>
            </a:custGeom>
            <a:solidFill>
              <a:srgbClr val="FFE5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6" name="WordArt 100"/>
            <p:cNvSpPr>
              <a:spLocks noTextEdit="1"/>
            </p:cNvSpPr>
            <p:nvPr>
              <p:custDataLst>
                <p:tags r:id="rId8"/>
              </p:custDataLst>
            </p:nvPr>
          </p:nvSpPr>
          <p:spPr>
            <a:xfrm>
              <a:off x="1066" y="2891"/>
              <a:ext cx="260" cy="2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4231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Bookman Old Style" panose="02050604050505020204" pitchFamily="18" charset="0"/>
                  <a:ea typeface="Bookman Old Style" panose="02050604050505020204" pitchFamily="18" charset="0"/>
                </a:rPr>
                <a:t>T</a:t>
              </a:r>
            </a:p>
          </p:txBody>
        </p:sp>
      </p:grpSp>
      <p:grpSp>
        <p:nvGrpSpPr>
          <p:cNvPr id="22" name="Group 71"/>
          <p:cNvGrpSpPr/>
          <p:nvPr/>
        </p:nvGrpSpPr>
        <p:grpSpPr>
          <a:xfrm>
            <a:off x="4735513" y="5580063"/>
            <a:ext cx="3609975" cy="715962"/>
            <a:chOff x="3007" y="1960"/>
            <a:chExt cx="2328" cy="679"/>
          </a:xfrm>
        </p:grpSpPr>
        <p:sp>
          <p:nvSpPr>
            <p:cNvPr id="7298" name="WordArt 72"/>
            <p:cNvSpPr>
              <a:spLocks noTextEdit="1"/>
            </p:cNvSpPr>
            <p:nvPr>
              <p:custDataLst>
                <p:tags r:id="rId5"/>
              </p:custDataLst>
            </p:nvPr>
          </p:nvSpPr>
          <p:spPr>
            <a:xfrm>
              <a:off x="3432" y="1960"/>
              <a:ext cx="1452" cy="32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小孔表面好比黑体</a:t>
              </a:r>
            </a:p>
          </p:txBody>
        </p:sp>
        <p:sp>
          <p:nvSpPr>
            <p:cNvPr id="7299" name="WordArt 73"/>
            <p:cNvSpPr>
              <a:spLocks noTextEdit="1"/>
            </p:cNvSpPr>
            <p:nvPr>
              <p:custDataLst>
                <p:tags r:id="rId6"/>
              </p:custDataLst>
            </p:nvPr>
          </p:nvSpPr>
          <p:spPr>
            <a:xfrm>
              <a:off x="3007" y="2360"/>
              <a:ext cx="2328" cy="27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（吸收全部入射的辐射能而无反射）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5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0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500"/>
                            </p:stCondLst>
                            <p:childTnLst>
                              <p:par>
                                <p:cTn id="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1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  <p:bldP spid="18" grpId="0"/>
      <p:bldP spid="31846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文本占位符 188418"/>
          <p:cNvSpPr>
            <a:spLocks noGrp="1"/>
          </p:cNvSpPr>
          <p:nvPr>
            <p:ph type="body" sz="half" idx="1"/>
          </p:nvPr>
        </p:nvSpPr>
        <p:spPr>
          <a:xfrm>
            <a:off x="261938" y="742950"/>
            <a:ext cx="8764587" cy="250190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00000"/>
              </a:lnSpc>
              <a:buClrTx/>
              <a:buSzTx/>
              <a:buFontTx/>
            </a:pPr>
            <a:r>
              <a:rPr lang="zh-CN" altLang="en-US" sz="2400" dirty="0"/>
              <a:t>炉火纯青（</a:t>
            </a:r>
            <a:r>
              <a:rPr lang="zh-CN" altLang="en-US" sz="2400" b="1">
                <a:solidFill>
                  <a:srgbClr val="0000FF"/>
                </a:solidFill>
                <a:latin typeface="Verdana" panose="020B0604030504040204" pitchFamily="34" charset="0"/>
                <a:sym typeface="宋体" panose="02010600030101010101" pitchFamily="2" charset="-122"/>
              </a:rPr>
              <a:t>讨论题</a:t>
            </a:r>
            <a:r>
              <a:rPr lang="en-US" altLang="zh-CN" sz="2400" b="1">
                <a:solidFill>
                  <a:srgbClr val="0000FF"/>
                </a:solidFill>
                <a:latin typeface="Verdana" panose="020B0604030504040204" pitchFamily="34" charset="0"/>
                <a:sym typeface="宋体" panose="02010600030101010101" pitchFamily="2" charset="-122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latin typeface="Verdana" panose="020B0604030504040204" pitchFamily="34" charset="0"/>
                <a:sym typeface="宋体" panose="02010600030101010101" pitchFamily="2" charset="-122"/>
              </a:rPr>
              <a:t>：</a:t>
            </a:r>
            <a:r>
              <a:rPr lang="zh-CN" altLang="en-US" sz="2400">
                <a:solidFill>
                  <a:srgbClr val="0000FF"/>
                </a:solidFill>
                <a:sym typeface="宋体" panose="02010600030101010101" pitchFamily="2" charset="-122"/>
              </a:rPr>
              <a:t>应用所学知识，设计一个冶炼金属时，测量冶炼炉炉内温度的方法）</a:t>
            </a:r>
            <a:r>
              <a:rPr lang="en-US" altLang="zh-CN" sz="2400">
                <a:solidFill>
                  <a:srgbClr val="0000FF"/>
                </a:solidFill>
                <a:sym typeface="宋体" panose="02010600030101010101" pitchFamily="2" charset="-122"/>
              </a:rPr>
              <a:t>  </a:t>
            </a:r>
            <a:endParaRPr lang="zh-CN" altLang="en-US" sz="2400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2400" dirty="0"/>
              <a:t>太阳光谱</a:t>
            </a:r>
            <a:r>
              <a:rPr lang="el-GR" altLang="zh-CN" sz="2400" i="1" dirty="0"/>
              <a:t>λ</a:t>
            </a:r>
            <a:r>
              <a:rPr lang="en-US" altLang="zh-CN" sz="2400" baseline="-25000" dirty="0"/>
              <a:t>m</a:t>
            </a:r>
            <a:r>
              <a:rPr lang="zh-CN" altLang="en-US" sz="2400" dirty="0"/>
              <a:t>大约等于</a:t>
            </a:r>
            <a:r>
              <a:rPr lang="en-US" altLang="zh-CN" sz="2400" dirty="0"/>
              <a:t>550nm</a:t>
            </a:r>
            <a:r>
              <a:rPr lang="zh-CN" altLang="en-US" sz="2400" dirty="0"/>
              <a:t>，太阳表面温度约</a:t>
            </a:r>
            <a:r>
              <a:rPr lang="en-US" altLang="zh-CN" sz="2400" dirty="0"/>
              <a:t>5270</a:t>
            </a:r>
            <a:r>
              <a:rPr lang="zh-CN" altLang="en-US" sz="2400" dirty="0"/>
              <a:t>度。（</a:t>
            </a:r>
            <a:r>
              <a:rPr lang="zh-CN" altLang="en-US" sz="2400" b="1">
                <a:solidFill>
                  <a:srgbClr val="0000FF"/>
                </a:solidFill>
                <a:latin typeface="Verdana" panose="020B0604030504040204" pitchFamily="34" charset="0"/>
                <a:sym typeface="宋体" panose="02010600030101010101" pitchFamily="2" charset="-122"/>
              </a:rPr>
              <a:t>讨论题</a:t>
            </a:r>
            <a:r>
              <a:rPr lang="en-US" altLang="zh-CN" sz="2400" b="1">
                <a:solidFill>
                  <a:srgbClr val="0000FF"/>
                </a:solidFill>
                <a:latin typeface="Verdana" panose="020B0604030504040204" pitchFamily="34" charset="0"/>
                <a:sym typeface="宋体" panose="02010600030101010101" pitchFamily="2" charset="-122"/>
              </a:rPr>
              <a:t>2</a:t>
            </a:r>
            <a:r>
              <a:rPr lang="zh-CN" altLang="en-US" sz="2400" b="1">
                <a:solidFill>
                  <a:srgbClr val="0000FF"/>
                </a:solidFill>
                <a:latin typeface="Verdana" panose="020B0604030504040204" pitchFamily="34" charset="0"/>
                <a:sym typeface="宋体" panose="02010600030101010101" pitchFamily="2" charset="-122"/>
              </a:rPr>
              <a:t>：</a:t>
            </a:r>
            <a:r>
              <a:rPr lang="zh-CN" altLang="en-US" sz="2400">
                <a:solidFill>
                  <a:srgbClr val="0000FF"/>
                </a:solidFill>
                <a:sym typeface="宋体" panose="02010600030101010101" pitchFamily="2" charset="-122"/>
              </a:rPr>
              <a:t>如何计算太阳表面温度）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2400" dirty="0"/>
              <a:t>人体温</a:t>
            </a:r>
            <a:r>
              <a:rPr lang="en-US" altLang="zh-CN" sz="2400" dirty="0"/>
              <a:t>310K</a:t>
            </a:r>
            <a:r>
              <a:rPr lang="zh-CN" altLang="en-US" sz="2400" dirty="0"/>
              <a:t>，人体发射的电磁波是 </a:t>
            </a:r>
            <a:r>
              <a:rPr lang="el-GR" altLang="zh-CN" sz="2400" i="1" dirty="0"/>
              <a:t>λ</a:t>
            </a:r>
            <a:r>
              <a:rPr lang="en-US" altLang="zh-CN" sz="2400" baseline="-25000" dirty="0"/>
              <a:t>m</a:t>
            </a:r>
            <a:r>
              <a:rPr lang="zh-CN" altLang="en-US" sz="2400" dirty="0"/>
              <a:t> </a:t>
            </a:r>
            <a:r>
              <a:rPr lang="en-US" altLang="zh-CN" sz="2400" dirty="0"/>
              <a:t>=9350nm</a:t>
            </a:r>
            <a:r>
              <a:rPr lang="zh-CN" altLang="en-US" sz="2400" dirty="0"/>
              <a:t>附近的红外线。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2400" dirty="0"/>
              <a:t>夜视镜</a:t>
            </a:r>
          </a:p>
        </p:txBody>
      </p:sp>
      <p:sp>
        <p:nvSpPr>
          <p:cNvPr id="19458" name="WordArt 179"/>
          <p:cNvSpPr>
            <a:spLocks noTextEdit="1"/>
          </p:cNvSpPr>
          <p:nvPr/>
        </p:nvSpPr>
        <p:spPr>
          <a:xfrm>
            <a:off x="3643313" y="233363"/>
            <a:ext cx="280987" cy="317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9343"/>
              </a:avLst>
            </a:prstTxWarp>
            <a:normAutofit/>
          </a:bodyPr>
          <a:lstStyle/>
          <a:p>
            <a:pPr algn="ctr"/>
            <a:r>
              <a:rPr lang="zh-CN" altLang="en-US" sz="3600" i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Symbol" panose="05050102010706020507" charset="0"/>
                <a:ea typeface="Symbol" panose="05050102010706020507" charset="0"/>
              </a:rPr>
              <a:t>l</a:t>
            </a:r>
          </a:p>
        </p:txBody>
      </p:sp>
      <p:sp>
        <p:nvSpPr>
          <p:cNvPr id="19459" name="WordArt 180"/>
          <p:cNvSpPr>
            <a:spLocks noTextEdit="1"/>
          </p:cNvSpPr>
          <p:nvPr/>
        </p:nvSpPr>
        <p:spPr>
          <a:xfrm>
            <a:off x="3919538" y="425450"/>
            <a:ext cx="273050" cy="1285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1667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</a:p>
        </p:txBody>
      </p:sp>
      <p:sp>
        <p:nvSpPr>
          <p:cNvPr id="19460" name="WordArt 181"/>
          <p:cNvSpPr>
            <a:spLocks noTextEdit="1"/>
          </p:cNvSpPr>
          <p:nvPr/>
        </p:nvSpPr>
        <p:spPr>
          <a:xfrm>
            <a:off x="4154488" y="225425"/>
            <a:ext cx="374650" cy="3254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1991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man Old Style" panose="02050604050505020204" pitchFamily="18" charset="0"/>
                <a:ea typeface="Bookman Old Style" panose="02050604050505020204" pitchFamily="18" charset="0"/>
              </a:rPr>
              <a:t>T</a:t>
            </a:r>
          </a:p>
        </p:txBody>
      </p:sp>
      <p:sp>
        <p:nvSpPr>
          <p:cNvPr id="16" name="Line 183"/>
          <p:cNvSpPr/>
          <p:nvPr/>
        </p:nvSpPr>
        <p:spPr>
          <a:xfrm>
            <a:off x="4597400" y="369888"/>
            <a:ext cx="26828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" name="Line 184"/>
          <p:cNvSpPr/>
          <p:nvPr/>
        </p:nvSpPr>
        <p:spPr>
          <a:xfrm>
            <a:off x="4595813" y="474663"/>
            <a:ext cx="266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63" name="WordArt 185"/>
          <p:cNvSpPr>
            <a:spLocks noTextEdit="1"/>
          </p:cNvSpPr>
          <p:nvPr/>
        </p:nvSpPr>
        <p:spPr>
          <a:xfrm>
            <a:off x="4962525" y="233363"/>
            <a:ext cx="257175" cy="317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i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</a:p>
        </p:txBody>
      </p:sp>
      <p:sp>
        <p:nvSpPr>
          <p:cNvPr id="19464" name="WordArt 10"/>
          <p:cNvSpPr>
            <a:spLocks noTextEdit="1"/>
          </p:cNvSpPr>
          <p:nvPr/>
        </p:nvSpPr>
        <p:spPr>
          <a:xfrm>
            <a:off x="2462213" y="3195638"/>
            <a:ext cx="2949575" cy="3619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40000"/>
          </a:bodyPr>
          <a:lstStyle/>
          <a:p>
            <a:pPr algn="ctr" eaLnBrk="0" fontAlgn="base" hangingPunct="0"/>
            <a:r>
              <a:rPr lang="zh-CN" altLang="en-US" sz="3600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红外夜视广泛应用于现代技术</a:t>
            </a:r>
            <a:endParaRPr lang="zh-CN" altLang="en-US" sz="3600" strike="noStrike" noProof="1"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465" name="WordArt 13"/>
          <p:cNvSpPr>
            <a:spLocks noTextEdit="1"/>
          </p:cNvSpPr>
          <p:nvPr/>
        </p:nvSpPr>
        <p:spPr>
          <a:xfrm>
            <a:off x="5807075" y="3195638"/>
            <a:ext cx="1152525" cy="323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40000"/>
          </a:bodyPr>
          <a:lstStyle/>
          <a:p>
            <a:pPr algn="ctr" eaLnBrk="0" fontAlgn="base" hangingPunct="0"/>
            <a:r>
              <a:rPr lang="zh-CN" altLang="en-US" sz="3600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（热像仪）</a:t>
            </a:r>
            <a:endParaRPr lang="zh-CN" altLang="en-US" sz="3600" strike="noStrike" noProof="1"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0350" y="3773488"/>
            <a:ext cx="2684463" cy="2600325"/>
            <a:chOff x="361131" y="3458543"/>
            <a:chExt cx="2684845" cy="2601678"/>
          </a:xfrm>
        </p:grpSpPr>
        <p:pic>
          <p:nvPicPr>
            <p:cNvPr id="19467" name="Picture 9" descr="201106080254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131" y="3458543"/>
              <a:ext cx="2684845" cy="184560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8" name="WordArt 8"/>
            <p:cNvSpPr>
              <a:spLocks noTextEdit="1"/>
            </p:cNvSpPr>
            <p:nvPr/>
          </p:nvSpPr>
          <p:spPr>
            <a:xfrm>
              <a:off x="361131" y="5656996"/>
              <a:ext cx="2486755" cy="4032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红外夜视仪拍摄的照片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155950" y="3778250"/>
            <a:ext cx="2593975" cy="2595563"/>
            <a:chOff x="3145537" y="3463732"/>
            <a:chExt cx="2593389" cy="2596488"/>
          </a:xfrm>
        </p:grpSpPr>
        <p:pic>
          <p:nvPicPr>
            <p:cNvPr id="19470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5537" y="3463732"/>
              <a:ext cx="2593389" cy="184560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71" name="WordArt 14"/>
            <p:cNvSpPr>
              <a:spLocks noTextEdit="1"/>
            </p:cNvSpPr>
            <p:nvPr/>
          </p:nvSpPr>
          <p:spPr>
            <a:xfrm>
              <a:off x="3223603" y="5656995"/>
              <a:ext cx="2350720" cy="4032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汽车红外夜视仪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961063" y="3778250"/>
            <a:ext cx="2794000" cy="2757488"/>
            <a:chOff x="5938047" y="3608395"/>
            <a:chExt cx="2795248" cy="2758683"/>
          </a:xfrm>
        </p:grpSpPr>
        <p:sp>
          <p:nvSpPr>
            <p:cNvPr id="19473" name="Rectangle 6" descr="38"/>
            <p:cNvSpPr>
              <a:spLocks noChangeAspect="1"/>
            </p:cNvSpPr>
            <p:nvPr/>
          </p:nvSpPr>
          <p:spPr>
            <a:xfrm>
              <a:off x="5938047" y="3608395"/>
              <a:ext cx="2775130" cy="1841372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WordArt 7"/>
            <p:cNvSpPr>
              <a:spLocks noChangeArrowheads="1" noChangeShapeType="1" noTextEdit="1"/>
            </p:cNvSpPr>
            <p:nvPr/>
          </p:nvSpPr>
          <p:spPr bwMode="auto">
            <a:xfrm>
              <a:off x="5959566" y="5513309"/>
              <a:ext cx="2773729" cy="853769"/>
            </a:xfrm>
            <a:prstGeom prst="rect">
              <a:avLst/>
            </a:prstGeom>
          </p:spPr>
          <p:txBody>
            <a:bodyPr wrap="none" numCol="1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0" cap="none" spc="0" normalizeH="0" baseline="0" noProof="0" dirty="0">
                  <a:ln w="3175">
                    <a:solidFill>
                      <a:srgbClr val="FF3300"/>
                    </a:solidFill>
                    <a:round/>
                  </a:ln>
                  <a:solidFill>
                    <a:srgbClr val="FF33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神舟</a:t>
              </a:r>
              <a:r>
                <a:rPr kumimoji="0" lang="en-US" altLang="zh-CN" sz="3600" b="0" i="0" u="none" strike="noStrike" kern="10" cap="none" spc="0" normalizeH="0" baseline="0" noProof="0" dirty="0">
                  <a:ln w="3175">
                    <a:solidFill>
                      <a:srgbClr val="FF3300"/>
                    </a:solidFill>
                    <a:round/>
                  </a:ln>
                  <a:solidFill>
                    <a:srgbClr val="FF33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0" lang="zh-CN" altLang="en-US" sz="3600" b="0" i="0" u="none" strike="noStrike" kern="10" cap="none" spc="0" normalizeH="0" baseline="0" noProof="0" dirty="0">
                  <a:ln w="3175">
                    <a:solidFill>
                      <a:srgbClr val="FF3300"/>
                    </a:solidFill>
                    <a:round/>
                  </a:ln>
                  <a:solidFill>
                    <a:srgbClr val="FF33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号返回仓减速降落</a:t>
              </a:r>
              <a:endParaRPr kumimoji="0" lang="en-US" altLang="zh-CN" sz="3600" b="0" i="0" u="none" strike="noStrike" kern="10" cap="none" spc="0" normalizeH="0" baseline="0" noProof="0" dirty="0">
                <a:ln w="3175">
                  <a:solidFill>
                    <a:srgbClr val="FF3300"/>
                  </a:solidFill>
                  <a:round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0" cap="none" spc="0" normalizeH="0" baseline="0" noProof="0" dirty="0">
                  <a:ln w="3175">
                    <a:solidFill>
                      <a:srgbClr val="FF3300"/>
                    </a:solidFill>
                    <a:round/>
                  </a:ln>
                  <a:solidFill>
                    <a:srgbClr val="FF33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夜视红外照片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uiExpand="1" build="p"/>
      <p:bldP spid="19464" grpId="0"/>
      <p:bldP spid="19464" grpId="1"/>
      <p:bldP spid="19465" grpId="0"/>
      <p:bldP spid="1946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66" name="Rectangle 114"/>
          <p:cNvSpPr/>
          <p:nvPr/>
        </p:nvSpPr>
        <p:spPr>
          <a:xfrm>
            <a:off x="5888038" y="3952875"/>
            <a:ext cx="1373187" cy="3857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13"/>
          <p:cNvGrpSpPr/>
          <p:nvPr/>
        </p:nvGrpSpPr>
        <p:grpSpPr>
          <a:xfrm>
            <a:off x="3587750" y="1979613"/>
            <a:ext cx="4356100" cy="1222375"/>
            <a:chOff x="2449" y="1633"/>
            <a:chExt cx="2744" cy="770"/>
          </a:xfrm>
        </p:grpSpPr>
        <p:sp>
          <p:nvSpPr>
            <p:cNvPr id="8195" name="Rectangle 112"/>
            <p:cNvSpPr/>
            <p:nvPr/>
          </p:nvSpPr>
          <p:spPr>
            <a:xfrm>
              <a:off x="3126" y="2195"/>
              <a:ext cx="1581" cy="20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6" name="Rectangle 111"/>
            <p:cNvSpPr/>
            <p:nvPr/>
          </p:nvSpPr>
          <p:spPr>
            <a:xfrm>
              <a:off x="2449" y="1899"/>
              <a:ext cx="1581" cy="22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7" name="Rectangle 110"/>
            <p:cNvSpPr/>
            <p:nvPr/>
          </p:nvSpPr>
          <p:spPr>
            <a:xfrm>
              <a:off x="4538" y="1633"/>
              <a:ext cx="655" cy="217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98" name="Rectangle 2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2286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普朗克假说</a:t>
            </a:r>
          </a:p>
        </p:txBody>
      </p:sp>
      <p:sp>
        <p:nvSpPr>
          <p:cNvPr id="8199" name="Rectangle 3" descr="羊皮纸"/>
          <p:cNvSpPr/>
          <p:nvPr/>
        </p:nvSpPr>
        <p:spPr>
          <a:xfrm>
            <a:off x="7938" y="-3175"/>
            <a:ext cx="9144000" cy="17462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00" name="Rectangle 4" descr="羊皮纸"/>
          <p:cNvSpPr/>
          <p:nvPr/>
        </p:nvSpPr>
        <p:spPr>
          <a:xfrm>
            <a:off x="0" y="6651625"/>
            <a:ext cx="9144000" cy="17462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01" name="Line 6"/>
          <p:cNvSpPr/>
          <p:nvPr/>
        </p:nvSpPr>
        <p:spPr>
          <a:xfrm>
            <a:off x="2922588" y="93663"/>
            <a:ext cx="4695825" cy="23812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02" name="Line 7"/>
          <p:cNvSpPr/>
          <p:nvPr/>
        </p:nvSpPr>
        <p:spPr>
          <a:xfrm>
            <a:off x="3227388" y="5527675"/>
            <a:ext cx="5353050" cy="11113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" name="Group 8"/>
          <p:cNvGrpSpPr/>
          <p:nvPr/>
        </p:nvGrpSpPr>
        <p:grpSpPr>
          <a:xfrm>
            <a:off x="3168650" y="455613"/>
            <a:ext cx="4486275" cy="768350"/>
            <a:chOff x="2009" y="757"/>
            <a:chExt cx="3161" cy="511"/>
          </a:xfrm>
        </p:grpSpPr>
        <p:grpSp>
          <p:nvGrpSpPr>
            <p:cNvPr id="8204" name="Group 9"/>
            <p:cNvGrpSpPr/>
            <p:nvPr/>
          </p:nvGrpSpPr>
          <p:grpSpPr>
            <a:xfrm>
              <a:off x="2009" y="757"/>
              <a:ext cx="216" cy="207"/>
              <a:chOff x="891" y="201"/>
              <a:chExt cx="269" cy="261"/>
            </a:xfrm>
          </p:grpSpPr>
          <p:sp>
            <p:nvSpPr>
              <p:cNvPr id="8205" name="Oval 10"/>
              <p:cNvSpPr/>
              <p:nvPr/>
            </p:nvSpPr>
            <p:spPr>
              <a:xfrm>
                <a:off x="891" y="201"/>
                <a:ext cx="269" cy="261"/>
              </a:xfrm>
              <a:prstGeom prst="ellipse">
                <a:avLst/>
              </a:prstGeom>
              <a:solidFill>
                <a:schemeClr val="bg1">
                  <a:alpha val="50194"/>
                </a:schemeClr>
              </a:solidFill>
              <a:ln w="9525" cap="flat" cmpd="sng">
                <a:solidFill>
                  <a:schemeClr val="bg1">
                    <a:alpha val="50194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206" name="Group 11"/>
              <p:cNvGrpSpPr/>
              <p:nvPr/>
            </p:nvGrpSpPr>
            <p:grpSpPr>
              <a:xfrm>
                <a:off x="927" y="238"/>
                <a:ext cx="201" cy="189"/>
                <a:chOff x="2136" y="1382"/>
                <a:chExt cx="576" cy="576"/>
              </a:xfrm>
            </p:grpSpPr>
            <p:sp>
              <p:nvSpPr>
                <p:cNvPr id="8207" name="Oval 12"/>
                <p:cNvSpPr/>
                <p:nvPr/>
              </p:nvSpPr>
              <p:spPr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08" name="Oval 13"/>
                <p:cNvSpPr/>
                <p:nvPr/>
              </p:nvSpPr>
              <p:spPr>
                <a:xfrm rot="-3104273">
                  <a:off x="2200" y="1471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8209" name="WordArt 14"/>
            <p:cNvSpPr>
              <a:spLocks noTextEdit="1"/>
            </p:cNvSpPr>
            <p:nvPr/>
          </p:nvSpPr>
          <p:spPr>
            <a:xfrm>
              <a:off x="2420" y="768"/>
              <a:ext cx="2750" cy="20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</a:rPr>
                <a:t>组成黑体腔壁的分子或原子</a:t>
              </a:r>
            </a:p>
          </p:txBody>
        </p:sp>
        <p:sp>
          <p:nvSpPr>
            <p:cNvPr id="8210" name="WordArt 15"/>
            <p:cNvSpPr>
              <a:spLocks noTextEdit="1"/>
            </p:cNvSpPr>
            <p:nvPr/>
          </p:nvSpPr>
          <p:spPr>
            <a:xfrm>
              <a:off x="2414" y="1048"/>
              <a:ext cx="2471" cy="2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</a:rPr>
                <a:t>可视为带电的线性谐振子；</a:t>
              </a:r>
            </a:p>
          </p:txBody>
        </p:sp>
      </p:grpSp>
      <p:grpSp>
        <p:nvGrpSpPr>
          <p:cNvPr id="6" name="Group 115"/>
          <p:cNvGrpSpPr/>
          <p:nvPr/>
        </p:nvGrpSpPr>
        <p:grpSpPr>
          <a:xfrm>
            <a:off x="3128963" y="1557338"/>
            <a:ext cx="4719637" cy="1608137"/>
            <a:chOff x="2160" y="1367"/>
            <a:chExt cx="2973" cy="1013"/>
          </a:xfrm>
        </p:grpSpPr>
        <p:grpSp>
          <p:nvGrpSpPr>
            <p:cNvPr id="8212" name="Group 16"/>
            <p:cNvGrpSpPr/>
            <p:nvPr/>
          </p:nvGrpSpPr>
          <p:grpSpPr>
            <a:xfrm>
              <a:off x="2160" y="1367"/>
              <a:ext cx="2973" cy="1007"/>
              <a:chOff x="2105" y="1403"/>
              <a:chExt cx="3103" cy="1147"/>
            </a:xfrm>
          </p:grpSpPr>
          <p:grpSp>
            <p:nvGrpSpPr>
              <p:cNvPr id="8213" name="Group 17"/>
              <p:cNvGrpSpPr/>
              <p:nvPr/>
            </p:nvGrpSpPr>
            <p:grpSpPr>
              <a:xfrm>
                <a:off x="2105" y="1403"/>
                <a:ext cx="216" cy="207"/>
                <a:chOff x="891" y="201"/>
                <a:chExt cx="269" cy="261"/>
              </a:xfrm>
            </p:grpSpPr>
            <p:sp>
              <p:nvSpPr>
                <p:cNvPr id="8214" name="Oval 18"/>
                <p:cNvSpPr/>
                <p:nvPr/>
              </p:nvSpPr>
              <p:spPr>
                <a:xfrm>
                  <a:off x="891" y="201"/>
                  <a:ext cx="269" cy="261"/>
                </a:xfrm>
                <a:prstGeom prst="ellipse">
                  <a:avLst/>
                </a:prstGeom>
                <a:solidFill>
                  <a:schemeClr val="bg1">
                    <a:alpha val="50194"/>
                  </a:schemeClr>
                </a:solidFill>
                <a:ln w="9525" cap="flat" cmpd="sng">
                  <a:solidFill>
                    <a:schemeClr val="bg1">
                      <a:alpha val="50194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8215" name="Group 19"/>
                <p:cNvGrpSpPr/>
                <p:nvPr/>
              </p:nvGrpSpPr>
              <p:grpSpPr>
                <a:xfrm>
                  <a:off x="927" y="238"/>
                  <a:ext cx="201" cy="189"/>
                  <a:chOff x="2136" y="1382"/>
                  <a:chExt cx="576" cy="576"/>
                </a:xfrm>
              </p:grpSpPr>
              <p:sp>
                <p:nvSpPr>
                  <p:cNvPr id="8216" name="Oval 20"/>
                  <p:cNvSpPr/>
                  <p:nvPr/>
                </p:nvSpPr>
                <p:spPr>
                  <a:xfrm>
                    <a:off x="2136" y="1382"/>
                    <a:ext cx="576" cy="576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9900"/>
                      </a:gs>
                      <a:gs pos="100000">
                        <a:srgbClr val="EC0000"/>
                      </a:gs>
                    </a:gsLst>
                    <a:lin ang="2700000" scaled="1"/>
                    <a:tileRect/>
                  </a:gradFill>
                  <a:ln w="28575" cap="flat" cmpd="sng">
                    <a:solidFill>
                      <a:srgbClr val="FF99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17" name="Oval 21"/>
                  <p:cNvSpPr/>
                  <p:nvPr/>
                </p:nvSpPr>
                <p:spPr>
                  <a:xfrm rot="-3104273">
                    <a:off x="2200" y="1471"/>
                    <a:ext cx="232" cy="149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FF9900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28575" cap="flat" cmpd="sng">
                    <a:solidFill>
                      <a:srgbClr val="FF99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8218" name="WordArt 22"/>
              <p:cNvSpPr>
                <a:spLocks noTextEdit="1"/>
              </p:cNvSpPr>
              <p:nvPr/>
            </p:nvSpPr>
            <p:spPr>
              <a:xfrm>
                <a:off x="2438" y="1408"/>
                <a:ext cx="2765" cy="2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楷体" panose="02010600040101010101" charset="-122"/>
                    <a:ea typeface="华文楷体" panose="02010600040101010101" charset="-122"/>
                  </a:rPr>
                  <a:t>这些谐振子和空腔中的辐射场</a:t>
                </a:r>
              </a:p>
            </p:txBody>
          </p:sp>
          <p:sp>
            <p:nvSpPr>
              <p:cNvPr id="8219" name="WordArt 23"/>
              <p:cNvSpPr>
                <a:spLocks noTextEdit="1"/>
              </p:cNvSpPr>
              <p:nvPr/>
            </p:nvSpPr>
            <p:spPr>
              <a:xfrm>
                <a:off x="2425" y="1739"/>
                <a:ext cx="2783" cy="2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楷体" panose="02010600040101010101" charset="-122"/>
                    <a:ea typeface="华文楷体" panose="02010600040101010101" charset="-122"/>
                  </a:rPr>
                  <a:t>相互作用过程中吸收和发射的</a:t>
                </a:r>
              </a:p>
            </p:txBody>
          </p:sp>
          <p:sp>
            <p:nvSpPr>
              <p:cNvPr id="8220" name="WordArt 24"/>
              <p:cNvSpPr>
                <a:spLocks noTextEdit="1"/>
              </p:cNvSpPr>
              <p:nvPr/>
            </p:nvSpPr>
            <p:spPr>
              <a:xfrm>
                <a:off x="2448" y="2050"/>
                <a:ext cx="2747" cy="2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楷体" panose="02010600040101010101" charset="-122"/>
                    <a:ea typeface="华文楷体" panose="02010600040101010101" charset="-122"/>
                  </a:rPr>
                  <a:t>能量是量子化的，只能取一些</a:t>
                </a:r>
              </a:p>
            </p:txBody>
          </p:sp>
          <p:sp>
            <p:nvSpPr>
              <p:cNvPr id="8221" name="WordArt 25"/>
              <p:cNvSpPr>
                <a:spLocks noTextEdit="1"/>
              </p:cNvSpPr>
              <p:nvPr/>
            </p:nvSpPr>
            <p:spPr>
              <a:xfrm>
                <a:off x="2443" y="2357"/>
                <a:ext cx="631" cy="19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楷体" panose="02010600040101010101" charset="-122"/>
                    <a:ea typeface="华文楷体" panose="02010600040101010101" charset="-122"/>
                  </a:rPr>
                  <a:t>分立值</a:t>
                </a:r>
              </a:p>
            </p:txBody>
          </p:sp>
        </p:grpSp>
        <p:grpSp>
          <p:nvGrpSpPr>
            <p:cNvPr id="8222" name="Group 26"/>
            <p:cNvGrpSpPr/>
            <p:nvPr/>
          </p:nvGrpSpPr>
          <p:grpSpPr>
            <a:xfrm>
              <a:off x="3185" y="2224"/>
              <a:ext cx="1468" cy="156"/>
              <a:chOff x="3313" y="2401"/>
              <a:chExt cx="1468" cy="156"/>
            </a:xfrm>
          </p:grpSpPr>
          <p:grpSp>
            <p:nvGrpSpPr>
              <p:cNvPr id="8223" name="Group 27"/>
              <p:cNvGrpSpPr/>
              <p:nvPr/>
            </p:nvGrpSpPr>
            <p:grpSpPr>
              <a:xfrm>
                <a:off x="3988" y="2439"/>
                <a:ext cx="195" cy="30"/>
                <a:chOff x="5081" y="3834"/>
                <a:chExt cx="211" cy="42"/>
              </a:xfrm>
            </p:grpSpPr>
            <p:sp>
              <p:nvSpPr>
                <p:cNvPr id="8224" name="Oval 28"/>
                <p:cNvSpPr/>
                <p:nvPr/>
              </p:nvSpPr>
              <p:spPr>
                <a:xfrm>
                  <a:off x="5081" y="3839"/>
                  <a:ext cx="35" cy="3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25" name="Oval 29"/>
                <p:cNvSpPr/>
                <p:nvPr/>
              </p:nvSpPr>
              <p:spPr>
                <a:xfrm>
                  <a:off x="5169" y="3841"/>
                  <a:ext cx="35" cy="3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26" name="Oval 30"/>
                <p:cNvSpPr/>
                <p:nvPr/>
              </p:nvSpPr>
              <p:spPr>
                <a:xfrm>
                  <a:off x="5257" y="3834"/>
                  <a:ext cx="35" cy="3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227" name="WordArt 31"/>
              <p:cNvSpPr>
                <a:spLocks noTextEdit="1"/>
              </p:cNvSpPr>
              <p:nvPr/>
            </p:nvSpPr>
            <p:spPr>
              <a:xfrm>
                <a:off x="3313" y="2414"/>
                <a:ext cx="102" cy="1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e</a:t>
                </a:r>
              </a:p>
            </p:txBody>
          </p:sp>
          <p:sp>
            <p:nvSpPr>
              <p:cNvPr id="8228" name="WordArt 32"/>
              <p:cNvSpPr>
                <a:spLocks noTextEdit="1"/>
              </p:cNvSpPr>
              <p:nvPr/>
            </p:nvSpPr>
            <p:spPr>
              <a:xfrm>
                <a:off x="3483" y="2486"/>
                <a:ext cx="31" cy="6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8229" name="WordArt 33"/>
              <p:cNvSpPr>
                <a:spLocks noTextEdit="1"/>
              </p:cNvSpPr>
              <p:nvPr/>
            </p:nvSpPr>
            <p:spPr>
              <a:xfrm>
                <a:off x="3690" y="2412"/>
                <a:ext cx="103" cy="1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e</a:t>
                </a:r>
              </a:p>
            </p:txBody>
          </p:sp>
          <p:sp>
            <p:nvSpPr>
              <p:cNvPr id="8230" name="WordArt 34"/>
              <p:cNvSpPr>
                <a:spLocks noTextEdit="1"/>
              </p:cNvSpPr>
              <p:nvPr/>
            </p:nvSpPr>
            <p:spPr>
              <a:xfrm>
                <a:off x="3588" y="2401"/>
                <a:ext cx="82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8231" name="WordArt 35"/>
              <p:cNvSpPr>
                <a:spLocks noTextEdit="1"/>
              </p:cNvSpPr>
              <p:nvPr/>
            </p:nvSpPr>
            <p:spPr>
              <a:xfrm>
                <a:off x="3832" y="2484"/>
                <a:ext cx="31" cy="6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8232" name="WordArt 36"/>
              <p:cNvSpPr>
                <a:spLocks noTextEdit="1"/>
              </p:cNvSpPr>
              <p:nvPr/>
            </p:nvSpPr>
            <p:spPr>
              <a:xfrm>
                <a:off x="4250" y="2490"/>
                <a:ext cx="31" cy="6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8233" name="WordArt 37"/>
              <p:cNvSpPr>
                <a:spLocks noTextEdit="1"/>
              </p:cNvSpPr>
              <p:nvPr/>
            </p:nvSpPr>
            <p:spPr>
              <a:xfrm>
                <a:off x="4385" y="2420"/>
                <a:ext cx="102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8234" name="WordArt 38"/>
              <p:cNvSpPr>
                <a:spLocks noTextEdit="1"/>
              </p:cNvSpPr>
              <p:nvPr/>
            </p:nvSpPr>
            <p:spPr>
              <a:xfrm>
                <a:off x="4522" y="2418"/>
                <a:ext cx="103" cy="1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e</a:t>
                </a:r>
              </a:p>
            </p:txBody>
          </p:sp>
          <p:sp>
            <p:nvSpPr>
              <p:cNvPr id="8235" name="WordArt 39"/>
              <p:cNvSpPr>
                <a:spLocks noTextEdit="1"/>
              </p:cNvSpPr>
              <p:nvPr/>
            </p:nvSpPr>
            <p:spPr>
              <a:xfrm>
                <a:off x="4744" y="2414"/>
                <a:ext cx="37" cy="14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endPara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</a:endParaRPr>
              </a:p>
            </p:txBody>
          </p:sp>
        </p:grpSp>
      </p:grpSp>
      <p:grpSp>
        <p:nvGrpSpPr>
          <p:cNvPr id="12" name="Group 40"/>
          <p:cNvGrpSpPr/>
          <p:nvPr/>
        </p:nvGrpSpPr>
        <p:grpSpPr>
          <a:xfrm>
            <a:off x="3138488" y="3557588"/>
            <a:ext cx="4802187" cy="1195387"/>
            <a:chOff x="2175" y="1995"/>
            <a:chExt cx="2848" cy="632"/>
          </a:xfrm>
        </p:grpSpPr>
        <p:grpSp>
          <p:nvGrpSpPr>
            <p:cNvPr id="8237" name="Group 41"/>
            <p:cNvGrpSpPr/>
            <p:nvPr/>
          </p:nvGrpSpPr>
          <p:grpSpPr>
            <a:xfrm>
              <a:off x="3054" y="2012"/>
              <a:ext cx="139" cy="174"/>
              <a:chOff x="3005" y="2669"/>
              <a:chExt cx="138" cy="174"/>
            </a:xfrm>
          </p:grpSpPr>
          <p:grpSp>
            <p:nvGrpSpPr>
              <p:cNvPr id="8238" name="Group 42"/>
              <p:cNvGrpSpPr/>
              <p:nvPr/>
            </p:nvGrpSpPr>
            <p:grpSpPr>
              <a:xfrm>
                <a:off x="3019" y="2669"/>
                <a:ext cx="124" cy="164"/>
                <a:chOff x="4104" y="563"/>
                <a:chExt cx="135" cy="175"/>
              </a:xfrm>
            </p:grpSpPr>
            <p:sp>
              <p:nvSpPr>
                <p:cNvPr id="8239" name="WordArt 43"/>
                <p:cNvSpPr>
                  <a:spLocks noTextEdit="1"/>
                </p:cNvSpPr>
                <p:nvPr/>
              </p:nvSpPr>
              <p:spPr>
                <a:xfrm>
                  <a:off x="4105" y="563"/>
                  <a:ext cx="134" cy="16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4080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8240" name="Freeform 44"/>
                <p:cNvSpPr/>
                <p:nvPr/>
              </p:nvSpPr>
              <p:spPr>
                <a:xfrm>
                  <a:off x="4104" y="567"/>
                  <a:ext cx="42" cy="27"/>
                </a:xfrm>
                <a:custGeom>
                  <a:avLst/>
                  <a:gdLst/>
                  <a:ahLst/>
                  <a:cxnLst>
                    <a:cxn ang="0">
                      <a:pos x="0" y="27"/>
                    </a:cxn>
                    <a:cxn ang="0">
                      <a:pos x="42" y="0"/>
                    </a:cxn>
                    <a:cxn ang="0">
                      <a:pos x="0" y="27"/>
                    </a:cxn>
                  </a:cxnLst>
                  <a:rect l="0" t="0" r="0" b="0"/>
                  <a:pathLst>
                    <a:path w="9" h="3">
                      <a:moveTo>
                        <a:pt x="0" y="3"/>
                      </a:moveTo>
                      <a:cubicBezTo>
                        <a:pt x="3" y="2"/>
                        <a:pt x="9" y="0"/>
                        <a:pt x="9" y="0"/>
                      </a:cubicBezTo>
                      <a:cubicBezTo>
                        <a:pt x="9" y="0"/>
                        <a:pt x="3" y="2"/>
                        <a:pt x="0" y="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1" name="Freeform 45"/>
                <p:cNvSpPr/>
                <p:nvPr/>
              </p:nvSpPr>
              <p:spPr>
                <a:xfrm rot="322371">
                  <a:off x="4104" y="685"/>
                  <a:ext cx="40" cy="53"/>
                </a:xfrm>
                <a:custGeom>
                  <a:avLst/>
                  <a:gdLst/>
                  <a:ahLst/>
                  <a:cxnLst>
                    <a:cxn ang="0">
                      <a:pos x="22" y="0"/>
                    </a:cxn>
                    <a:cxn ang="0">
                      <a:pos x="16" y="23"/>
                    </a:cxn>
                    <a:cxn ang="0">
                      <a:pos x="9" y="41"/>
                    </a:cxn>
                    <a:cxn ang="0">
                      <a:pos x="0" y="53"/>
                    </a:cxn>
                    <a:cxn ang="0">
                      <a:pos x="19" y="50"/>
                    </a:cxn>
                    <a:cxn ang="0">
                      <a:pos x="33" y="41"/>
                    </a:cxn>
                    <a:cxn ang="0">
                      <a:pos x="40" y="26"/>
                    </a:cxn>
                    <a:cxn ang="0">
                      <a:pos x="39" y="15"/>
                    </a:cxn>
                    <a:cxn ang="0">
                      <a:pos x="19" y="15"/>
                    </a:cxn>
                  </a:cxnLst>
                  <a:rect l="0" t="0" r="0" b="0"/>
                  <a:pathLst>
                    <a:path w="40" h="53">
                      <a:moveTo>
                        <a:pt x="22" y="0"/>
                      </a:moveTo>
                      <a:lnTo>
                        <a:pt x="16" y="23"/>
                      </a:lnTo>
                      <a:lnTo>
                        <a:pt x="9" y="41"/>
                      </a:lnTo>
                      <a:lnTo>
                        <a:pt x="0" y="53"/>
                      </a:lnTo>
                      <a:lnTo>
                        <a:pt x="19" y="50"/>
                      </a:lnTo>
                      <a:lnTo>
                        <a:pt x="33" y="41"/>
                      </a:lnTo>
                      <a:lnTo>
                        <a:pt x="40" y="26"/>
                      </a:lnTo>
                      <a:lnTo>
                        <a:pt x="39" y="15"/>
                      </a:lnTo>
                      <a:lnTo>
                        <a:pt x="19" y="15"/>
                      </a:lnTo>
                    </a:path>
                  </a:pathLst>
                </a:cu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42" name="Freeform 46"/>
              <p:cNvSpPr/>
              <p:nvPr/>
            </p:nvSpPr>
            <p:spPr>
              <a:xfrm>
                <a:off x="3005" y="2795"/>
                <a:ext cx="64" cy="48"/>
              </a:xfrm>
              <a:custGeom>
                <a:avLst/>
                <a:gdLst/>
                <a:ahLst/>
                <a:cxnLst>
                  <a:cxn ang="0">
                    <a:pos x="64" y="0"/>
                  </a:cxn>
                  <a:cxn ang="0">
                    <a:pos x="43" y="18"/>
                  </a:cxn>
                  <a:cxn ang="0">
                    <a:pos x="22" y="25"/>
                  </a:cxn>
                  <a:cxn ang="0">
                    <a:pos x="12" y="27"/>
                  </a:cxn>
                  <a:cxn ang="0">
                    <a:pos x="0" y="31"/>
                  </a:cxn>
                  <a:cxn ang="0">
                    <a:pos x="15" y="48"/>
                  </a:cxn>
                  <a:cxn ang="0">
                    <a:pos x="51" y="36"/>
                  </a:cxn>
                  <a:cxn ang="0">
                    <a:pos x="64" y="0"/>
                  </a:cxn>
                </a:cxnLst>
                <a:rect l="0" t="0" r="0" b="0"/>
                <a:pathLst>
                  <a:path w="64" h="48">
                    <a:moveTo>
                      <a:pt x="64" y="0"/>
                    </a:moveTo>
                    <a:lnTo>
                      <a:pt x="43" y="18"/>
                    </a:lnTo>
                    <a:lnTo>
                      <a:pt x="22" y="25"/>
                    </a:lnTo>
                    <a:lnTo>
                      <a:pt x="12" y="27"/>
                    </a:lnTo>
                    <a:lnTo>
                      <a:pt x="0" y="31"/>
                    </a:lnTo>
                    <a:lnTo>
                      <a:pt x="15" y="48"/>
                    </a:lnTo>
                    <a:lnTo>
                      <a:pt x="51" y="36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43" name="Group 47"/>
            <p:cNvGrpSpPr/>
            <p:nvPr/>
          </p:nvGrpSpPr>
          <p:grpSpPr>
            <a:xfrm>
              <a:off x="2175" y="1995"/>
              <a:ext cx="2848" cy="632"/>
              <a:chOff x="2026" y="2710"/>
              <a:chExt cx="2848" cy="632"/>
            </a:xfrm>
          </p:grpSpPr>
          <p:sp>
            <p:nvSpPr>
              <p:cNvPr id="8244" name="WordArt 48"/>
              <p:cNvSpPr>
                <a:spLocks noTextEdit="1"/>
              </p:cNvSpPr>
              <p:nvPr/>
            </p:nvSpPr>
            <p:spPr>
              <a:xfrm>
                <a:off x="4487" y="2954"/>
                <a:ext cx="361" cy="1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楷体" panose="02010600040101010101" charset="-122"/>
                    <a:ea typeface="华文楷体" panose="02010600040101010101" charset="-122"/>
                  </a:rPr>
                  <a:t>称为</a:t>
                </a:r>
              </a:p>
            </p:txBody>
          </p:sp>
          <p:grpSp>
            <p:nvGrpSpPr>
              <p:cNvPr id="8245" name="Group 49"/>
              <p:cNvGrpSpPr/>
              <p:nvPr/>
            </p:nvGrpSpPr>
            <p:grpSpPr>
              <a:xfrm>
                <a:off x="2026" y="2710"/>
                <a:ext cx="2848" cy="626"/>
                <a:chOff x="2026" y="2710"/>
                <a:chExt cx="3256" cy="839"/>
              </a:xfrm>
            </p:grpSpPr>
            <p:grpSp>
              <p:nvGrpSpPr>
                <p:cNvPr id="8246" name="Group 50"/>
                <p:cNvGrpSpPr/>
                <p:nvPr/>
              </p:nvGrpSpPr>
              <p:grpSpPr>
                <a:xfrm>
                  <a:off x="2026" y="2710"/>
                  <a:ext cx="216" cy="207"/>
                  <a:chOff x="891" y="201"/>
                  <a:chExt cx="269" cy="261"/>
                </a:xfrm>
              </p:grpSpPr>
              <p:sp>
                <p:nvSpPr>
                  <p:cNvPr id="8247" name="Oval 51"/>
                  <p:cNvSpPr/>
                  <p:nvPr/>
                </p:nvSpPr>
                <p:spPr>
                  <a:xfrm>
                    <a:off x="891" y="201"/>
                    <a:ext cx="269" cy="261"/>
                  </a:xfrm>
                  <a:prstGeom prst="ellipse">
                    <a:avLst/>
                  </a:prstGeom>
                  <a:solidFill>
                    <a:schemeClr val="bg1">
                      <a:alpha val="50194"/>
                    </a:schemeClr>
                  </a:solidFill>
                  <a:ln w="9525" cap="flat" cmpd="sng">
                    <a:solidFill>
                      <a:schemeClr val="bg1">
                        <a:alpha val="50194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8248" name="Group 52"/>
                  <p:cNvGrpSpPr/>
                  <p:nvPr/>
                </p:nvGrpSpPr>
                <p:grpSpPr>
                  <a:xfrm>
                    <a:off x="927" y="238"/>
                    <a:ext cx="201" cy="189"/>
                    <a:chOff x="2136" y="1382"/>
                    <a:chExt cx="576" cy="576"/>
                  </a:xfrm>
                </p:grpSpPr>
                <p:sp>
                  <p:nvSpPr>
                    <p:cNvPr id="8249" name="Oval 53"/>
                    <p:cNvSpPr/>
                    <p:nvPr/>
                  </p:nvSpPr>
                  <p:spPr>
                    <a:xfrm>
                      <a:off x="2136" y="1382"/>
                      <a:ext cx="576" cy="576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FF9900"/>
                        </a:gs>
                        <a:gs pos="100000">
                          <a:srgbClr val="EC0000"/>
                        </a:gs>
                      </a:gsLst>
                      <a:lin ang="2700000" scaled="1"/>
                      <a:tileRect/>
                    </a:gradFill>
                    <a:ln w="2857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50" name="Oval 54"/>
                    <p:cNvSpPr/>
                    <p:nvPr/>
                  </p:nvSpPr>
                  <p:spPr>
                    <a:xfrm rot="-3104273">
                      <a:off x="2200" y="1471"/>
                      <a:ext cx="232" cy="149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FFFF00"/>
                        </a:gs>
                        <a:gs pos="100000">
                          <a:srgbClr val="FF9900"/>
                        </a:gs>
                      </a:gsLst>
                      <a:path path="shape">
                        <a:fillToRect l="50000" t="50000" r="50000" b="50000"/>
                      </a:path>
                      <a:tileRect/>
                    </a:gradFill>
                    <a:ln w="28575" cap="flat" cmpd="sng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  <p:sp>
              <p:nvSpPr>
                <p:cNvPr id="8251" name="WordArt 55"/>
                <p:cNvSpPr>
                  <a:spLocks noTextEdit="1"/>
                </p:cNvSpPr>
                <p:nvPr/>
              </p:nvSpPr>
              <p:spPr>
                <a:xfrm>
                  <a:off x="2448" y="2721"/>
                  <a:ext cx="2834" cy="2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华文楷体" panose="02010600040101010101" charset="-122"/>
                      <a:ea typeface="华文楷体" panose="02010600040101010101" charset="-122"/>
                    </a:rPr>
                    <a:t>频率为   的谐振子，吸收和发射</a:t>
                  </a:r>
                </a:p>
              </p:txBody>
            </p:sp>
            <p:sp>
              <p:nvSpPr>
                <p:cNvPr id="8252" name="WordArt 56"/>
                <p:cNvSpPr>
                  <a:spLocks noTextEdit="1"/>
                </p:cNvSpPr>
                <p:nvPr/>
              </p:nvSpPr>
              <p:spPr>
                <a:xfrm>
                  <a:off x="2457" y="3027"/>
                  <a:ext cx="1543" cy="19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华文楷体" panose="02010600040101010101" charset="-122"/>
                      <a:ea typeface="华文楷体" panose="02010600040101010101" charset="-122"/>
                    </a:rPr>
                    <a:t>能量的最小值  </a:t>
                  </a:r>
                </a:p>
              </p:txBody>
            </p:sp>
            <p:sp>
              <p:nvSpPr>
                <p:cNvPr id="8253" name="WordArt 57"/>
                <p:cNvSpPr>
                  <a:spLocks noTextEdit="1"/>
                </p:cNvSpPr>
                <p:nvPr/>
              </p:nvSpPr>
              <p:spPr>
                <a:xfrm>
                  <a:off x="2442" y="3335"/>
                  <a:ext cx="1653" cy="21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华文楷体" panose="02010600040101010101" charset="-122"/>
                      <a:ea typeface="华文楷体" panose="02010600040101010101" charset="-122"/>
                    </a:rPr>
                    <a:t>能量子（或量子）</a:t>
                  </a:r>
                </a:p>
              </p:txBody>
            </p:sp>
            <p:grpSp>
              <p:nvGrpSpPr>
                <p:cNvPr id="8254" name="Group 58"/>
                <p:cNvGrpSpPr/>
                <p:nvPr/>
              </p:nvGrpSpPr>
              <p:grpSpPr>
                <a:xfrm>
                  <a:off x="4034" y="3011"/>
                  <a:ext cx="716" cy="223"/>
                  <a:chOff x="3911" y="2926"/>
                  <a:chExt cx="712" cy="223"/>
                </a:xfrm>
              </p:grpSpPr>
              <p:sp>
                <p:nvSpPr>
                  <p:cNvPr id="8255" name="WordArt 59"/>
                  <p:cNvSpPr>
                    <a:spLocks noTextEdit="1"/>
                  </p:cNvSpPr>
                  <p:nvPr/>
                </p:nvSpPr>
                <p:spPr>
                  <a:xfrm>
                    <a:off x="3911" y="2974"/>
                    <a:ext cx="101" cy="14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CC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CC0000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e</a:t>
                    </a:r>
                  </a:p>
                </p:txBody>
              </p:sp>
              <p:sp>
                <p:nvSpPr>
                  <p:cNvPr id="8256" name="WordArt 60"/>
                  <p:cNvSpPr>
                    <a:spLocks noTextEdit="1"/>
                  </p:cNvSpPr>
                  <p:nvPr/>
                </p:nvSpPr>
                <p:spPr>
                  <a:xfrm>
                    <a:off x="4309" y="2926"/>
                    <a:ext cx="129" cy="19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CC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CC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h</a:t>
                    </a:r>
                  </a:p>
                </p:txBody>
              </p:sp>
              <p:grpSp>
                <p:nvGrpSpPr>
                  <p:cNvPr id="8257" name="Group 61"/>
                  <p:cNvGrpSpPr/>
                  <p:nvPr/>
                </p:nvGrpSpPr>
                <p:grpSpPr>
                  <a:xfrm>
                    <a:off x="4485" y="2975"/>
                    <a:ext cx="138" cy="174"/>
                    <a:chOff x="3005" y="2669"/>
                    <a:chExt cx="138" cy="174"/>
                  </a:xfrm>
                </p:grpSpPr>
                <p:grpSp>
                  <p:nvGrpSpPr>
                    <p:cNvPr id="8258" name="Group 62"/>
                    <p:cNvGrpSpPr/>
                    <p:nvPr/>
                  </p:nvGrpSpPr>
                  <p:grpSpPr>
                    <a:xfrm>
                      <a:off x="3019" y="2669"/>
                      <a:ext cx="124" cy="164"/>
                      <a:chOff x="4104" y="563"/>
                      <a:chExt cx="135" cy="175"/>
                    </a:xfrm>
                  </p:grpSpPr>
                  <p:sp>
                    <p:nvSpPr>
                      <p:cNvPr id="8259" name="WordArt 63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4105" y="563"/>
                        <a:ext cx="134" cy="16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40801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i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8260" name="Freeform 64"/>
                      <p:cNvSpPr/>
                      <p:nvPr/>
                    </p:nvSpPr>
                    <p:spPr>
                      <a:xfrm>
                        <a:off x="4104" y="567"/>
                        <a:ext cx="42" cy="2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27"/>
                          </a:cxn>
                          <a:cxn ang="0">
                            <a:pos x="42" y="0"/>
                          </a:cxn>
                          <a:cxn ang="0">
                            <a:pos x="0" y="27"/>
                          </a:cxn>
                        </a:cxnLst>
                        <a:rect l="0" t="0" r="0" b="0"/>
                        <a:pathLst>
                          <a:path w="9" h="3">
                            <a:moveTo>
                              <a:pt x="0" y="3"/>
                            </a:moveTo>
                            <a:cubicBezTo>
                              <a:pt x="3" y="2"/>
                              <a:pt x="9" y="0"/>
                              <a:pt x="9" y="0"/>
                            </a:cubicBezTo>
                            <a:cubicBezTo>
                              <a:pt x="9" y="0"/>
                              <a:pt x="3" y="2"/>
                              <a:pt x="0" y="3"/>
                            </a:cubicBezTo>
                            <a:close/>
                          </a:path>
                        </a:pathLst>
                      </a:custGeom>
                      <a:solidFill>
                        <a:schemeClr val="tx1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8261" name="Freeform 65"/>
                      <p:cNvSpPr/>
                      <p:nvPr/>
                    </p:nvSpPr>
                    <p:spPr>
                      <a:xfrm rot="322371">
                        <a:off x="4104" y="685"/>
                        <a:ext cx="40" cy="5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22" y="0"/>
                          </a:cxn>
                          <a:cxn ang="0">
                            <a:pos x="16" y="23"/>
                          </a:cxn>
                          <a:cxn ang="0">
                            <a:pos x="9" y="41"/>
                          </a:cxn>
                          <a:cxn ang="0">
                            <a:pos x="0" y="53"/>
                          </a:cxn>
                          <a:cxn ang="0">
                            <a:pos x="19" y="50"/>
                          </a:cxn>
                          <a:cxn ang="0">
                            <a:pos x="33" y="41"/>
                          </a:cxn>
                          <a:cxn ang="0">
                            <a:pos x="40" y="26"/>
                          </a:cxn>
                          <a:cxn ang="0">
                            <a:pos x="39" y="15"/>
                          </a:cxn>
                          <a:cxn ang="0">
                            <a:pos x="19" y="15"/>
                          </a:cxn>
                        </a:cxnLst>
                        <a:rect l="0" t="0" r="0" b="0"/>
                        <a:pathLst>
                          <a:path w="40" h="53">
                            <a:moveTo>
                              <a:pt x="22" y="0"/>
                            </a:moveTo>
                            <a:lnTo>
                              <a:pt x="16" y="23"/>
                            </a:lnTo>
                            <a:lnTo>
                              <a:pt x="9" y="41"/>
                            </a:lnTo>
                            <a:lnTo>
                              <a:pt x="0" y="53"/>
                            </a:lnTo>
                            <a:lnTo>
                              <a:pt x="19" y="50"/>
                            </a:lnTo>
                            <a:lnTo>
                              <a:pt x="33" y="41"/>
                            </a:lnTo>
                            <a:lnTo>
                              <a:pt x="40" y="26"/>
                            </a:lnTo>
                            <a:lnTo>
                              <a:pt x="39" y="15"/>
                            </a:lnTo>
                            <a:lnTo>
                              <a:pt x="19" y="15"/>
                            </a:lnTo>
                          </a:path>
                        </a:pathLst>
                      </a:cu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8262" name="Freeform 66"/>
                    <p:cNvSpPr/>
                    <p:nvPr/>
                  </p:nvSpPr>
                  <p:spPr>
                    <a:xfrm>
                      <a:off x="3005" y="2795"/>
                      <a:ext cx="64" cy="48"/>
                    </a:xfrm>
                    <a:custGeom>
                      <a:avLst/>
                      <a:gdLst/>
                      <a:ahLst/>
                      <a:cxnLst>
                        <a:cxn ang="0">
                          <a:pos x="64" y="0"/>
                        </a:cxn>
                        <a:cxn ang="0">
                          <a:pos x="43" y="18"/>
                        </a:cxn>
                        <a:cxn ang="0">
                          <a:pos x="22" y="25"/>
                        </a:cxn>
                        <a:cxn ang="0">
                          <a:pos x="12" y="27"/>
                        </a:cxn>
                        <a:cxn ang="0">
                          <a:pos x="0" y="31"/>
                        </a:cxn>
                        <a:cxn ang="0">
                          <a:pos x="15" y="48"/>
                        </a:cxn>
                        <a:cxn ang="0">
                          <a:pos x="51" y="36"/>
                        </a:cxn>
                        <a:cxn ang="0">
                          <a:pos x="64" y="0"/>
                        </a:cxn>
                      </a:cxnLst>
                      <a:rect l="0" t="0" r="0" b="0"/>
                      <a:pathLst>
                        <a:path w="64" h="48">
                          <a:moveTo>
                            <a:pt x="64" y="0"/>
                          </a:moveTo>
                          <a:lnTo>
                            <a:pt x="43" y="18"/>
                          </a:lnTo>
                          <a:lnTo>
                            <a:pt x="22" y="25"/>
                          </a:lnTo>
                          <a:lnTo>
                            <a:pt x="12" y="27"/>
                          </a:lnTo>
                          <a:lnTo>
                            <a:pt x="0" y="31"/>
                          </a:lnTo>
                          <a:lnTo>
                            <a:pt x="15" y="48"/>
                          </a:lnTo>
                          <a:lnTo>
                            <a:pt x="51" y="36"/>
                          </a:lnTo>
                          <a:lnTo>
                            <a:pt x="64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noFill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263" name="Group 67"/>
                  <p:cNvGrpSpPr/>
                  <p:nvPr/>
                </p:nvGrpSpPr>
                <p:grpSpPr>
                  <a:xfrm>
                    <a:off x="4093" y="3033"/>
                    <a:ext cx="163" cy="60"/>
                    <a:chOff x="1260" y="2371"/>
                    <a:chExt cx="151" cy="53"/>
                  </a:xfrm>
                </p:grpSpPr>
                <p:sp>
                  <p:nvSpPr>
                    <p:cNvPr id="8264" name="Line 68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8265" name="Line 69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sp>
            <p:nvSpPr>
              <p:cNvPr id="8266" name="WordArt 70"/>
              <p:cNvSpPr>
                <a:spLocks noTextEdit="1"/>
              </p:cNvSpPr>
              <p:nvPr/>
            </p:nvSpPr>
            <p:spPr>
              <a:xfrm>
                <a:off x="3884" y="3288"/>
                <a:ext cx="61" cy="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</a:p>
            </p:txBody>
          </p:sp>
        </p:grpSp>
      </p:grpSp>
      <p:grpSp>
        <p:nvGrpSpPr>
          <p:cNvPr id="23" name="Group 71"/>
          <p:cNvGrpSpPr/>
          <p:nvPr/>
        </p:nvGrpSpPr>
        <p:grpSpPr>
          <a:xfrm>
            <a:off x="3662363" y="4975225"/>
            <a:ext cx="4273550" cy="381000"/>
            <a:chOff x="2164" y="3689"/>
            <a:chExt cx="3157" cy="221"/>
          </a:xfrm>
        </p:grpSpPr>
        <p:sp>
          <p:nvSpPr>
            <p:cNvPr id="8268" name="WordArt 72"/>
            <p:cNvSpPr>
              <a:spLocks noTextEdit="1"/>
            </p:cNvSpPr>
            <p:nvPr/>
          </p:nvSpPr>
          <p:spPr>
            <a:xfrm>
              <a:off x="3984" y="3748"/>
              <a:ext cx="264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</a:rPr>
                <a:t>称为</a:t>
              </a:r>
            </a:p>
          </p:txBody>
        </p:sp>
        <p:sp>
          <p:nvSpPr>
            <p:cNvPr id="8269" name="WordArt 73"/>
            <p:cNvSpPr>
              <a:spLocks noTextEdit="1"/>
            </p:cNvSpPr>
            <p:nvPr/>
          </p:nvSpPr>
          <p:spPr>
            <a:xfrm>
              <a:off x="4304" y="3715"/>
              <a:ext cx="1017" cy="19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楷体" panose="02010600040101010101" charset="-122"/>
                  <a:ea typeface="华文楷体" panose="02010600040101010101" charset="-122"/>
                </a:rPr>
                <a:t>普朗克常量</a:t>
              </a:r>
            </a:p>
          </p:txBody>
        </p:sp>
        <p:grpSp>
          <p:nvGrpSpPr>
            <p:cNvPr id="8270" name="Group 74"/>
            <p:cNvGrpSpPr/>
            <p:nvPr/>
          </p:nvGrpSpPr>
          <p:grpSpPr>
            <a:xfrm>
              <a:off x="2164" y="3689"/>
              <a:ext cx="1710" cy="212"/>
              <a:chOff x="2180" y="3697"/>
              <a:chExt cx="1710" cy="212"/>
            </a:xfrm>
          </p:grpSpPr>
          <p:sp>
            <p:nvSpPr>
              <p:cNvPr id="8271" name="WordArt 75"/>
              <p:cNvSpPr>
                <a:spLocks noTextEdit="1"/>
              </p:cNvSpPr>
              <p:nvPr/>
            </p:nvSpPr>
            <p:spPr>
              <a:xfrm>
                <a:off x="2487" y="3721"/>
                <a:ext cx="858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6.63×10</a:t>
                </a:r>
              </a:p>
            </p:txBody>
          </p:sp>
          <p:sp>
            <p:nvSpPr>
              <p:cNvPr id="8272" name="WordArt 76"/>
              <p:cNvSpPr>
                <a:spLocks noTextEdit="1"/>
              </p:cNvSpPr>
              <p:nvPr/>
            </p:nvSpPr>
            <p:spPr>
              <a:xfrm>
                <a:off x="2180" y="3699"/>
                <a:ext cx="129" cy="1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8273" name="Group 77"/>
              <p:cNvGrpSpPr/>
              <p:nvPr/>
            </p:nvGrpSpPr>
            <p:grpSpPr>
              <a:xfrm>
                <a:off x="2372" y="3792"/>
                <a:ext cx="155" cy="52"/>
                <a:chOff x="1260" y="2371"/>
                <a:chExt cx="151" cy="53"/>
              </a:xfrm>
            </p:grpSpPr>
            <p:sp>
              <p:nvSpPr>
                <p:cNvPr id="8274" name="Line 78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275" name="Line 79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276" name="WordArt 80"/>
              <p:cNvSpPr>
                <a:spLocks noTextEdit="1"/>
              </p:cNvSpPr>
              <p:nvPr/>
            </p:nvSpPr>
            <p:spPr>
              <a:xfrm>
                <a:off x="3395" y="3697"/>
                <a:ext cx="112" cy="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66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34</a:t>
                </a:r>
              </a:p>
            </p:txBody>
          </p:sp>
          <p:sp>
            <p:nvSpPr>
              <p:cNvPr id="8277" name="Line 81"/>
              <p:cNvSpPr/>
              <p:nvPr/>
            </p:nvSpPr>
            <p:spPr>
              <a:xfrm>
                <a:off x="3313" y="3735"/>
                <a:ext cx="61" cy="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78" name="WordArt 82"/>
              <p:cNvSpPr>
                <a:spLocks noTextEdit="1"/>
              </p:cNvSpPr>
              <p:nvPr/>
            </p:nvSpPr>
            <p:spPr>
              <a:xfrm>
                <a:off x="3550" y="3728"/>
                <a:ext cx="122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8279" name="Oval 83"/>
              <p:cNvSpPr/>
              <p:nvPr/>
            </p:nvSpPr>
            <p:spPr>
              <a:xfrm>
                <a:off x="3723" y="3813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80" name="WordArt 84"/>
              <p:cNvSpPr>
                <a:spLocks noTextEdit="1"/>
              </p:cNvSpPr>
              <p:nvPr/>
            </p:nvSpPr>
            <p:spPr>
              <a:xfrm>
                <a:off x="3821" y="3779"/>
                <a:ext cx="69" cy="10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</a:p>
            </p:txBody>
          </p:sp>
        </p:grpSp>
      </p:grpSp>
      <p:sp>
        <p:nvSpPr>
          <p:cNvPr id="8281" name="Rectangle 85" descr="羊皮纸"/>
          <p:cNvSpPr/>
          <p:nvPr/>
        </p:nvSpPr>
        <p:spPr>
          <a:xfrm>
            <a:off x="2687638" y="73025"/>
            <a:ext cx="157162" cy="5473700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82" name="Rectangle 86" descr="羊皮纸"/>
          <p:cNvSpPr/>
          <p:nvPr/>
        </p:nvSpPr>
        <p:spPr>
          <a:xfrm flipV="1">
            <a:off x="193675" y="60325"/>
            <a:ext cx="2627313" cy="296863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83" name="Rectangle 87" descr="羊皮纸"/>
          <p:cNvSpPr/>
          <p:nvPr/>
        </p:nvSpPr>
        <p:spPr>
          <a:xfrm flipV="1">
            <a:off x="180975" y="3459163"/>
            <a:ext cx="2641600" cy="2244725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84" name="Rectangle 88" descr="羊皮纸"/>
          <p:cNvSpPr/>
          <p:nvPr/>
        </p:nvSpPr>
        <p:spPr>
          <a:xfrm>
            <a:off x="166688" y="95250"/>
            <a:ext cx="109537" cy="5473700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285" name="Group 96"/>
          <p:cNvGrpSpPr/>
          <p:nvPr/>
        </p:nvGrpSpPr>
        <p:grpSpPr>
          <a:xfrm>
            <a:off x="357188" y="2025650"/>
            <a:ext cx="2306637" cy="2967038"/>
            <a:chOff x="341" y="878"/>
            <a:chExt cx="1453" cy="1966"/>
          </a:xfrm>
        </p:grpSpPr>
        <p:grpSp>
          <p:nvGrpSpPr>
            <p:cNvPr id="8286" name="Group 97"/>
            <p:cNvGrpSpPr/>
            <p:nvPr/>
          </p:nvGrpSpPr>
          <p:grpSpPr>
            <a:xfrm>
              <a:off x="341" y="878"/>
              <a:ext cx="1453" cy="1807"/>
              <a:chOff x="304" y="1296"/>
              <a:chExt cx="1754" cy="2135"/>
            </a:xfrm>
          </p:grpSpPr>
          <p:sp>
            <p:nvSpPr>
              <p:cNvPr id="8287" name="Rectangle 98" descr="普朗克"/>
              <p:cNvSpPr/>
              <p:nvPr/>
            </p:nvSpPr>
            <p:spPr>
              <a:xfrm>
                <a:off x="310" y="1307"/>
                <a:ext cx="1748" cy="212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88" name="Rectangle 99"/>
              <p:cNvSpPr/>
              <p:nvPr/>
            </p:nvSpPr>
            <p:spPr>
              <a:xfrm>
                <a:off x="304" y="1296"/>
                <a:ext cx="1750" cy="2126"/>
              </a:xfrm>
              <a:prstGeom prst="rect">
                <a:avLst/>
              </a:prstGeom>
              <a:noFill/>
              <a:ln w="381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289" name="Group 100"/>
            <p:cNvGrpSpPr/>
            <p:nvPr/>
          </p:nvGrpSpPr>
          <p:grpSpPr>
            <a:xfrm>
              <a:off x="350" y="2639"/>
              <a:ext cx="1432" cy="205"/>
              <a:chOff x="357" y="2639"/>
              <a:chExt cx="1425" cy="205"/>
            </a:xfrm>
          </p:grpSpPr>
          <p:sp>
            <p:nvSpPr>
              <p:cNvPr id="8290" name="Line 101"/>
              <p:cNvSpPr/>
              <p:nvPr/>
            </p:nvSpPr>
            <p:spPr>
              <a:xfrm flipV="1">
                <a:off x="380" y="2654"/>
                <a:ext cx="1278" cy="1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91" name="Line 102"/>
              <p:cNvSpPr/>
              <p:nvPr/>
            </p:nvSpPr>
            <p:spPr>
              <a:xfrm flipV="1">
                <a:off x="1636" y="2672"/>
                <a:ext cx="73" cy="6"/>
              </a:xfrm>
              <a:prstGeom prst="line">
                <a:avLst/>
              </a:prstGeom>
              <a:ln w="762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92" name="Rectangle 103"/>
              <p:cNvSpPr/>
              <p:nvPr/>
            </p:nvSpPr>
            <p:spPr>
              <a:xfrm>
                <a:off x="357" y="2656"/>
                <a:ext cx="1425" cy="1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3" name="Freeform 104"/>
              <p:cNvSpPr/>
              <p:nvPr/>
            </p:nvSpPr>
            <p:spPr>
              <a:xfrm>
                <a:off x="407" y="2639"/>
                <a:ext cx="865" cy="192"/>
              </a:xfrm>
              <a:custGeom>
                <a:avLst/>
                <a:gdLst/>
                <a:ahLst/>
                <a:cxnLst>
                  <a:cxn ang="0">
                    <a:pos x="15" y="48"/>
                  </a:cxn>
                  <a:cxn ang="0">
                    <a:pos x="31" y="28"/>
                  </a:cxn>
                  <a:cxn ang="0">
                    <a:pos x="57" y="10"/>
                  </a:cxn>
                  <a:cxn ang="0">
                    <a:pos x="84" y="10"/>
                  </a:cxn>
                  <a:cxn ang="0">
                    <a:pos x="126" y="28"/>
                  </a:cxn>
                  <a:cxn ang="0">
                    <a:pos x="156" y="10"/>
                  </a:cxn>
                  <a:cxn ang="0">
                    <a:pos x="189" y="18"/>
                  </a:cxn>
                  <a:cxn ang="0">
                    <a:pos x="207" y="25"/>
                  </a:cxn>
                  <a:cxn ang="0">
                    <a:pos x="250" y="31"/>
                  </a:cxn>
                  <a:cxn ang="0">
                    <a:pos x="279" y="12"/>
                  </a:cxn>
                  <a:cxn ang="0">
                    <a:pos x="313" y="15"/>
                  </a:cxn>
                  <a:cxn ang="0">
                    <a:pos x="330" y="21"/>
                  </a:cxn>
                  <a:cxn ang="0">
                    <a:pos x="354" y="43"/>
                  </a:cxn>
                  <a:cxn ang="0">
                    <a:pos x="369" y="43"/>
                  </a:cxn>
                  <a:cxn ang="0">
                    <a:pos x="396" y="16"/>
                  </a:cxn>
                  <a:cxn ang="0">
                    <a:pos x="426" y="13"/>
                  </a:cxn>
                  <a:cxn ang="0">
                    <a:pos x="456" y="10"/>
                  </a:cxn>
                  <a:cxn ang="0">
                    <a:pos x="484" y="22"/>
                  </a:cxn>
                  <a:cxn ang="0">
                    <a:pos x="507" y="37"/>
                  </a:cxn>
                  <a:cxn ang="0">
                    <a:pos x="538" y="40"/>
                  </a:cxn>
                  <a:cxn ang="0">
                    <a:pos x="570" y="58"/>
                  </a:cxn>
                  <a:cxn ang="0">
                    <a:pos x="624" y="19"/>
                  </a:cxn>
                  <a:cxn ang="0">
                    <a:pos x="655" y="6"/>
                  </a:cxn>
                  <a:cxn ang="0">
                    <a:pos x="694" y="6"/>
                  </a:cxn>
                  <a:cxn ang="0">
                    <a:pos x="703" y="40"/>
                  </a:cxn>
                  <a:cxn ang="0">
                    <a:pos x="747" y="42"/>
                  </a:cxn>
                  <a:cxn ang="0">
                    <a:pos x="778" y="34"/>
                  </a:cxn>
                  <a:cxn ang="0">
                    <a:pos x="793" y="9"/>
                  </a:cxn>
                  <a:cxn ang="0">
                    <a:pos x="837" y="7"/>
                  </a:cxn>
                  <a:cxn ang="0">
                    <a:pos x="838" y="54"/>
                  </a:cxn>
                  <a:cxn ang="0">
                    <a:pos x="846" y="97"/>
                  </a:cxn>
                  <a:cxn ang="0">
                    <a:pos x="837" y="118"/>
                  </a:cxn>
                  <a:cxn ang="0">
                    <a:pos x="859" y="133"/>
                  </a:cxn>
                  <a:cxn ang="0">
                    <a:pos x="853" y="178"/>
                  </a:cxn>
                  <a:cxn ang="0">
                    <a:pos x="807" y="181"/>
                  </a:cxn>
                  <a:cxn ang="0">
                    <a:pos x="789" y="154"/>
                  </a:cxn>
                  <a:cxn ang="0">
                    <a:pos x="753" y="156"/>
                  </a:cxn>
                  <a:cxn ang="0">
                    <a:pos x="699" y="159"/>
                  </a:cxn>
                  <a:cxn ang="0">
                    <a:pos x="652" y="156"/>
                  </a:cxn>
                  <a:cxn ang="0">
                    <a:pos x="616" y="162"/>
                  </a:cxn>
                  <a:cxn ang="0">
                    <a:pos x="579" y="154"/>
                  </a:cxn>
                  <a:cxn ang="0">
                    <a:pos x="556" y="180"/>
                  </a:cxn>
                  <a:cxn ang="0">
                    <a:pos x="528" y="175"/>
                  </a:cxn>
                  <a:cxn ang="0">
                    <a:pos x="445" y="163"/>
                  </a:cxn>
                  <a:cxn ang="0">
                    <a:pos x="405" y="157"/>
                  </a:cxn>
                  <a:cxn ang="0">
                    <a:pos x="378" y="168"/>
                  </a:cxn>
                  <a:cxn ang="0">
                    <a:pos x="345" y="171"/>
                  </a:cxn>
                  <a:cxn ang="0">
                    <a:pos x="295" y="172"/>
                  </a:cxn>
                  <a:cxn ang="0">
                    <a:pos x="268" y="174"/>
                  </a:cxn>
                  <a:cxn ang="0">
                    <a:pos x="226" y="171"/>
                  </a:cxn>
                  <a:cxn ang="0">
                    <a:pos x="199" y="168"/>
                  </a:cxn>
                  <a:cxn ang="0">
                    <a:pos x="169" y="177"/>
                  </a:cxn>
                  <a:cxn ang="0">
                    <a:pos x="141" y="160"/>
                  </a:cxn>
                  <a:cxn ang="0">
                    <a:pos x="115" y="172"/>
                  </a:cxn>
                  <a:cxn ang="0">
                    <a:pos x="81" y="172"/>
                  </a:cxn>
                  <a:cxn ang="0">
                    <a:pos x="42" y="172"/>
                  </a:cxn>
                  <a:cxn ang="0">
                    <a:pos x="24" y="151"/>
                  </a:cxn>
                  <a:cxn ang="0">
                    <a:pos x="12" y="112"/>
                  </a:cxn>
                  <a:cxn ang="0">
                    <a:pos x="0" y="90"/>
                  </a:cxn>
                  <a:cxn ang="0">
                    <a:pos x="13" y="67"/>
                  </a:cxn>
                </a:cxnLst>
                <a:rect l="0" t="0" r="0" b="0"/>
                <a:pathLst>
                  <a:path w="865" h="192">
                    <a:moveTo>
                      <a:pt x="13" y="67"/>
                    </a:moveTo>
                    <a:lnTo>
                      <a:pt x="15" y="48"/>
                    </a:lnTo>
                    <a:lnTo>
                      <a:pt x="24" y="37"/>
                    </a:lnTo>
                    <a:lnTo>
                      <a:pt x="31" y="28"/>
                    </a:lnTo>
                    <a:lnTo>
                      <a:pt x="42" y="13"/>
                    </a:lnTo>
                    <a:lnTo>
                      <a:pt x="57" y="10"/>
                    </a:lnTo>
                    <a:lnTo>
                      <a:pt x="73" y="18"/>
                    </a:lnTo>
                    <a:lnTo>
                      <a:pt x="84" y="10"/>
                    </a:lnTo>
                    <a:lnTo>
                      <a:pt x="105" y="13"/>
                    </a:lnTo>
                    <a:lnTo>
                      <a:pt x="126" y="28"/>
                    </a:lnTo>
                    <a:lnTo>
                      <a:pt x="141" y="15"/>
                    </a:lnTo>
                    <a:lnTo>
                      <a:pt x="156" y="10"/>
                    </a:lnTo>
                    <a:lnTo>
                      <a:pt x="175" y="16"/>
                    </a:lnTo>
                    <a:lnTo>
                      <a:pt x="189" y="18"/>
                    </a:lnTo>
                    <a:lnTo>
                      <a:pt x="199" y="16"/>
                    </a:lnTo>
                    <a:lnTo>
                      <a:pt x="207" y="25"/>
                    </a:lnTo>
                    <a:lnTo>
                      <a:pt x="228" y="18"/>
                    </a:lnTo>
                    <a:lnTo>
                      <a:pt x="250" y="31"/>
                    </a:lnTo>
                    <a:lnTo>
                      <a:pt x="267" y="33"/>
                    </a:lnTo>
                    <a:lnTo>
                      <a:pt x="279" y="12"/>
                    </a:lnTo>
                    <a:lnTo>
                      <a:pt x="297" y="9"/>
                    </a:lnTo>
                    <a:lnTo>
                      <a:pt x="313" y="15"/>
                    </a:lnTo>
                    <a:lnTo>
                      <a:pt x="321" y="25"/>
                    </a:lnTo>
                    <a:lnTo>
                      <a:pt x="330" y="21"/>
                    </a:lnTo>
                    <a:lnTo>
                      <a:pt x="346" y="27"/>
                    </a:lnTo>
                    <a:lnTo>
                      <a:pt x="354" y="43"/>
                    </a:lnTo>
                    <a:lnTo>
                      <a:pt x="360" y="52"/>
                    </a:lnTo>
                    <a:lnTo>
                      <a:pt x="369" y="43"/>
                    </a:lnTo>
                    <a:lnTo>
                      <a:pt x="379" y="28"/>
                    </a:lnTo>
                    <a:lnTo>
                      <a:pt x="396" y="16"/>
                    </a:lnTo>
                    <a:lnTo>
                      <a:pt x="409" y="16"/>
                    </a:lnTo>
                    <a:lnTo>
                      <a:pt x="426" y="13"/>
                    </a:lnTo>
                    <a:lnTo>
                      <a:pt x="439" y="24"/>
                    </a:lnTo>
                    <a:lnTo>
                      <a:pt x="456" y="10"/>
                    </a:lnTo>
                    <a:lnTo>
                      <a:pt x="474" y="12"/>
                    </a:lnTo>
                    <a:lnTo>
                      <a:pt x="484" y="22"/>
                    </a:lnTo>
                    <a:lnTo>
                      <a:pt x="489" y="43"/>
                    </a:lnTo>
                    <a:lnTo>
                      <a:pt x="507" y="37"/>
                    </a:lnTo>
                    <a:lnTo>
                      <a:pt x="520" y="45"/>
                    </a:lnTo>
                    <a:lnTo>
                      <a:pt x="538" y="40"/>
                    </a:lnTo>
                    <a:lnTo>
                      <a:pt x="565" y="48"/>
                    </a:lnTo>
                    <a:lnTo>
                      <a:pt x="570" y="58"/>
                    </a:lnTo>
                    <a:lnTo>
                      <a:pt x="591" y="33"/>
                    </a:lnTo>
                    <a:lnTo>
                      <a:pt x="624" y="19"/>
                    </a:lnTo>
                    <a:lnTo>
                      <a:pt x="643" y="21"/>
                    </a:lnTo>
                    <a:lnTo>
                      <a:pt x="655" y="6"/>
                    </a:lnTo>
                    <a:lnTo>
                      <a:pt x="678" y="0"/>
                    </a:lnTo>
                    <a:lnTo>
                      <a:pt x="694" y="6"/>
                    </a:lnTo>
                    <a:lnTo>
                      <a:pt x="708" y="30"/>
                    </a:lnTo>
                    <a:lnTo>
                      <a:pt x="703" y="40"/>
                    </a:lnTo>
                    <a:lnTo>
                      <a:pt x="720" y="43"/>
                    </a:lnTo>
                    <a:lnTo>
                      <a:pt x="747" y="42"/>
                    </a:lnTo>
                    <a:lnTo>
                      <a:pt x="765" y="49"/>
                    </a:lnTo>
                    <a:lnTo>
                      <a:pt x="778" y="34"/>
                    </a:lnTo>
                    <a:lnTo>
                      <a:pt x="784" y="24"/>
                    </a:lnTo>
                    <a:lnTo>
                      <a:pt x="793" y="9"/>
                    </a:lnTo>
                    <a:lnTo>
                      <a:pt x="814" y="1"/>
                    </a:lnTo>
                    <a:lnTo>
                      <a:pt x="837" y="7"/>
                    </a:lnTo>
                    <a:lnTo>
                      <a:pt x="847" y="25"/>
                    </a:lnTo>
                    <a:lnTo>
                      <a:pt x="838" y="54"/>
                    </a:lnTo>
                    <a:lnTo>
                      <a:pt x="847" y="79"/>
                    </a:lnTo>
                    <a:lnTo>
                      <a:pt x="846" y="97"/>
                    </a:lnTo>
                    <a:lnTo>
                      <a:pt x="837" y="106"/>
                    </a:lnTo>
                    <a:lnTo>
                      <a:pt x="837" y="118"/>
                    </a:lnTo>
                    <a:lnTo>
                      <a:pt x="847" y="120"/>
                    </a:lnTo>
                    <a:lnTo>
                      <a:pt x="859" y="133"/>
                    </a:lnTo>
                    <a:lnTo>
                      <a:pt x="865" y="156"/>
                    </a:lnTo>
                    <a:lnTo>
                      <a:pt x="853" y="178"/>
                    </a:lnTo>
                    <a:lnTo>
                      <a:pt x="822" y="192"/>
                    </a:lnTo>
                    <a:lnTo>
                      <a:pt x="807" y="181"/>
                    </a:lnTo>
                    <a:lnTo>
                      <a:pt x="796" y="162"/>
                    </a:lnTo>
                    <a:lnTo>
                      <a:pt x="789" y="154"/>
                    </a:lnTo>
                    <a:lnTo>
                      <a:pt x="775" y="159"/>
                    </a:lnTo>
                    <a:lnTo>
                      <a:pt x="753" y="156"/>
                    </a:lnTo>
                    <a:lnTo>
                      <a:pt x="721" y="156"/>
                    </a:lnTo>
                    <a:lnTo>
                      <a:pt x="699" y="159"/>
                    </a:lnTo>
                    <a:lnTo>
                      <a:pt x="682" y="165"/>
                    </a:lnTo>
                    <a:lnTo>
                      <a:pt x="652" y="156"/>
                    </a:lnTo>
                    <a:lnTo>
                      <a:pt x="628" y="162"/>
                    </a:lnTo>
                    <a:lnTo>
                      <a:pt x="616" y="162"/>
                    </a:lnTo>
                    <a:lnTo>
                      <a:pt x="589" y="160"/>
                    </a:lnTo>
                    <a:lnTo>
                      <a:pt x="579" y="154"/>
                    </a:lnTo>
                    <a:lnTo>
                      <a:pt x="571" y="171"/>
                    </a:lnTo>
                    <a:lnTo>
                      <a:pt x="556" y="180"/>
                    </a:lnTo>
                    <a:lnTo>
                      <a:pt x="541" y="183"/>
                    </a:lnTo>
                    <a:lnTo>
                      <a:pt x="528" y="175"/>
                    </a:lnTo>
                    <a:lnTo>
                      <a:pt x="510" y="163"/>
                    </a:lnTo>
                    <a:lnTo>
                      <a:pt x="445" y="163"/>
                    </a:lnTo>
                    <a:lnTo>
                      <a:pt x="418" y="157"/>
                    </a:lnTo>
                    <a:lnTo>
                      <a:pt x="405" y="157"/>
                    </a:lnTo>
                    <a:lnTo>
                      <a:pt x="394" y="163"/>
                    </a:lnTo>
                    <a:lnTo>
                      <a:pt x="378" y="168"/>
                    </a:lnTo>
                    <a:lnTo>
                      <a:pt x="363" y="156"/>
                    </a:lnTo>
                    <a:lnTo>
                      <a:pt x="345" y="171"/>
                    </a:lnTo>
                    <a:lnTo>
                      <a:pt x="324" y="180"/>
                    </a:lnTo>
                    <a:lnTo>
                      <a:pt x="295" y="172"/>
                    </a:lnTo>
                    <a:lnTo>
                      <a:pt x="283" y="165"/>
                    </a:lnTo>
                    <a:lnTo>
                      <a:pt x="268" y="174"/>
                    </a:lnTo>
                    <a:lnTo>
                      <a:pt x="243" y="177"/>
                    </a:lnTo>
                    <a:lnTo>
                      <a:pt x="226" y="171"/>
                    </a:lnTo>
                    <a:lnTo>
                      <a:pt x="213" y="175"/>
                    </a:lnTo>
                    <a:lnTo>
                      <a:pt x="199" y="168"/>
                    </a:lnTo>
                    <a:lnTo>
                      <a:pt x="183" y="171"/>
                    </a:lnTo>
                    <a:lnTo>
                      <a:pt x="169" y="177"/>
                    </a:lnTo>
                    <a:lnTo>
                      <a:pt x="150" y="168"/>
                    </a:lnTo>
                    <a:lnTo>
                      <a:pt x="141" y="160"/>
                    </a:lnTo>
                    <a:lnTo>
                      <a:pt x="126" y="157"/>
                    </a:lnTo>
                    <a:lnTo>
                      <a:pt x="115" y="172"/>
                    </a:lnTo>
                    <a:lnTo>
                      <a:pt x="99" y="178"/>
                    </a:lnTo>
                    <a:lnTo>
                      <a:pt x="81" y="172"/>
                    </a:lnTo>
                    <a:lnTo>
                      <a:pt x="61" y="178"/>
                    </a:lnTo>
                    <a:lnTo>
                      <a:pt x="42" y="172"/>
                    </a:lnTo>
                    <a:lnTo>
                      <a:pt x="30" y="166"/>
                    </a:lnTo>
                    <a:lnTo>
                      <a:pt x="24" y="151"/>
                    </a:lnTo>
                    <a:lnTo>
                      <a:pt x="24" y="120"/>
                    </a:lnTo>
                    <a:lnTo>
                      <a:pt x="12" y="112"/>
                    </a:lnTo>
                    <a:lnTo>
                      <a:pt x="1" y="105"/>
                    </a:lnTo>
                    <a:lnTo>
                      <a:pt x="0" y="90"/>
                    </a:lnTo>
                    <a:lnTo>
                      <a:pt x="3" y="79"/>
                    </a:lnTo>
                    <a:lnTo>
                      <a:pt x="13" y="67"/>
                    </a:lnTo>
                    <a:close/>
                  </a:path>
                </a:pathLst>
              </a:custGeom>
              <a:solidFill>
                <a:srgbClr val="F8F8F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4" name="WordArt 105"/>
              <p:cNvSpPr>
                <a:spLocks noTextEdit="1"/>
              </p:cNvSpPr>
              <p:nvPr/>
            </p:nvSpPr>
            <p:spPr>
              <a:xfrm>
                <a:off x="783" y="2664"/>
                <a:ext cx="461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Monotype Corsiva" panose="03010101010201010101" charset="0"/>
                    <a:ea typeface="Monotype Corsiva" panose="03010101010201010101" charset="0"/>
                  </a:rPr>
                  <a:t>Max  Planck</a:t>
                </a:r>
              </a:p>
            </p:txBody>
          </p:sp>
          <p:sp>
            <p:nvSpPr>
              <p:cNvPr id="8295" name="WordArt 106"/>
              <p:cNvSpPr>
                <a:spLocks noTextEdit="1"/>
              </p:cNvSpPr>
              <p:nvPr/>
            </p:nvSpPr>
            <p:spPr>
              <a:xfrm>
                <a:off x="433" y="2672"/>
                <a:ext cx="314" cy="12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普朗克</a:t>
                </a:r>
              </a:p>
            </p:txBody>
          </p:sp>
          <p:sp>
            <p:nvSpPr>
              <p:cNvPr id="8296" name="Freeform 107"/>
              <p:cNvSpPr/>
              <p:nvPr/>
            </p:nvSpPr>
            <p:spPr>
              <a:xfrm>
                <a:off x="1284" y="2657"/>
                <a:ext cx="467" cy="147"/>
              </a:xfrm>
              <a:custGeom>
                <a:avLst/>
                <a:gdLst/>
                <a:ahLst/>
                <a:cxnLst>
                  <a:cxn ang="0">
                    <a:pos x="12" y="41"/>
                  </a:cxn>
                  <a:cxn ang="0">
                    <a:pos x="26" y="24"/>
                  </a:cxn>
                  <a:cxn ang="0">
                    <a:pos x="44" y="11"/>
                  </a:cxn>
                  <a:cxn ang="0">
                    <a:pos x="53" y="3"/>
                  </a:cxn>
                  <a:cxn ang="0">
                    <a:pos x="69" y="3"/>
                  </a:cxn>
                  <a:cxn ang="0">
                    <a:pos x="78" y="12"/>
                  </a:cxn>
                  <a:cxn ang="0">
                    <a:pos x="95" y="2"/>
                  </a:cxn>
                  <a:cxn ang="0">
                    <a:pos x="114" y="5"/>
                  </a:cxn>
                  <a:cxn ang="0">
                    <a:pos x="128" y="12"/>
                  </a:cxn>
                  <a:cxn ang="0">
                    <a:pos x="150" y="6"/>
                  </a:cxn>
                  <a:cxn ang="0">
                    <a:pos x="165" y="0"/>
                  </a:cxn>
                  <a:cxn ang="0">
                    <a:pos x="185" y="6"/>
                  </a:cxn>
                  <a:cxn ang="0">
                    <a:pos x="203" y="3"/>
                  </a:cxn>
                  <a:cxn ang="0">
                    <a:pos x="221" y="14"/>
                  </a:cxn>
                  <a:cxn ang="0">
                    <a:pos x="234" y="27"/>
                  </a:cxn>
                  <a:cxn ang="0">
                    <a:pos x="261" y="18"/>
                  </a:cxn>
                  <a:cxn ang="0">
                    <a:pos x="276" y="3"/>
                  </a:cxn>
                  <a:cxn ang="0">
                    <a:pos x="294" y="3"/>
                  </a:cxn>
                  <a:cxn ang="0">
                    <a:pos x="308" y="12"/>
                  </a:cxn>
                  <a:cxn ang="0">
                    <a:pos x="327" y="3"/>
                  </a:cxn>
                  <a:cxn ang="0">
                    <a:pos x="341" y="12"/>
                  </a:cxn>
                  <a:cxn ang="0">
                    <a:pos x="348" y="20"/>
                  </a:cxn>
                  <a:cxn ang="0">
                    <a:pos x="371" y="6"/>
                  </a:cxn>
                  <a:cxn ang="0">
                    <a:pos x="395" y="6"/>
                  </a:cxn>
                  <a:cxn ang="0">
                    <a:pos x="443" y="3"/>
                  </a:cxn>
                  <a:cxn ang="0">
                    <a:pos x="465" y="17"/>
                  </a:cxn>
                  <a:cxn ang="0">
                    <a:pos x="467" y="32"/>
                  </a:cxn>
                  <a:cxn ang="0">
                    <a:pos x="452" y="60"/>
                  </a:cxn>
                  <a:cxn ang="0">
                    <a:pos x="435" y="95"/>
                  </a:cxn>
                  <a:cxn ang="0">
                    <a:pos x="422" y="131"/>
                  </a:cxn>
                  <a:cxn ang="0">
                    <a:pos x="408" y="143"/>
                  </a:cxn>
                  <a:cxn ang="0">
                    <a:pos x="392" y="144"/>
                  </a:cxn>
                  <a:cxn ang="0">
                    <a:pos x="380" y="137"/>
                  </a:cxn>
                  <a:cxn ang="0">
                    <a:pos x="363" y="147"/>
                  </a:cxn>
                  <a:cxn ang="0">
                    <a:pos x="341" y="143"/>
                  </a:cxn>
                  <a:cxn ang="0">
                    <a:pos x="333" y="122"/>
                  </a:cxn>
                  <a:cxn ang="0">
                    <a:pos x="321" y="131"/>
                  </a:cxn>
                  <a:cxn ang="0">
                    <a:pos x="284" y="140"/>
                  </a:cxn>
                  <a:cxn ang="0">
                    <a:pos x="251" y="140"/>
                  </a:cxn>
                  <a:cxn ang="0">
                    <a:pos x="230" y="140"/>
                  </a:cxn>
                  <a:cxn ang="0">
                    <a:pos x="222" y="117"/>
                  </a:cxn>
                  <a:cxn ang="0">
                    <a:pos x="209" y="135"/>
                  </a:cxn>
                  <a:cxn ang="0">
                    <a:pos x="186" y="138"/>
                  </a:cxn>
                  <a:cxn ang="0">
                    <a:pos x="159" y="132"/>
                  </a:cxn>
                  <a:cxn ang="0">
                    <a:pos x="150" y="137"/>
                  </a:cxn>
                  <a:cxn ang="0">
                    <a:pos x="134" y="143"/>
                  </a:cxn>
                  <a:cxn ang="0">
                    <a:pos x="108" y="140"/>
                  </a:cxn>
                  <a:cxn ang="0">
                    <a:pos x="92" y="137"/>
                  </a:cxn>
                  <a:cxn ang="0">
                    <a:pos x="72" y="138"/>
                  </a:cxn>
                  <a:cxn ang="0">
                    <a:pos x="39" y="138"/>
                  </a:cxn>
                  <a:cxn ang="0">
                    <a:pos x="23" y="138"/>
                  </a:cxn>
                  <a:cxn ang="0">
                    <a:pos x="5" y="122"/>
                  </a:cxn>
                  <a:cxn ang="0">
                    <a:pos x="0" y="105"/>
                  </a:cxn>
                  <a:cxn ang="0">
                    <a:pos x="11" y="96"/>
                  </a:cxn>
                  <a:cxn ang="0">
                    <a:pos x="23" y="68"/>
                  </a:cxn>
                  <a:cxn ang="0">
                    <a:pos x="9" y="56"/>
                  </a:cxn>
                  <a:cxn ang="0">
                    <a:pos x="12" y="41"/>
                  </a:cxn>
                </a:cxnLst>
                <a:rect l="0" t="0" r="0" b="0"/>
                <a:pathLst>
                  <a:path w="467" h="147">
                    <a:moveTo>
                      <a:pt x="12" y="41"/>
                    </a:moveTo>
                    <a:lnTo>
                      <a:pt x="26" y="24"/>
                    </a:lnTo>
                    <a:lnTo>
                      <a:pt x="44" y="11"/>
                    </a:lnTo>
                    <a:lnTo>
                      <a:pt x="53" y="3"/>
                    </a:lnTo>
                    <a:lnTo>
                      <a:pt x="69" y="3"/>
                    </a:lnTo>
                    <a:lnTo>
                      <a:pt x="78" y="12"/>
                    </a:lnTo>
                    <a:lnTo>
                      <a:pt x="95" y="2"/>
                    </a:lnTo>
                    <a:lnTo>
                      <a:pt x="114" y="5"/>
                    </a:lnTo>
                    <a:lnTo>
                      <a:pt x="128" y="12"/>
                    </a:lnTo>
                    <a:lnTo>
                      <a:pt x="150" y="6"/>
                    </a:lnTo>
                    <a:lnTo>
                      <a:pt x="165" y="0"/>
                    </a:lnTo>
                    <a:lnTo>
                      <a:pt x="185" y="6"/>
                    </a:lnTo>
                    <a:lnTo>
                      <a:pt x="203" y="3"/>
                    </a:lnTo>
                    <a:lnTo>
                      <a:pt x="221" y="14"/>
                    </a:lnTo>
                    <a:lnTo>
                      <a:pt x="234" y="27"/>
                    </a:lnTo>
                    <a:lnTo>
                      <a:pt x="261" y="18"/>
                    </a:lnTo>
                    <a:lnTo>
                      <a:pt x="276" y="3"/>
                    </a:lnTo>
                    <a:lnTo>
                      <a:pt x="294" y="3"/>
                    </a:lnTo>
                    <a:lnTo>
                      <a:pt x="308" y="12"/>
                    </a:lnTo>
                    <a:lnTo>
                      <a:pt x="327" y="3"/>
                    </a:lnTo>
                    <a:lnTo>
                      <a:pt x="341" y="12"/>
                    </a:lnTo>
                    <a:lnTo>
                      <a:pt x="348" y="20"/>
                    </a:lnTo>
                    <a:lnTo>
                      <a:pt x="371" y="6"/>
                    </a:lnTo>
                    <a:lnTo>
                      <a:pt x="395" y="6"/>
                    </a:lnTo>
                    <a:lnTo>
                      <a:pt x="443" y="3"/>
                    </a:lnTo>
                    <a:lnTo>
                      <a:pt x="465" y="17"/>
                    </a:lnTo>
                    <a:lnTo>
                      <a:pt x="467" y="32"/>
                    </a:lnTo>
                    <a:lnTo>
                      <a:pt x="452" y="60"/>
                    </a:lnTo>
                    <a:lnTo>
                      <a:pt x="435" y="95"/>
                    </a:lnTo>
                    <a:lnTo>
                      <a:pt x="422" y="131"/>
                    </a:lnTo>
                    <a:lnTo>
                      <a:pt x="408" y="143"/>
                    </a:lnTo>
                    <a:lnTo>
                      <a:pt x="392" y="144"/>
                    </a:lnTo>
                    <a:lnTo>
                      <a:pt x="380" y="137"/>
                    </a:lnTo>
                    <a:lnTo>
                      <a:pt x="363" y="147"/>
                    </a:lnTo>
                    <a:lnTo>
                      <a:pt x="341" y="143"/>
                    </a:lnTo>
                    <a:lnTo>
                      <a:pt x="333" y="122"/>
                    </a:lnTo>
                    <a:lnTo>
                      <a:pt x="321" y="131"/>
                    </a:lnTo>
                    <a:lnTo>
                      <a:pt x="284" y="140"/>
                    </a:lnTo>
                    <a:lnTo>
                      <a:pt x="251" y="140"/>
                    </a:lnTo>
                    <a:lnTo>
                      <a:pt x="230" y="140"/>
                    </a:lnTo>
                    <a:lnTo>
                      <a:pt x="222" y="117"/>
                    </a:lnTo>
                    <a:lnTo>
                      <a:pt x="209" y="135"/>
                    </a:lnTo>
                    <a:lnTo>
                      <a:pt x="186" y="138"/>
                    </a:lnTo>
                    <a:lnTo>
                      <a:pt x="159" y="132"/>
                    </a:lnTo>
                    <a:lnTo>
                      <a:pt x="150" y="137"/>
                    </a:lnTo>
                    <a:lnTo>
                      <a:pt x="134" y="143"/>
                    </a:lnTo>
                    <a:lnTo>
                      <a:pt x="108" y="140"/>
                    </a:lnTo>
                    <a:lnTo>
                      <a:pt x="92" y="137"/>
                    </a:lnTo>
                    <a:lnTo>
                      <a:pt x="72" y="138"/>
                    </a:lnTo>
                    <a:lnTo>
                      <a:pt x="39" y="138"/>
                    </a:lnTo>
                    <a:lnTo>
                      <a:pt x="23" y="138"/>
                    </a:lnTo>
                    <a:lnTo>
                      <a:pt x="5" y="122"/>
                    </a:lnTo>
                    <a:lnTo>
                      <a:pt x="0" y="105"/>
                    </a:lnTo>
                    <a:lnTo>
                      <a:pt x="11" y="96"/>
                    </a:lnTo>
                    <a:lnTo>
                      <a:pt x="23" y="68"/>
                    </a:lnTo>
                    <a:lnTo>
                      <a:pt x="9" y="56"/>
                    </a:lnTo>
                    <a:lnTo>
                      <a:pt x="12" y="41"/>
                    </a:lnTo>
                    <a:close/>
                  </a:path>
                </a:pathLst>
              </a:custGeom>
              <a:solidFill>
                <a:srgbClr val="F8F8F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7" name="WordArt 108"/>
              <p:cNvSpPr>
                <a:spLocks noTextEdit="1"/>
              </p:cNvSpPr>
              <p:nvPr/>
            </p:nvSpPr>
            <p:spPr>
              <a:xfrm>
                <a:off x="1306" y="2682"/>
                <a:ext cx="414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Monotype Corsiva" panose="03010101010201010101" charset="0"/>
                    <a:ea typeface="Monotype Corsiva" panose="03010101010201010101" charset="0"/>
                  </a:rPr>
                  <a:t>1858-1947</a:t>
                </a:r>
              </a:p>
            </p:txBody>
          </p:sp>
        </p:grpSp>
      </p:grpSp>
      <p:sp>
        <p:nvSpPr>
          <p:cNvPr id="8298" name="Freeform 109"/>
          <p:cNvSpPr/>
          <p:nvPr/>
        </p:nvSpPr>
        <p:spPr>
          <a:xfrm>
            <a:off x="2374900" y="3059113"/>
            <a:ext cx="163513" cy="41275"/>
          </a:xfrm>
          <a:custGeom>
            <a:avLst/>
            <a:gdLst/>
            <a:ahLst/>
            <a:cxnLst>
              <a:cxn ang="0">
                <a:pos x="163513" y="0"/>
              </a:cxn>
              <a:cxn ang="0">
                <a:pos x="128588" y="38100"/>
              </a:cxn>
              <a:cxn ang="0">
                <a:pos x="0" y="41275"/>
              </a:cxn>
              <a:cxn ang="0">
                <a:pos x="4763" y="17463"/>
              </a:cxn>
              <a:cxn ang="0">
                <a:pos x="163513" y="0"/>
              </a:cxn>
            </a:cxnLst>
            <a:rect l="0" t="0" r="0" b="0"/>
            <a:pathLst>
              <a:path w="103" h="26">
                <a:moveTo>
                  <a:pt x="103" y="0"/>
                </a:moveTo>
                <a:lnTo>
                  <a:pt x="81" y="24"/>
                </a:lnTo>
                <a:lnTo>
                  <a:pt x="0" y="26"/>
                </a:lnTo>
                <a:lnTo>
                  <a:pt x="3" y="11"/>
                </a:lnTo>
                <a:lnTo>
                  <a:pt x="103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0" name="Group 117"/>
          <p:cNvGrpSpPr/>
          <p:nvPr/>
        </p:nvGrpSpPr>
        <p:grpSpPr>
          <a:xfrm>
            <a:off x="7691438" y="228600"/>
            <a:ext cx="1308100" cy="971550"/>
            <a:chOff x="4161" y="1480"/>
            <a:chExt cx="1007" cy="694"/>
          </a:xfrm>
        </p:grpSpPr>
        <p:sp>
          <p:nvSpPr>
            <p:cNvPr id="8300" name="AutoShape 118" descr="大纸屑"/>
            <p:cNvSpPr/>
            <p:nvPr/>
          </p:nvSpPr>
          <p:spPr>
            <a:xfrm>
              <a:off x="4161" y="1480"/>
              <a:ext cx="899" cy="694"/>
            </a:xfrm>
            <a:custGeom>
              <a:avLst/>
              <a:gdLst/>
              <a:ahLst/>
              <a:cxnLst>
                <a:cxn ang="0">
                  <a:pos x="0" y="347"/>
                </a:cxn>
                <a:cxn ang="0">
                  <a:pos x="450" y="0"/>
                </a:cxn>
                <a:cxn ang="0">
                  <a:pos x="899" y="347"/>
                </a:cxn>
                <a:cxn ang="0">
                  <a:pos x="450" y="694"/>
                </a:cxn>
                <a:cxn ang="0">
                  <a:pos x="0" y="347"/>
                </a:cxn>
                <a:cxn ang="0">
                  <a:pos x="140" y="347"/>
                </a:cxn>
                <a:cxn ang="0">
                  <a:pos x="450" y="586"/>
                </a:cxn>
                <a:cxn ang="0">
                  <a:pos x="759" y="347"/>
                </a:cxn>
                <a:cxn ang="0">
                  <a:pos x="450" y="108"/>
                </a:cxn>
                <a:cxn ang="0">
                  <a:pos x="140" y="347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64" y="10800"/>
                  </a:moveTo>
                  <a:cubicBezTo>
                    <a:pt x="3364" y="14907"/>
                    <a:pt x="6693" y="18236"/>
                    <a:pt x="10800" y="18236"/>
                  </a:cubicBezTo>
                  <a:cubicBezTo>
                    <a:pt x="14907" y="18236"/>
                    <a:pt x="18236" y="14907"/>
                    <a:pt x="18236" y="10800"/>
                  </a:cubicBezTo>
                  <a:cubicBezTo>
                    <a:pt x="18236" y="6693"/>
                    <a:pt x="14907" y="3364"/>
                    <a:pt x="10800" y="3364"/>
                  </a:cubicBezTo>
                  <a:cubicBezTo>
                    <a:pt x="6693" y="3364"/>
                    <a:pt x="3364" y="6693"/>
                    <a:pt x="3364" y="10800"/>
                  </a:cubicBezTo>
                  <a:close/>
                </a:path>
              </a:pathLst>
            </a:custGeom>
            <a:pattFill prst="lgConfetti">
              <a:fgClr>
                <a:schemeClr val="tx1"/>
              </a:fgClr>
              <a:bgClr>
                <a:srgbClr val="FFB9B9"/>
              </a:bgClr>
            </a:patt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1" name="Rectangle 119"/>
            <p:cNvSpPr/>
            <p:nvPr/>
          </p:nvSpPr>
          <p:spPr>
            <a:xfrm>
              <a:off x="4881" y="1775"/>
              <a:ext cx="203" cy="6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02" name="AutoShape 120"/>
            <p:cNvSpPr/>
            <p:nvPr/>
          </p:nvSpPr>
          <p:spPr>
            <a:xfrm>
              <a:off x="4598" y="2031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03" name="AutoShape 121"/>
            <p:cNvSpPr/>
            <p:nvPr/>
          </p:nvSpPr>
          <p:spPr>
            <a:xfrm rot="10690768">
              <a:off x="4597" y="1594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04" name="AutoShape 122"/>
            <p:cNvSpPr/>
            <p:nvPr/>
          </p:nvSpPr>
          <p:spPr>
            <a:xfrm rot="5400000">
              <a:off x="4301" y="1806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05" name="AutoShape 123"/>
            <p:cNvSpPr/>
            <p:nvPr/>
          </p:nvSpPr>
          <p:spPr>
            <a:xfrm rot="8333275">
              <a:off x="4401" y="1652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06" name="AutoShape 124"/>
            <p:cNvSpPr/>
            <p:nvPr/>
          </p:nvSpPr>
          <p:spPr>
            <a:xfrm rot="1179833">
              <a:off x="4485" y="2012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07" name="AutoShape 125"/>
            <p:cNvSpPr/>
            <p:nvPr/>
          </p:nvSpPr>
          <p:spPr>
            <a:xfrm rot="9456775">
              <a:off x="4487" y="1613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08" name="AutoShape 126"/>
            <p:cNvSpPr/>
            <p:nvPr/>
          </p:nvSpPr>
          <p:spPr>
            <a:xfrm rot="7482460">
              <a:off x="4325" y="1711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09" name="AutoShape 127"/>
            <p:cNvSpPr/>
            <p:nvPr/>
          </p:nvSpPr>
          <p:spPr>
            <a:xfrm rot="-9782737">
              <a:off x="4712" y="1617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10" name="AutoShape 128"/>
            <p:cNvSpPr/>
            <p:nvPr/>
          </p:nvSpPr>
          <p:spPr>
            <a:xfrm rot="-9001710">
              <a:off x="4803" y="1667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11" name="AutoShape 129"/>
            <p:cNvSpPr/>
            <p:nvPr/>
          </p:nvSpPr>
          <p:spPr>
            <a:xfrm rot="3529936">
              <a:off x="4327" y="1897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12" name="AutoShape 130"/>
            <p:cNvSpPr/>
            <p:nvPr/>
          </p:nvSpPr>
          <p:spPr>
            <a:xfrm rot="9456775">
              <a:off x="4403" y="1980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13" name="AutoShape 131"/>
            <p:cNvSpPr/>
            <p:nvPr/>
          </p:nvSpPr>
          <p:spPr>
            <a:xfrm rot="-8484769">
              <a:off x="4716" y="2013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14" name="AutoShape 132"/>
            <p:cNvSpPr/>
            <p:nvPr/>
          </p:nvSpPr>
          <p:spPr>
            <a:xfrm rot="-9736446">
              <a:off x="4826" y="1947"/>
              <a:ext cx="30" cy="2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15" name="Line 133"/>
            <p:cNvSpPr/>
            <p:nvPr/>
          </p:nvSpPr>
          <p:spPr>
            <a:xfrm flipV="1">
              <a:off x="4897" y="1756"/>
              <a:ext cx="16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16" name="Line 134"/>
            <p:cNvSpPr/>
            <p:nvPr/>
          </p:nvSpPr>
          <p:spPr>
            <a:xfrm>
              <a:off x="4908" y="1858"/>
              <a:ext cx="159" cy="1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17" name="Oval 135"/>
            <p:cNvSpPr/>
            <p:nvPr/>
          </p:nvSpPr>
          <p:spPr>
            <a:xfrm>
              <a:off x="4299" y="1585"/>
              <a:ext cx="620" cy="484"/>
            </a:xfrm>
            <a:prstGeom prst="ellipse">
              <a:avLst/>
            </a:prstGeom>
            <a:solidFill>
              <a:srgbClr val="FFB5FF">
                <a:alpha val="50194"/>
              </a:srgbClr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18" name="Freeform 136"/>
            <p:cNvSpPr/>
            <p:nvPr/>
          </p:nvSpPr>
          <p:spPr>
            <a:xfrm>
              <a:off x="4866" y="1709"/>
              <a:ext cx="302" cy="196"/>
            </a:xfrm>
            <a:custGeom>
              <a:avLst/>
              <a:gdLst/>
              <a:ahLst/>
              <a:cxnLst>
                <a:cxn ang="0">
                  <a:pos x="1" y="64"/>
                </a:cxn>
                <a:cxn ang="0">
                  <a:pos x="75" y="64"/>
                </a:cxn>
                <a:cxn ang="0">
                  <a:pos x="302" y="0"/>
                </a:cxn>
                <a:cxn ang="0">
                  <a:pos x="302" y="196"/>
                </a:cxn>
                <a:cxn ang="0">
                  <a:pos x="79" y="150"/>
                </a:cxn>
                <a:cxn ang="0">
                  <a:pos x="0" y="150"/>
                </a:cxn>
                <a:cxn ang="0">
                  <a:pos x="1" y="64"/>
                </a:cxn>
              </a:cxnLst>
              <a:rect l="0" t="0" r="0" b="0"/>
              <a:pathLst>
                <a:path w="627" h="213">
                  <a:moveTo>
                    <a:pt x="2" y="70"/>
                  </a:moveTo>
                  <a:lnTo>
                    <a:pt x="156" y="70"/>
                  </a:lnTo>
                  <a:lnTo>
                    <a:pt x="627" y="0"/>
                  </a:lnTo>
                  <a:lnTo>
                    <a:pt x="627" y="213"/>
                  </a:lnTo>
                  <a:lnTo>
                    <a:pt x="165" y="163"/>
                  </a:lnTo>
                  <a:lnTo>
                    <a:pt x="0" y="163"/>
                  </a:lnTo>
                  <a:lnTo>
                    <a:pt x="2" y="70"/>
                  </a:lnTo>
                  <a:close/>
                </a:path>
              </a:pathLst>
            </a:custGeom>
            <a:solidFill>
              <a:srgbClr val="FFD1FF"/>
            </a:solidFill>
            <a:ln w="9525" cap="flat" cmpd="sng">
              <a:solidFill>
                <a:srgbClr val="FFD1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645" name="WordArt 137"/>
          <p:cNvSpPr>
            <a:spLocks noTextEdit="1"/>
          </p:cNvSpPr>
          <p:nvPr/>
        </p:nvSpPr>
        <p:spPr>
          <a:xfrm>
            <a:off x="8010525" y="204788"/>
            <a:ext cx="223838" cy="2127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1991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man Old Style" panose="02050604050505020204" pitchFamily="18" charset="0"/>
                <a:ea typeface="Bookman Old Style" panose="02050604050505020204" pitchFamily="18" charset="0"/>
              </a:rPr>
              <a:t>T</a:t>
            </a:r>
          </a:p>
        </p:txBody>
      </p:sp>
      <p:sp>
        <p:nvSpPr>
          <p:cNvPr id="8320" name="文本框 3"/>
          <p:cNvSpPr txBox="1"/>
          <p:nvPr/>
        </p:nvSpPr>
        <p:spPr>
          <a:xfrm>
            <a:off x="388938" y="514350"/>
            <a:ext cx="2279650" cy="11985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楷体_GB2312" pitchFamily="49" charset="-122"/>
                <a:ea typeface="楷体_GB2312" pitchFamily="49" charset="-122"/>
              </a:rPr>
              <a:t>普朗克</a:t>
            </a:r>
            <a:r>
              <a:rPr lang="en-US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能量量子化假设</a:t>
            </a: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86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72758" y="548323"/>
            <a:ext cx="8197850" cy="43999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自测题：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所谓“黑体”是指这样的一种物体，即：</a:t>
            </a:r>
          </a:p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 不能反射任何可见光的物体.</a:t>
            </a:r>
          </a:p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 不能发射任何电磁辐射的物体.</a:t>
            </a:r>
          </a:p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(C) 颜色是纯黑的物体.</a:t>
            </a:r>
          </a:p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(D) 能够全部吸收外来的任何电磁辐射的物体.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55015" y="5229225"/>
            <a:ext cx="1267460" cy="5181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图片 191490" descr="IMAGE00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8450" y="382588"/>
            <a:ext cx="8153400" cy="2301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6" name="图片 191491" descr="IMAGE0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0" y="2949575"/>
            <a:ext cx="8153400" cy="2301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图片 192514" descr="IMAGE0003"/>
          <p:cNvPicPr>
            <a:picLocks noChangeAspect="1"/>
          </p:cNvPicPr>
          <p:nvPr/>
        </p:nvPicPr>
        <p:blipFill>
          <a:blip r:embed="rId2"/>
          <a:srcRect b="11488"/>
          <a:stretch>
            <a:fillRect/>
          </a:stretch>
        </p:blipFill>
        <p:spPr>
          <a:xfrm>
            <a:off x="303213" y="2465388"/>
            <a:ext cx="8229600" cy="16049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0" name="图片 192515" descr="IMAGE00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3" y="511175"/>
            <a:ext cx="8153400" cy="1766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图片 193538" descr="IMAGE00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342900"/>
            <a:ext cx="8077200" cy="4498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图片 194562" descr="IMAGE00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8" y="415925"/>
            <a:ext cx="8305800" cy="2070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6" name="图片 195586" descr="IMAGE00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973388"/>
            <a:ext cx="8229600" cy="3400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图片 196610" descr="IMAGE00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404495"/>
            <a:ext cx="8229600" cy="221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0" name="图片 197634" descr="IMAGE00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3114675"/>
            <a:ext cx="8229600" cy="307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/>
          <p:cNvSpPr txBox="1"/>
          <p:nvPr>
            <p:custDataLst>
              <p:tags r:id="rId1"/>
            </p:custDataLst>
          </p:nvPr>
        </p:nvSpPr>
        <p:spPr>
          <a:xfrm>
            <a:off x="3538538" y="692150"/>
            <a:ext cx="20669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课件复习重点</a:t>
            </a:r>
          </a:p>
        </p:txBody>
      </p:sp>
      <p:sp>
        <p:nvSpPr>
          <p:cNvPr id="9218" name="Text Box 7"/>
          <p:cNvSpPr txBox="1"/>
          <p:nvPr>
            <p:custDataLst>
              <p:tags r:id="rId2"/>
            </p:custDataLst>
          </p:nvPr>
        </p:nvSpPr>
        <p:spPr>
          <a:xfrm>
            <a:off x="611188" y="1412875"/>
            <a:ext cx="7723187" cy="1384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、课件课前测、讨论题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课件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图片题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382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265113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实验简介</a:t>
            </a:r>
          </a:p>
        </p:txBody>
      </p:sp>
      <p:sp>
        <p:nvSpPr>
          <p:cNvPr id="10242" name="WordArt 139"/>
          <p:cNvSpPr>
            <a:spLocks noTextEdit="1"/>
          </p:cNvSpPr>
          <p:nvPr/>
        </p:nvSpPr>
        <p:spPr>
          <a:xfrm>
            <a:off x="155575" y="882650"/>
            <a:ext cx="3498850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30000"/>
          </a:bodyPr>
          <a:lstStyle/>
          <a:p>
            <a:pPr algn="ctr" fontAlgn="base"/>
            <a:r>
              <a:rPr lang="en-US" altLang="zh-CN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</a:t>
            </a:r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、光电效应的实验规律</a:t>
            </a:r>
            <a:endParaRPr lang="zh-CN" altLang="en-US" sz="3600" strike="noStrike" noProof="1"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243" name="Rectangle 140"/>
          <p:cNvSpPr/>
          <p:nvPr/>
        </p:nvSpPr>
        <p:spPr>
          <a:xfrm>
            <a:off x="0" y="0"/>
            <a:ext cx="9144000" cy="160338"/>
          </a:xfrm>
          <a:prstGeom prst="rect">
            <a:avLst/>
          </a:prstGeom>
          <a:gradFill rotWithShape="0">
            <a:gsLst>
              <a:gs pos="0">
                <a:srgbClr val="FFEFFF"/>
              </a:gs>
              <a:gs pos="100000">
                <a:srgbClr val="FFF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4" name="Rectangle 141"/>
          <p:cNvSpPr/>
          <p:nvPr/>
        </p:nvSpPr>
        <p:spPr>
          <a:xfrm>
            <a:off x="9525" y="6689725"/>
            <a:ext cx="9144000" cy="160338"/>
          </a:xfrm>
          <a:prstGeom prst="rect">
            <a:avLst/>
          </a:prstGeom>
          <a:gradFill rotWithShape="0">
            <a:gsLst>
              <a:gs pos="0">
                <a:srgbClr val="FFEFFF"/>
              </a:gs>
              <a:gs pos="100000">
                <a:srgbClr val="FFF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329"/>
          <p:cNvGrpSpPr/>
          <p:nvPr/>
        </p:nvGrpSpPr>
        <p:grpSpPr>
          <a:xfrm>
            <a:off x="539750" y="1404938"/>
            <a:ext cx="415925" cy="381000"/>
            <a:chOff x="853" y="837"/>
            <a:chExt cx="292" cy="292"/>
          </a:xfrm>
        </p:grpSpPr>
        <p:sp>
          <p:nvSpPr>
            <p:cNvPr id="10246" name="Oval 328"/>
            <p:cNvSpPr/>
            <p:nvPr/>
          </p:nvSpPr>
          <p:spPr>
            <a:xfrm>
              <a:off x="853" y="837"/>
              <a:ext cx="292" cy="292"/>
            </a:xfrm>
            <a:prstGeom prst="ellipse">
              <a:avLst/>
            </a:prstGeom>
            <a:solidFill>
              <a:srgbClr val="FFE2C5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47" name="WordArt 325"/>
            <p:cNvSpPr>
              <a:spLocks noTextEdit="1"/>
            </p:cNvSpPr>
            <p:nvPr/>
          </p:nvSpPr>
          <p:spPr>
            <a:xfrm>
              <a:off x="954" y="899"/>
              <a:ext cx="91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88746" name="WordArt 330"/>
          <p:cNvSpPr>
            <a:spLocks noTextEdit="1"/>
          </p:cNvSpPr>
          <p:nvPr/>
        </p:nvSpPr>
        <p:spPr>
          <a:xfrm>
            <a:off x="1179513" y="1917700"/>
            <a:ext cx="7172325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40000"/>
          </a:bodyPr>
          <a:lstStyle/>
          <a:p>
            <a:pPr algn="ctr" fontAlgn="base"/>
            <a:r>
              <a:rPr lang="zh-CN" altLang="en-US" sz="3600" strike="noStrike" noProof="1">
                <a:ln w="952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单位时间内从阴极表面逸出的光电子数与入射光的强度成正比.</a:t>
            </a:r>
            <a:endParaRPr lang="zh-CN" altLang="en-US" sz="3600" strike="noStrike" noProof="1">
              <a:ln w="952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33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61" name="Group 378"/>
          <p:cNvGrpSpPr/>
          <p:nvPr/>
        </p:nvGrpSpPr>
        <p:grpSpPr>
          <a:xfrm>
            <a:off x="1187450" y="1347788"/>
            <a:ext cx="3943350" cy="338137"/>
            <a:chOff x="2827" y="3677"/>
            <a:chExt cx="2430" cy="219"/>
          </a:xfrm>
        </p:grpSpPr>
        <p:sp>
          <p:nvSpPr>
            <p:cNvPr id="10250" name="WordArt 366"/>
            <p:cNvSpPr>
              <a:spLocks noTextEdit="1"/>
            </p:cNvSpPr>
            <p:nvPr/>
          </p:nvSpPr>
          <p:spPr>
            <a:xfrm>
              <a:off x="2827" y="3695"/>
              <a:ext cx="755" cy="20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饱和光电流</a:t>
              </a:r>
            </a:p>
          </p:txBody>
        </p:sp>
        <p:grpSp>
          <p:nvGrpSpPr>
            <p:cNvPr id="10251" name="Group 371"/>
            <p:cNvGrpSpPr/>
            <p:nvPr/>
          </p:nvGrpSpPr>
          <p:grpSpPr>
            <a:xfrm>
              <a:off x="3649" y="3696"/>
              <a:ext cx="180" cy="175"/>
              <a:chOff x="3467" y="3720"/>
              <a:chExt cx="143" cy="167"/>
            </a:xfrm>
          </p:grpSpPr>
          <p:sp>
            <p:nvSpPr>
              <p:cNvPr id="10252" name="WordArt 368"/>
              <p:cNvSpPr>
                <a:spLocks noTextEdit="1"/>
              </p:cNvSpPr>
              <p:nvPr/>
            </p:nvSpPr>
            <p:spPr>
              <a:xfrm>
                <a:off x="3533" y="3804"/>
                <a:ext cx="77" cy="8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33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0253" name="WordArt 369"/>
              <p:cNvSpPr>
                <a:spLocks noTextEdit="1"/>
              </p:cNvSpPr>
              <p:nvPr/>
            </p:nvSpPr>
            <p:spPr>
              <a:xfrm>
                <a:off x="3467" y="3720"/>
                <a:ext cx="68" cy="1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33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</a:p>
            </p:txBody>
          </p:sp>
        </p:grpSp>
        <p:grpSp>
          <p:nvGrpSpPr>
            <p:cNvPr id="10254" name="Group 372"/>
            <p:cNvGrpSpPr/>
            <p:nvPr/>
          </p:nvGrpSpPr>
          <p:grpSpPr>
            <a:xfrm>
              <a:off x="3987" y="3721"/>
              <a:ext cx="280" cy="130"/>
              <a:chOff x="3825" y="1404"/>
              <a:chExt cx="298" cy="140"/>
            </a:xfrm>
          </p:grpSpPr>
          <p:sp>
            <p:nvSpPr>
              <p:cNvPr id="10255" name="WordArt 373"/>
              <p:cNvSpPr>
                <a:spLocks noTextEdit="1"/>
              </p:cNvSpPr>
              <p:nvPr/>
            </p:nvSpPr>
            <p:spPr>
              <a:xfrm rot="-5400000">
                <a:off x="3891" y="1338"/>
                <a:ext cx="140" cy="2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33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8</a:t>
                </a:r>
              </a:p>
            </p:txBody>
          </p:sp>
          <p:sp>
            <p:nvSpPr>
              <p:cNvPr id="10256" name="Rectangle 374"/>
              <p:cNvSpPr/>
              <p:nvPr/>
            </p:nvSpPr>
            <p:spPr>
              <a:xfrm>
                <a:off x="4034" y="1431"/>
                <a:ext cx="89" cy="89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257" name="WordArt 377"/>
            <p:cNvSpPr>
              <a:spLocks noTextEdit="1"/>
            </p:cNvSpPr>
            <p:nvPr/>
          </p:nvSpPr>
          <p:spPr>
            <a:xfrm>
              <a:off x="4346" y="3677"/>
              <a:ext cx="911" cy="2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照射光的强度</a:t>
              </a:r>
            </a:p>
          </p:txBody>
        </p:sp>
      </p:grpSp>
      <p:sp>
        <p:nvSpPr>
          <p:cNvPr id="10258" name="矩形 4"/>
          <p:cNvSpPr/>
          <p:nvPr/>
        </p:nvSpPr>
        <p:spPr>
          <a:xfrm>
            <a:off x="4089400" y="4124325"/>
            <a:ext cx="1600200" cy="13779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59" name="矩形 5"/>
          <p:cNvSpPr/>
          <p:nvPr/>
        </p:nvSpPr>
        <p:spPr>
          <a:xfrm>
            <a:off x="4032250" y="2768600"/>
            <a:ext cx="1601788" cy="13763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60" name="矩形 6"/>
          <p:cNvSpPr/>
          <p:nvPr/>
        </p:nvSpPr>
        <p:spPr>
          <a:xfrm>
            <a:off x="4095750" y="2941638"/>
            <a:ext cx="1601788" cy="7667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WordArt 235"/>
          <p:cNvSpPr>
            <a:spLocks noTextEdit="1"/>
          </p:cNvSpPr>
          <p:nvPr/>
        </p:nvSpPr>
        <p:spPr>
          <a:xfrm>
            <a:off x="211138" y="260350"/>
            <a:ext cx="6200775" cy="4111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50000"/>
          </a:bodyPr>
          <a:lstStyle/>
          <a:p>
            <a:pPr algn="ctr" eaLnBrk="0" fontAlgn="base" hangingPunct="0"/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光电效应（</a:t>
            </a:r>
            <a:r>
              <a:rPr lang="en-US" altLang="zh-CN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</a:t>
            </a:r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分或</a:t>
            </a:r>
            <a:r>
              <a:rPr lang="en-US" altLang="zh-CN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</a:t>
            </a:r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分）</a:t>
            </a:r>
            <a:endParaRPr lang="zh-CN" altLang="en-US" sz="3600" strike="noStrike" noProof="1"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6" name="Group 172"/>
          <p:cNvGrpSpPr/>
          <p:nvPr/>
        </p:nvGrpSpPr>
        <p:grpSpPr>
          <a:xfrm>
            <a:off x="611188" y="2538413"/>
            <a:ext cx="6592887" cy="384175"/>
            <a:chOff x="374" y="612"/>
            <a:chExt cx="5065" cy="292"/>
          </a:xfrm>
        </p:grpSpPr>
        <p:grpSp>
          <p:nvGrpSpPr>
            <p:cNvPr id="10263" name="Group 173"/>
            <p:cNvGrpSpPr/>
            <p:nvPr/>
          </p:nvGrpSpPr>
          <p:grpSpPr>
            <a:xfrm>
              <a:off x="374" y="612"/>
              <a:ext cx="292" cy="292"/>
              <a:chOff x="853" y="837"/>
              <a:chExt cx="292" cy="292"/>
            </a:xfrm>
          </p:grpSpPr>
          <p:sp>
            <p:nvSpPr>
              <p:cNvPr id="10264" name="Oval 174"/>
              <p:cNvSpPr/>
              <p:nvPr/>
            </p:nvSpPr>
            <p:spPr>
              <a:xfrm>
                <a:off x="853" y="837"/>
                <a:ext cx="292" cy="292"/>
              </a:xfrm>
              <a:prstGeom prst="ellipse">
                <a:avLst/>
              </a:prstGeom>
              <a:solidFill>
                <a:srgbClr val="FFE2C5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5" name="WordArt 175"/>
              <p:cNvSpPr>
                <a:spLocks noTextEdit="1"/>
              </p:cNvSpPr>
              <p:nvPr/>
            </p:nvSpPr>
            <p:spPr>
              <a:xfrm>
                <a:off x="954" y="899"/>
                <a:ext cx="91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10266" name="WordArt 176"/>
            <p:cNvSpPr>
              <a:spLocks noTextEdit="1"/>
            </p:cNvSpPr>
            <p:nvPr/>
          </p:nvSpPr>
          <p:spPr>
            <a:xfrm>
              <a:off x="774" y="644"/>
              <a:ext cx="1104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光电子最大初动能</a:t>
              </a:r>
            </a:p>
          </p:txBody>
        </p:sp>
        <p:sp>
          <p:nvSpPr>
            <p:cNvPr id="10267" name="WordArt 177"/>
            <p:cNvSpPr>
              <a:spLocks noTextEdit="1"/>
            </p:cNvSpPr>
            <p:nvPr/>
          </p:nvSpPr>
          <p:spPr>
            <a:xfrm>
              <a:off x="2487" y="641"/>
              <a:ext cx="852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与入射光频率</a:t>
              </a:r>
            </a:p>
          </p:txBody>
        </p:sp>
        <p:grpSp>
          <p:nvGrpSpPr>
            <p:cNvPr id="10268" name="Group 178"/>
            <p:cNvGrpSpPr/>
            <p:nvPr/>
          </p:nvGrpSpPr>
          <p:grpSpPr>
            <a:xfrm>
              <a:off x="1920" y="633"/>
              <a:ext cx="536" cy="250"/>
              <a:chOff x="1929" y="687"/>
              <a:chExt cx="489" cy="250"/>
            </a:xfrm>
          </p:grpSpPr>
          <p:sp>
            <p:nvSpPr>
              <p:cNvPr id="10269" name="WordArt 179"/>
              <p:cNvSpPr>
                <a:spLocks noTextEdit="1"/>
              </p:cNvSpPr>
              <p:nvPr/>
            </p:nvSpPr>
            <p:spPr>
              <a:xfrm>
                <a:off x="1959" y="844"/>
                <a:ext cx="81" cy="9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0270" name="WordArt 180"/>
              <p:cNvSpPr>
                <a:spLocks noTextEdit="1"/>
              </p:cNvSpPr>
              <p:nvPr/>
            </p:nvSpPr>
            <p:spPr>
              <a:xfrm>
                <a:off x="1968" y="687"/>
                <a:ext cx="60" cy="9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271" name="Line 181"/>
              <p:cNvSpPr/>
              <p:nvPr/>
            </p:nvSpPr>
            <p:spPr>
              <a:xfrm>
                <a:off x="1929" y="812"/>
                <a:ext cx="14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72" name="WordArt 182"/>
              <p:cNvSpPr>
                <a:spLocks noTextEdit="1"/>
              </p:cNvSpPr>
              <p:nvPr/>
            </p:nvSpPr>
            <p:spPr>
              <a:xfrm>
                <a:off x="2109" y="762"/>
                <a:ext cx="136" cy="1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10273" name="WordArt 183"/>
              <p:cNvSpPr>
                <a:spLocks noTextEdit="1"/>
              </p:cNvSpPr>
              <p:nvPr/>
            </p:nvSpPr>
            <p:spPr>
              <a:xfrm>
                <a:off x="2280" y="759"/>
                <a:ext cx="90" cy="1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10274" name="WordArt 184"/>
              <p:cNvSpPr>
                <a:spLocks noTextEdit="1"/>
              </p:cNvSpPr>
              <p:nvPr/>
            </p:nvSpPr>
            <p:spPr>
              <a:xfrm>
                <a:off x="2382" y="842"/>
                <a:ext cx="36" cy="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0275" name="WordArt 185"/>
            <p:cNvSpPr>
              <a:spLocks noTextEdit="1"/>
            </p:cNvSpPr>
            <p:nvPr/>
          </p:nvSpPr>
          <p:spPr>
            <a:xfrm>
              <a:off x="3546" y="640"/>
              <a:ext cx="1893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成线性关系, 与入射光强度无关.</a:t>
              </a:r>
            </a:p>
          </p:txBody>
        </p:sp>
        <p:sp>
          <p:nvSpPr>
            <p:cNvPr id="10276" name="WordArt 186"/>
            <p:cNvSpPr>
              <a:spLocks noTextEdit="1"/>
            </p:cNvSpPr>
            <p:nvPr/>
          </p:nvSpPr>
          <p:spPr>
            <a:xfrm>
              <a:off x="3394" y="685"/>
              <a:ext cx="113" cy="1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sp>
          <p:nvSpPr>
            <p:cNvPr id="10277" name="WordArt 187"/>
            <p:cNvSpPr>
              <a:spLocks noTextEdit="1"/>
            </p:cNvSpPr>
            <p:nvPr/>
          </p:nvSpPr>
          <p:spPr>
            <a:xfrm>
              <a:off x="2422" y="636"/>
              <a:ext cx="39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7" name="Group 106"/>
          <p:cNvGrpSpPr>
            <a:grpSpLocks noChangeAspect="1"/>
          </p:cNvGrpSpPr>
          <p:nvPr/>
        </p:nvGrpSpPr>
        <p:grpSpPr>
          <a:xfrm>
            <a:off x="4354513" y="3119438"/>
            <a:ext cx="4224337" cy="914400"/>
            <a:chOff x="2432" y="1622"/>
            <a:chExt cx="3027" cy="655"/>
          </a:xfrm>
        </p:grpSpPr>
        <p:grpSp>
          <p:nvGrpSpPr>
            <p:cNvPr id="10279" name="Group 107"/>
            <p:cNvGrpSpPr/>
            <p:nvPr/>
          </p:nvGrpSpPr>
          <p:grpSpPr>
            <a:xfrm>
              <a:off x="2432" y="1622"/>
              <a:ext cx="3027" cy="188"/>
              <a:chOff x="2501" y="1746"/>
              <a:chExt cx="3027" cy="188"/>
            </a:xfrm>
          </p:grpSpPr>
          <p:sp>
            <p:nvSpPr>
              <p:cNvPr id="10280" name="WordArt 108"/>
              <p:cNvSpPr>
                <a:spLocks noTextEdit="1"/>
              </p:cNvSpPr>
              <p:nvPr/>
            </p:nvSpPr>
            <p:spPr>
              <a:xfrm>
                <a:off x="3332" y="1750"/>
                <a:ext cx="2196" cy="16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的大小与入射光的频率   成线性关系，与光强无关</a:t>
                </a:r>
              </a:p>
            </p:txBody>
          </p:sp>
          <p:sp>
            <p:nvSpPr>
              <p:cNvPr id="10281" name="WordArt 109"/>
              <p:cNvSpPr>
                <a:spLocks noTextEdit="1"/>
              </p:cNvSpPr>
              <p:nvPr/>
            </p:nvSpPr>
            <p:spPr>
              <a:xfrm>
                <a:off x="2501" y="1746"/>
                <a:ext cx="522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实验表明:</a:t>
                </a:r>
              </a:p>
            </p:txBody>
          </p:sp>
          <p:grpSp>
            <p:nvGrpSpPr>
              <p:cNvPr id="10282" name="Group 110"/>
              <p:cNvGrpSpPr/>
              <p:nvPr/>
            </p:nvGrpSpPr>
            <p:grpSpPr>
              <a:xfrm>
                <a:off x="3084" y="1782"/>
                <a:ext cx="187" cy="126"/>
                <a:chOff x="2400" y="1711"/>
                <a:chExt cx="252" cy="185"/>
              </a:xfrm>
            </p:grpSpPr>
            <p:sp>
              <p:nvSpPr>
                <p:cNvPr id="10283" name="WordArt 111"/>
                <p:cNvSpPr>
                  <a:spLocks noTextEdit="1"/>
                </p:cNvSpPr>
                <p:nvPr/>
              </p:nvSpPr>
              <p:spPr>
                <a:xfrm>
                  <a:off x="2400" y="1711"/>
                  <a:ext cx="213" cy="17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4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U</a:t>
                  </a:r>
                </a:p>
              </p:txBody>
            </p:sp>
            <p:sp>
              <p:nvSpPr>
                <p:cNvPr id="10284" name="WordArt 112"/>
                <p:cNvSpPr>
                  <a:spLocks noTextEdit="1"/>
                </p:cNvSpPr>
                <p:nvPr/>
              </p:nvSpPr>
              <p:spPr>
                <a:xfrm>
                  <a:off x="2568" y="1798"/>
                  <a:ext cx="84" cy="9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o</a:t>
                  </a:r>
                </a:p>
              </p:txBody>
            </p:sp>
          </p:grpSp>
          <p:sp>
            <p:nvSpPr>
              <p:cNvPr id="10285" name="WordArt 113"/>
              <p:cNvSpPr>
                <a:spLocks noTextEdit="1"/>
              </p:cNvSpPr>
              <p:nvPr/>
            </p:nvSpPr>
            <p:spPr>
              <a:xfrm>
                <a:off x="4337" y="1765"/>
                <a:ext cx="90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</p:grpSp>
        <p:grpSp>
          <p:nvGrpSpPr>
            <p:cNvPr id="10286" name="Group 114"/>
            <p:cNvGrpSpPr/>
            <p:nvPr/>
          </p:nvGrpSpPr>
          <p:grpSpPr>
            <a:xfrm>
              <a:off x="2612" y="2030"/>
              <a:ext cx="237" cy="161"/>
              <a:chOff x="2170" y="1869"/>
              <a:chExt cx="237" cy="161"/>
            </a:xfrm>
          </p:grpSpPr>
          <p:sp>
            <p:nvSpPr>
              <p:cNvPr id="10287" name="WordArt 115"/>
              <p:cNvSpPr>
                <a:spLocks noTextEdit="1"/>
              </p:cNvSpPr>
              <p:nvPr/>
            </p:nvSpPr>
            <p:spPr>
              <a:xfrm>
                <a:off x="2170" y="186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10288" name="WordArt 116"/>
              <p:cNvSpPr>
                <a:spLocks noTextEdit="1"/>
              </p:cNvSpPr>
              <p:nvPr/>
            </p:nvSpPr>
            <p:spPr>
              <a:xfrm>
                <a:off x="2328" y="1945"/>
                <a:ext cx="79" cy="8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</p:grpSp>
        <p:grpSp>
          <p:nvGrpSpPr>
            <p:cNvPr id="10289" name="Group 117"/>
            <p:cNvGrpSpPr/>
            <p:nvPr/>
          </p:nvGrpSpPr>
          <p:grpSpPr>
            <a:xfrm>
              <a:off x="2975" y="2074"/>
              <a:ext cx="170" cy="66"/>
              <a:chOff x="1710" y="2910"/>
              <a:chExt cx="344" cy="96"/>
            </a:xfrm>
          </p:grpSpPr>
          <p:sp>
            <p:nvSpPr>
              <p:cNvPr id="10290" name="Line 118"/>
              <p:cNvSpPr/>
              <p:nvPr/>
            </p:nvSpPr>
            <p:spPr>
              <a:xfrm>
                <a:off x="1713" y="2910"/>
                <a:ext cx="34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91" name="Line 119"/>
              <p:cNvSpPr/>
              <p:nvPr/>
            </p:nvSpPr>
            <p:spPr>
              <a:xfrm>
                <a:off x="1710" y="3006"/>
                <a:ext cx="34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292" name="Group 120"/>
            <p:cNvGrpSpPr/>
            <p:nvPr/>
          </p:nvGrpSpPr>
          <p:grpSpPr>
            <a:xfrm>
              <a:off x="3245" y="2004"/>
              <a:ext cx="772" cy="186"/>
              <a:chOff x="3245" y="2004"/>
              <a:chExt cx="772" cy="186"/>
            </a:xfrm>
          </p:grpSpPr>
          <p:sp>
            <p:nvSpPr>
              <p:cNvPr id="10293" name="WordArt 121"/>
              <p:cNvSpPr>
                <a:spLocks noTextEdit="1"/>
              </p:cNvSpPr>
              <p:nvPr/>
            </p:nvSpPr>
            <p:spPr>
              <a:xfrm>
                <a:off x="3245" y="2004"/>
                <a:ext cx="123" cy="18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10294" name="WordArt 122"/>
              <p:cNvSpPr>
                <a:spLocks noTextEdit="1"/>
              </p:cNvSpPr>
              <p:nvPr/>
            </p:nvSpPr>
            <p:spPr>
              <a:xfrm>
                <a:off x="3411" y="2018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0295" name="Line 123"/>
              <p:cNvSpPr/>
              <p:nvPr/>
            </p:nvSpPr>
            <p:spPr>
              <a:xfrm>
                <a:off x="3592" y="2090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0296" name="Group 124"/>
              <p:cNvGrpSpPr/>
              <p:nvPr/>
            </p:nvGrpSpPr>
            <p:grpSpPr>
              <a:xfrm>
                <a:off x="3787" y="2019"/>
                <a:ext cx="230" cy="161"/>
                <a:chOff x="3071" y="3339"/>
                <a:chExt cx="245" cy="177"/>
              </a:xfrm>
            </p:grpSpPr>
            <p:sp>
              <p:nvSpPr>
                <p:cNvPr id="10297" name="WordArt 125"/>
                <p:cNvSpPr>
                  <a:spLocks noTextEdit="1"/>
                </p:cNvSpPr>
                <p:nvPr/>
              </p:nvSpPr>
              <p:spPr>
                <a:xfrm>
                  <a:off x="3071" y="3339"/>
                  <a:ext cx="200" cy="15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4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U</a:t>
                  </a:r>
                </a:p>
              </p:txBody>
            </p:sp>
            <p:sp>
              <p:nvSpPr>
                <p:cNvPr id="10298" name="WordArt 126"/>
                <p:cNvSpPr>
                  <a:spLocks noTextEdit="1"/>
                </p:cNvSpPr>
                <p:nvPr/>
              </p:nvSpPr>
              <p:spPr>
                <a:xfrm>
                  <a:off x="3236" y="3416"/>
                  <a:ext cx="80" cy="10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k</a:t>
                  </a:r>
                </a:p>
              </p:txBody>
            </p:sp>
          </p:grpSp>
        </p:grpSp>
        <p:sp>
          <p:nvSpPr>
            <p:cNvPr id="10299" name="WordArt 127"/>
            <p:cNvSpPr>
              <a:spLocks noTextEdit="1"/>
            </p:cNvSpPr>
            <p:nvPr/>
          </p:nvSpPr>
          <p:spPr>
            <a:xfrm>
              <a:off x="4475" y="2142"/>
              <a:ext cx="965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与阴极材料有关的常量</a:t>
              </a:r>
            </a:p>
          </p:txBody>
        </p:sp>
        <p:sp>
          <p:nvSpPr>
            <p:cNvPr id="10300" name="WordArt 128"/>
            <p:cNvSpPr>
              <a:spLocks noTextEdit="1"/>
            </p:cNvSpPr>
            <p:nvPr/>
          </p:nvSpPr>
          <p:spPr>
            <a:xfrm>
              <a:off x="4475" y="1937"/>
              <a:ext cx="961" cy="12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与阴极材料无关的常量</a:t>
              </a:r>
            </a:p>
          </p:txBody>
        </p:sp>
        <p:sp>
          <p:nvSpPr>
            <p:cNvPr id="10301" name="WordArt 129"/>
            <p:cNvSpPr>
              <a:spLocks noTextEdit="1"/>
            </p:cNvSpPr>
            <p:nvPr/>
          </p:nvSpPr>
          <p:spPr>
            <a:xfrm>
              <a:off x="4290" y="1915"/>
              <a:ext cx="108" cy="15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k</a:t>
              </a:r>
            </a:p>
          </p:txBody>
        </p:sp>
        <p:grpSp>
          <p:nvGrpSpPr>
            <p:cNvPr id="10302" name="Group 130"/>
            <p:cNvGrpSpPr/>
            <p:nvPr/>
          </p:nvGrpSpPr>
          <p:grpSpPr>
            <a:xfrm>
              <a:off x="4234" y="2156"/>
              <a:ext cx="182" cy="121"/>
              <a:chOff x="3071" y="3339"/>
              <a:chExt cx="245" cy="177"/>
            </a:xfrm>
          </p:grpSpPr>
          <p:sp>
            <p:nvSpPr>
              <p:cNvPr id="10303" name="WordArt 131"/>
              <p:cNvSpPr>
                <a:spLocks noTextEdit="1"/>
              </p:cNvSpPr>
              <p:nvPr/>
            </p:nvSpPr>
            <p:spPr>
              <a:xfrm>
                <a:off x="3071" y="333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10304" name="WordArt 132"/>
              <p:cNvSpPr>
                <a:spLocks noTextEdit="1"/>
              </p:cNvSpPr>
              <p:nvPr/>
            </p:nvSpPr>
            <p:spPr>
              <a:xfrm>
                <a:off x="3236" y="3416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</a:p>
            </p:txBody>
          </p:sp>
        </p:grpSp>
        <p:sp>
          <p:nvSpPr>
            <p:cNvPr id="10305" name="Rectangle 135"/>
            <p:cNvSpPr/>
            <p:nvPr/>
          </p:nvSpPr>
          <p:spPr>
            <a:xfrm>
              <a:off x="2488" y="1912"/>
              <a:ext cx="1652" cy="361"/>
            </a:xfrm>
            <a:prstGeom prst="rect">
              <a:avLst/>
            </a:prstGeom>
            <a:noFill/>
            <a:ln w="38100" cap="flat" cmpd="sng">
              <a:solidFill>
                <a:srgbClr val="FFCC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136"/>
          <p:cNvGrpSpPr/>
          <p:nvPr/>
        </p:nvGrpSpPr>
        <p:grpSpPr>
          <a:xfrm>
            <a:off x="4859338" y="4292600"/>
            <a:ext cx="2282825" cy="2487613"/>
            <a:chOff x="2423" y="2480"/>
            <a:chExt cx="1438" cy="1567"/>
          </a:xfrm>
        </p:grpSpPr>
        <p:sp>
          <p:nvSpPr>
            <p:cNvPr id="10307" name="Line 137"/>
            <p:cNvSpPr/>
            <p:nvPr/>
          </p:nvSpPr>
          <p:spPr>
            <a:xfrm flipH="1">
              <a:off x="2802" y="2486"/>
              <a:ext cx="0" cy="156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  <p:sp>
          <p:nvSpPr>
            <p:cNvPr id="10308" name="Line 138"/>
            <p:cNvSpPr/>
            <p:nvPr/>
          </p:nvSpPr>
          <p:spPr>
            <a:xfrm rot="-5400000" flipH="1" flipV="1">
              <a:off x="3126" y="2782"/>
              <a:ext cx="0" cy="14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  <p:sp>
          <p:nvSpPr>
            <p:cNvPr id="10309" name="WordArt 139"/>
            <p:cNvSpPr>
              <a:spLocks noTextEdit="1"/>
            </p:cNvSpPr>
            <p:nvPr/>
          </p:nvSpPr>
          <p:spPr>
            <a:xfrm>
              <a:off x="2698" y="3517"/>
              <a:ext cx="69" cy="1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10310" name="Group 140"/>
            <p:cNvGrpSpPr/>
            <p:nvPr/>
          </p:nvGrpSpPr>
          <p:grpSpPr>
            <a:xfrm>
              <a:off x="2501" y="2545"/>
              <a:ext cx="225" cy="153"/>
              <a:chOff x="2170" y="1869"/>
              <a:chExt cx="237" cy="161"/>
            </a:xfrm>
          </p:grpSpPr>
          <p:sp>
            <p:nvSpPr>
              <p:cNvPr id="10311" name="WordArt 141"/>
              <p:cNvSpPr>
                <a:spLocks noTextEdit="1"/>
              </p:cNvSpPr>
              <p:nvPr/>
            </p:nvSpPr>
            <p:spPr>
              <a:xfrm>
                <a:off x="2170" y="186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10312" name="WordArt 142"/>
              <p:cNvSpPr>
                <a:spLocks noTextEdit="1"/>
              </p:cNvSpPr>
              <p:nvPr/>
            </p:nvSpPr>
            <p:spPr>
              <a:xfrm>
                <a:off x="2328" y="1945"/>
                <a:ext cx="79" cy="8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</p:grpSp>
        <p:sp>
          <p:nvSpPr>
            <p:cNvPr id="10313" name="WordArt 143"/>
            <p:cNvSpPr>
              <a:spLocks noTextEdit="1"/>
            </p:cNvSpPr>
            <p:nvPr/>
          </p:nvSpPr>
          <p:spPr>
            <a:xfrm>
              <a:off x="3722" y="3284"/>
              <a:ext cx="95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grpSp>
          <p:nvGrpSpPr>
            <p:cNvPr id="10314" name="Group 144"/>
            <p:cNvGrpSpPr/>
            <p:nvPr/>
          </p:nvGrpSpPr>
          <p:grpSpPr>
            <a:xfrm>
              <a:off x="2519" y="3792"/>
              <a:ext cx="214" cy="175"/>
              <a:chOff x="3071" y="3339"/>
              <a:chExt cx="245" cy="177"/>
            </a:xfrm>
          </p:grpSpPr>
          <p:sp>
            <p:nvSpPr>
              <p:cNvPr id="10315" name="WordArt 145"/>
              <p:cNvSpPr>
                <a:spLocks noTextEdit="1"/>
              </p:cNvSpPr>
              <p:nvPr/>
            </p:nvSpPr>
            <p:spPr>
              <a:xfrm>
                <a:off x="3071" y="333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10316" name="WordArt 146"/>
              <p:cNvSpPr>
                <a:spLocks noTextEdit="1"/>
              </p:cNvSpPr>
              <p:nvPr/>
            </p:nvSpPr>
            <p:spPr>
              <a:xfrm>
                <a:off x="3236" y="3416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</a:p>
            </p:txBody>
          </p:sp>
        </p:grpSp>
        <p:grpSp>
          <p:nvGrpSpPr>
            <p:cNvPr id="10317" name="Group 147"/>
            <p:cNvGrpSpPr/>
            <p:nvPr/>
          </p:nvGrpSpPr>
          <p:grpSpPr>
            <a:xfrm>
              <a:off x="3048" y="3612"/>
              <a:ext cx="126" cy="157"/>
              <a:chOff x="3126" y="3636"/>
              <a:chExt cx="191" cy="196"/>
            </a:xfrm>
          </p:grpSpPr>
          <p:sp>
            <p:nvSpPr>
              <p:cNvPr id="10318" name="WordArt 148"/>
              <p:cNvSpPr>
                <a:spLocks noTextEdit="1"/>
              </p:cNvSpPr>
              <p:nvPr/>
            </p:nvSpPr>
            <p:spPr>
              <a:xfrm>
                <a:off x="3126" y="3636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0319" name="WordArt 149"/>
              <p:cNvSpPr>
                <a:spLocks noTextEdit="1"/>
              </p:cNvSpPr>
              <p:nvPr/>
            </p:nvSpPr>
            <p:spPr>
              <a:xfrm>
                <a:off x="3237" y="3732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sp>
          <p:nvSpPr>
            <p:cNvPr id="10320" name="Line 150"/>
            <p:cNvSpPr/>
            <p:nvPr/>
          </p:nvSpPr>
          <p:spPr>
            <a:xfrm flipH="1">
              <a:off x="3113" y="2545"/>
              <a:ext cx="619" cy="933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21" name="Line 151"/>
            <p:cNvSpPr/>
            <p:nvPr/>
          </p:nvSpPr>
          <p:spPr>
            <a:xfrm flipH="1">
              <a:off x="2788" y="3509"/>
              <a:ext cx="311" cy="4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10322" name="Oval 152"/>
            <p:cNvSpPr/>
            <p:nvPr/>
          </p:nvSpPr>
          <p:spPr>
            <a:xfrm>
              <a:off x="2776" y="3885"/>
              <a:ext cx="50" cy="60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23" name="Oval 153"/>
            <p:cNvSpPr/>
            <p:nvPr/>
          </p:nvSpPr>
          <p:spPr>
            <a:xfrm>
              <a:off x="3087" y="3445"/>
              <a:ext cx="53" cy="6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24" name="Line 154"/>
            <p:cNvSpPr/>
            <p:nvPr/>
          </p:nvSpPr>
          <p:spPr>
            <a:xfrm>
              <a:off x="3016" y="3440"/>
              <a:ext cx="0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25" name="Line 155"/>
            <p:cNvSpPr/>
            <p:nvPr/>
          </p:nvSpPr>
          <p:spPr>
            <a:xfrm>
              <a:off x="3228" y="3443"/>
              <a:ext cx="0" cy="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26" name="Line 156"/>
            <p:cNvSpPr/>
            <p:nvPr/>
          </p:nvSpPr>
          <p:spPr>
            <a:xfrm>
              <a:off x="3442" y="3450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27" name="WordArt 157"/>
            <p:cNvSpPr>
              <a:spLocks noTextEdit="1"/>
            </p:cNvSpPr>
            <p:nvPr/>
          </p:nvSpPr>
          <p:spPr>
            <a:xfrm>
              <a:off x="2980" y="3513"/>
              <a:ext cx="31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0328" name="WordArt 158"/>
            <p:cNvSpPr>
              <a:spLocks noTextEdit="1"/>
            </p:cNvSpPr>
            <p:nvPr/>
          </p:nvSpPr>
          <p:spPr>
            <a:xfrm>
              <a:off x="3215" y="3507"/>
              <a:ext cx="32" cy="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0329" name="WordArt 159"/>
            <p:cNvSpPr>
              <a:spLocks noTextEdit="1"/>
            </p:cNvSpPr>
            <p:nvPr/>
          </p:nvSpPr>
          <p:spPr>
            <a:xfrm>
              <a:off x="3416" y="3505"/>
              <a:ext cx="52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</a:p>
          </p:txBody>
        </p:sp>
        <p:grpSp>
          <p:nvGrpSpPr>
            <p:cNvPr id="10330" name="Group 160"/>
            <p:cNvGrpSpPr/>
            <p:nvPr/>
          </p:nvGrpSpPr>
          <p:grpSpPr>
            <a:xfrm>
              <a:off x="3589" y="3528"/>
              <a:ext cx="272" cy="99"/>
              <a:chOff x="3644" y="3543"/>
              <a:chExt cx="172" cy="83"/>
            </a:xfrm>
          </p:grpSpPr>
          <p:grpSp>
            <p:nvGrpSpPr>
              <p:cNvPr id="10331" name="Group 161"/>
              <p:cNvGrpSpPr/>
              <p:nvPr/>
            </p:nvGrpSpPr>
            <p:grpSpPr>
              <a:xfrm>
                <a:off x="3644" y="3567"/>
                <a:ext cx="41" cy="52"/>
                <a:chOff x="1781" y="2282"/>
                <a:chExt cx="577" cy="577"/>
              </a:xfrm>
            </p:grpSpPr>
            <p:sp>
              <p:nvSpPr>
                <p:cNvPr id="10332" name="Line 162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333" name="Line 163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334" name="WordArt 164"/>
              <p:cNvSpPr>
                <a:spLocks noTextEdit="1"/>
              </p:cNvSpPr>
              <p:nvPr/>
            </p:nvSpPr>
            <p:spPr>
              <a:xfrm>
                <a:off x="3709" y="3556"/>
                <a:ext cx="6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10335" name="WordArt 165"/>
              <p:cNvSpPr>
                <a:spLocks noTextEdit="1"/>
              </p:cNvSpPr>
              <p:nvPr/>
            </p:nvSpPr>
            <p:spPr>
              <a:xfrm>
                <a:off x="3778" y="3543"/>
                <a:ext cx="38" cy="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14</a:t>
                </a:r>
              </a:p>
            </p:txBody>
          </p:sp>
        </p:grpSp>
        <p:grpSp>
          <p:nvGrpSpPr>
            <p:cNvPr id="10336" name="Group 166"/>
            <p:cNvGrpSpPr/>
            <p:nvPr/>
          </p:nvGrpSpPr>
          <p:grpSpPr>
            <a:xfrm>
              <a:off x="3469" y="2480"/>
              <a:ext cx="166" cy="130"/>
              <a:chOff x="3993" y="2724"/>
              <a:chExt cx="174" cy="112"/>
            </a:xfrm>
          </p:grpSpPr>
          <p:sp>
            <p:nvSpPr>
              <p:cNvPr id="10337" name="WordArt 167"/>
              <p:cNvSpPr>
                <a:spLocks noTextEdit="1"/>
              </p:cNvSpPr>
              <p:nvPr/>
            </p:nvSpPr>
            <p:spPr>
              <a:xfrm>
                <a:off x="3993" y="2724"/>
                <a:ext cx="105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10338" name="WordArt 168"/>
              <p:cNvSpPr>
                <a:spLocks noTextEdit="1"/>
              </p:cNvSpPr>
              <p:nvPr/>
            </p:nvSpPr>
            <p:spPr>
              <a:xfrm>
                <a:off x="4109" y="2778"/>
                <a:ext cx="58" cy="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sp>
          <p:nvSpPr>
            <p:cNvPr id="10339" name="WordArt 169"/>
            <p:cNvSpPr>
              <a:spLocks noTextEdit="1"/>
            </p:cNvSpPr>
            <p:nvPr/>
          </p:nvSpPr>
          <p:spPr>
            <a:xfrm>
              <a:off x="3639" y="3672"/>
              <a:ext cx="126" cy="8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Hz</a:t>
              </a:r>
            </a:p>
          </p:txBody>
        </p:sp>
      </p:grpSp>
      <p:grpSp>
        <p:nvGrpSpPr>
          <p:cNvPr id="8" name="Group 244"/>
          <p:cNvGrpSpPr>
            <a:grpSpLocks noChangeAspect="1"/>
          </p:cNvGrpSpPr>
          <p:nvPr/>
        </p:nvGrpSpPr>
        <p:grpSpPr>
          <a:xfrm>
            <a:off x="544513" y="3357563"/>
            <a:ext cx="3109912" cy="355600"/>
            <a:chOff x="2585" y="1283"/>
            <a:chExt cx="2183" cy="250"/>
          </a:xfrm>
        </p:grpSpPr>
        <p:grpSp>
          <p:nvGrpSpPr>
            <p:cNvPr id="10341" name="Group 245"/>
            <p:cNvGrpSpPr/>
            <p:nvPr/>
          </p:nvGrpSpPr>
          <p:grpSpPr>
            <a:xfrm>
              <a:off x="2585" y="1283"/>
              <a:ext cx="2183" cy="250"/>
              <a:chOff x="2962" y="1360"/>
              <a:chExt cx="2183" cy="250"/>
            </a:xfrm>
          </p:grpSpPr>
          <p:grpSp>
            <p:nvGrpSpPr>
              <p:cNvPr id="10342" name="Group 246"/>
              <p:cNvGrpSpPr/>
              <p:nvPr/>
            </p:nvGrpSpPr>
            <p:grpSpPr>
              <a:xfrm>
                <a:off x="2962" y="1360"/>
                <a:ext cx="536" cy="250"/>
                <a:chOff x="1929" y="687"/>
                <a:chExt cx="489" cy="250"/>
              </a:xfrm>
            </p:grpSpPr>
            <p:sp>
              <p:nvSpPr>
                <p:cNvPr id="10343" name="WordArt 247"/>
                <p:cNvSpPr>
                  <a:spLocks noTextEdit="1"/>
                </p:cNvSpPr>
                <p:nvPr/>
              </p:nvSpPr>
              <p:spPr>
                <a:xfrm>
                  <a:off x="1959" y="844"/>
                  <a:ext cx="81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0344" name="WordArt 248"/>
                <p:cNvSpPr>
                  <a:spLocks noTextEdit="1"/>
                </p:cNvSpPr>
                <p:nvPr/>
              </p:nvSpPr>
              <p:spPr>
                <a:xfrm>
                  <a:off x="1968" y="687"/>
                  <a:ext cx="60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0345" name="Line 249"/>
                <p:cNvSpPr/>
                <p:nvPr/>
              </p:nvSpPr>
              <p:spPr>
                <a:xfrm>
                  <a:off x="1929" y="812"/>
                  <a:ext cx="14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346" name="WordArt 250"/>
                <p:cNvSpPr>
                  <a:spLocks noTextEdit="1"/>
                </p:cNvSpPr>
                <p:nvPr/>
              </p:nvSpPr>
              <p:spPr>
                <a:xfrm>
                  <a:off x="2109" y="762"/>
                  <a:ext cx="136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10347" name="WordArt 251"/>
                <p:cNvSpPr>
                  <a:spLocks noTextEdit="1"/>
                </p:cNvSpPr>
                <p:nvPr/>
              </p:nvSpPr>
              <p:spPr>
                <a:xfrm>
                  <a:off x="2280" y="759"/>
                  <a:ext cx="90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 Antiqua" panose="02040602050305030304" charset="0"/>
                      <a:ea typeface="Book Antiqua" panose="02040602050305030304" charset="0"/>
                    </a:rPr>
                    <a:t>v</a:t>
                  </a:r>
                </a:p>
              </p:txBody>
            </p:sp>
            <p:sp>
              <p:nvSpPr>
                <p:cNvPr id="10348" name="WordArt 252"/>
                <p:cNvSpPr>
                  <a:spLocks noTextEdit="1"/>
                </p:cNvSpPr>
                <p:nvPr/>
              </p:nvSpPr>
              <p:spPr>
                <a:xfrm>
                  <a:off x="2382" y="842"/>
                  <a:ext cx="36" cy="6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10349" name="Group 253"/>
              <p:cNvGrpSpPr/>
              <p:nvPr/>
            </p:nvGrpSpPr>
            <p:grpSpPr>
              <a:xfrm>
                <a:off x="3532" y="1460"/>
                <a:ext cx="125" cy="44"/>
                <a:chOff x="1260" y="2371"/>
                <a:chExt cx="151" cy="53"/>
              </a:xfrm>
            </p:grpSpPr>
            <p:sp>
              <p:nvSpPr>
                <p:cNvPr id="10350" name="Line 254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351" name="Line 255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352" name="WordArt 256"/>
              <p:cNvSpPr>
                <a:spLocks noTextEdit="1"/>
              </p:cNvSpPr>
              <p:nvPr/>
            </p:nvSpPr>
            <p:spPr>
              <a:xfrm>
                <a:off x="4126" y="1403"/>
                <a:ext cx="1019" cy="1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光电子克服电场力做功</a:t>
                </a:r>
              </a:p>
            </p:txBody>
          </p:sp>
          <p:grpSp>
            <p:nvGrpSpPr>
              <p:cNvPr id="10353" name="Group 257"/>
              <p:cNvGrpSpPr/>
              <p:nvPr/>
            </p:nvGrpSpPr>
            <p:grpSpPr>
              <a:xfrm>
                <a:off x="3815" y="1438"/>
                <a:ext cx="187" cy="119"/>
                <a:chOff x="2400" y="1711"/>
                <a:chExt cx="252" cy="185"/>
              </a:xfrm>
            </p:grpSpPr>
            <p:sp>
              <p:nvSpPr>
                <p:cNvPr id="10354" name="WordArt 258"/>
                <p:cNvSpPr>
                  <a:spLocks noTextEdit="1"/>
                </p:cNvSpPr>
                <p:nvPr/>
              </p:nvSpPr>
              <p:spPr>
                <a:xfrm>
                  <a:off x="2400" y="1711"/>
                  <a:ext cx="213" cy="17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4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U</a:t>
                  </a:r>
                </a:p>
              </p:txBody>
            </p:sp>
            <p:sp>
              <p:nvSpPr>
                <p:cNvPr id="10355" name="WordArt 259"/>
                <p:cNvSpPr>
                  <a:spLocks noTextEdit="1"/>
                </p:cNvSpPr>
                <p:nvPr/>
              </p:nvSpPr>
              <p:spPr>
                <a:xfrm>
                  <a:off x="2568" y="1798"/>
                  <a:ext cx="84" cy="9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o</a:t>
                  </a:r>
                </a:p>
              </p:txBody>
            </p:sp>
          </p:grpSp>
          <p:sp>
            <p:nvSpPr>
              <p:cNvPr id="10356" name="WordArt 260"/>
              <p:cNvSpPr>
                <a:spLocks noTextEdit="1"/>
              </p:cNvSpPr>
              <p:nvPr/>
            </p:nvSpPr>
            <p:spPr>
              <a:xfrm>
                <a:off x="3724" y="1430"/>
                <a:ext cx="95" cy="1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</p:grpSp>
        <p:sp>
          <p:nvSpPr>
            <p:cNvPr id="10357" name="WordArt 261"/>
            <p:cNvSpPr>
              <a:spLocks noTextEdit="1"/>
            </p:cNvSpPr>
            <p:nvPr/>
          </p:nvSpPr>
          <p:spPr>
            <a:xfrm>
              <a:off x="3089" y="1290"/>
              <a:ext cx="41" cy="6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9" name="组合 281"/>
          <p:cNvGrpSpPr>
            <a:grpSpLocks noChangeAspect="1"/>
          </p:cNvGrpSpPr>
          <p:nvPr/>
        </p:nvGrpSpPr>
        <p:grpSpPr>
          <a:xfrm>
            <a:off x="827088" y="4338638"/>
            <a:ext cx="2620962" cy="2184400"/>
            <a:chOff x="3965928" y="3316288"/>
            <a:chExt cx="4248150" cy="3541712"/>
          </a:xfrm>
        </p:grpSpPr>
        <p:grpSp>
          <p:nvGrpSpPr>
            <p:cNvPr id="10359" name="Group 387"/>
            <p:cNvGrpSpPr/>
            <p:nvPr/>
          </p:nvGrpSpPr>
          <p:grpSpPr>
            <a:xfrm>
              <a:off x="4381853" y="3706813"/>
              <a:ext cx="3484563" cy="2451100"/>
              <a:chOff x="3002" y="1457"/>
              <a:chExt cx="2195" cy="1544"/>
            </a:xfrm>
          </p:grpSpPr>
          <p:sp>
            <p:nvSpPr>
              <p:cNvPr id="10360" name="Oval 161"/>
              <p:cNvSpPr/>
              <p:nvPr/>
            </p:nvSpPr>
            <p:spPr>
              <a:xfrm>
                <a:off x="3549" y="1635"/>
                <a:ext cx="65" cy="70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361" name="Group 386"/>
              <p:cNvGrpSpPr/>
              <p:nvPr/>
            </p:nvGrpSpPr>
            <p:grpSpPr>
              <a:xfrm>
                <a:off x="3002" y="1457"/>
                <a:ext cx="2195" cy="1544"/>
                <a:chOff x="3002" y="1457"/>
                <a:chExt cx="2195" cy="1544"/>
              </a:xfrm>
            </p:grpSpPr>
            <p:sp>
              <p:nvSpPr>
                <p:cNvPr id="10362" name="Line 160"/>
                <p:cNvSpPr/>
                <p:nvPr/>
              </p:nvSpPr>
              <p:spPr>
                <a:xfrm flipV="1">
                  <a:off x="3572" y="1665"/>
                  <a:ext cx="1625" cy="1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10363" name="Group 383"/>
                <p:cNvGrpSpPr/>
                <p:nvPr/>
              </p:nvGrpSpPr>
              <p:grpSpPr>
                <a:xfrm>
                  <a:off x="3002" y="1457"/>
                  <a:ext cx="2169" cy="1544"/>
                  <a:chOff x="3002" y="1457"/>
                  <a:chExt cx="2169" cy="1544"/>
                </a:xfrm>
              </p:grpSpPr>
              <p:sp>
                <p:nvSpPr>
                  <p:cNvPr id="10364" name="Freeform 340"/>
                  <p:cNvSpPr/>
                  <p:nvPr/>
                </p:nvSpPr>
                <p:spPr>
                  <a:xfrm>
                    <a:off x="3002" y="1667"/>
                    <a:ext cx="2169" cy="1334"/>
                  </a:xfrm>
                  <a:custGeom>
                    <a:avLst/>
                    <a:gdLst/>
                    <a:ahLst/>
                    <a:cxnLst>
                      <a:cxn ang="0">
                        <a:pos x="0" y="1334"/>
                      </a:cxn>
                      <a:cxn ang="0">
                        <a:pos x="140" y="1229"/>
                      </a:cxn>
                      <a:cxn ang="0">
                        <a:pos x="252" y="1100"/>
                      </a:cxn>
                      <a:cxn ang="0">
                        <a:pos x="367" y="890"/>
                      </a:cxn>
                      <a:cxn ang="0">
                        <a:pos x="507" y="572"/>
                      </a:cxn>
                      <a:cxn ang="0">
                        <a:pos x="580" y="404"/>
                      </a:cxn>
                      <a:cxn ang="0">
                        <a:pos x="701" y="242"/>
                      </a:cxn>
                      <a:cxn ang="0">
                        <a:pos x="844" y="143"/>
                      </a:cxn>
                      <a:cxn ang="0">
                        <a:pos x="1006" y="80"/>
                      </a:cxn>
                      <a:cxn ang="0">
                        <a:pos x="1211" y="29"/>
                      </a:cxn>
                      <a:cxn ang="0">
                        <a:pos x="1382" y="5"/>
                      </a:cxn>
                      <a:cxn ang="0">
                        <a:pos x="1629" y="2"/>
                      </a:cxn>
                      <a:cxn ang="0">
                        <a:pos x="2097" y="5"/>
                      </a:cxn>
                    </a:cxnLst>
                    <a:rect l="0" t="0" r="0" b="0"/>
                    <a:pathLst>
                      <a:path w="2244" h="1334">
                        <a:moveTo>
                          <a:pt x="0" y="1334"/>
                        </a:moveTo>
                        <a:cubicBezTo>
                          <a:pt x="52" y="1301"/>
                          <a:pt x="105" y="1268"/>
                          <a:pt x="150" y="1229"/>
                        </a:cubicBezTo>
                        <a:cubicBezTo>
                          <a:pt x="195" y="1190"/>
                          <a:pt x="230" y="1156"/>
                          <a:pt x="270" y="1100"/>
                        </a:cubicBezTo>
                        <a:cubicBezTo>
                          <a:pt x="310" y="1044"/>
                          <a:pt x="348" y="978"/>
                          <a:pt x="393" y="890"/>
                        </a:cubicBezTo>
                        <a:cubicBezTo>
                          <a:pt x="438" y="802"/>
                          <a:pt x="505" y="653"/>
                          <a:pt x="543" y="572"/>
                        </a:cubicBezTo>
                        <a:cubicBezTo>
                          <a:pt x="581" y="491"/>
                          <a:pt x="586" y="459"/>
                          <a:pt x="621" y="404"/>
                        </a:cubicBezTo>
                        <a:cubicBezTo>
                          <a:pt x="656" y="349"/>
                          <a:pt x="703" y="285"/>
                          <a:pt x="750" y="242"/>
                        </a:cubicBezTo>
                        <a:cubicBezTo>
                          <a:pt x="797" y="199"/>
                          <a:pt x="848" y="170"/>
                          <a:pt x="903" y="143"/>
                        </a:cubicBezTo>
                        <a:cubicBezTo>
                          <a:pt x="958" y="116"/>
                          <a:pt x="1011" y="99"/>
                          <a:pt x="1077" y="80"/>
                        </a:cubicBezTo>
                        <a:cubicBezTo>
                          <a:pt x="1143" y="61"/>
                          <a:pt x="1229" y="41"/>
                          <a:pt x="1296" y="29"/>
                        </a:cubicBezTo>
                        <a:cubicBezTo>
                          <a:pt x="1363" y="17"/>
                          <a:pt x="1404" y="10"/>
                          <a:pt x="1479" y="5"/>
                        </a:cubicBezTo>
                        <a:cubicBezTo>
                          <a:pt x="1554" y="0"/>
                          <a:pt x="1616" y="2"/>
                          <a:pt x="1743" y="2"/>
                        </a:cubicBezTo>
                        <a:cubicBezTo>
                          <a:pt x="1870" y="2"/>
                          <a:pt x="2057" y="3"/>
                          <a:pt x="2244" y="5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0365" name="Group 345"/>
                  <p:cNvGrpSpPr/>
                  <p:nvPr/>
                </p:nvGrpSpPr>
                <p:grpSpPr>
                  <a:xfrm>
                    <a:off x="3669" y="1457"/>
                    <a:ext cx="224" cy="167"/>
                    <a:chOff x="3477" y="1426"/>
                    <a:chExt cx="230" cy="167"/>
                  </a:xfrm>
                </p:grpSpPr>
                <p:sp>
                  <p:nvSpPr>
                    <p:cNvPr id="10366" name="WordArt 164"/>
                    <p:cNvSpPr>
                      <a:spLocks noTextEdit="1"/>
                    </p:cNvSpPr>
                    <p:nvPr/>
                  </p:nvSpPr>
                  <p:spPr>
                    <a:xfrm>
                      <a:off x="3545" y="1510"/>
                      <a:ext cx="79" cy="8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</a:p>
                  </p:txBody>
                </p:sp>
                <p:sp>
                  <p:nvSpPr>
                    <p:cNvPr id="10367" name="WordArt 165"/>
                    <p:cNvSpPr>
                      <a:spLocks noTextEdit="1"/>
                    </p:cNvSpPr>
                    <p:nvPr/>
                  </p:nvSpPr>
                  <p:spPr>
                    <a:xfrm>
                      <a:off x="3477" y="1426"/>
                      <a:ext cx="70" cy="1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</a:p>
                  </p:txBody>
                </p:sp>
                <p:sp>
                  <p:nvSpPr>
                    <p:cNvPr id="10368" name="WordArt 343"/>
                    <p:cNvSpPr>
                      <a:spLocks noTextEdit="1"/>
                    </p:cNvSpPr>
                    <p:nvPr/>
                  </p:nvSpPr>
                  <p:spPr>
                    <a:xfrm>
                      <a:off x="3628" y="1507"/>
                      <a:ext cx="79" cy="8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  <p:sp>
                <p:nvSpPr>
                  <p:cNvPr id="10369" name="WordArt 350"/>
                  <p:cNvSpPr>
                    <a:spLocks noTextEdit="1"/>
                  </p:cNvSpPr>
                  <p:nvPr/>
                </p:nvSpPr>
                <p:spPr>
                  <a:xfrm>
                    <a:off x="3982" y="1488"/>
                    <a:ext cx="89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饱和光电流</a:t>
                    </a:r>
                  </a:p>
                </p:txBody>
              </p:sp>
              <p:grpSp>
                <p:nvGrpSpPr>
                  <p:cNvPr id="10370" name="Group 356"/>
                  <p:cNvGrpSpPr/>
                  <p:nvPr/>
                </p:nvGrpSpPr>
                <p:grpSpPr>
                  <a:xfrm>
                    <a:off x="4186" y="1744"/>
                    <a:ext cx="870" cy="131"/>
                    <a:chOff x="4018" y="1713"/>
                    <a:chExt cx="898" cy="131"/>
                  </a:xfrm>
                </p:grpSpPr>
                <p:sp>
                  <p:nvSpPr>
                    <p:cNvPr id="10371" name="WordArt 354"/>
                    <p:cNvSpPr>
                      <a:spLocks noTextEdit="1"/>
                    </p:cNvSpPr>
                    <p:nvPr/>
                  </p:nvSpPr>
                  <p:spPr>
                    <a:xfrm>
                      <a:off x="4018" y="1727"/>
                      <a:ext cx="95" cy="99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10372" name="WordArt 355"/>
                    <p:cNvSpPr>
                      <a:spLocks noTextEdit="1"/>
                    </p:cNvSpPr>
                    <p:nvPr/>
                  </p:nvSpPr>
                  <p:spPr>
                    <a:xfrm>
                      <a:off x="4178" y="1713"/>
                      <a:ext cx="738" cy="13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光照较强</a:t>
                      </a:r>
                    </a:p>
                  </p:txBody>
                </p:sp>
              </p:grpSp>
            </p:grpSp>
          </p:grpSp>
        </p:grpSp>
        <p:grpSp>
          <p:nvGrpSpPr>
            <p:cNvPr id="10373" name="Group 388"/>
            <p:cNvGrpSpPr/>
            <p:nvPr/>
          </p:nvGrpSpPr>
          <p:grpSpPr>
            <a:xfrm>
              <a:off x="4388203" y="4910138"/>
              <a:ext cx="3611563" cy="1258887"/>
              <a:chOff x="3006" y="2215"/>
              <a:chExt cx="2275" cy="793"/>
            </a:xfrm>
          </p:grpSpPr>
          <p:sp>
            <p:nvSpPr>
              <p:cNvPr id="10374" name="Oval 170"/>
              <p:cNvSpPr/>
              <p:nvPr/>
            </p:nvSpPr>
            <p:spPr>
              <a:xfrm>
                <a:off x="3562" y="2377"/>
                <a:ext cx="64" cy="70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375" name="Group 385"/>
              <p:cNvGrpSpPr/>
              <p:nvPr/>
            </p:nvGrpSpPr>
            <p:grpSpPr>
              <a:xfrm>
                <a:off x="3006" y="2215"/>
                <a:ext cx="2275" cy="793"/>
                <a:chOff x="3006" y="2215"/>
                <a:chExt cx="2275" cy="793"/>
              </a:xfrm>
            </p:grpSpPr>
            <p:sp>
              <p:nvSpPr>
                <p:cNvPr id="10376" name="Freeform 341"/>
                <p:cNvSpPr/>
                <p:nvPr/>
              </p:nvSpPr>
              <p:spPr>
                <a:xfrm>
                  <a:off x="3006" y="2424"/>
                  <a:ext cx="2233" cy="584"/>
                </a:xfrm>
                <a:custGeom>
                  <a:avLst/>
                  <a:gdLst/>
                  <a:ahLst/>
                  <a:cxnLst>
                    <a:cxn ang="0">
                      <a:pos x="0" y="256"/>
                    </a:cxn>
                    <a:cxn ang="0">
                      <a:pos x="148" y="236"/>
                    </a:cxn>
                    <a:cxn ang="0">
                      <a:pos x="268" y="211"/>
                    </a:cxn>
                    <a:cxn ang="0">
                      <a:pos x="389" y="171"/>
                    </a:cxn>
                    <a:cxn ang="0">
                      <a:pos x="537" y="109"/>
                    </a:cxn>
                    <a:cxn ang="0">
                      <a:pos x="615" y="77"/>
                    </a:cxn>
                    <a:cxn ang="0">
                      <a:pos x="742" y="46"/>
                    </a:cxn>
                    <a:cxn ang="0">
                      <a:pos x="895" y="28"/>
                    </a:cxn>
                    <a:cxn ang="0">
                      <a:pos x="1067" y="15"/>
                    </a:cxn>
                    <a:cxn ang="0">
                      <a:pos x="1284" y="6"/>
                    </a:cxn>
                    <a:cxn ang="0">
                      <a:pos x="1465" y="1"/>
                    </a:cxn>
                    <a:cxn ang="0">
                      <a:pos x="1726" y="0"/>
                    </a:cxn>
                    <a:cxn ang="0">
                      <a:pos x="2222" y="1"/>
                    </a:cxn>
                  </a:cxnLst>
                  <a:rect l="0" t="0" r="0" b="0"/>
                  <a:pathLst>
                    <a:path w="2244" h="1334">
                      <a:moveTo>
                        <a:pt x="0" y="1334"/>
                      </a:moveTo>
                      <a:cubicBezTo>
                        <a:pt x="52" y="1301"/>
                        <a:pt x="105" y="1268"/>
                        <a:pt x="150" y="1229"/>
                      </a:cubicBezTo>
                      <a:cubicBezTo>
                        <a:pt x="195" y="1190"/>
                        <a:pt x="230" y="1156"/>
                        <a:pt x="270" y="1100"/>
                      </a:cubicBezTo>
                      <a:cubicBezTo>
                        <a:pt x="310" y="1044"/>
                        <a:pt x="348" y="978"/>
                        <a:pt x="393" y="890"/>
                      </a:cubicBezTo>
                      <a:cubicBezTo>
                        <a:pt x="438" y="802"/>
                        <a:pt x="505" y="653"/>
                        <a:pt x="543" y="572"/>
                      </a:cubicBezTo>
                      <a:cubicBezTo>
                        <a:pt x="581" y="491"/>
                        <a:pt x="586" y="459"/>
                        <a:pt x="621" y="404"/>
                      </a:cubicBezTo>
                      <a:cubicBezTo>
                        <a:pt x="656" y="349"/>
                        <a:pt x="703" y="285"/>
                        <a:pt x="750" y="242"/>
                      </a:cubicBezTo>
                      <a:cubicBezTo>
                        <a:pt x="797" y="199"/>
                        <a:pt x="848" y="170"/>
                        <a:pt x="903" y="143"/>
                      </a:cubicBezTo>
                      <a:cubicBezTo>
                        <a:pt x="958" y="116"/>
                        <a:pt x="1011" y="99"/>
                        <a:pt x="1077" y="80"/>
                      </a:cubicBezTo>
                      <a:cubicBezTo>
                        <a:pt x="1143" y="61"/>
                        <a:pt x="1229" y="41"/>
                        <a:pt x="1296" y="29"/>
                      </a:cubicBezTo>
                      <a:cubicBezTo>
                        <a:pt x="1363" y="17"/>
                        <a:pt x="1404" y="10"/>
                        <a:pt x="1479" y="5"/>
                      </a:cubicBezTo>
                      <a:cubicBezTo>
                        <a:pt x="1554" y="0"/>
                        <a:pt x="1616" y="2"/>
                        <a:pt x="1743" y="2"/>
                      </a:cubicBezTo>
                      <a:cubicBezTo>
                        <a:pt x="1870" y="2"/>
                        <a:pt x="2057" y="3"/>
                        <a:pt x="2244" y="5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77" name="Line 169"/>
                <p:cNvSpPr/>
                <p:nvPr/>
              </p:nvSpPr>
              <p:spPr>
                <a:xfrm>
                  <a:off x="3593" y="2420"/>
                  <a:ext cx="168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378" name="WordArt 342"/>
                <p:cNvSpPr>
                  <a:spLocks noTextEdit="1"/>
                </p:cNvSpPr>
                <p:nvPr/>
              </p:nvSpPr>
              <p:spPr>
                <a:xfrm>
                  <a:off x="3962" y="2236"/>
                  <a:ext cx="894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饱和光电流</a:t>
                  </a:r>
                </a:p>
              </p:txBody>
            </p:sp>
            <p:grpSp>
              <p:nvGrpSpPr>
                <p:cNvPr id="10379" name="Group 346"/>
                <p:cNvGrpSpPr/>
                <p:nvPr/>
              </p:nvGrpSpPr>
              <p:grpSpPr>
                <a:xfrm>
                  <a:off x="3667" y="2215"/>
                  <a:ext cx="224" cy="167"/>
                  <a:chOff x="3477" y="1426"/>
                  <a:chExt cx="230" cy="167"/>
                </a:xfrm>
              </p:grpSpPr>
              <p:sp>
                <p:nvSpPr>
                  <p:cNvPr id="10380" name="WordArt 347"/>
                  <p:cNvSpPr>
                    <a:spLocks noTextEdit="1"/>
                  </p:cNvSpPr>
                  <p:nvPr/>
                </p:nvSpPr>
                <p:spPr>
                  <a:xfrm>
                    <a:off x="3545" y="1510"/>
                    <a:ext cx="79" cy="8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S</a:t>
                    </a:r>
                  </a:p>
                </p:txBody>
              </p:sp>
              <p:sp>
                <p:nvSpPr>
                  <p:cNvPr id="10381" name="WordArt 348"/>
                  <p:cNvSpPr>
                    <a:spLocks noTextEdit="1"/>
                  </p:cNvSpPr>
                  <p:nvPr/>
                </p:nvSpPr>
                <p:spPr>
                  <a:xfrm>
                    <a:off x="3477" y="1426"/>
                    <a:ext cx="70" cy="16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I</a:t>
                    </a:r>
                  </a:p>
                </p:txBody>
              </p:sp>
              <p:sp>
                <p:nvSpPr>
                  <p:cNvPr id="10382" name="WordArt 349"/>
                  <p:cNvSpPr>
                    <a:spLocks noTextEdit="1"/>
                  </p:cNvSpPr>
                  <p:nvPr/>
                </p:nvSpPr>
                <p:spPr>
                  <a:xfrm>
                    <a:off x="3628" y="1507"/>
                    <a:ext cx="79" cy="8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B</a:t>
                    </a:r>
                  </a:p>
                </p:txBody>
              </p:sp>
            </p:grpSp>
            <p:grpSp>
              <p:nvGrpSpPr>
                <p:cNvPr id="10383" name="Group 357"/>
                <p:cNvGrpSpPr/>
                <p:nvPr/>
              </p:nvGrpSpPr>
              <p:grpSpPr>
                <a:xfrm>
                  <a:off x="4199" y="2517"/>
                  <a:ext cx="870" cy="131"/>
                  <a:chOff x="4018" y="1713"/>
                  <a:chExt cx="898" cy="131"/>
                </a:xfrm>
              </p:grpSpPr>
              <p:sp>
                <p:nvSpPr>
                  <p:cNvPr id="10384" name="WordArt 358"/>
                  <p:cNvSpPr>
                    <a:spLocks noTextEdit="1"/>
                  </p:cNvSpPr>
                  <p:nvPr/>
                </p:nvSpPr>
                <p:spPr>
                  <a:xfrm>
                    <a:off x="4018" y="1727"/>
                    <a:ext cx="95" cy="9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B</a:t>
                    </a:r>
                  </a:p>
                </p:txBody>
              </p:sp>
              <p:sp>
                <p:nvSpPr>
                  <p:cNvPr id="10385" name="WordArt 359"/>
                  <p:cNvSpPr>
                    <a:spLocks noTextEdit="1"/>
                  </p:cNvSpPr>
                  <p:nvPr/>
                </p:nvSpPr>
                <p:spPr>
                  <a:xfrm>
                    <a:off x="4178" y="1713"/>
                    <a:ext cx="738" cy="13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光照较弱</a:t>
                    </a:r>
                  </a:p>
                </p:txBody>
              </p:sp>
            </p:grpSp>
          </p:grpSp>
        </p:grpSp>
        <p:grpSp>
          <p:nvGrpSpPr>
            <p:cNvPr id="10386" name="Group 384"/>
            <p:cNvGrpSpPr/>
            <p:nvPr/>
          </p:nvGrpSpPr>
          <p:grpSpPr>
            <a:xfrm>
              <a:off x="3965928" y="3316288"/>
              <a:ext cx="4248150" cy="3541712"/>
              <a:chOff x="2740" y="1211"/>
              <a:chExt cx="2676" cy="2231"/>
            </a:xfrm>
          </p:grpSpPr>
          <p:sp>
            <p:nvSpPr>
              <p:cNvPr id="10387" name="Line 143"/>
              <p:cNvSpPr/>
              <p:nvPr/>
            </p:nvSpPr>
            <p:spPr>
              <a:xfrm flipV="1">
                <a:off x="3596" y="1211"/>
                <a:ext cx="0" cy="20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0388" name="WordArt 144"/>
              <p:cNvSpPr>
                <a:spLocks noTextEdit="1"/>
              </p:cNvSpPr>
              <p:nvPr/>
            </p:nvSpPr>
            <p:spPr>
              <a:xfrm>
                <a:off x="3412" y="1256"/>
                <a:ext cx="86" cy="1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</a:p>
            </p:txBody>
          </p:sp>
          <p:grpSp>
            <p:nvGrpSpPr>
              <p:cNvPr id="10389" name="Group 145"/>
              <p:cNvGrpSpPr/>
              <p:nvPr/>
            </p:nvGrpSpPr>
            <p:grpSpPr>
              <a:xfrm>
                <a:off x="3425" y="2378"/>
                <a:ext cx="1949" cy="644"/>
                <a:chOff x="3937" y="2806"/>
                <a:chExt cx="1704" cy="644"/>
              </a:xfrm>
            </p:grpSpPr>
            <p:sp>
              <p:nvSpPr>
                <p:cNvPr id="10390" name="Line 146"/>
                <p:cNvSpPr/>
                <p:nvPr/>
              </p:nvSpPr>
              <p:spPr>
                <a:xfrm>
                  <a:off x="3937" y="3450"/>
                  <a:ext cx="170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0391" name="WordArt 147"/>
                <p:cNvSpPr>
                  <a:spLocks noTextEdit="1"/>
                </p:cNvSpPr>
                <p:nvPr/>
              </p:nvSpPr>
              <p:spPr>
                <a:xfrm>
                  <a:off x="3947" y="2806"/>
                  <a:ext cx="97" cy="1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10392" name="WordArt 148"/>
                <p:cNvSpPr>
                  <a:spLocks noTextEdit="1"/>
                </p:cNvSpPr>
                <p:nvPr/>
              </p:nvSpPr>
              <p:spPr>
                <a:xfrm>
                  <a:off x="5463" y="2834"/>
                  <a:ext cx="166" cy="12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9333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U</a:t>
                  </a:r>
                </a:p>
              </p:txBody>
            </p:sp>
          </p:grpSp>
          <p:grpSp>
            <p:nvGrpSpPr>
              <p:cNvPr id="10393" name="Group 177"/>
              <p:cNvGrpSpPr/>
              <p:nvPr/>
            </p:nvGrpSpPr>
            <p:grpSpPr>
              <a:xfrm>
                <a:off x="2740" y="2970"/>
                <a:ext cx="856" cy="273"/>
                <a:chOff x="3338" y="2727"/>
                <a:chExt cx="749" cy="219"/>
              </a:xfrm>
            </p:grpSpPr>
            <p:grpSp>
              <p:nvGrpSpPr>
                <p:cNvPr id="10394" name="Group 178"/>
                <p:cNvGrpSpPr/>
                <p:nvPr/>
              </p:nvGrpSpPr>
              <p:grpSpPr>
                <a:xfrm>
                  <a:off x="3338" y="2770"/>
                  <a:ext cx="749" cy="176"/>
                  <a:chOff x="3338" y="2770"/>
                  <a:chExt cx="749" cy="176"/>
                </a:xfrm>
              </p:grpSpPr>
              <p:grpSp>
                <p:nvGrpSpPr>
                  <p:cNvPr id="10395" name="Group 179"/>
                  <p:cNvGrpSpPr/>
                  <p:nvPr/>
                </p:nvGrpSpPr>
                <p:grpSpPr>
                  <a:xfrm>
                    <a:off x="3338" y="2786"/>
                    <a:ext cx="749" cy="160"/>
                    <a:chOff x="3338" y="2786"/>
                    <a:chExt cx="749" cy="160"/>
                  </a:xfrm>
                </p:grpSpPr>
                <p:grpSp>
                  <p:nvGrpSpPr>
                    <p:cNvPr id="10396" name="Group 180"/>
                    <p:cNvGrpSpPr/>
                    <p:nvPr/>
                  </p:nvGrpSpPr>
                  <p:grpSpPr>
                    <a:xfrm>
                      <a:off x="3338" y="2819"/>
                      <a:ext cx="325" cy="127"/>
                      <a:chOff x="3338" y="2819"/>
                      <a:chExt cx="325" cy="127"/>
                    </a:xfrm>
                  </p:grpSpPr>
                  <p:sp>
                    <p:nvSpPr>
                      <p:cNvPr id="10397" name="WordArt 181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586" y="2863"/>
                        <a:ext cx="77" cy="83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o</a:t>
                        </a:r>
                      </a:p>
                    </p:txBody>
                  </p:sp>
                  <p:sp>
                    <p:nvSpPr>
                      <p:cNvPr id="10398" name="WordArt 182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453" y="2819"/>
                        <a:ext cx="127" cy="127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39333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10399" name="Line 183"/>
                      <p:cNvSpPr/>
                      <p:nvPr/>
                    </p:nvSpPr>
                    <p:spPr>
                      <a:xfrm>
                        <a:off x="3338" y="2880"/>
                        <a:ext cx="111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10400" name="Line 184"/>
                    <p:cNvSpPr/>
                    <p:nvPr/>
                  </p:nvSpPr>
                  <p:spPr>
                    <a:xfrm>
                      <a:off x="4087" y="2786"/>
                      <a:ext cx="0" cy="10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10401" name="Line 185"/>
                  <p:cNvSpPr/>
                  <p:nvPr/>
                </p:nvSpPr>
                <p:spPr>
                  <a:xfrm>
                    <a:off x="3361" y="2770"/>
                    <a:ext cx="71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0402" name="Oval 186"/>
                <p:cNvSpPr/>
                <p:nvPr/>
              </p:nvSpPr>
              <p:spPr>
                <a:xfrm>
                  <a:off x="3501" y="2727"/>
                  <a:ext cx="66" cy="69"/>
                </a:xfrm>
                <a:prstGeom prst="ellipse">
                  <a:avLst/>
                </a:prstGeom>
                <a:solidFill>
                  <a:schemeClr val="bg1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0403" name="WordArt 344"/>
              <p:cNvSpPr>
                <a:spLocks noTextEdit="1"/>
              </p:cNvSpPr>
              <p:nvPr/>
            </p:nvSpPr>
            <p:spPr>
              <a:xfrm>
                <a:off x="3028" y="1230"/>
                <a:ext cx="342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光电流</a:t>
                </a:r>
              </a:p>
            </p:txBody>
          </p:sp>
          <p:sp>
            <p:nvSpPr>
              <p:cNvPr id="10404" name="WordArt 361"/>
              <p:cNvSpPr>
                <a:spLocks noTextEdit="1"/>
              </p:cNvSpPr>
              <p:nvPr/>
            </p:nvSpPr>
            <p:spPr>
              <a:xfrm>
                <a:off x="4984" y="3289"/>
                <a:ext cx="432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加速电压</a:t>
                </a:r>
              </a:p>
            </p:txBody>
          </p:sp>
          <p:sp>
            <p:nvSpPr>
              <p:cNvPr id="10405" name="WordArt 362"/>
              <p:cNvSpPr>
                <a:spLocks noTextEdit="1"/>
              </p:cNvSpPr>
              <p:nvPr/>
            </p:nvSpPr>
            <p:spPr>
              <a:xfrm>
                <a:off x="2756" y="3288"/>
                <a:ext cx="370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遏止电压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38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2540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续上</a:t>
            </a:r>
          </a:p>
        </p:txBody>
      </p:sp>
      <p:sp>
        <p:nvSpPr>
          <p:cNvPr id="11266" name="Rectangle 5"/>
          <p:cNvSpPr/>
          <p:nvPr/>
        </p:nvSpPr>
        <p:spPr>
          <a:xfrm>
            <a:off x="0" y="0"/>
            <a:ext cx="9144000" cy="160338"/>
          </a:xfrm>
          <a:prstGeom prst="rect">
            <a:avLst/>
          </a:prstGeom>
          <a:gradFill rotWithShape="0">
            <a:gsLst>
              <a:gs pos="0">
                <a:srgbClr val="FFEFFF"/>
              </a:gs>
              <a:gs pos="100000">
                <a:srgbClr val="FFF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7" name="Rectangle 6"/>
          <p:cNvSpPr/>
          <p:nvPr/>
        </p:nvSpPr>
        <p:spPr>
          <a:xfrm>
            <a:off x="0" y="6697663"/>
            <a:ext cx="9144000" cy="160337"/>
          </a:xfrm>
          <a:prstGeom prst="rect">
            <a:avLst/>
          </a:prstGeom>
          <a:gradFill rotWithShape="0">
            <a:gsLst>
              <a:gs pos="0">
                <a:srgbClr val="FFEFFF"/>
              </a:gs>
              <a:gs pos="100000">
                <a:srgbClr val="FFF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31"/>
          <p:cNvGrpSpPr/>
          <p:nvPr/>
        </p:nvGrpSpPr>
        <p:grpSpPr>
          <a:xfrm>
            <a:off x="471488" y="476250"/>
            <a:ext cx="5840412" cy="342900"/>
            <a:chOff x="374" y="612"/>
            <a:chExt cx="4570" cy="292"/>
          </a:xfrm>
        </p:grpSpPr>
        <p:grpSp>
          <p:nvGrpSpPr>
            <p:cNvPr id="11269" name="Group 208"/>
            <p:cNvGrpSpPr/>
            <p:nvPr/>
          </p:nvGrpSpPr>
          <p:grpSpPr>
            <a:xfrm>
              <a:off x="374" y="612"/>
              <a:ext cx="292" cy="292"/>
              <a:chOff x="374" y="612"/>
              <a:chExt cx="292" cy="292"/>
            </a:xfrm>
          </p:grpSpPr>
          <p:sp>
            <p:nvSpPr>
              <p:cNvPr id="11270" name="Oval 9"/>
              <p:cNvSpPr/>
              <p:nvPr/>
            </p:nvSpPr>
            <p:spPr>
              <a:xfrm>
                <a:off x="374" y="612"/>
                <a:ext cx="292" cy="292"/>
              </a:xfrm>
              <a:prstGeom prst="ellipse">
                <a:avLst/>
              </a:prstGeom>
              <a:solidFill>
                <a:srgbClr val="FFE2C5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71" name="WordArt 10"/>
              <p:cNvSpPr>
                <a:spLocks noTextEdit="1"/>
              </p:cNvSpPr>
              <p:nvPr/>
            </p:nvSpPr>
            <p:spPr>
              <a:xfrm>
                <a:off x="475" y="674"/>
                <a:ext cx="91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12297" name="WordArt 11"/>
            <p:cNvSpPr>
              <a:spLocks noTextEdit="1"/>
            </p:cNvSpPr>
            <p:nvPr/>
          </p:nvSpPr>
          <p:spPr>
            <a:xfrm>
              <a:off x="774" y="644"/>
              <a:ext cx="3961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0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要产生光电效应,入射光的频率不能小于一定的数值</a:t>
              </a:r>
              <a:endParaRPr lang="zh-CN" altLang="en-US" sz="3600" strike="noStrike" noProof="1">
                <a:ln w="9525" cap="flat" cmpd="sng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11273" name="Group 183"/>
            <p:cNvGrpSpPr/>
            <p:nvPr/>
          </p:nvGrpSpPr>
          <p:grpSpPr>
            <a:xfrm>
              <a:off x="4786" y="677"/>
              <a:ext cx="158" cy="183"/>
              <a:chOff x="4786" y="677"/>
              <a:chExt cx="158" cy="183"/>
            </a:xfrm>
          </p:grpSpPr>
          <p:sp>
            <p:nvSpPr>
              <p:cNvPr id="11274" name="WordArt 21"/>
              <p:cNvSpPr>
                <a:spLocks noTextEdit="1"/>
              </p:cNvSpPr>
              <p:nvPr/>
            </p:nvSpPr>
            <p:spPr>
              <a:xfrm>
                <a:off x="4786" y="677"/>
                <a:ext cx="113" cy="15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1275" name="WordArt 182"/>
              <p:cNvSpPr>
                <a:spLocks noTextEdit="1"/>
              </p:cNvSpPr>
              <p:nvPr/>
            </p:nvSpPr>
            <p:spPr>
              <a:xfrm>
                <a:off x="4887" y="760"/>
                <a:ext cx="57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5" name="Group 233"/>
          <p:cNvGrpSpPr/>
          <p:nvPr/>
        </p:nvGrpSpPr>
        <p:grpSpPr>
          <a:xfrm>
            <a:off x="766763" y="2093913"/>
            <a:ext cx="4022725" cy="1698625"/>
            <a:chOff x="610" y="1672"/>
            <a:chExt cx="2534" cy="1216"/>
          </a:xfrm>
        </p:grpSpPr>
        <p:grpSp>
          <p:nvGrpSpPr>
            <p:cNvPr id="11277" name="Group 218"/>
            <p:cNvGrpSpPr/>
            <p:nvPr/>
          </p:nvGrpSpPr>
          <p:grpSpPr>
            <a:xfrm>
              <a:off x="610" y="1672"/>
              <a:ext cx="2272" cy="208"/>
              <a:chOff x="610" y="1680"/>
              <a:chExt cx="2272" cy="208"/>
            </a:xfrm>
          </p:grpSpPr>
          <p:sp>
            <p:nvSpPr>
              <p:cNvPr id="11278" name="WordArt 178"/>
              <p:cNvSpPr>
                <a:spLocks noTextEdit="1"/>
              </p:cNvSpPr>
              <p:nvPr/>
            </p:nvSpPr>
            <p:spPr>
              <a:xfrm>
                <a:off x="610" y="1711"/>
                <a:ext cx="1324" cy="14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则光频率条件为</a:t>
                </a:r>
              </a:p>
            </p:txBody>
          </p:sp>
          <p:grpSp>
            <p:nvGrpSpPr>
              <p:cNvPr id="11279" name="Group 185"/>
              <p:cNvGrpSpPr/>
              <p:nvPr/>
            </p:nvGrpSpPr>
            <p:grpSpPr>
              <a:xfrm>
                <a:off x="2114" y="1680"/>
                <a:ext cx="768" cy="208"/>
                <a:chOff x="1306" y="1664"/>
                <a:chExt cx="768" cy="208"/>
              </a:xfrm>
            </p:grpSpPr>
            <p:sp>
              <p:nvSpPr>
                <p:cNvPr id="11280" name="WordArt 166"/>
                <p:cNvSpPr>
                  <a:spLocks noTextEdit="1"/>
                </p:cNvSpPr>
                <p:nvPr/>
              </p:nvSpPr>
              <p:spPr>
                <a:xfrm>
                  <a:off x="1980" y="1708"/>
                  <a:ext cx="94" cy="15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k</a:t>
                  </a:r>
                </a:p>
              </p:txBody>
            </p:sp>
            <p:sp>
              <p:nvSpPr>
                <p:cNvPr id="11281" name="WordArt 167"/>
                <p:cNvSpPr>
                  <a:spLocks noTextEdit="1"/>
                </p:cNvSpPr>
                <p:nvPr/>
              </p:nvSpPr>
              <p:spPr>
                <a:xfrm>
                  <a:off x="1306" y="1712"/>
                  <a:ext cx="116" cy="14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grpSp>
              <p:nvGrpSpPr>
                <p:cNvPr id="11282" name="Group 169"/>
                <p:cNvGrpSpPr/>
                <p:nvPr/>
              </p:nvGrpSpPr>
              <p:grpSpPr>
                <a:xfrm>
                  <a:off x="1664" y="1713"/>
                  <a:ext cx="175" cy="134"/>
                  <a:chOff x="3071" y="3339"/>
                  <a:chExt cx="245" cy="177"/>
                </a:xfrm>
              </p:grpSpPr>
              <p:sp>
                <p:nvSpPr>
                  <p:cNvPr id="11283" name="WordArt 170"/>
                  <p:cNvSpPr>
                    <a:spLocks noTextEdit="1"/>
                  </p:cNvSpPr>
                  <p:nvPr/>
                </p:nvSpPr>
                <p:spPr>
                  <a:xfrm>
                    <a:off x="3071" y="3339"/>
                    <a:ext cx="200" cy="15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34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U</a:t>
                    </a:r>
                  </a:p>
                </p:txBody>
              </p:sp>
              <p:sp>
                <p:nvSpPr>
                  <p:cNvPr id="11284" name="WordArt 171"/>
                  <p:cNvSpPr>
                    <a:spLocks noTextEdit="1"/>
                  </p:cNvSpPr>
                  <p:nvPr/>
                </p:nvSpPr>
                <p:spPr>
                  <a:xfrm>
                    <a:off x="3236" y="3416"/>
                    <a:ext cx="80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k</a:t>
                    </a:r>
                  </a:p>
                </p:txBody>
              </p:sp>
            </p:grpSp>
            <p:grpSp>
              <p:nvGrpSpPr>
                <p:cNvPr id="11285" name="Group 179"/>
                <p:cNvGrpSpPr/>
                <p:nvPr/>
              </p:nvGrpSpPr>
              <p:grpSpPr>
                <a:xfrm flipH="1">
                  <a:off x="1495" y="1713"/>
                  <a:ext cx="124" cy="117"/>
                  <a:chOff x="2842" y="1429"/>
                  <a:chExt cx="152" cy="133"/>
                </a:xfrm>
              </p:grpSpPr>
              <p:sp>
                <p:nvSpPr>
                  <p:cNvPr id="11286" name="Freeform 180"/>
                  <p:cNvSpPr/>
                  <p:nvPr/>
                </p:nvSpPr>
                <p:spPr>
                  <a:xfrm>
                    <a:off x="2860" y="1429"/>
                    <a:ext cx="134" cy="97"/>
                  </a:xfrm>
                  <a:custGeom>
                    <a:avLst/>
                    <a:gdLst/>
                    <a:ahLst/>
                    <a:cxnLst>
                      <a:cxn ang="0">
                        <a:pos x="31" y="0"/>
                      </a:cxn>
                      <a:cxn ang="0">
                        <a:pos x="0" y="8"/>
                      </a:cxn>
                      <a:cxn ang="0">
                        <a:pos x="31" y="16"/>
                      </a:cxn>
                    </a:cxnLst>
                    <a:rect l="0" t="0" r="0" b="0"/>
                    <a:pathLst>
                      <a:path w="576" h="576">
                        <a:moveTo>
                          <a:pt x="576" y="0"/>
                        </a:moveTo>
                        <a:lnTo>
                          <a:pt x="0" y="299"/>
                        </a:lnTo>
                        <a:lnTo>
                          <a:pt x="576" y="576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87" name="Line 181"/>
                  <p:cNvSpPr/>
                  <p:nvPr/>
                </p:nvSpPr>
                <p:spPr>
                  <a:xfrm>
                    <a:off x="2842" y="1508"/>
                    <a:ext cx="136" cy="54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1288" name="Line 184"/>
                <p:cNvSpPr/>
                <p:nvPr/>
              </p:nvSpPr>
              <p:spPr>
                <a:xfrm flipH="1">
                  <a:off x="1864" y="1664"/>
                  <a:ext cx="112" cy="20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1289" name="WordArt 187"/>
            <p:cNvSpPr>
              <a:spLocks noTextEdit="1"/>
            </p:cNvSpPr>
            <p:nvPr/>
          </p:nvSpPr>
          <p:spPr>
            <a:xfrm>
              <a:off x="610" y="2031"/>
              <a:ext cx="2524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能产生光电效应的最小频率值</a:t>
              </a:r>
            </a:p>
          </p:txBody>
        </p:sp>
        <p:grpSp>
          <p:nvGrpSpPr>
            <p:cNvPr id="11290" name="Group 202"/>
            <p:cNvGrpSpPr/>
            <p:nvPr/>
          </p:nvGrpSpPr>
          <p:grpSpPr>
            <a:xfrm>
              <a:off x="612" y="2360"/>
              <a:ext cx="846" cy="210"/>
              <a:chOff x="1092" y="2208"/>
              <a:chExt cx="846" cy="210"/>
            </a:xfrm>
          </p:grpSpPr>
          <p:grpSp>
            <p:nvGrpSpPr>
              <p:cNvPr id="11291" name="Group 26"/>
              <p:cNvGrpSpPr/>
              <p:nvPr/>
            </p:nvGrpSpPr>
            <p:grpSpPr>
              <a:xfrm>
                <a:off x="1092" y="2262"/>
                <a:ext cx="152" cy="156"/>
                <a:chOff x="3126" y="3636"/>
                <a:chExt cx="191" cy="196"/>
              </a:xfrm>
            </p:grpSpPr>
            <p:sp>
              <p:nvSpPr>
                <p:cNvPr id="11292" name="WordArt 27"/>
                <p:cNvSpPr>
                  <a:spLocks noTextEdit="1"/>
                </p:cNvSpPr>
                <p:nvPr/>
              </p:nvSpPr>
              <p:spPr>
                <a:xfrm>
                  <a:off x="3126" y="3636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1293" name="WordArt 28"/>
                <p:cNvSpPr>
                  <a:spLocks noTextEdit="1"/>
                </p:cNvSpPr>
                <p:nvPr/>
              </p:nvSpPr>
              <p:spPr>
                <a:xfrm>
                  <a:off x="3237" y="3732"/>
                  <a:ext cx="80" cy="10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  <p:grpSp>
            <p:nvGrpSpPr>
              <p:cNvPr id="11294" name="Group 198"/>
              <p:cNvGrpSpPr/>
              <p:nvPr/>
            </p:nvGrpSpPr>
            <p:grpSpPr>
              <a:xfrm>
                <a:off x="1528" y="2208"/>
                <a:ext cx="410" cy="208"/>
                <a:chOff x="1840" y="2432"/>
                <a:chExt cx="410" cy="208"/>
              </a:xfrm>
            </p:grpSpPr>
            <p:sp>
              <p:nvSpPr>
                <p:cNvPr id="11295" name="WordArt 189"/>
                <p:cNvSpPr>
                  <a:spLocks noTextEdit="1"/>
                </p:cNvSpPr>
                <p:nvPr/>
              </p:nvSpPr>
              <p:spPr>
                <a:xfrm>
                  <a:off x="2156" y="2476"/>
                  <a:ext cx="94" cy="15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k</a:t>
                  </a:r>
                </a:p>
              </p:txBody>
            </p:sp>
            <p:grpSp>
              <p:nvGrpSpPr>
                <p:cNvPr id="11296" name="Group 191"/>
                <p:cNvGrpSpPr/>
                <p:nvPr/>
              </p:nvGrpSpPr>
              <p:grpSpPr>
                <a:xfrm>
                  <a:off x="1840" y="2481"/>
                  <a:ext cx="175" cy="134"/>
                  <a:chOff x="3071" y="3339"/>
                  <a:chExt cx="245" cy="177"/>
                </a:xfrm>
              </p:grpSpPr>
              <p:sp>
                <p:nvSpPr>
                  <p:cNvPr id="11297" name="WordArt 192"/>
                  <p:cNvSpPr>
                    <a:spLocks noTextEdit="1"/>
                  </p:cNvSpPr>
                  <p:nvPr/>
                </p:nvSpPr>
                <p:spPr>
                  <a:xfrm>
                    <a:off x="3071" y="3339"/>
                    <a:ext cx="200" cy="15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34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U</a:t>
                    </a:r>
                  </a:p>
                </p:txBody>
              </p:sp>
              <p:sp>
                <p:nvSpPr>
                  <p:cNvPr id="11298" name="WordArt 193"/>
                  <p:cNvSpPr>
                    <a:spLocks noTextEdit="1"/>
                  </p:cNvSpPr>
                  <p:nvPr/>
                </p:nvSpPr>
                <p:spPr>
                  <a:xfrm>
                    <a:off x="3236" y="3416"/>
                    <a:ext cx="80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k</a:t>
                    </a:r>
                  </a:p>
                </p:txBody>
              </p:sp>
            </p:grpSp>
            <p:sp>
              <p:nvSpPr>
                <p:cNvPr id="11299" name="Line 197"/>
                <p:cNvSpPr/>
                <p:nvPr/>
              </p:nvSpPr>
              <p:spPr>
                <a:xfrm flipH="1">
                  <a:off x="2040" y="2432"/>
                  <a:ext cx="112" cy="20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300" name="Group 199"/>
              <p:cNvGrpSpPr/>
              <p:nvPr/>
            </p:nvGrpSpPr>
            <p:grpSpPr>
              <a:xfrm>
                <a:off x="1319" y="2297"/>
                <a:ext cx="133" cy="44"/>
                <a:chOff x="1260" y="2371"/>
                <a:chExt cx="151" cy="53"/>
              </a:xfrm>
            </p:grpSpPr>
            <p:sp>
              <p:nvSpPr>
                <p:cNvPr id="11301" name="Line 20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302" name="Line 20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1303" name="WordArt 203"/>
            <p:cNvSpPr>
              <a:spLocks noTextEdit="1"/>
            </p:cNvSpPr>
            <p:nvPr/>
          </p:nvSpPr>
          <p:spPr>
            <a:xfrm>
              <a:off x="1618" y="2399"/>
              <a:ext cx="284" cy="1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称为</a:t>
              </a:r>
            </a:p>
          </p:txBody>
        </p:sp>
        <p:sp>
          <p:nvSpPr>
            <p:cNvPr id="11304" name="WordArt 204"/>
            <p:cNvSpPr>
              <a:spLocks noTextEdit="1"/>
            </p:cNvSpPr>
            <p:nvPr/>
          </p:nvSpPr>
          <p:spPr>
            <a:xfrm>
              <a:off x="1968" y="2336"/>
              <a:ext cx="624" cy="2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截止频率</a:t>
              </a:r>
            </a:p>
          </p:txBody>
        </p:sp>
        <p:sp>
          <p:nvSpPr>
            <p:cNvPr id="11305" name="WordArt 205"/>
            <p:cNvSpPr>
              <a:spLocks noTextEdit="1"/>
            </p:cNvSpPr>
            <p:nvPr/>
          </p:nvSpPr>
          <p:spPr>
            <a:xfrm>
              <a:off x="2690" y="2383"/>
              <a:ext cx="108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</a:t>
              </a:r>
            </a:p>
          </p:txBody>
        </p:sp>
        <p:sp>
          <p:nvSpPr>
            <p:cNvPr id="11306" name="WordArt 206"/>
            <p:cNvSpPr>
              <a:spLocks noTextEdit="1"/>
            </p:cNvSpPr>
            <p:nvPr/>
          </p:nvSpPr>
          <p:spPr>
            <a:xfrm>
              <a:off x="2864" y="2344"/>
              <a:ext cx="280" cy="2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红限</a:t>
              </a:r>
            </a:p>
          </p:txBody>
        </p:sp>
        <p:sp>
          <p:nvSpPr>
            <p:cNvPr id="11307" name="WordArt 207"/>
            <p:cNvSpPr>
              <a:spLocks noTextEdit="1"/>
            </p:cNvSpPr>
            <p:nvPr/>
          </p:nvSpPr>
          <p:spPr>
            <a:xfrm>
              <a:off x="632" y="2744"/>
              <a:ext cx="2184" cy="1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每种金属有自己的红限！</a:t>
              </a:r>
            </a:p>
          </p:txBody>
        </p:sp>
      </p:grpSp>
      <p:grpSp>
        <p:nvGrpSpPr>
          <p:cNvPr id="15" name="Group 234"/>
          <p:cNvGrpSpPr/>
          <p:nvPr/>
        </p:nvGrpSpPr>
        <p:grpSpPr>
          <a:xfrm>
            <a:off x="644525" y="4984750"/>
            <a:ext cx="7023100" cy="1266825"/>
            <a:chOff x="406" y="3140"/>
            <a:chExt cx="4673" cy="915"/>
          </a:xfrm>
        </p:grpSpPr>
        <p:grpSp>
          <p:nvGrpSpPr>
            <p:cNvPr id="11309" name="Group 219"/>
            <p:cNvGrpSpPr/>
            <p:nvPr/>
          </p:nvGrpSpPr>
          <p:grpSpPr>
            <a:xfrm>
              <a:off x="2043" y="3224"/>
              <a:ext cx="517" cy="171"/>
              <a:chOff x="2059" y="3176"/>
              <a:chExt cx="517" cy="171"/>
            </a:xfrm>
          </p:grpSpPr>
          <p:sp>
            <p:nvSpPr>
              <p:cNvPr id="11310" name="Freeform 43"/>
              <p:cNvSpPr/>
              <p:nvPr/>
            </p:nvSpPr>
            <p:spPr>
              <a:xfrm flipH="1">
                <a:off x="2223" y="3192"/>
                <a:ext cx="144" cy="111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0" y="11"/>
                  </a:cxn>
                  <a:cxn ang="0">
                    <a:pos x="36" y="21"/>
                  </a:cxn>
                </a:cxnLst>
                <a:rect l="0" t="0" r="0" b="0"/>
                <a:pathLst>
                  <a:path w="576" h="576">
                    <a:moveTo>
                      <a:pt x="576" y="0"/>
                    </a:moveTo>
                    <a:lnTo>
                      <a:pt x="0" y="299"/>
                    </a:lnTo>
                    <a:lnTo>
                      <a:pt x="576" y="57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6" name="WordArt 44"/>
              <p:cNvSpPr>
                <a:spLocks noTextEdit="1"/>
              </p:cNvSpPr>
              <p:nvPr/>
            </p:nvSpPr>
            <p:spPr>
              <a:xfrm>
                <a:off x="2059" y="3182"/>
                <a:ext cx="127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i="1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  <a:cs typeface="+mn-cs"/>
                  </a:rPr>
                  <a:t>n</a:t>
                </a:r>
                <a:endParaRPr lang="zh-CN" altLang="en-US" sz="3600" i="1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Symbol" panose="05050102010706020507" charset="0"/>
                  <a:ea typeface="Symbol" panose="05050102010706020507" charset="0"/>
                </a:endParaRPr>
              </a:p>
            </p:txBody>
          </p:sp>
          <p:grpSp>
            <p:nvGrpSpPr>
              <p:cNvPr id="11312" name="Group 45"/>
              <p:cNvGrpSpPr/>
              <p:nvPr/>
            </p:nvGrpSpPr>
            <p:grpSpPr>
              <a:xfrm>
                <a:off x="2416" y="3176"/>
                <a:ext cx="160" cy="171"/>
                <a:chOff x="3126" y="3636"/>
                <a:chExt cx="191" cy="196"/>
              </a:xfrm>
            </p:grpSpPr>
            <p:sp>
              <p:nvSpPr>
                <p:cNvPr id="12338" name="WordArt 46"/>
                <p:cNvSpPr>
                  <a:spLocks noTextEdit="1"/>
                </p:cNvSpPr>
                <p:nvPr/>
              </p:nvSpPr>
              <p:spPr>
                <a:xfrm>
                  <a:off x="3126" y="3636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i="1" strike="noStrike" noProof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  <a:cs typeface="+mn-cs"/>
                    </a:rPr>
                    <a:t>n</a:t>
                  </a:r>
                  <a:endParaRPr lang="zh-CN" altLang="en-US" sz="3600" i="1" strike="noStrike" noProof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endParaRPr>
                </a:p>
              </p:txBody>
            </p:sp>
            <p:sp>
              <p:nvSpPr>
                <p:cNvPr id="11314" name="WordArt 47"/>
                <p:cNvSpPr>
                  <a:spLocks noTextEdit="1"/>
                </p:cNvSpPr>
                <p:nvPr/>
              </p:nvSpPr>
              <p:spPr>
                <a:xfrm>
                  <a:off x="3237" y="3732"/>
                  <a:ext cx="80" cy="10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1315" name="Group 210"/>
            <p:cNvGrpSpPr/>
            <p:nvPr/>
          </p:nvGrpSpPr>
          <p:grpSpPr>
            <a:xfrm>
              <a:off x="406" y="3140"/>
              <a:ext cx="292" cy="292"/>
              <a:chOff x="374" y="612"/>
              <a:chExt cx="292" cy="292"/>
            </a:xfrm>
          </p:grpSpPr>
          <p:sp>
            <p:nvSpPr>
              <p:cNvPr id="11316" name="Oval 211"/>
              <p:cNvSpPr/>
              <p:nvPr/>
            </p:nvSpPr>
            <p:spPr>
              <a:xfrm>
                <a:off x="374" y="612"/>
                <a:ext cx="292" cy="292"/>
              </a:xfrm>
              <a:prstGeom prst="ellipse">
                <a:avLst/>
              </a:prstGeom>
              <a:solidFill>
                <a:srgbClr val="FFE2C5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17" name="WordArt 212"/>
              <p:cNvSpPr>
                <a:spLocks noTextEdit="1"/>
              </p:cNvSpPr>
              <p:nvPr/>
            </p:nvSpPr>
            <p:spPr>
              <a:xfrm>
                <a:off x="475" y="674"/>
                <a:ext cx="91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12343" name="WordArt 213"/>
            <p:cNvSpPr>
              <a:spLocks noTextEdit="1"/>
            </p:cNvSpPr>
            <p:nvPr/>
          </p:nvSpPr>
          <p:spPr>
            <a:xfrm>
              <a:off x="766" y="3180"/>
              <a:ext cx="1177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0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若入射光的频率</a:t>
              </a:r>
              <a:endParaRPr lang="zh-CN" altLang="en-US" sz="3600" strike="noStrike" noProof="1">
                <a:ln w="9525" cap="flat" cmpd="sng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2344" name="WordArt 220"/>
            <p:cNvSpPr>
              <a:spLocks noTextEdit="1"/>
            </p:cNvSpPr>
            <p:nvPr/>
          </p:nvSpPr>
          <p:spPr>
            <a:xfrm>
              <a:off x="742" y="3556"/>
              <a:ext cx="4337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0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即使光强极若,入射光一开始照射,几乎立刻就能产生光电效应.</a:t>
              </a:r>
              <a:endParaRPr lang="zh-CN" altLang="en-US" sz="3600" strike="noStrike" noProof="1">
                <a:ln w="9525" cap="flat" cmpd="sng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1320" name="WordArt 221"/>
            <p:cNvSpPr>
              <a:spLocks noTextEdit="1"/>
            </p:cNvSpPr>
            <p:nvPr/>
          </p:nvSpPr>
          <p:spPr>
            <a:xfrm>
              <a:off x="2662" y="3284"/>
              <a:ext cx="49" cy="9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</a:p>
          </p:txBody>
        </p:sp>
        <p:grpSp>
          <p:nvGrpSpPr>
            <p:cNvPr id="11321" name="Group 230"/>
            <p:cNvGrpSpPr/>
            <p:nvPr/>
          </p:nvGrpSpPr>
          <p:grpSpPr>
            <a:xfrm>
              <a:off x="714" y="3895"/>
              <a:ext cx="1716" cy="160"/>
              <a:chOff x="722" y="3850"/>
              <a:chExt cx="1716" cy="160"/>
            </a:xfrm>
          </p:grpSpPr>
          <p:sp>
            <p:nvSpPr>
              <p:cNvPr id="12347" name="WordArt 222"/>
              <p:cNvSpPr>
                <a:spLocks noTextEdit="1"/>
              </p:cNvSpPr>
              <p:nvPr/>
            </p:nvSpPr>
            <p:spPr>
              <a:xfrm>
                <a:off x="722" y="3879"/>
                <a:ext cx="1716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(实际延迟不超过      秒)</a:t>
                </a:r>
                <a:endPara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2348" name="WordArt 227"/>
              <p:cNvSpPr>
                <a:spLocks noTextEdit="1"/>
              </p:cNvSpPr>
              <p:nvPr/>
            </p:nvSpPr>
            <p:spPr>
              <a:xfrm>
                <a:off x="1896" y="3881"/>
                <a:ext cx="147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10</a:t>
                </a:r>
                <a:endParaRPr lang="zh-CN" altLang="en-US" sz="3600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1324" name="WordArt 228"/>
              <p:cNvSpPr>
                <a:spLocks noTextEdit="1"/>
              </p:cNvSpPr>
              <p:nvPr/>
            </p:nvSpPr>
            <p:spPr>
              <a:xfrm>
                <a:off x="2159" y="3850"/>
                <a:ext cx="47" cy="8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11325" name="Line 229"/>
              <p:cNvSpPr/>
              <p:nvPr/>
            </p:nvSpPr>
            <p:spPr>
              <a:xfrm>
                <a:off x="2070" y="3885"/>
                <a:ext cx="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0" name="Group 241"/>
          <p:cNvGrpSpPr/>
          <p:nvPr/>
        </p:nvGrpSpPr>
        <p:grpSpPr>
          <a:xfrm>
            <a:off x="790575" y="1214438"/>
            <a:ext cx="3575050" cy="812800"/>
            <a:chOff x="634" y="1036"/>
            <a:chExt cx="2252" cy="539"/>
          </a:xfrm>
        </p:grpSpPr>
        <p:grpSp>
          <p:nvGrpSpPr>
            <p:cNvPr id="11327" name="Group 232"/>
            <p:cNvGrpSpPr/>
            <p:nvPr/>
          </p:nvGrpSpPr>
          <p:grpSpPr>
            <a:xfrm>
              <a:off x="634" y="1036"/>
              <a:ext cx="2252" cy="539"/>
              <a:chOff x="634" y="1036"/>
              <a:chExt cx="2252" cy="539"/>
            </a:xfrm>
          </p:grpSpPr>
          <p:grpSp>
            <p:nvGrpSpPr>
              <p:cNvPr id="11328" name="Group 216"/>
              <p:cNvGrpSpPr/>
              <p:nvPr/>
            </p:nvGrpSpPr>
            <p:grpSpPr>
              <a:xfrm>
                <a:off x="650" y="1036"/>
                <a:ext cx="1761" cy="227"/>
                <a:chOff x="1066" y="1020"/>
                <a:chExt cx="1761" cy="227"/>
              </a:xfrm>
            </p:grpSpPr>
            <p:sp>
              <p:nvSpPr>
                <p:cNvPr id="11329" name="WordArt 100"/>
                <p:cNvSpPr>
                  <a:spLocks noTextEdit="1"/>
                </p:cNvSpPr>
                <p:nvPr/>
              </p:nvSpPr>
              <p:spPr>
                <a:xfrm>
                  <a:off x="1066" y="1071"/>
                  <a:ext cx="156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由</a:t>
                  </a:r>
                </a:p>
              </p:txBody>
            </p:sp>
            <p:grpSp>
              <p:nvGrpSpPr>
                <p:cNvPr id="11330" name="Group 102"/>
                <p:cNvGrpSpPr/>
                <p:nvPr/>
              </p:nvGrpSpPr>
              <p:grpSpPr>
                <a:xfrm>
                  <a:off x="1391" y="1020"/>
                  <a:ext cx="398" cy="227"/>
                  <a:chOff x="1929" y="687"/>
                  <a:chExt cx="489" cy="250"/>
                </a:xfrm>
              </p:grpSpPr>
              <p:sp>
                <p:nvSpPr>
                  <p:cNvPr id="11331" name="WordArt 103"/>
                  <p:cNvSpPr>
                    <a:spLocks noTextEdit="1"/>
                  </p:cNvSpPr>
                  <p:nvPr/>
                </p:nvSpPr>
                <p:spPr>
                  <a:xfrm>
                    <a:off x="1959" y="844"/>
                    <a:ext cx="81" cy="9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4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1332" name="WordArt 104"/>
                  <p:cNvSpPr>
                    <a:spLocks noTextEdit="1"/>
                  </p:cNvSpPr>
                  <p:nvPr/>
                </p:nvSpPr>
                <p:spPr>
                  <a:xfrm>
                    <a:off x="1968" y="687"/>
                    <a:ext cx="60" cy="9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4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11333" name="Line 105"/>
                  <p:cNvSpPr/>
                  <p:nvPr/>
                </p:nvSpPr>
                <p:spPr>
                  <a:xfrm>
                    <a:off x="1929" y="812"/>
                    <a:ext cx="142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334" name="WordArt 106"/>
                  <p:cNvSpPr>
                    <a:spLocks noTextEdit="1"/>
                  </p:cNvSpPr>
                  <p:nvPr/>
                </p:nvSpPr>
                <p:spPr>
                  <a:xfrm>
                    <a:off x="2109" y="762"/>
                    <a:ext cx="136" cy="10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11335" name="WordArt 107"/>
                  <p:cNvSpPr>
                    <a:spLocks noTextEdit="1"/>
                  </p:cNvSpPr>
                  <p:nvPr/>
                </p:nvSpPr>
                <p:spPr>
                  <a:xfrm>
                    <a:off x="2280" y="759"/>
                    <a:ext cx="90" cy="10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Book Antiqua" panose="02040602050305030304" charset="0"/>
                        <a:ea typeface="Book Antiqua" panose="02040602050305030304" charset="0"/>
                      </a:rPr>
                      <a:t>v</a:t>
                    </a:r>
                  </a:p>
                </p:txBody>
              </p:sp>
              <p:sp>
                <p:nvSpPr>
                  <p:cNvPr id="11336" name="WordArt 108"/>
                  <p:cNvSpPr>
                    <a:spLocks noTextEdit="1"/>
                  </p:cNvSpPr>
                  <p:nvPr/>
                </p:nvSpPr>
                <p:spPr>
                  <a:xfrm>
                    <a:off x="2382" y="842"/>
                    <a:ext cx="36" cy="6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4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0</a:t>
                    </a:r>
                  </a:p>
                </p:txBody>
              </p:sp>
            </p:grpSp>
            <p:grpSp>
              <p:nvGrpSpPr>
                <p:cNvPr id="11337" name="Group 109"/>
                <p:cNvGrpSpPr/>
                <p:nvPr/>
              </p:nvGrpSpPr>
              <p:grpSpPr>
                <a:xfrm>
                  <a:off x="1815" y="1097"/>
                  <a:ext cx="125" cy="44"/>
                  <a:chOff x="1260" y="2371"/>
                  <a:chExt cx="151" cy="53"/>
                </a:xfrm>
              </p:grpSpPr>
              <p:sp>
                <p:nvSpPr>
                  <p:cNvPr id="11338" name="Line 110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339" name="Line 111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1340" name="WordArt 112"/>
                <p:cNvSpPr>
                  <a:spLocks noTextEdit="1"/>
                </p:cNvSpPr>
                <p:nvPr/>
              </p:nvSpPr>
              <p:spPr>
                <a:xfrm>
                  <a:off x="1991" y="1067"/>
                  <a:ext cx="95" cy="1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grpSp>
              <p:nvGrpSpPr>
                <p:cNvPr id="11341" name="Group 113"/>
                <p:cNvGrpSpPr/>
                <p:nvPr/>
              </p:nvGrpSpPr>
              <p:grpSpPr>
                <a:xfrm>
                  <a:off x="2164" y="1044"/>
                  <a:ext cx="587" cy="155"/>
                  <a:chOff x="3245" y="2004"/>
                  <a:chExt cx="772" cy="186"/>
                </a:xfrm>
              </p:grpSpPr>
              <p:sp>
                <p:nvSpPr>
                  <p:cNvPr id="11342" name="WordArt 114"/>
                  <p:cNvSpPr>
                    <a:spLocks noTextEdit="1"/>
                  </p:cNvSpPr>
                  <p:nvPr/>
                </p:nvSpPr>
                <p:spPr>
                  <a:xfrm>
                    <a:off x="3245" y="2004"/>
                    <a:ext cx="123" cy="18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k</a:t>
                    </a:r>
                  </a:p>
                </p:txBody>
              </p:sp>
              <p:sp>
                <p:nvSpPr>
                  <p:cNvPr id="11343" name="WordArt 115"/>
                  <p:cNvSpPr>
                    <a:spLocks noTextEdit="1"/>
                  </p:cNvSpPr>
                  <p:nvPr/>
                </p:nvSpPr>
                <p:spPr>
                  <a:xfrm>
                    <a:off x="3411" y="2018"/>
                    <a:ext cx="152" cy="17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0000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  <p:sp>
                <p:nvSpPr>
                  <p:cNvPr id="11344" name="Line 116"/>
                  <p:cNvSpPr/>
                  <p:nvPr/>
                </p:nvSpPr>
                <p:spPr>
                  <a:xfrm>
                    <a:off x="3592" y="2090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11345" name="Group 117"/>
                  <p:cNvGrpSpPr/>
                  <p:nvPr/>
                </p:nvGrpSpPr>
                <p:grpSpPr>
                  <a:xfrm>
                    <a:off x="3787" y="2019"/>
                    <a:ext cx="230" cy="161"/>
                    <a:chOff x="3071" y="3339"/>
                    <a:chExt cx="245" cy="177"/>
                  </a:xfrm>
                </p:grpSpPr>
                <p:sp>
                  <p:nvSpPr>
                    <p:cNvPr id="11346" name="WordArt 118"/>
                    <p:cNvSpPr>
                      <a:spLocks noTextEdit="1"/>
                    </p:cNvSpPr>
                    <p:nvPr/>
                  </p:nvSpPr>
                  <p:spPr>
                    <a:xfrm>
                      <a:off x="3071" y="3339"/>
                      <a:ext cx="200" cy="15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34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</a:p>
                  </p:txBody>
                </p:sp>
                <p:sp>
                  <p:nvSpPr>
                    <p:cNvPr id="11347" name="WordArt 119"/>
                    <p:cNvSpPr>
                      <a:spLocks noTextEdit="1"/>
                    </p:cNvSpPr>
                    <p:nvPr/>
                  </p:nvSpPr>
                  <p:spPr>
                    <a:xfrm>
                      <a:off x="3236" y="3416"/>
                      <a:ext cx="80" cy="10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</a:p>
                  </p:txBody>
                </p:sp>
              </p:grpSp>
            </p:grpSp>
            <p:sp>
              <p:nvSpPr>
                <p:cNvPr id="11348" name="WordArt 120"/>
                <p:cNvSpPr>
                  <a:spLocks noTextEdit="1"/>
                </p:cNvSpPr>
                <p:nvPr/>
              </p:nvSpPr>
              <p:spPr>
                <a:xfrm>
                  <a:off x="2107" y="1049"/>
                  <a:ext cx="43" cy="17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11349" name="WordArt 121"/>
                <p:cNvSpPr>
                  <a:spLocks noTextEdit="1"/>
                </p:cNvSpPr>
                <p:nvPr/>
              </p:nvSpPr>
              <p:spPr>
                <a:xfrm flipH="1">
                  <a:off x="2784" y="1039"/>
                  <a:ext cx="43" cy="17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</p:grpSp>
          <p:grpSp>
            <p:nvGrpSpPr>
              <p:cNvPr id="11350" name="Group 217"/>
              <p:cNvGrpSpPr/>
              <p:nvPr/>
            </p:nvGrpSpPr>
            <p:grpSpPr>
              <a:xfrm>
                <a:off x="634" y="1348"/>
                <a:ext cx="2252" cy="227"/>
                <a:chOff x="642" y="1348"/>
                <a:chExt cx="2252" cy="227"/>
              </a:xfrm>
            </p:grpSpPr>
            <p:sp>
              <p:nvSpPr>
                <p:cNvPr id="11351" name="WordArt 37"/>
                <p:cNvSpPr>
                  <a:spLocks noTextEdit="1"/>
                </p:cNvSpPr>
                <p:nvPr/>
              </p:nvSpPr>
              <p:spPr>
                <a:xfrm>
                  <a:off x="1591" y="1400"/>
                  <a:ext cx="73" cy="13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11352" name="WordArt 152"/>
                <p:cNvSpPr>
                  <a:spLocks noTextEdit="1"/>
                </p:cNvSpPr>
                <p:nvPr/>
              </p:nvSpPr>
              <p:spPr>
                <a:xfrm>
                  <a:off x="642" y="1391"/>
                  <a:ext cx="156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当</a:t>
                  </a:r>
                </a:p>
              </p:txBody>
            </p:sp>
            <p:grpSp>
              <p:nvGrpSpPr>
                <p:cNvPr id="11353" name="Group 154"/>
                <p:cNvGrpSpPr/>
                <p:nvPr/>
              </p:nvGrpSpPr>
              <p:grpSpPr>
                <a:xfrm>
                  <a:off x="943" y="1348"/>
                  <a:ext cx="398" cy="227"/>
                  <a:chOff x="1929" y="687"/>
                  <a:chExt cx="489" cy="250"/>
                </a:xfrm>
              </p:grpSpPr>
              <p:sp>
                <p:nvSpPr>
                  <p:cNvPr id="11354" name="WordArt 155"/>
                  <p:cNvSpPr>
                    <a:spLocks noTextEdit="1"/>
                  </p:cNvSpPr>
                  <p:nvPr/>
                </p:nvSpPr>
                <p:spPr>
                  <a:xfrm>
                    <a:off x="1959" y="844"/>
                    <a:ext cx="81" cy="9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4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1355" name="WordArt 156"/>
                  <p:cNvSpPr>
                    <a:spLocks noTextEdit="1"/>
                  </p:cNvSpPr>
                  <p:nvPr/>
                </p:nvSpPr>
                <p:spPr>
                  <a:xfrm>
                    <a:off x="1968" y="687"/>
                    <a:ext cx="60" cy="9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4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11356" name="Line 157"/>
                  <p:cNvSpPr/>
                  <p:nvPr/>
                </p:nvSpPr>
                <p:spPr>
                  <a:xfrm>
                    <a:off x="1929" y="812"/>
                    <a:ext cx="142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357" name="WordArt 158"/>
                  <p:cNvSpPr>
                    <a:spLocks noTextEdit="1"/>
                  </p:cNvSpPr>
                  <p:nvPr/>
                </p:nvSpPr>
                <p:spPr>
                  <a:xfrm>
                    <a:off x="2109" y="762"/>
                    <a:ext cx="136" cy="10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11358" name="WordArt 159"/>
                  <p:cNvSpPr>
                    <a:spLocks noTextEdit="1"/>
                  </p:cNvSpPr>
                  <p:nvPr/>
                </p:nvSpPr>
                <p:spPr>
                  <a:xfrm>
                    <a:off x="2280" y="759"/>
                    <a:ext cx="90" cy="10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Book Antiqua" panose="02040602050305030304" charset="0"/>
                        <a:ea typeface="Book Antiqua" panose="02040602050305030304" charset="0"/>
                      </a:rPr>
                      <a:t>v</a:t>
                    </a:r>
                  </a:p>
                </p:txBody>
              </p:sp>
              <p:sp>
                <p:nvSpPr>
                  <p:cNvPr id="11359" name="WordArt 160"/>
                  <p:cNvSpPr>
                    <a:spLocks noTextEdit="1"/>
                  </p:cNvSpPr>
                  <p:nvPr/>
                </p:nvSpPr>
                <p:spPr>
                  <a:xfrm>
                    <a:off x="2382" y="842"/>
                    <a:ext cx="36" cy="6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4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0</a:t>
                    </a:r>
                  </a:p>
                </p:txBody>
              </p:sp>
            </p:grpSp>
            <p:grpSp>
              <p:nvGrpSpPr>
                <p:cNvPr id="11360" name="Group 174"/>
                <p:cNvGrpSpPr/>
                <p:nvPr/>
              </p:nvGrpSpPr>
              <p:grpSpPr>
                <a:xfrm flipH="1">
                  <a:off x="1407" y="1401"/>
                  <a:ext cx="124" cy="117"/>
                  <a:chOff x="2842" y="1429"/>
                  <a:chExt cx="152" cy="133"/>
                </a:xfrm>
              </p:grpSpPr>
              <p:sp>
                <p:nvSpPr>
                  <p:cNvPr id="11361" name="Freeform 175"/>
                  <p:cNvSpPr/>
                  <p:nvPr/>
                </p:nvSpPr>
                <p:spPr>
                  <a:xfrm>
                    <a:off x="2860" y="1429"/>
                    <a:ext cx="134" cy="97"/>
                  </a:xfrm>
                  <a:custGeom>
                    <a:avLst/>
                    <a:gdLst/>
                    <a:ahLst/>
                    <a:cxnLst>
                      <a:cxn ang="0">
                        <a:pos x="31" y="0"/>
                      </a:cxn>
                      <a:cxn ang="0">
                        <a:pos x="0" y="8"/>
                      </a:cxn>
                      <a:cxn ang="0">
                        <a:pos x="31" y="16"/>
                      </a:cxn>
                    </a:cxnLst>
                    <a:rect l="0" t="0" r="0" b="0"/>
                    <a:pathLst>
                      <a:path w="576" h="576">
                        <a:moveTo>
                          <a:pt x="576" y="0"/>
                        </a:moveTo>
                        <a:lnTo>
                          <a:pt x="0" y="299"/>
                        </a:lnTo>
                        <a:lnTo>
                          <a:pt x="576" y="576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62" name="Line 176"/>
                  <p:cNvSpPr/>
                  <p:nvPr/>
                </p:nvSpPr>
                <p:spPr>
                  <a:xfrm>
                    <a:off x="2842" y="1508"/>
                    <a:ext cx="136" cy="54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1363" name="WordArt 177"/>
                <p:cNvSpPr>
                  <a:spLocks noTextEdit="1"/>
                </p:cNvSpPr>
                <p:nvPr/>
              </p:nvSpPr>
              <p:spPr>
                <a:xfrm>
                  <a:off x="1802" y="1375"/>
                  <a:ext cx="1092" cy="13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才有光电效应</a:t>
                  </a:r>
                </a:p>
              </p:txBody>
            </p:sp>
          </p:grpSp>
        </p:grpSp>
        <p:sp>
          <p:nvSpPr>
            <p:cNvPr id="11364" name="WordArt 239"/>
            <p:cNvSpPr>
              <a:spLocks noTextEdit="1"/>
            </p:cNvSpPr>
            <p:nvPr/>
          </p:nvSpPr>
          <p:spPr>
            <a:xfrm>
              <a:off x="1341" y="1039"/>
              <a:ext cx="34" cy="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365" name="WordArt 240"/>
            <p:cNvSpPr>
              <a:spLocks noTextEdit="1"/>
            </p:cNvSpPr>
            <p:nvPr/>
          </p:nvSpPr>
          <p:spPr>
            <a:xfrm>
              <a:off x="1311" y="1369"/>
              <a:ext cx="34" cy="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0" name="Group 274"/>
          <p:cNvGrpSpPr/>
          <p:nvPr/>
        </p:nvGrpSpPr>
        <p:grpSpPr>
          <a:xfrm>
            <a:off x="742950" y="3989388"/>
            <a:ext cx="4197350" cy="371475"/>
            <a:chOff x="622" y="2829"/>
            <a:chExt cx="2644" cy="178"/>
          </a:xfrm>
        </p:grpSpPr>
        <p:grpSp>
          <p:nvGrpSpPr>
            <p:cNvPr id="11367" name="Group 255"/>
            <p:cNvGrpSpPr/>
            <p:nvPr/>
          </p:nvGrpSpPr>
          <p:grpSpPr>
            <a:xfrm>
              <a:off x="1026" y="2837"/>
              <a:ext cx="457" cy="145"/>
              <a:chOff x="4234" y="2151"/>
              <a:chExt cx="558" cy="145"/>
            </a:xfrm>
          </p:grpSpPr>
          <p:sp>
            <p:nvSpPr>
              <p:cNvPr id="11368" name="WordArt 256"/>
              <p:cNvSpPr>
                <a:spLocks noTextEdit="1"/>
              </p:cNvSpPr>
              <p:nvPr/>
            </p:nvSpPr>
            <p:spPr>
              <a:xfrm>
                <a:off x="4234" y="2170"/>
                <a:ext cx="116" cy="12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grpSp>
            <p:nvGrpSpPr>
              <p:cNvPr id="11369" name="Group 257"/>
              <p:cNvGrpSpPr/>
              <p:nvPr/>
            </p:nvGrpSpPr>
            <p:grpSpPr>
              <a:xfrm flipH="1">
                <a:off x="4423" y="2171"/>
                <a:ext cx="124" cy="103"/>
                <a:chOff x="2842" y="1429"/>
                <a:chExt cx="152" cy="133"/>
              </a:xfrm>
            </p:grpSpPr>
            <p:sp>
              <p:nvSpPr>
                <p:cNvPr id="11370" name="Freeform 258"/>
                <p:cNvSpPr/>
                <p:nvPr/>
              </p:nvSpPr>
              <p:spPr>
                <a:xfrm>
                  <a:off x="2860" y="1429"/>
                  <a:ext cx="134" cy="97"/>
                </a:xfrm>
                <a:custGeom>
                  <a:avLst/>
                  <a:gdLst/>
                  <a:ahLst/>
                  <a:cxnLst>
                    <a:cxn ang="0">
                      <a:pos x="31" y="0"/>
                    </a:cxn>
                    <a:cxn ang="0">
                      <a:pos x="0" y="8"/>
                    </a:cxn>
                    <a:cxn ang="0">
                      <a:pos x="31" y="16"/>
                    </a:cxn>
                  </a:cxnLst>
                  <a:rect l="0" t="0" r="0" b="0"/>
                  <a:pathLst>
                    <a:path w="576" h="576">
                      <a:moveTo>
                        <a:pt x="576" y="0"/>
                      </a:moveTo>
                      <a:lnTo>
                        <a:pt x="0" y="299"/>
                      </a:lnTo>
                      <a:lnTo>
                        <a:pt x="576" y="5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71" name="Line 259"/>
                <p:cNvSpPr/>
                <p:nvPr/>
              </p:nvSpPr>
              <p:spPr>
                <a:xfrm>
                  <a:off x="2842" y="1508"/>
                  <a:ext cx="136" cy="5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372" name="Group 260"/>
              <p:cNvGrpSpPr/>
              <p:nvPr/>
            </p:nvGrpSpPr>
            <p:grpSpPr>
              <a:xfrm>
                <a:off x="4621" y="2151"/>
                <a:ext cx="171" cy="143"/>
                <a:chOff x="2152" y="3542"/>
                <a:chExt cx="204" cy="175"/>
              </a:xfrm>
            </p:grpSpPr>
            <p:sp>
              <p:nvSpPr>
                <p:cNvPr id="11373" name="WordArt 261"/>
                <p:cNvSpPr>
                  <a:spLocks noTextEdit="1"/>
                </p:cNvSpPr>
                <p:nvPr/>
              </p:nvSpPr>
              <p:spPr>
                <a:xfrm>
                  <a:off x="2152" y="3542"/>
                  <a:ext cx="130" cy="15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1374" name="WordArt 262"/>
                <p:cNvSpPr>
                  <a:spLocks noTextEdit="1"/>
                </p:cNvSpPr>
                <p:nvPr/>
              </p:nvSpPr>
              <p:spPr>
                <a:xfrm>
                  <a:off x="2274" y="3625"/>
                  <a:ext cx="82" cy="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1375" name="Group 263"/>
            <p:cNvGrpSpPr/>
            <p:nvPr/>
          </p:nvGrpSpPr>
          <p:grpSpPr>
            <a:xfrm>
              <a:off x="1766" y="2837"/>
              <a:ext cx="410" cy="170"/>
              <a:chOff x="4198" y="1611"/>
              <a:chExt cx="574" cy="198"/>
            </a:xfrm>
          </p:grpSpPr>
          <p:sp>
            <p:nvSpPr>
              <p:cNvPr id="11376" name="WordArt 264"/>
              <p:cNvSpPr>
                <a:spLocks noTextEdit="1"/>
              </p:cNvSpPr>
              <p:nvPr/>
            </p:nvSpPr>
            <p:spPr>
              <a:xfrm>
                <a:off x="4198" y="1613"/>
                <a:ext cx="89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grpSp>
            <p:nvGrpSpPr>
              <p:cNvPr id="11377" name="Group 265"/>
              <p:cNvGrpSpPr/>
              <p:nvPr/>
            </p:nvGrpSpPr>
            <p:grpSpPr>
              <a:xfrm>
                <a:off x="4532" y="1611"/>
                <a:ext cx="240" cy="198"/>
                <a:chOff x="4906" y="1172"/>
                <a:chExt cx="204" cy="143"/>
              </a:xfrm>
            </p:grpSpPr>
            <p:sp>
              <p:nvSpPr>
                <p:cNvPr id="11378" name="WordArt 266"/>
                <p:cNvSpPr>
                  <a:spLocks noTextEdit="1"/>
                </p:cNvSpPr>
                <p:nvPr/>
              </p:nvSpPr>
              <p:spPr>
                <a:xfrm>
                  <a:off x="4906" y="1172"/>
                  <a:ext cx="147" cy="11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3968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  <p:sp>
              <p:nvSpPr>
                <p:cNvPr id="11379" name="WordArt 267"/>
                <p:cNvSpPr>
                  <a:spLocks noTextEdit="1"/>
                </p:cNvSpPr>
                <p:nvPr/>
              </p:nvSpPr>
              <p:spPr>
                <a:xfrm>
                  <a:off x="5059" y="1263"/>
                  <a:ext cx="51" cy="5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11380" name="Group 268"/>
              <p:cNvGrpSpPr/>
              <p:nvPr/>
            </p:nvGrpSpPr>
            <p:grpSpPr>
              <a:xfrm>
                <a:off x="4366" y="1640"/>
                <a:ext cx="127" cy="129"/>
                <a:chOff x="4228" y="1631"/>
                <a:chExt cx="327" cy="302"/>
              </a:xfrm>
            </p:grpSpPr>
            <p:sp>
              <p:nvSpPr>
                <p:cNvPr id="11381" name="Freeform 269"/>
                <p:cNvSpPr/>
                <p:nvPr/>
              </p:nvSpPr>
              <p:spPr>
                <a:xfrm rot="10530554" flipH="1">
                  <a:off x="4228" y="1631"/>
                  <a:ext cx="319" cy="209"/>
                </a:xfrm>
                <a:custGeom>
                  <a:avLst/>
                  <a:gdLst/>
                  <a:ahLst/>
                  <a:cxnLst>
                    <a:cxn ang="0">
                      <a:pos x="177" y="0"/>
                    </a:cxn>
                    <a:cxn ang="0">
                      <a:pos x="0" y="39"/>
                    </a:cxn>
                    <a:cxn ang="0">
                      <a:pos x="177" y="76"/>
                    </a:cxn>
                  </a:cxnLst>
                  <a:rect l="0" t="0" r="0" b="0"/>
                  <a:pathLst>
                    <a:path w="576" h="576">
                      <a:moveTo>
                        <a:pt x="576" y="0"/>
                      </a:moveTo>
                      <a:lnTo>
                        <a:pt x="0" y="299"/>
                      </a:lnTo>
                      <a:lnTo>
                        <a:pt x="576" y="5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82" name="Line 270"/>
                <p:cNvSpPr/>
                <p:nvPr/>
              </p:nvSpPr>
              <p:spPr>
                <a:xfrm rot="10530554" flipH="1" flipV="1">
                  <a:off x="4239" y="1819"/>
                  <a:ext cx="316" cy="11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1383" name="WordArt 271"/>
            <p:cNvSpPr>
              <a:spLocks noTextEdit="1"/>
            </p:cNvSpPr>
            <p:nvPr/>
          </p:nvSpPr>
          <p:spPr>
            <a:xfrm>
              <a:off x="622" y="2857"/>
              <a:ext cx="320" cy="1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只有</a:t>
              </a:r>
            </a:p>
          </p:txBody>
        </p:sp>
        <p:sp>
          <p:nvSpPr>
            <p:cNvPr id="11384" name="WordArt 272"/>
            <p:cNvSpPr>
              <a:spLocks noTextEdit="1"/>
            </p:cNvSpPr>
            <p:nvPr/>
          </p:nvSpPr>
          <p:spPr>
            <a:xfrm>
              <a:off x="2213" y="2829"/>
              <a:ext cx="1053" cy="1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的入射光才有光电效应</a:t>
              </a:r>
            </a:p>
          </p:txBody>
        </p:sp>
        <p:sp>
          <p:nvSpPr>
            <p:cNvPr id="11385" name="WordArt 273"/>
            <p:cNvSpPr>
              <a:spLocks noTextEdit="1"/>
            </p:cNvSpPr>
            <p:nvPr/>
          </p:nvSpPr>
          <p:spPr>
            <a:xfrm>
              <a:off x="1554" y="2856"/>
              <a:ext cx="156" cy="1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</a:t>
              </a:r>
            </a:p>
          </p:txBody>
        </p:sp>
      </p:grpSp>
      <p:grpSp>
        <p:nvGrpSpPr>
          <p:cNvPr id="3" name="Group 254"/>
          <p:cNvGrpSpPr/>
          <p:nvPr/>
        </p:nvGrpSpPr>
        <p:grpSpPr>
          <a:xfrm>
            <a:off x="5507038" y="1068388"/>
            <a:ext cx="3333750" cy="3916362"/>
            <a:chOff x="3463" y="969"/>
            <a:chExt cx="2100" cy="2467"/>
          </a:xfrm>
        </p:grpSpPr>
        <p:sp>
          <p:nvSpPr>
            <p:cNvPr id="11387" name="Line 53"/>
            <p:cNvSpPr/>
            <p:nvPr/>
          </p:nvSpPr>
          <p:spPr>
            <a:xfrm flipH="1">
              <a:off x="5551" y="971"/>
              <a:ext cx="8" cy="244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88" name="Line 54"/>
            <p:cNvSpPr/>
            <p:nvPr/>
          </p:nvSpPr>
          <p:spPr>
            <a:xfrm>
              <a:off x="3478" y="969"/>
              <a:ext cx="0" cy="246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89" name="Line 55"/>
            <p:cNvSpPr/>
            <p:nvPr/>
          </p:nvSpPr>
          <p:spPr>
            <a:xfrm>
              <a:off x="4159" y="969"/>
              <a:ext cx="0" cy="24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90" name="Line 56"/>
            <p:cNvSpPr/>
            <p:nvPr/>
          </p:nvSpPr>
          <p:spPr>
            <a:xfrm flipH="1">
              <a:off x="4747" y="985"/>
              <a:ext cx="8" cy="24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91" name="Line 57"/>
            <p:cNvSpPr/>
            <p:nvPr/>
          </p:nvSpPr>
          <p:spPr>
            <a:xfrm rot="-5400000">
              <a:off x="4518" y="-49"/>
              <a:ext cx="0" cy="20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92" name="Line 58"/>
            <p:cNvSpPr/>
            <p:nvPr/>
          </p:nvSpPr>
          <p:spPr>
            <a:xfrm rot="-5400000">
              <a:off x="4497" y="2380"/>
              <a:ext cx="8" cy="20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1393" name="Group 67"/>
            <p:cNvGrpSpPr/>
            <p:nvPr/>
          </p:nvGrpSpPr>
          <p:grpSpPr>
            <a:xfrm>
              <a:off x="5244" y="1495"/>
              <a:ext cx="160" cy="1833"/>
              <a:chOff x="2057" y="1227"/>
              <a:chExt cx="160" cy="1833"/>
            </a:xfrm>
          </p:grpSpPr>
          <p:sp>
            <p:nvSpPr>
              <p:cNvPr id="11394" name="Rectangle 68"/>
              <p:cNvSpPr/>
              <p:nvPr/>
            </p:nvSpPr>
            <p:spPr>
              <a:xfrm>
                <a:off x="2063" y="1929"/>
                <a:ext cx="149" cy="111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95" name="Rectangle 69"/>
              <p:cNvSpPr/>
              <p:nvPr/>
            </p:nvSpPr>
            <p:spPr>
              <a:xfrm>
                <a:off x="2060" y="1249"/>
                <a:ext cx="152" cy="57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96" name="Rectangle 70"/>
              <p:cNvSpPr/>
              <p:nvPr/>
            </p:nvSpPr>
            <p:spPr>
              <a:xfrm>
                <a:off x="2061" y="1343"/>
                <a:ext cx="153" cy="56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97" name="Rectangle 71"/>
              <p:cNvSpPr/>
              <p:nvPr/>
            </p:nvSpPr>
            <p:spPr>
              <a:xfrm>
                <a:off x="2061" y="1440"/>
                <a:ext cx="151" cy="47"/>
              </a:xfrm>
              <a:prstGeom prst="rect">
                <a:avLst/>
              </a:prstGeom>
              <a:solidFill>
                <a:srgbClr val="CCFF33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98" name="Rectangle 72"/>
              <p:cNvSpPr/>
              <p:nvPr/>
            </p:nvSpPr>
            <p:spPr>
              <a:xfrm>
                <a:off x="2060" y="1526"/>
                <a:ext cx="152" cy="49"/>
              </a:xfrm>
              <a:prstGeom prst="rect">
                <a:avLst/>
              </a:prstGeom>
              <a:solidFill>
                <a:srgbClr val="33CC33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99" name="Rectangle 73"/>
              <p:cNvSpPr/>
              <p:nvPr/>
            </p:nvSpPr>
            <p:spPr>
              <a:xfrm>
                <a:off x="2061" y="1613"/>
                <a:ext cx="153" cy="56"/>
              </a:xfrm>
              <a:prstGeom prst="rect">
                <a:avLst/>
              </a:prstGeom>
              <a:solidFill>
                <a:srgbClr val="339966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0" name="Rectangle 74"/>
              <p:cNvSpPr/>
              <p:nvPr/>
            </p:nvSpPr>
            <p:spPr>
              <a:xfrm>
                <a:off x="2060" y="1703"/>
                <a:ext cx="155" cy="5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1" name="Rectangle 75"/>
              <p:cNvSpPr/>
              <p:nvPr/>
            </p:nvSpPr>
            <p:spPr>
              <a:xfrm>
                <a:off x="2061" y="1573"/>
                <a:ext cx="153" cy="41"/>
              </a:xfrm>
              <a:prstGeom prst="rect">
                <a:avLst/>
              </a:prstGeom>
              <a:gradFill rotWithShape="0">
                <a:gsLst>
                  <a:gs pos="0">
                    <a:srgbClr val="33CC33"/>
                  </a:gs>
                  <a:gs pos="100000">
                    <a:srgbClr val="339966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2" name="Rectangle 76"/>
              <p:cNvSpPr/>
              <p:nvPr/>
            </p:nvSpPr>
            <p:spPr>
              <a:xfrm>
                <a:off x="2061" y="1303"/>
                <a:ext cx="151" cy="41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100000">
                    <a:srgbClr val="FFCC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3" name="Rectangle 77"/>
              <p:cNvSpPr/>
              <p:nvPr/>
            </p:nvSpPr>
            <p:spPr>
              <a:xfrm>
                <a:off x="2061" y="1397"/>
                <a:ext cx="149" cy="43"/>
              </a:xfrm>
              <a:prstGeom prst="rect">
                <a:avLst/>
              </a:prstGeom>
              <a:gradFill rotWithShape="0">
                <a:gsLst>
                  <a:gs pos="0">
                    <a:srgbClr val="FFCC00"/>
                  </a:gs>
                  <a:gs pos="100000">
                    <a:srgbClr val="CCFF33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4" name="Rectangle 78"/>
              <p:cNvSpPr/>
              <p:nvPr/>
            </p:nvSpPr>
            <p:spPr>
              <a:xfrm>
                <a:off x="2058" y="1483"/>
                <a:ext cx="154" cy="44"/>
              </a:xfrm>
              <a:prstGeom prst="rect">
                <a:avLst/>
              </a:prstGeom>
              <a:gradFill rotWithShape="0">
                <a:gsLst>
                  <a:gs pos="0">
                    <a:srgbClr val="CCFF33"/>
                  </a:gs>
                  <a:gs pos="100000">
                    <a:srgbClr val="33CC33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5" name="Rectangle 79"/>
              <p:cNvSpPr/>
              <p:nvPr/>
            </p:nvSpPr>
            <p:spPr>
              <a:xfrm>
                <a:off x="2068" y="1666"/>
                <a:ext cx="147" cy="38"/>
              </a:xfrm>
              <a:prstGeom prst="rect">
                <a:avLst/>
              </a:prstGeom>
              <a:gradFill rotWithShape="0">
                <a:gsLst>
                  <a:gs pos="0">
                    <a:srgbClr val="339966"/>
                  </a:gs>
                  <a:gs pos="100000">
                    <a:srgbClr val="6600CC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6" name="Rectangle 80"/>
              <p:cNvSpPr/>
              <p:nvPr/>
            </p:nvSpPr>
            <p:spPr>
              <a:xfrm>
                <a:off x="2061" y="1740"/>
                <a:ext cx="153" cy="42"/>
              </a:xfrm>
              <a:prstGeom prst="rect">
                <a:avLst/>
              </a:prstGeom>
              <a:gradFill rotWithShape="0">
                <a:gsLst>
                  <a:gs pos="0">
                    <a:srgbClr val="6600CC"/>
                  </a:gs>
                  <a:gs pos="100000">
                    <a:srgbClr val="9900CC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7" name="Rectangle 81"/>
              <p:cNvSpPr/>
              <p:nvPr/>
            </p:nvSpPr>
            <p:spPr>
              <a:xfrm>
                <a:off x="2063" y="1227"/>
                <a:ext cx="152" cy="25"/>
              </a:xfrm>
              <a:prstGeom prst="rect">
                <a:avLst/>
              </a:prstGeom>
              <a:gradFill rotWithShape="0">
                <a:gsLst>
                  <a:gs pos="0">
                    <a:srgbClr val="CC0000"/>
                  </a:gs>
                  <a:gs pos="100000">
                    <a:srgbClr val="FF33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8" name="Rectangle 82"/>
              <p:cNvSpPr/>
              <p:nvPr/>
            </p:nvSpPr>
            <p:spPr>
              <a:xfrm>
                <a:off x="2061" y="1770"/>
                <a:ext cx="154" cy="5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09" name="Rectangle 83"/>
              <p:cNvSpPr/>
              <p:nvPr/>
            </p:nvSpPr>
            <p:spPr>
              <a:xfrm>
                <a:off x="2067" y="1814"/>
                <a:ext cx="148" cy="172"/>
              </a:xfrm>
              <a:prstGeom prst="rect">
                <a:avLst/>
              </a:prstGeom>
              <a:solidFill>
                <a:srgbClr val="CC00CC"/>
              </a:solidFill>
              <a:ln w="9525" cap="flat" cmpd="sng">
                <a:solidFill>
                  <a:srgbClr val="CC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10" name="Rectangle 84"/>
              <p:cNvSpPr/>
              <p:nvPr/>
            </p:nvSpPr>
            <p:spPr>
              <a:xfrm>
                <a:off x="2057" y="1227"/>
                <a:ext cx="160" cy="1833"/>
              </a:xfrm>
              <a:prstGeom prst="rect">
                <a:avLst/>
              </a:prstGeom>
              <a:noFill/>
              <a:ln w="571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411" name="Line 85"/>
            <p:cNvSpPr/>
            <p:nvPr/>
          </p:nvSpPr>
          <p:spPr>
            <a:xfrm rot="-5400000">
              <a:off x="4521" y="358"/>
              <a:ext cx="0" cy="20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1412" name="Group 86"/>
            <p:cNvGrpSpPr/>
            <p:nvPr/>
          </p:nvGrpSpPr>
          <p:grpSpPr>
            <a:xfrm>
              <a:off x="4989" y="1080"/>
              <a:ext cx="124" cy="52"/>
              <a:chOff x="1260" y="2371"/>
              <a:chExt cx="151" cy="53"/>
            </a:xfrm>
          </p:grpSpPr>
          <p:sp>
            <p:nvSpPr>
              <p:cNvPr id="11413" name="Line 87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414" name="Line 88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415" name="Group 89"/>
            <p:cNvGrpSpPr/>
            <p:nvPr/>
          </p:nvGrpSpPr>
          <p:grpSpPr>
            <a:xfrm>
              <a:off x="4365" y="1046"/>
              <a:ext cx="171" cy="143"/>
              <a:chOff x="2152" y="3542"/>
              <a:chExt cx="204" cy="175"/>
            </a:xfrm>
          </p:grpSpPr>
          <p:sp>
            <p:nvSpPr>
              <p:cNvPr id="11416" name="WordArt 90"/>
              <p:cNvSpPr>
                <a:spLocks noTextEdit="1"/>
              </p:cNvSpPr>
              <p:nvPr/>
            </p:nvSpPr>
            <p:spPr>
              <a:xfrm>
                <a:off x="2152" y="3542"/>
                <a:ext cx="130" cy="1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1417" name="WordArt 91"/>
              <p:cNvSpPr>
                <a:spLocks noTextEdit="1"/>
              </p:cNvSpPr>
              <p:nvPr/>
            </p:nvSpPr>
            <p:spPr>
              <a:xfrm>
                <a:off x="2274" y="3625"/>
                <a:ext cx="82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1418" name="WordArt 94"/>
            <p:cNvSpPr>
              <a:spLocks noTextEdit="1"/>
            </p:cNvSpPr>
            <p:nvPr/>
          </p:nvSpPr>
          <p:spPr>
            <a:xfrm>
              <a:off x="5347" y="1052"/>
              <a:ext cx="81" cy="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sp>
          <p:nvSpPr>
            <p:cNvPr id="11419" name="WordArt 95"/>
            <p:cNvSpPr>
              <a:spLocks noTextEdit="1"/>
            </p:cNvSpPr>
            <p:nvPr/>
          </p:nvSpPr>
          <p:spPr>
            <a:xfrm>
              <a:off x="5423" y="1099"/>
              <a:ext cx="51" cy="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420" name="WordArt 96"/>
            <p:cNvSpPr>
              <a:spLocks noTextEdit="1"/>
            </p:cNvSpPr>
            <p:nvPr/>
          </p:nvSpPr>
          <p:spPr>
            <a:xfrm>
              <a:off x="4770" y="1036"/>
              <a:ext cx="147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3968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sp>
          <p:nvSpPr>
            <p:cNvPr id="11421" name="WordArt 97"/>
            <p:cNvSpPr>
              <a:spLocks noTextEdit="1"/>
            </p:cNvSpPr>
            <p:nvPr/>
          </p:nvSpPr>
          <p:spPr>
            <a:xfrm>
              <a:off x="5168" y="1058"/>
              <a:ext cx="77" cy="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422" name="Line 98"/>
            <p:cNvSpPr/>
            <p:nvPr/>
          </p:nvSpPr>
          <p:spPr>
            <a:xfrm flipH="1">
              <a:off x="5259" y="1029"/>
              <a:ext cx="63" cy="14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423" name="WordArt 236"/>
            <p:cNvSpPr>
              <a:spLocks noTextEdit="1"/>
            </p:cNvSpPr>
            <p:nvPr/>
          </p:nvSpPr>
          <p:spPr>
            <a:xfrm>
              <a:off x="4923" y="1127"/>
              <a:ext cx="51" cy="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424" name="WordArt 242"/>
            <p:cNvSpPr>
              <a:spLocks noTextEdit="1"/>
            </p:cNvSpPr>
            <p:nvPr/>
          </p:nvSpPr>
          <p:spPr>
            <a:xfrm>
              <a:off x="3637" y="1720"/>
              <a:ext cx="1437" cy="1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钾 K     5.43    552</a:t>
              </a:r>
            </a:p>
          </p:txBody>
        </p:sp>
        <p:sp>
          <p:nvSpPr>
            <p:cNvPr id="11425" name="WordArt 243"/>
            <p:cNvSpPr>
              <a:spLocks noTextEdit="1"/>
            </p:cNvSpPr>
            <p:nvPr/>
          </p:nvSpPr>
          <p:spPr>
            <a:xfrm>
              <a:off x="3640" y="1491"/>
              <a:ext cx="1443" cy="1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銫 Cs    4.69     640</a:t>
              </a:r>
            </a:p>
          </p:txBody>
        </p:sp>
        <p:sp>
          <p:nvSpPr>
            <p:cNvPr id="11426" name="WordArt 244"/>
            <p:cNvSpPr>
              <a:spLocks noTextEdit="1"/>
            </p:cNvSpPr>
            <p:nvPr/>
          </p:nvSpPr>
          <p:spPr>
            <a:xfrm>
              <a:off x="3636" y="1981"/>
              <a:ext cx="1438" cy="1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钙 Ca    6.55     458</a:t>
              </a:r>
            </a:p>
          </p:txBody>
        </p:sp>
        <p:sp>
          <p:nvSpPr>
            <p:cNvPr id="11427" name="WordArt 245"/>
            <p:cNvSpPr>
              <a:spLocks noTextEdit="1"/>
            </p:cNvSpPr>
            <p:nvPr/>
          </p:nvSpPr>
          <p:spPr>
            <a:xfrm>
              <a:off x="3641" y="2244"/>
              <a:ext cx="1437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锌 Zn    8.06     372</a:t>
              </a:r>
            </a:p>
          </p:txBody>
        </p:sp>
        <p:sp>
          <p:nvSpPr>
            <p:cNvPr id="11428" name="WordArt 246"/>
            <p:cNvSpPr>
              <a:spLocks noTextEdit="1"/>
            </p:cNvSpPr>
            <p:nvPr/>
          </p:nvSpPr>
          <p:spPr>
            <a:xfrm>
              <a:off x="3640" y="2501"/>
              <a:ext cx="1437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铝 Al     9.03    332</a:t>
              </a:r>
            </a:p>
          </p:txBody>
        </p:sp>
        <p:sp>
          <p:nvSpPr>
            <p:cNvPr id="11429" name="WordArt 247"/>
            <p:cNvSpPr>
              <a:spLocks noTextEdit="1"/>
            </p:cNvSpPr>
            <p:nvPr/>
          </p:nvSpPr>
          <p:spPr>
            <a:xfrm>
              <a:off x="3643" y="2742"/>
              <a:ext cx="1431" cy="13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铜 Cu    10.80     278</a:t>
              </a:r>
            </a:p>
          </p:txBody>
        </p:sp>
        <p:sp>
          <p:nvSpPr>
            <p:cNvPr id="11430" name="WordArt 248"/>
            <p:cNvSpPr>
              <a:spLocks noTextEdit="1"/>
            </p:cNvSpPr>
            <p:nvPr/>
          </p:nvSpPr>
          <p:spPr>
            <a:xfrm>
              <a:off x="3653" y="2958"/>
              <a:ext cx="1410" cy="13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银 Ag    11.55     260</a:t>
              </a:r>
            </a:p>
          </p:txBody>
        </p:sp>
        <p:sp>
          <p:nvSpPr>
            <p:cNvPr id="11431" name="WordArt 249"/>
            <p:cNvSpPr>
              <a:spLocks noTextEdit="1"/>
            </p:cNvSpPr>
            <p:nvPr/>
          </p:nvSpPr>
          <p:spPr>
            <a:xfrm>
              <a:off x="3649" y="3198"/>
              <a:ext cx="1411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铂 Pt    15.28    196</a:t>
              </a:r>
            </a:p>
          </p:txBody>
        </p:sp>
        <p:sp>
          <p:nvSpPr>
            <p:cNvPr id="11432" name="WordArt 250"/>
            <p:cNvSpPr>
              <a:spLocks noTextEdit="1"/>
            </p:cNvSpPr>
            <p:nvPr/>
          </p:nvSpPr>
          <p:spPr>
            <a:xfrm>
              <a:off x="3622" y="1119"/>
              <a:ext cx="422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6350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金  属</a:t>
              </a:r>
            </a:p>
          </p:txBody>
        </p:sp>
        <p:sp>
          <p:nvSpPr>
            <p:cNvPr id="11433" name="WordArt 251"/>
            <p:cNvSpPr>
              <a:spLocks noTextEdit="1"/>
            </p:cNvSpPr>
            <p:nvPr/>
          </p:nvSpPr>
          <p:spPr>
            <a:xfrm>
              <a:off x="4990" y="1245"/>
              <a:ext cx="337" cy="9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( nm )</a:t>
              </a:r>
            </a:p>
          </p:txBody>
        </p:sp>
        <p:sp>
          <p:nvSpPr>
            <p:cNvPr id="11434" name="WordArt 252"/>
            <p:cNvSpPr>
              <a:spLocks noTextEdit="1"/>
            </p:cNvSpPr>
            <p:nvPr/>
          </p:nvSpPr>
          <p:spPr>
            <a:xfrm>
              <a:off x="4224" y="1248"/>
              <a:ext cx="463" cy="10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（10  Hz）</a:t>
              </a:r>
            </a:p>
          </p:txBody>
        </p:sp>
        <p:sp>
          <p:nvSpPr>
            <p:cNvPr id="11435" name="WordArt 253"/>
            <p:cNvSpPr>
              <a:spLocks noTextEdit="1"/>
            </p:cNvSpPr>
            <p:nvPr/>
          </p:nvSpPr>
          <p:spPr>
            <a:xfrm>
              <a:off x="4408" y="1239"/>
              <a:ext cx="67" cy="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14</a:t>
              </a:r>
            </a:p>
          </p:txBody>
        </p:sp>
      </p:grpSp>
      <p:sp>
        <p:nvSpPr>
          <p:cNvPr id="4" name="WordArt 276"/>
          <p:cNvSpPr>
            <a:spLocks noTextEdit="1"/>
          </p:cNvSpPr>
          <p:nvPr/>
        </p:nvSpPr>
        <p:spPr>
          <a:xfrm>
            <a:off x="8331195" y="4087813"/>
            <a:ext cx="231775" cy="4857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紫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外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528"/>
          <p:cNvSpPr>
            <a:spLocks noGrp="1"/>
          </p:cNvSpPr>
          <p:nvPr>
            <p:ph type="title"/>
          </p:nvPr>
        </p:nvSpPr>
        <p:spPr>
          <a:xfrm>
            <a:off x="2363788" y="0"/>
            <a:ext cx="6780212" cy="109538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光量子理论</a:t>
            </a:r>
          </a:p>
        </p:txBody>
      </p:sp>
      <p:sp>
        <p:nvSpPr>
          <p:cNvPr id="12290" name="Rectangle 230" descr="羊皮纸"/>
          <p:cNvSpPr/>
          <p:nvPr/>
        </p:nvSpPr>
        <p:spPr>
          <a:xfrm>
            <a:off x="0" y="0"/>
            <a:ext cx="9144000" cy="16192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" name="Rectangle 231" descr="羊皮纸"/>
          <p:cNvSpPr/>
          <p:nvPr/>
        </p:nvSpPr>
        <p:spPr>
          <a:xfrm>
            <a:off x="0" y="6731000"/>
            <a:ext cx="9144000" cy="1270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4" name="WordArt 235"/>
          <p:cNvSpPr>
            <a:spLocks noTextEdit="1"/>
          </p:cNvSpPr>
          <p:nvPr/>
        </p:nvSpPr>
        <p:spPr>
          <a:xfrm>
            <a:off x="323850" y="404813"/>
            <a:ext cx="4725988" cy="3698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50000"/>
          </a:bodyPr>
          <a:lstStyle/>
          <a:p>
            <a:pPr algn="ctr" eaLnBrk="0" fontAlgn="base" hangingPunct="0"/>
            <a:r>
              <a:rPr lang="en-US" altLang="zh-CN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</a:t>
            </a:r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 爱因斯坦的光量子（光子）理论</a:t>
            </a:r>
            <a:endParaRPr lang="zh-CN" altLang="en-US" sz="3600" strike="noStrike" noProof="1"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588"/>
          <p:cNvGrpSpPr/>
          <p:nvPr/>
        </p:nvGrpSpPr>
        <p:grpSpPr>
          <a:xfrm>
            <a:off x="592138" y="4005263"/>
            <a:ext cx="7923212" cy="2028825"/>
            <a:chOff x="411" y="2649"/>
            <a:chExt cx="4991" cy="1278"/>
          </a:xfrm>
        </p:grpSpPr>
        <p:grpSp>
          <p:nvGrpSpPr>
            <p:cNvPr id="12294" name="Group 587"/>
            <p:cNvGrpSpPr/>
            <p:nvPr/>
          </p:nvGrpSpPr>
          <p:grpSpPr>
            <a:xfrm>
              <a:off x="3215" y="2832"/>
              <a:ext cx="2187" cy="1012"/>
              <a:chOff x="3215" y="2832"/>
              <a:chExt cx="2187" cy="1012"/>
            </a:xfrm>
          </p:grpSpPr>
          <p:sp>
            <p:nvSpPr>
              <p:cNvPr id="12295" name="Arc 514"/>
              <p:cNvSpPr/>
              <p:nvPr/>
            </p:nvSpPr>
            <p:spPr>
              <a:xfrm>
                <a:off x="3329" y="2834"/>
                <a:ext cx="207" cy="1010"/>
              </a:xfrm>
              <a:custGeom>
                <a:avLst/>
                <a:gdLst/>
                <a:ahLst/>
                <a:cxnLst>
                  <a:cxn ang="0">
                    <a:pos x="2" y="24"/>
                  </a:cxn>
                  <a:cxn ang="0">
                    <a:pos x="0" y="12"/>
                  </a:cxn>
                  <a:cxn ang="0">
                    <a:pos x="2" y="0"/>
                  </a:cxn>
                  <a:cxn ang="0">
                    <a:pos x="2" y="24"/>
                  </a:cxn>
                  <a:cxn ang="0">
                    <a:pos x="0" y="12"/>
                  </a:cxn>
                  <a:cxn ang="0">
                    <a:pos x="2" y="0"/>
                  </a:cxn>
                  <a:cxn ang="0">
                    <a:pos x="2" y="12"/>
                  </a:cxn>
                  <a:cxn ang="0">
                    <a:pos x="2" y="24"/>
                  </a:cxn>
                </a:cxnLst>
                <a:rect l="0" t="0" r="0" b="0"/>
                <a:pathLst>
                  <a:path w="21600" h="43177" fill="none">
                    <a:moveTo>
                      <a:pt x="21139" y="43177"/>
                    </a:moveTo>
                    <a:cubicBezTo>
                      <a:pt x="9392" y="42926"/>
                      <a:pt x="0" y="33332"/>
                      <a:pt x="0" y="21582"/>
                    </a:cubicBezTo>
                    <a:cubicBezTo>
                      <a:pt x="-1" y="9994"/>
                      <a:pt x="9143" y="470"/>
                      <a:pt x="20721" y="-1"/>
                    </a:cubicBezTo>
                  </a:path>
                  <a:path w="21600" h="43177" stroke="0">
                    <a:moveTo>
                      <a:pt x="21139" y="43177"/>
                    </a:moveTo>
                    <a:cubicBezTo>
                      <a:pt x="9392" y="42926"/>
                      <a:pt x="0" y="33332"/>
                      <a:pt x="0" y="21582"/>
                    </a:cubicBezTo>
                    <a:cubicBezTo>
                      <a:pt x="-1" y="9994"/>
                      <a:pt x="9143" y="470"/>
                      <a:pt x="20721" y="-1"/>
                    </a:cubicBezTo>
                    <a:lnTo>
                      <a:pt x="21600" y="21582"/>
                    </a:lnTo>
                    <a:lnTo>
                      <a:pt x="21139" y="43177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296" name="Group 399"/>
              <p:cNvGrpSpPr/>
              <p:nvPr/>
            </p:nvGrpSpPr>
            <p:grpSpPr>
              <a:xfrm>
                <a:off x="4488" y="2917"/>
                <a:ext cx="812" cy="145"/>
                <a:chOff x="4253" y="2564"/>
                <a:chExt cx="939" cy="174"/>
              </a:xfrm>
            </p:grpSpPr>
            <p:grpSp>
              <p:nvGrpSpPr>
                <p:cNvPr id="12297" name="Group 394"/>
                <p:cNvGrpSpPr/>
                <p:nvPr/>
              </p:nvGrpSpPr>
              <p:grpSpPr>
                <a:xfrm>
                  <a:off x="4253" y="2564"/>
                  <a:ext cx="939" cy="174"/>
                  <a:chOff x="4253" y="2564"/>
                  <a:chExt cx="939" cy="174"/>
                </a:xfrm>
              </p:grpSpPr>
              <p:sp>
                <p:nvSpPr>
                  <p:cNvPr id="12298" name="Rectangle 393"/>
                  <p:cNvSpPr/>
                  <p:nvPr/>
                </p:nvSpPr>
                <p:spPr>
                  <a:xfrm>
                    <a:off x="4253" y="2564"/>
                    <a:ext cx="939" cy="174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299" name="Group 362"/>
                  <p:cNvGrpSpPr/>
                  <p:nvPr/>
                </p:nvGrpSpPr>
                <p:grpSpPr>
                  <a:xfrm>
                    <a:off x="4284" y="2565"/>
                    <a:ext cx="182" cy="147"/>
                    <a:chOff x="2041" y="1578"/>
                    <a:chExt cx="325" cy="226"/>
                  </a:xfrm>
                </p:grpSpPr>
                <p:sp>
                  <p:nvSpPr>
                    <p:cNvPr id="12300" name="WordArt 363"/>
                    <p:cNvSpPr>
                      <a:spLocks noTextEdit="1"/>
                    </p:cNvSpPr>
                    <p:nvPr/>
                  </p:nvSpPr>
                  <p:spPr>
                    <a:xfrm>
                      <a:off x="2041" y="1578"/>
                      <a:ext cx="134" cy="226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12301" name="WordArt 364"/>
                    <p:cNvSpPr>
                      <a:spLocks noTextEdit="1"/>
                    </p:cNvSpPr>
                    <p:nvPr/>
                  </p:nvSpPr>
                  <p:spPr>
                    <a:xfrm>
                      <a:off x="2214" y="1626"/>
                      <a:ext cx="152" cy="17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000000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n</a:t>
                      </a:r>
                    </a:p>
                  </p:txBody>
                </p:sp>
              </p:grpSp>
            </p:grpSp>
            <p:grpSp>
              <p:nvGrpSpPr>
                <p:cNvPr id="12302" name="Group 311"/>
                <p:cNvGrpSpPr/>
                <p:nvPr/>
              </p:nvGrpSpPr>
              <p:grpSpPr>
                <a:xfrm>
                  <a:off x="4521" y="2592"/>
                  <a:ext cx="632" cy="134"/>
                  <a:chOff x="1830" y="3081"/>
                  <a:chExt cx="632" cy="134"/>
                </a:xfrm>
              </p:grpSpPr>
              <p:sp>
                <p:nvSpPr>
                  <p:cNvPr id="12303" name="Oval 296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04" name="Group 309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05" name="Freeform 305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06" name="Line 306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07" name="Line 307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08" name="Group 352"/>
              <p:cNvGrpSpPr/>
              <p:nvPr/>
            </p:nvGrpSpPr>
            <p:grpSpPr>
              <a:xfrm>
                <a:off x="4733" y="3102"/>
                <a:ext cx="669" cy="112"/>
                <a:chOff x="3495" y="2965"/>
                <a:chExt cx="774" cy="134"/>
              </a:xfrm>
            </p:grpSpPr>
            <p:sp>
              <p:nvSpPr>
                <p:cNvPr id="12309" name="Rectangle 353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10" name="Group 354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11" name="Oval 355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12" name="Group 356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13" name="Freeform 357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14" name="Line 358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15" name="Line 359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16" name="Group 400"/>
              <p:cNvGrpSpPr/>
              <p:nvPr/>
            </p:nvGrpSpPr>
            <p:grpSpPr>
              <a:xfrm>
                <a:off x="4519" y="3272"/>
                <a:ext cx="669" cy="112"/>
                <a:chOff x="3495" y="2965"/>
                <a:chExt cx="774" cy="134"/>
              </a:xfrm>
            </p:grpSpPr>
            <p:sp>
              <p:nvSpPr>
                <p:cNvPr id="12317" name="Rectangle 401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18" name="Group 402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19" name="Oval 403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20" name="Group 404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21" name="Freeform 405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22" name="Line 406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23" name="Line 407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24" name="Group 408"/>
              <p:cNvGrpSpPr/>
              <p:nvPr/>
            </p:nvGrpSpPr>
            <p:grpSpPr>
              <a:xfrm>
                <a:off x="4733" y="3454"/>
                <a:ext cx="669" cy="111"/>
                <a:chOff x="3495" y="2965"/>
                <a:chExt cx="774" cy="134"/>
              </a:xfrm>
            </p:grpSpPr>
            <p:sp>
              <p:nvSpPr>
                <p:cNvPr id="12325" name="Rectangle 409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26" name="Group 410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27" name="Oval 411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28" name="Group 412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29" name="Freeform 413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30" name="Line 414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31" name="Line 415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32" name="Group 416"/>
              <p:cNvGrpSpPr/>
              <p:nvPr/>
            </p:nvGrpSpPr>
            <p:grpSpPr>
              <a:xfrm>
                <a:off x="3218" y="3629"/>
                <a:ext cx="670" cy="111"/>
                <a:chOff x="3495" y="2965"/>
                <a:chExt cx="774" cy="134"/>
              </a:xfrm>
            </p:grpSpPr>
            <p:sp>
              <p:nvSpPr>
                <p:cNvPr id="12333" name="Rectangle 417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34" name="Group 418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35" name="Oval 419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36" name="Group 420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37" name="Freeform 421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38" name="Line 422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39" name="Line 423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40" name="Group 424"/>
              <p:cNvGrpSpPr/>
              <p:nvPr/>
            </p:nvGrpSpPr>
            <p:grpSpPr>
              <a:xfrm>
                <a:off x="4551" y="3630"/>
                <a:ext cx="669" cy="112"/>
                <a:chOff x="3495" y="2965"/>
                <a:chExt cx="774" cy="134"/>
              </a:xfrm>
            </p:grpSpPr>
            <p:sp>
              <p:nvSpPr>
                <p:cNvPr id="12341" name="Rectangle 425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42" name="Group 426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43" name="Oval 427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44" name="Group 428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45" name="Freeform 429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46" name="Line 430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47" name="Line 431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48" name="Group 440"/>
              <p:cNvGrpSpPr/>
              <p:nvPr/>
            </p:nvGrpSpPr>
            <p:grpSpPr>
              <a:xfrm>
                <a:off x="3851" y="3280"/>
                <a:ext cx="669" cy="112"/>
                <a:chOff x="3495" y="2965"/>
                <a:chExt cx="774" cy="134"/>
              </a:xfrm>
            </p:grpSpPr>
            <p:sp>
              <p:nvSpPr>
                <p:cNvPr id="12349" name="Rectangle 441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50" name="Group 442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51" name="Oval 443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52" name="Group 444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53" name="Freeform 445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54" name="Line 446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55" name="Line 447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56" name="Group 456"/>
              <p:cNvGrpSpPr/>
              <p:nvPr/>
            </p:nvGrpSpPr>
            <p:grpSpPr>
              <a:xfrm>
                <a:off x="3949" y="3105"/>
                <a:ext cx="669" cy="112"/>
                <a:chOff x="3495" y="2965"/>
                <a:chExt cx="774" cy="134"/>
              </a:xfrm>
            </p:grpSpPr>
            <p:sp>
              <p:nvSpPr>
                <p:cNvPr id="12357" name="Rectangle 457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58" name="Group 458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59" name="Oval 459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60" name="Group 460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61" name="Freeform 461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62" name="Line 462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63" name="Line 463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64" name="Group 464"/>
              <p:cNvGrpSpPr/>
              <p:nvPr/>
            </p:nvGrpSpPr>
            <p:grpSpPr>
              <a:xfrm>
                <a:off x="4085" y="3449"/>
                <a:ext cx="669" cy="111"/>
                <a:chOff x="3495" y="2965"/>
                <a:chExt cx="774" cy="134"/>
              </a:xfrm>
            </p:grpSpPr>
            <p:sp>
              <p:nvSpPr>
                <p:cNvPr id="12365" name="Rectangle 465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66" name="Group 466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67" name="Oval 467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68" name="Group 468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69" name="Freeform 469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70" name="Line 470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71" name="Line 471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72" name="Group 472"/>
              <p:cNvGrpSpPr/>
              <p:nvPr/>
            </p:nvGrpSpPr>
            <p:grpSpPr>
              <a:xfrm>
                <a:off x="3304" y="3107"/>
                <a:ext cx="669" cy="112"/>
                <a:chOff x="3495" y="2965"/>
                <a:chExt cx="774" cy="134"/>
              </a:xfrm>
            </p:grpSpPr>
            <p:sp>
              <p:nvSpPr>
                <p:cNvPr id="12373" name="Rectangle 473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74" name="Group 474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75" name="Oval 475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76" name="Group 476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77" name="Freeform 477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78" name="Line 478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79" name="Line 479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80" name="Group 480"/>
              <p:cNvGrpSpPr/>
              <p:nvPr/>
            </p:nvGrpSpPr>
            <p:grpSpPr>
              <a:xfrm>
                <a:off x="3826" y="2940"/>
                <a:ext cx="669" cy="111"/>
                <a:chOff x="3495" y="2965"/>
                <a:chExt cx="774" cy="134"/>
              </a:xfrm>
            </p:grpSpPr>
            <p:sp>
              <p:nvSpPr>
                <p:cNvPr id="12381" name="Rectangle 481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82" name="Group 482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83" name="Oval 483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84" name="Group 484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85" name="Freeform 485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86" name="Line 486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87" name="Line 487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88" name="Group 488"/>
              <p:cNvGrpSpPr/>
              <p:nvPr/>
            </p:nvGrpSpPr>
            <p:grpSpPr>
              <a:xfrm>
                <a:off x="3215" y="3279"/>
                <a:ext cx="669" cy="111"/>
                <a:chOff x="3495" y="2965"/>
                <a:chExt cx="774" cy="134"/>
              </a:xfrm>
            </p:grpSpPr>
            <p:sp>
              <p:nvSpPr>
                <p:cNvPr id="12389" name="Rectangle 489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90" name="Group 490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91" name="Oval 491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392" name="Group 492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393" name="Freeform 493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94" name="Line 494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395" name="Line 495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396" name="Group 496"/>
              <p:cNvGrpSpPr/>
              <p:nvPr/>
            </p:nvGrpSpPr>
            <p:grpSpPr>
              <a:xfrm>
                <a:off x="3372" y="3458"/>
                <a:ext cx="669" cy="112"/>
                <a:chOff x="3495" y="2965"/>
                <a:chExt cx="774" cy="134"/>
              </a:xfrm>
            </p:grpSpPr>
            <p:sp>
              <p:nvSpPr>
                <p:cNvPr id="12397" name="Rectangle 497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398" name="Group 498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399" name="Oval 499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400" name="Group 500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401" name="Freeform 501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402" name="Line 502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403" name="Line 503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404" name="Group 504"/>
              <p:cNvGrpSpPr/>
              <p:nvPr/>
            </p:nvGrpSpPr>
            <p:grpSpPr>
              <a:xfrm>
                <a:off x="3215" y="2937"/>
                <a:ext cx="669" cy="112"/>
                <a:chOff x="3495" y="2965"/>
                <a:chExt cx="774" cy="134"/>
              </a:xfrm>
            </p:grpSpPr>
            <p:sp>
              <p:nvSpPr>
                <p:cNvPr id="12405" name="Rectangle 505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406" name="Group 506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407" name="Oval 507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408" name="Group 508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409" name="Freeform 509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410" name="Line 510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411" name="Line 511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412" name="Group 432"/>
              <p:cNvGrpSpPr/>
              <p:nvPr/>
            </p:nvGrpSpPr>
            <p:grpSpPr>
              <a:xfrm>
                <a:off x="3859" y="3635"/>
                <a:ext cx="669" cy="112"/>
                <a:chOff x="3495" y="2965"/>
                <a:chExt cx="774" cy="134"/>
              </a:xfrm>
            </p:grpSpPr>
            <p:sp>
              <p:nvSpPr>
                <p:cNvPr id="12413" name="Rectangle 433"/>
                <p:cNvSpPr/>
                <p:nvPr/>
              </p:nvSpPr>
              <p:spPr>
                <a:xfrm>
                  <a:off x="3495" y="2967"/>
                  <a:ext cx="774" cy="12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414" name="Group 434"/>
                <p:cNvGrpSpPr/>
                <p:nvPr/>
              </p:nvGrpSpPr>
              <p:grpSpPr>
                <a:xfrm>
                  <a:off x="3576" y="2965"/>
                  <a:ext cx="632" cy="134"/>
                  <a:chOff x="1830" y="3081"/>
                  <a:chExt cx="632" cy="134"/>
                </a:xfrm>
              </p:grpSpPr>
              <p:sp>
                <p:nvSpPr>
                  <p:cNvPr id="12415" name="Oval 435"/>
                  <p:cNvSpPr/>
                  <p:nvPr/>
                </p:nvSpPr>
                <p:spPr>
                  <a:xfrm>
                    <a:off x="1830" y="3107"/>
                    <a:ext cx="88" cy="8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2416" name="Group 436"/>
                  <p:cNvGrpSpPr/>
                  <p:nvPr/>
                </p:nvGrpSpPr>
                <p:grpSpPr>
                  <a:xfrm>
                    <a:off x="1910" y="3081"/>
                    <a:ext cx="552" cy="134"/>
                    <a:chOff x="2272" y="3184"/>
                    <a:chExt cx="552" cy="134"/>
                  </a:xfrm>
                </p:grpSpPr>
                <p:sp>
                  <p:nvSpPr>
                    <p:cNvPr id="12417" name="Freeform 437"/>
                    <p:cNvSpPr/>
                    <p:nvPr/>
                  </p:nvSpPr>
                  <p:spPr>
                    <a:xfrm>
                      <a:off x="2367" y="3184"/>
                      <a:ext cx="261" cy="1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2"/>
                        </a:cxn>
                        <a:cxn ang="0">
                          <a:pos x="4" y="10"/>
                        </a:cxn>
                        <a:cxn ang="0">
                          <a:pos x="8" y="35"/>
                        </a:cxn>
                        <a:cxn ang="0">
                          <a:pos x="12" y="4"/>
                        </a:cxn>
                        <a:cxn ang="0">
                          <a:pos x="17" y="38"/>
                        </a:cxn>
                        <a:cxn ang="0">
                          <a:pos x="22" y="0"/>
                        </a:cxn>
                        <a:cxn ang="0">
                          <a:pos x="28" y="40"/>
                        </a:cxn>
                        <a:cxn ang="0">
                          <a:pos x="34" y="0"/>
                        </a:cxn>
                        <a:cxn ang="0">
                          <a:pos x="40" y="40"/>
                        </a:cxn>
                        <a:cxn ang="0">
                          <a:pos x="44" y="2"/>
                        </a:cxn>
                        <a:cxn ang="0">
                          <a:pos x="49" y="36"/>
                        </a:cxn>
                        <a:cxn ang="0">
                          <a:pos x="53" y="8"/>
                        </a:cxn>
                        <a:cxn ang="0">
                          <a:pos x="58" y="22"/>
                        </a:cxn>
                      </a:cxnLst>
                      <a:rect l="0" t="0" r="0" b="0"/>
                      <a:pathLst>
                        <a:path w="1168" h="442">
                          <a:moveTo>
                            <a:pt x="0" y="233"/>
                          </a:moveTo>
                          <a:cubicBezTo>
                            <a:pt x="30" y="158"/>
                            <a:pt x="61" y="83"/>
                            <a:pt x="87" y="107"/>
                          </a:cubicBezTo>
                          <a:cubicBezTo>
                            <a:pt x="113" y="131"/>
                            <a:pt x="132" y="385"/>
                            <a:pt x="158" y="375"/>
                          </a:cubicBezTo>
                          <a:cubicBezTo>
                            <a:pt x="184" y="365"/>
                            <a:pt x="213" y="37"/>
                            <a:pt x="244" y="44"/>
                          </a:cubicBezTo>
                          <a:cubicBezTo>
                            <a:pt x="275" y="51"/>
                            <a:pt x="314" y="422"/>
                            <a:pt x="347" y="415"/>
                          </a:cubicBezTo>
                          <a:cubicBezTo>
                            <a:pt x="380" y="408"/>
                            <a:pt x="405" y="0"/>
                            <a:pt x="442" y="4"/>
                          </a:cubicBezTo>
                          <a:cubicBezTo>
                            <a:pt x="479" y="8"/>
                            <a:pt x="530" y="438"/>
                            <a:pt x="568" y="438"/>
                          </a:cubicBezTo>
                          <a:cubicBezTo>
                            <a:pt x="606" y="438"/>
                            <a:pt x="631" y="4"/>
                            <a:pt x="670" y="4"/>
                          </a:cubicBezTo>
                          <a:cubicBezTo>
                            <a:pt x="709" y="4"/>
                            <a:pt x="771" y="434"/>
                            <a:pt x="805" y="438"/>
                          </a:cubicBezTo>
                          <a:cubicBezTo>
                            <a:pt x="839" y="442"/>
                            <a:pt x="846" y="36"/>
                            <a:pt x="876" y="28"/>
                          </a:cubicBezTo>
                          <a:cubicBezTo>
                            <a:pt x="906" y="20"/>
                            <a:pt x="954" y="380"/>
                            <a:pt x="986" y="391"/>
                          </a:cubicBezTo>
                          <a:cubicBezTo>
                            <a:pt x="1018" y="402"/>
                            <a:pt x="1035" y="117"/>
                            <a:pt x="1065" y="91"/>
                          </a:cubicBezTo>
                          <a:cubicBezTo>
                            <a:pt x="1095" y="65"/>
                            <a:pt x="1131" y="149"/>
                            <a:pt x="1168" y="233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418" name="Line 438"/>
                    <p:cNvSpPr/>
                    <p:nvPr/>
                  </p:nvSpPr>
                  <p:spPr>
                    <a:xfrm>
                      <a:off x="2619" y="3251"/>
                      <a:ext cx="205" cy="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12419" name="Line 439"/>
                    <p:cNvSpPr/>
                    <p:nvPr/>
                  </p:nvSpPr>
                  <p:spPr>
                    <a:xfrm flipH="1" flipV="1">
                      <a:off x="2272" y="3259"/>
                      <a:ext cx="86" cy="0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12420" name="Group 517"/>
              <p:cNvGrpSpPr/>
              <p:nvPr/>
            </p:nvGrpSpPr>
            <p:grpSpPr>
              <a:xfrm>
                <a:off x="3514" y="2832"/>
                <a:ext cx="224" cy="1011"/>
                <a:chOff x="3643" y="2578"/>
                <a:chExt cx="293" cy="1341"/>
              </a:xfrm>
            </p:grpSpPr>
            <p:sp>
              <p:nvSpPr>
                <p:cNvPr id="12421" name="Arc 515"/>
                <p:cNvSpPr/>
                <p:nvPr/>
              </p:nvSpPr>
              <p:spPr>
                <a:xfrm>
                  <a:off x="3662" y="2578"/>
                  <a:ext cx="274" cy="13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21"/>
                    </a:cxn>
                    <a:cxn ang="0">
                      <a:pos x="0" y="42"/>
                    </a:cxn>
                    <a:cxn ang="0">
                      <a:pos x="0" y="42"/>
                    </a:cxn>
                    <a:cxn ang="0">
                      <a:pos x="0" y="0"/>
                    </a:cxn>
                    <a:cxn ang="0">
                      <a:pos x="3" y="21"/>
                    </a:cxn>
                    <a:cxn ang="0">
                      <a:pos x="0" y="42"/>
                    </a:cxn>
                    <a:cxn ang="0">
                      <a:pos x="0" y="42"/>
                    </a:cxn>
                    <a:cxn ang="0">
                      <a:pos x="0" y="21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758" h="43198" fill="none">
                      <a:moveTo>
                        <a:pt x="431" y="-1"/>
                      </a:moveTo>
                      <a:cubicBezTo>
                        <a:pt x="12252" y="149"/>
                        <a:pt x="21758" y="9775"/>
                        <a:pt x="21758" y="21598"/>
                      </a:cubicBezTo>
                      <a:cubicBezTo>
                        <a:pt x="21758" y="33527"/>
                        <a:pt x="12087" y="43198"/>
                        <a:pt x="158" y="43198"/>
                      </a:cubicBezTo>
                      <a:cubicBezTo>
                        <a:pt x="105" y="43198"/>
                        <a:pt x="52" y="43197"/>
                        <a:pt x="-1" y="43197"/>
                      </a:cubicBezTo>
                    </a:path>
                    <a:path w="21758" h="43198" stroke="0">
                      <a:moveTo>
                        <a:pt x="431" y="-1"/>
                      </a:moveTo>
                      <a:cubicBezTo>
                        <a:pt x="12252" y="149"/>
                        <a:pt x="21758" y="9775"/>
                        <a:pt x="21758" y="21598"/>
                      </a:cubicBezTo>
                      <a:cubicBezTo>
                        <a:pt x="21758" y="33527"/>
                        <a:pt x="12087" y="43198"/>
                        <a:pt x="158" y="43198"/>
                      </a:cubicBezTo>
                      <a:cubicBezTo>
                        <a:pt x="105" y="43198"/>
                        <a:pt x="52" y="43197"/>
                        <a:pt x="-1" y="43197"/>
                      </a:cubicBezTo>
                      <a:lnTo>
                        <a:pt x="158" y="21598"/>
                      </a:lnTo>
                      <a:lnTo>
                        <a:pt x="431" y="-1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2" name="Arc 516"/>
                <p:cNvSpPr/>
                <p:nvPr/>
              </p:nvSpPr>
              <p:spPr>
                <a:xfrm>
                  <a:off x="3643" y="2585"/>
                  <a:ext cx="272" cy="13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20"/>
                    </a:cxn>
                    <a:cxn ang="0">
                      <a:pos x="0" y="40"/>
                    </a:cxn>
                    <a:cxn ang="0">
                      <a:pos x="0" y="0"/>
                    </a:cxn>
                    <a:cxn ang="0">
                      <a:pos x="3" y="20"/>
                    </a:cxn>
                    <a:cxn ang="0">
                      <a:pos x="0" y="40"/>
                    </a:cxn>
                    <a:cxn ang="0">
                      <a:pos x="0" y="2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600" h="42879" fill="none">
                      <a:moveTo>
                        <a:pt x="2758" y="-1"/>
                      </a:moveTo>
                      <a:cubicBezTo>
                        <a:pt x="13532" y="1386"/>
                        <a:pt x="21600" y="10559"/>
                        <a:pt x="21600" y="21423"/>
                      </a:cubicBezTo>
                      <a:cubicBezTo>
                        <a:pt x="21600" y="32390"/>
                        <a:pt x="13381" y="41616"/>
                        <a:pt x="2487" y="42879"/>
                      </a:cubicBezTo>
                    </a:path>
                    <a:path w="21600" h="42879" stroke="0">
                      <a:moveTo>
                        <a:pt x="2758" y="-1"/>
                      </a:moveTo>
                      <a:cubicBezTo>
                        <a:pt x="13532" y="1386"/>
                        <a:pt x="21600" y="10559"/>
                        <a:pt x="21600" y="21423"/>
                      </a:cubicBezTo>
                      <a:cubicBezTo>
                        <a:pt x="21600" y="32390"/>
                        <a:pt x="13381" y="41616"/>
                        <a:pt x="2487" y="42879"/>
                      </a:cubicBezTo>
                      <a:lnTo>
                        <a:pt x="0" y="21423"/>
                      </a:lnTo>
                      <a:lnTo>
                        <a:pt x="2758" y="-1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2423" name="Group 568"/>
            <p:cNvGrpSpPr/>
            <p:nvPr/>
          </p:nvGrpSpPr>
          <p:grpSpPr>
            <a:xfrm>
              <a:off x="411" y="2649"/>
              <a:ext cx="2762" cy="1278"/>
              <a:chOff x="296" y="2610"/>
              <a:chExt cx="2823" cy="1278"/>
            </a:xfrm>
          </p:grpSpPr>
          <p:sp>
            <p:nvSpPr>
              <p:cNvPr id="12424" name="Rectangle 397"/>
              <p:cNvSpPr/>
              <p:nvPr/>
            </p:nvSpPr>
            <p:spPr>
              <a:xfrm>
                <a:off x="296" y="2610"/>
                <a:ext cx="2823" cy="1185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25" name="WordArt 380"/>
              <p:cNvSpPr>
                <a:spLocks noTextEdit="1"/>
              </p:cNvSpPr>
              <p:nvPr/>
            </p:nvSpPr>
            <p:spPr>
              <a:xfrm>
                <a:off x="528" y="2739"/>
                <a:ext cx="2488" cy="1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辐射频率越高的光子其能量越大。</a:t>
                </a:r>
              </a:p>
            </p:txBody>
          </p:sp>
          <p:sp>
            <p:nvSpPr>
              <p:cNvPr id="12426" name="WordArt 381"/>
              <p:cNvSpPr>
                <a:spLocks noTextEdit="1"/>
              </p:cNvSpPr>
              <p:nvPr/>
            </p:nvSpPr>
            <p:spPr>
              <a:xfrm>
                <a:off x="541" y="3075"/>
                <a:ext cx="2473" cy="1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一束频率为   的单色平行光的光强，</a:t>
                </a:r>
              </a:p>
            </p:txBody>
          </p:sp>
          <p:sp>
            <p:nvSpPr>
              <p:cNvPr id="12427" name="WordArt 382"/>
              <p:cNvSpPr>
                <a:spLocks noTextEdit="1"/>
              </p:cNvSpPr>
              <p:nvPr/>
            </p:nvSpPr>
            <p:spPr>
              <a:xfrm>
                <a:off x="1350" y="3122"/>
                <a:ext cx="133" cy="12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2428" name="WordArt 383"/>
              <p:cNvSpPr>
                <a:spLocks noTextEdit="1"/>
              </p:cNvSpPr>
              <p:nvPr/>
            </p:nvSpPr>
            <p:spPr>
              <a:xfrm>
                <a:off x="317" y="3381"/>
                <a:ext cx="2668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等于单位时间垂直通过单位横截面积</a:t>
                </a:r>
              </a:p>
            </p:txBody>
          </p:sp>
          <p:sp>
            <p:nvSpPr>
              <p:cNvPr id="12429" name="WordArt 384"/>
              <p:cNvSpPr>
                <a:spLocks noTextEdit="1"/>
              </p:cNvSpPr>
              <p:nvPr/>
            </p:nvSpPr>
            <p:spPr>
              <a:xfrm>
                <a:off x="357" y="3685"/>
                <a:ext cx="2532" cy="20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的光子数目与每一光子能量       的乘积。</a:t>
                </a:r>
              </a:p>
            </p:txBody>
          </p:sp>
          <p:grpSp>
            <p:nvGrpSpPr>
              <p:cNvPr id="12430" name="Group 388"/>
              <p:cNvGrpSpPr/>
              <p:nvPr/>
            </p:nvGrpSpPr>
            <p:grpSpPr>
              <a:xfrm>
                <a:off x="2124" y="3710"/>
                <a:ext cx="248" cy="149"/>
                <a:chOff x="2041" y="1578"/>
                <a:chExt cx="325" cy="226"/>
              </a:xfrm>
            </p:grpSpPr>
            <p:sp>
              <p:nvSpPr>
                <p:cNvPr id="12431" name="WordArt 389"/>
                <p:cNvSpPr>
                  <a:spLocks noTextEdit="1"/>
                </p:cNvSpPr>
                <p:nvPr/>
              </p:nvSpPr>
              <p:spPr>
                <a:xfrm>
                  <a:off x="2041" y="1578"/>
                  <a:ext cx="134" cy="22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  <p:sp>
              <p:nvSpPr>
                <p:cNvPr id="12432" name="WordArt 390"/>
                <p:cNvSpPr>
                  <a:spLocks noTextEdit="1"/>
                </p:cNvSpPr>
                <p:nvPr/>
              </p:nvSpPr>
              <p:spPr>
                <a:xfrm>
                  <a:off x="2214" y="1626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</p:grpSp>
        </p:grpSp>
      </p:grpSp>
      <p:grpSp>
        <p:nvGrpSpPr>
          <p:cNvPr id="39159" name="Group 585"/>
          <p:cNvGrpSpPr/>
          <p:nvPr/>
        </p:nvGrpSpPr>
        <p:grpSpPr>
          <a:xfrm>
            <a:off x="611188" y="1196975"/>
            <a:ext cx="8094662" cy="2589213"/>
            <a:chOff x="426" y="849"/>
            <a:chExt cx="5099" cy="1631"/>
          </a:xfrm>
        </p:grpSpPr>
        <p:grpSp>
          <p:nvGrpSpPr>
            <p:cNvPr id="12434" name="Group 569"/>
            <p:cNvGrpSpPr/>
            <p:nvPr/>
          </p:nvGrpSpPr>
          <p:grpSpPr>
            <a:xfrm>
              <a:off x="426" y="849"/>
              <a:ext cx="4983" cy="1631"/>
              <a:chOff x="426" y="849"/>
              <a:chExt cx="4983" cy="1631"/>
            </a:xfrm>
          </p:grpSpPr>
          <p:sp>
            <p:nvSpPr>
              <p:cNvPr id="12435" name="WordArt 238"/>
              <p:cNvSpPr>
                <a:spLocks noTextEdit="1"/>
              </p:cNvSpPr>
              <p:nvPr/>
            </p:nvSpPr>
            <p:spPr>
              <a:xfrm>
                <a:off x="878" y="1308"/>
                <a:ext cx="3893" cy="25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一个光子的能量    与其辐射频率    的关系是</a:t>
                </a:r>
              </a:p>
            </p:txBody>
          </p:sp>
          <p:sp>
            <p:nvSpPr>
              <p:cNvPr id="12436" name="WordArt 246"/>
              <p:cNvSpPr>
                <a:spLocks noTextEdit="1"/>
              </p:cNvSpPr>
              <p:nvPr/>
            </p:nvSpPr>
            <p:spPr>
              <a:xfrm>
                <a:off x="3781" y="1356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2437" name="WordArt 247"/>
              <p:cNvSpPr>
                <a:spLocks noTextEdit="1"/>
              </p:cNvSpPr>
              <p:nvPr/>
            </p:nvSpPr>
            <p:spPr>
              <a:xfrm>
                <a:off x="2348" y="1361"/>
                <a:ext cx="128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e</a:t>
                </a:r>
              </a:p>
            </p:txBody>
          </p:sp>
          <p:grpSp>
            <p:nvGrpSpPr>
              <p:cNvPr id="12438" name="Group 565"/>
              <p:cNvGrpSpPr/>
              <p:nvPr/>
            </p:nvGrpSpPr>
            <p:grpSpPr>
              <a:xfrm>
                <a:off x="2457" y="1798"/>
                <a:ext cx="918" cy="233"/>
                <a:chOff x="2065" y="1751"/>
                <a:chExt cx="734" cy="226"/>
              </a:xfrm>
            </p:grpSpPr>
            <p:grpSp>
              <p:nvGrpSpPr>
                <p:cNvPr id="12439" name="Group 242"/>
                <p:cNvGrpSpPr/>
                <p:nvPr/>
              </p:nvGrpSpPr>
              <p:grpSpPr>
                <a:xfrm>
                  <a:off x="2272" y="1862"/>
                  <a:ext cx="160" cy="64"/>
                  <a:chOff x="1949" y="2020"/>
                  <a:chExt cx="341" cy="111"/>
                </a:xfrm>
              </p:grpSpPr>
              <p:sp>
                <p:nvSpPr>
                  <p:cNvPr id="12440" name="Line 243"/>
                  <p:cNvSpPr/>
                  <p:nvPr/>
                </p:nvSpPr>
                <p:spPr>
                  <a:xfrm>
                    <a:off x="1949" y="2020"/>
                    <a:ext cx="33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441" name="Line 244"/>
                  <p:cNvSpPr/>
                  <p:nvPr/>
                </p:nvSpPr>
                <p:spPr>
                  <a:xfrm>
                    <a:off x="1959" y="2131"/>
                    <a:ext cx="33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2442" name="WordArt 252"/>
                <p:cNvSpPr>
                  <a:spLocks noTextEdit="1"/>
                </p:cNvSpPr>
                <p:nvPr/>
              </p:nvSpPr>
              <p:spPr>
                <a:xfrm>
                  <a:off x="2065" y="1785"/>
                  <a:ext cx="152" cy="17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e</a:t>
                  </a:r>
                </a:p>
              </p:txBody>
            </p:sp>
            <p:grpSp>
              <p:nvGrpSpPr>
                <p:cNvPr id="12443" name="Group 361"/>
                <p:cNvGrpSpPr/>
                <p:nvPr/>
              </p:nvGrpSpPr>
              <p:grpSpPr>
                <a:xfrm>
                  <a:off x="2474" y="1751"/>
                  <a:ext cx="325" cy="226"/>
                  <a:chOff x="2041" y="1578"/>
                  <a:chExt cx="325" cy="226"/>
                </a:xfrm>
              </p:grpSpPr>
              <p:sp>
                <p:nvSpPr>
                  <p:cNvPr id="12444" name="WordArt 248"/>
                  <p:cNvSpPr>
                    <a:spLocks noTextEdit="1"/>
                  </p:cNvSpPr>
                  <p:nvPr/>
                </p:nvSpPr>
                <p:spPr>
                  <a:xfrm>
                    <a:off x="2041" y="1578"/>
                    <a:ext cx="134" cy="226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12445" name="WordArt 253"/>
                  <p:cNvSpPr>
                    <a:spLocks noTextEdit="1"/>
                  </p:cNvSpPr>
                  <p:nvPr/>
                </p:nvSpPr>
                <p:spPr>
                  <a:xfrm>
                    <a:off x="2214" y="1626"/>
                    <a:ext cx="152" cy="17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0000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</p:grpSp>
          </p:grpSp>
          <p:grpSp>
            <p:nvGrpSpPr>
              <p:cNvPr id="12446" name="Group 566"/>
              <p:cNvGrpSpPr/>
              <p:nvPr/>
            </p:nvGrpSpPr>
            <p:grpSpPr>
              <a:xfrm>
                <a:off x="2022" y="2251"/>
                <a:ext cx="1717" cy="229"/>
                <a:chOff x="1691" y="2236"/>
                <a:chExt cx="1717" cy="229"/>
              </a:xfrm>
            </p:grpSpPr>
            <p:sp>
              <p:nvSpPr>
                <p:cNvPr id="12447" name="WordArt 266"/>
                <p:cNvSpPr>
                  <a:spLocks noTextEdit="1"/>
                </p:cNvSpPr>
                <p:nvPr/>
              </p:nvSpPr>
              <p:spPr>
                <a:xfrm>
                  <a:off x="1691" y="2239"/>
                  <a:ext cx="134" cy="22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  <p:sp>
              <p:nvSpPr>
                <p:cNvPr id="12448" name="WordArt 267"/>
                <p:cNvSpPr>
                  <a:spLocks noTextEdit="1"/>
                </p:cNvSpPr>
                <p:nvPr/>
              </p:nvSpPr>
              <p:spPr>
                <a:xfrm>
                  <a:off x="1930" y="2236"/>
                  <a:ext cx="1478" cy="21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为普朗克常量</a:t>
                  </a:r>
                </a:p>
              </p:txBody>
            </p:sp>
          </p:grpSp>
          <p:sp>
            <p:nvSpPr>
              <p:cNvPr id="12449" name="WordArt 293"/>
              <p:cNvSpPr>
                <a:spLocks noTextEdit="1"/>
              </p:cNvSpPr>
              <p:nvPr/>
            </p:nvSpPr>
            <p:spPr>
              <a:xfrm>
                <a:off x="426" y="849"/>
                <a:ext cx="4983" cy="2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光，是一种以光速运动的粒子流，这种粒子称为光量子或光子。</a:t>
                </a:r>
              </a:p>
            </p:txBody>
          </p:sp>
        </p:grpSp>
        <p:grpSp>
          <p:nvGrpSpPr>
            <p:cNvPr id="12450" name="Group 574"/>
            <p:cNvGrpSpPr/>
            <p:nvPr/>
          </p:nvGrpSpPr>
          <p:grpSpPr>
            <a:xfrm>
              <a:off x="4067" y="2264"/>
              <a:ext cx="1458" cy="216"/>
              <a:chOff x="2180" y="3697"/>
              <a:chExt cx="1710" cy="199"/>
            </a:xfrm>
          </p:grpSpPr>
          <p:sp>
            <p:nvSpPr>
              <p:cNvPr id="12451" name="WordArt 575"/>
              <p:cNvSpPr>
                <a:spLocks noTextEdit="1"/>
              </p:cNvSpPr>
              <p:nvPr/>
            </p:nvSpPr>
            <p:spPr>
              <a:xfrm>
                <a:off x="2487" y="3738"/>
                <a:ext cx="805" cy="14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6.63×10</a:t>
                </a:r>
              </a:p>
            </p:txBody>
          </p:sp>
          <p:sp>
            <p:nvSpPr>
              <p:cNvPr id="12452" name="WordArt 576"/>
              <p:cNvSpPr>
                <a:spLocks noTextEdit="1"/>
              </p:cNvSpPr>
              <p:nvPr/>
            </p:nvSpPr>
            <p:spPr>
              <a:xfrm>
                <a:off x="2180" y="3699"/>
                <a:ext cx="129" cy="1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12453" name="Group 577"/>
              <p:cNvGrpSpPr/>
              <p:nvPr/>
            </p:nvGrpSpPr>
            <p:grpSpPr>
              <a:xfrm>
                <a:off x="2372" y="3792"/>
                <a:ext cx="155" cy="52"/>
                <a:chOff x="1260" y="2371"/>
                <a:chExt cx="151" cy="53"/>
              </a:xfrm>
            </p:grpSpPr>
            <p:sp>
              <p:nvSpPr>
                <p:cNvPr id="12454" name="Line 578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455" name="Line 579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456" name="WordArt 580"/>
              <p:cNvSpPr>
                <a:spLocks noTextEdit="1"/>
              </p:cNvSpPr>
              <p:nvPr/>
            </p:nvSpPr>
            <p:spPr>
              <a:xfrm>
                <a:off x="3395" y="3697"/>
                <a:ext cx="112" cy="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34</a:t>
                </a:r>
              </a:p>
            </p:txBody>
          </p:sp>
          <p:sp>
            <p:nvSpPr>
              <p:cNvPr id="12457" name="Line 581"/>
              <p:cNvSpPr/>
              <p:nvPr/>
            </p:nvSpPr>
            <p:spPr>
              <a:xfrm>
                <a:off x="3313" y="3735"/>
                <a:ext cx="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58" name="WordArt 582"/>
              <p:cNvSpPr>
                <a:spLocks noTextEdit="1"/>
              </p:cNvSpPr>
              <p:nvPr/>
            </p:nvSpPr>
            <p:spPr>
              <a:xfrm>
                <a:off x="3550" y="3728"/>
                <a:ext cx="122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12459" name="Oval 583"/>
              <p:cNvSpPr/>
              <p:nvPr/>
            </p:nvSpPr>
            <p:spPr>
              <a:xfrm>
                <a:off x="3723" y="3813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60" name="WordArt 584"/>
              <p:cNvSpPr>
                <a:spLocks noTextEdit="1"/>
              </p:cNvSpPr>
              <p:nvPr/>
            </p:nvSpPr>
            <p:spPr>
              <a:xfrm>
                <a:off x="3821" y="3779"/>
                <a:ext cx="69" cy="10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94"/>
          <p:cNvSpPr>
            <a:spLocks noGrp="1"/>
          </p:cNvSpPr>
          <p:nvPr>
            <p:ph type="title"/>
          </p:nvPr>
        </p:nvSpPr>
        <p:spPr>
          <a:xfrm>
            <a:off x="2532063" y="0"/>
            <a:ext cx="6611937" cy="207963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光子能、质、动量式</a:t>
            </a:r>
          </a:p>
        </p:txBody>
      </p:sp>
      <p:sp>
        <p:nvSpPr>
          <p:cNvPr id="13314" name="Rectangle 201" descr="羊皮纸"/>
          <p:cNvSpPr/>
          <p:nvPr/>
        </p:nvSpPr>
        <p:spPr>
          <a:xfrm>
            <a:off x="0" y="6689725"/>
            <a:ext cx="9144000" cy="160338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5" name="Rectangle 202" descr="羊皮纸"/>
          <p:cNvSpPr/>
          <p:nvPr/>
        </p:nvSpPr>
        <p:spPr>
          <a:xfrm>
            <a:off x="0" y="0"/>
            <a:ext cx="9144000" cy="160338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6" name="AutoShape 227"/>
          <p:cNvSpPr/>
          <p:nvPr/>
        </p:nvSpPr>
        <p:spPr>
          <a:xfrm>
            <a:off x="128588" y="2427288"/>
            <a:ext cx="6427787" cy="4110037"/>
          </a:xfrm>
          <a:prstGeom prst="roundRect">
            <a:avLst>
              <a:gd name="adj" fmla="val 11181"/>
            </a:avLst>
          </a:prstGeom>
          <a:noFill/>
          <a:ln w="76200" cap="flat" cmpd="sng">
            <a:solidFill>
              <a:srgbClr val="DDDDDD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8439" name="Group 228"/>
          <p:cNvGrpSpPr/>
          <p:nvPr/>
        </p:nvGrpSpPr>
        <p:grpSpPr>
          <a:xfrm>
            <a:off x="849313" y="6081713"/>
            <a:ext cx="5230812" cy="277812"/>
            <a:chOff x="548" y="3763"/>
            <a:chExt cx="2902" cy="171"/>
          </a:xfrm>
        </p:grpSpPr>
        <p:sp>
          <p:nvSpPr>
            <p:cNvPr id="13318" name="WordArt 229"/>
            <p:cNvSpPr>
              <a:spLocks noTextEdit="1"/>
            </p:cNvSpPr>
            <p:nvPr/>
          </p:nvSpPr>
          <p:spPr>
            <a:xfrm>
              <a:off x="548" y="3767"/>
              <a:ext cx="291" cy="1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式中</a:t>
              </a:r>
            </a:p>
          </p:txBody>
        </p:sp>
        <p:grpSp>
          <p:nvGrpSpPr>
            <p:cNvPr id="13319" name="Group 230"/>
            <p:cNvGrpSpPr/>
            <p:nvPr/>
          </p:nvGrpSpPr>
          <p:grpSpPr>
            <a:xfrm>
              <a:off x="944" y="3763"/>
              <a:ext cx="255" cy="171"/>
              <a:chOff x="3644" y="3037"/>
              <a:chExt cx="276" cy="208"/>
            </a:xfrm>
          </p:grpSpPr>
          <p:sp>
            <p:nvSpPr>
              <p:cNvPr id="13320" name="WordArt 231"/>
              <p:cNvSpPr>
                <a:spLocks noTextEdit="1"/>
              </p:cNvSpPr>
              <p:nvPr/>
            </p:nvSpPr>
            <p:spPr>
              <a:xfrm>
                <a:off x="3685" y="3100"/>
                <a:ext cx="170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13321" name="Line 232"/>
              <p:cNvSpPr/>
              <p:nvPr/>
            </p:nvSpPr>
            <p:spPr>
              <a:xfrm flipV="1">
                <a:off x="3644" y="3037"/>
                <a:ext cx="276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sp>
          <p:nvSpPr>
            <p:cNvPr id="13322" name="WordArt 233"/>
            <p:cNvSpPr>
              <a:spLocks noTextEdit="1"/>
            </p:cNvSpPr>
            <p:nvPr/>
          </p:nvSpPr>
          <p:spPr>
            <a:xfrm>
              <a:off x="1264" y="3772"/>
              <a:ext cx="2186" cy="1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为光播传播方向的单位矢量，</a:t>
              </a:r>
            </a:p>
          </p:txBody>
        </p:sp>
      </p:grpSp>
      <p:grpSp>
        <p:nvGrpSpPr>
          <p:cNvPr id="18445" name="Group 234"/>
          <p:cNvGrpSpPr/>
          <p:nvPr/>
        </p:nvGrpSpPr>
        <p:grpSpPr>
          <a:xfrm>
            <a:off x="2479675" y="3536950"/>
            <a:ext cx="2035175" cy="661988"/>
            <a:chOff x="2457" y="2070"/>
            <a:chExt cx="1420" cy="437"/>
          </a:xfrm>
        </p:grpSpPr>
        <p:grpSp>
          <p:nvGrpSpPr>
            <p:cNvPr id="13324" name="Group 235"/>
            <p:cNvGrpSpPr/>
            <p:nvPr/>
          </p:nvGrpSpPr>
          <p:grpSpPr>
            <a:xfrm>
              <a:off x="3507" y="2070"/>
              <a:ext cx="267" cy="187"/>
              <a:chOff x="2041" y="1578"/>
              <a:chExt cx="325" cy="226"/>
            </a:xfrm>
          </p:grpSpPr>
          <p:sp>
            <p:nvSpPr>
              <p:cNvPr id="13325" name="WordArt 236"/>
              <p:cNvSpPr>
                <a:spLocks noTextEdit="1"/>
              </p:cNvSpPr>
              <p:nvPr/>
            </p:nvSpPr>
            <p:spPr>
              <a:xfrm>
                <a:off x="2041" y="1578"/>
                <a:ext cx="134" cy="22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13326" name="WordArt 237"/>
              <p:cNvSpPr>
                <a:spLocks noTextEdit="1"/>
              </p:cNvSpPr>
              <p:nvPr/>
            </p:nvSpPr>
            <p:spPr>
              <a:xfrm>
                <a:off x="2214" y="1626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</p:grpSp>
        <p:sp>
          <p:nvSpPr>
            <p:cNvPr id="13327" name="WordArt 238"/>
            <p:cNvSpPr>
              <a:spLocks noTextEdit="1"/>
            </p:cNvSpPr>
            <p:nvPr/>
          </p:nvSpPr>
          <p:spPr>
            <a:xfrm>
              <a:off x="2457" y="2256"/>
              <a:ext cx="178" cy="1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m</a:t>
              </a:r>
            </a:p>
          </p:txBody>
        </p:sp>
        <p:grpSp>
          <p:nvGrpSpPr>
            <p:cNvPr id="13328" name="Group 239"/>
            <p:cNvGrpSpPr/>
            <p:nvPr/>
          </p:nvGrpSpPr>
          <p:grpSpPr>
            <a:xfrm>
              <a:off x="2699" y="2284"/>
              <a:ext cx="141" cy="55"/>
              <a:chOff x="1949" y="2020"/>
              <a:chExt cx="341" cy="111"/>
            </a:xfrm>
          </p:grpSpPr>
          <p:sp>
            <p:nvSpPr>
              <p:cNvPr id="13329" name="Line 240"/>
              <p:cNvSpPr/>
              <p:nvPr/>
            </p:nvSpPr>
            <p:spPr>
              <a:xfrm>
                <a:off x="1949" y="2020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0" name="Line 241"/>
              <p:cNvSpPr/>
              <p:nvPr/>
            </p:nvSpPr>
            <p:spPr>
              <a:xfrm>
                <a:off x="1959" y="2131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331" name="WordArt 242"/>
            <p:cNvSpPr>
              <a:spLocks noTextEdit="1"/>
            </p:cNvSpPr>
            <p:nvPr/>
          </p:nvSpPr>
          <p:spPr>
            <a:xfrm>
              <a:off x="2950" y="2117"/>
              <a:ext cx="134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e</a:t>
              </a:r>
            </a:p>
          </p:txBody>
        </p:sp>
        <p:sp>
          <p:nvSpPr>
            <p:cNvPr id="13332" name="Line 243"/>
            <p:cNvSpPr/>
            <p:nvPr/>
          </p:nvSpPr>
          <p:spPr>
            <a:xfrm>
              <a:off x="2889" y="2308"/>
              <a:ext cx="29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3333" name="Group 244"/>
            <p:cNvGrpSpPr/>
            <p:nvPr/>
          </p:nvGrpSpPr>
          <p:grpSpPr>
            <a:xfrm>
              <a:off x="2934" y="2344"/>
              <a:ext cx="225" cy="163"/>
              <a:chOff x="3002" y="626"/>
              <a:chExt cx="255" cy="191"/>
            </a:xfrm>
          </p:grpSpPr>
          <p:sp>
            <p:nvSpPr>
              <p:cNvPr id="13334" name="WordArt 245"/>
              <p:cNvSpPr>
                <a:spLocks noTextEdit="1"/>
              </p:cNvSpPr>
              <p:nvPr/>
            </p:nvSpPr>
            <p:spPr>
              <a:xfrm>
                <a:off x="3002" y="675"/>
                <a:ext cx="151" cy="14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407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3335" name="WordArt 246"/>
              <p:cNvSpPr>
                <a:spLocks noTextEdit="1"/>
              </p:cNvSpPr>
              <p:nvPr/>
            </p:nvSpPr>
            <p:spPr>
              <a:xfrm>
                <a:off x="3179" y="626"/>
                <a:ext cx="78" cy="10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3336" name="Group 247"/>
            <p:cNvGrpSpPr/>
            <p:nvPr/>
          </p:nvGrpSpPr>
          <p:grpSpPr>
            <a:xfrm>
              <a:off x="3249" y="2279"/>
              <a:ext cx="141" cy="54"/>
              <a:chOff x="1949" y="2020"/>
              <a:chExt cx="341" cy="111"/>
            </a:xfrm>
          </p:grpSpPr>
          <p:sp>
            <p:nvSpPr>
              <p:cNvPr id="13337" name="Line 248"/>
              <p:cNvSpPr/>
              <p:nvPr/>
            </p:nvSpPr>
            <p:spPr>
              <a:xfrm>
                <a:off x="1949" y="2020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8" name="Line 249"/>
              <p:cNvSpPr/>
              <p:nvPr/>
            </p:nvSpPr>
            <p:spPr>
              <a:xfrm>
                <a:off x="1959" y="2131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339" name="Line 250"/>
            <p:cNvSpPr/>
            <p:nvPr/>
          </p:nvSpPr>
          <p:spPr>
            <a:xfrm>
              <a:off x="3446" y="2316"/>
              <a:ext cx="43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3340" name="Group 251"/>
            <p:cNvGrpSpPr/>
            <p:nvPr/>
          </p:nvGrpSpPr>
          <p:grpSpPr>
            <a:xfrm>
              <a:off x="3539" y="2345"/>
              <a:ext cx="225" cy="162"/>
              <a:chOff x="3002" y="626"/>
              <a:chExt cx="255" cy="191"/>
            </a:xfrm>
          </p:grpSpPr>
          <p:sp>
            <p:nvSpPr>
              <p:cNvPr id="13341" name="WordArt 252"/>
              <p:cNvSpPr>
                <a:spLocks noTextEdit="1"/>
              </p:cNvSpPr>
              <p:nvPr/>
            </p:nvSpPr>
            <p:spPr>
              <a:xfrm>
                <a:off x="3002" y="675"/>
                <a:ext cx="151" cy="14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407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3342" name="WordArt 253"/>
              <p:cNvSpPr>
                <a:spLocks noTextEdit="1"/>
              </p:cNvSpPr>
              <p:nvPr/>
            </p:nvSpPr>
            <p:spPr>
              <a:xfrm>
                <a:off x="3179" y="626"/>
                <a:ext cx="78" cy="10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</p:grpSp>
      <p:sp>
        <p:nvSpPr>
          <p:cNvPr id="18465" name="WordArt 254"/>
          <p:cNvSpPr>
            <a:spLocks noTextEdit="1"/>
          </p:cNvSpPr>
          <p:nvPr/>
        </p:nvSpPr>
        <p:spPr>
          <a:xfrm>
            <a:off x="520700" y="4583113"/>
            <a:ext cx="1400175" cy="3095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动量大小</a:t>
            </a:r>
          </a:p>
        </p:txBody>
      </p:sp>
      <p:sp>
        <p:nvSpPr>
          <p:cNvPr id="18466" name="WordArt 255"/>
          <p:cNvSpPr>
            <a:spLocks noTextEdit="1"/>
          </p:cNvSpPr>
          <p:nvPr/>
        </p:nvSpPr>
        <p:spPr>
          <a:xfrm>
            <a:off x="515938" y="5386388"/>
            <a:ext cx="1489075" cy="3286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动量矢量式</a:t>
            </a:r>
          </a:p>
        </p:txBody>
      </p:sp>
      <p:grpSp>
        <p:nvGrpSpPr>
          <p:cNvPr id="18467" name="Group 256"/>
          <p:cNvGrpSpPr/>
          <p:nvPr/>
        </p:nvGrpSpPr>
        <p:grpSpPr>
          <a:xfrm>
            <a:off x="2522538" y="4343400"/>
            <a:ext cx="2287587" cy="627063"/>
            <a:chOff x="2588" y="2211"/>
            <a:chExt cx="1780" cy="482"/>
          </a:xfrm>
        </p:grpSpPr>
        <p:sp>
          <p:nvSpPr>
            <p:cNvPr id="13346" name="WordArt 257"/>
            <p:cNvSpPr>
              <a:spLocks noTextEdit="1"/>
            </p:cNvSpPr>
            <p:nvPr/>
          </p:nvSpPr>
          <p:spPr>
            <a:xfrm>
              <a:off x="2588" y="2405"/>
              <a:ext cx="17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</a:t>
              </a:r>
            </a:p>
          </p:txBody>
        </p:sp>
        <p:grpSp>
          <p:nvGrpSpPr>
            <p:cNvPr id="13347" name="Group 258"/>
            <p:cNvGrpSpPr/>
            <p:nvPr/>
          </p:nvGrpSpPr>
          <p:grpSpPr>
            <a:xfrm>
              <a:off x="2855" y="2451"/>
              <a:ext cx="160" cy="64"/>
              <a:chOff x="1949" y="2020"/>
              <a:chExt cx="341" cy="111"/>
            </a:xfrm>
          </p:grpSpPr>
          <p:sp>
            <p:nvSpPr>
              <p:cNvPr id="13348" name="Line 259"/>
              <p:cNvSpPr/>
              <p:nvPr/>
            </p:nvSpPr>
            <p:spPr>
              <a:xfrm>
                <a:off x="1949" y="2020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49" name="Line 260"/>
              <p:cNvSpPr/>
              <p:nvPr/>
            </p:nvSpPr>
            <p:spPr>
              <a:xfrm>
                <a:off x="1959" y="2131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3350" name="Group 261"/>
            <p:cNvGrpSpPr/>
            <p:nvPr/>
          </p:nvGrpSpPr>
          <p:grpSpPr>
            <a:xfrm>
              <a:off x="3218" y="2211"/>
              <a:ext cx="325" cy="226"/>
              <a:chOff x="2950" y="2203"/>
              <a:chExt cx="325" cy="226"/>
            </a:xfrm>
          </p:grpSpPr>
          <p:sp>
            <p:nvSpPr>
              <p:cNvPr id="13351" name="WordArt 262"/>
              <p:cNvSpPr>
                <a:spLocks noTextEdit="1"/>
              </p:cNvSpPr>
              <p:nvPr/>
            </p:nvSpPr>
            <p:spPr>
              <a:xfrm>
                <a:off x="2950" y="2203"/>
                <a:ext cx="134" cy="22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13352" name="WordArt 263"/>
              <p:cNvSpPr>
                <a:spLocks noTextEdit="1"/>
              </p:cNvSpPr>
              <p:nvPr/>
            </p:nvSpPr>
            <p:spPr>
              <a:xfrm>
                <a:off x="3123" y="2251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</p:grpSp>
        <p:sp>
          <p:nvSpPr>
            <p:cNvPr id="13353" name="Line 264"/>
            <p:cNvSpPr/>
            <p:nvPr/>
          </p:nvSpPr>
          <p:spPr>
            <a:xfrm>
              <a:off x="3112" y="2479"/>
              <a:ext cx="48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4" name="WordArt 265"/>
            <p:cNvSpPr>
              <a:spLocks noTextEdit="1"/>
            </p:cNvSpPr>
            <p:nvPr/>
          </p:nvSpPr>
          <p:spPr>
            <a:xfrm>
              <a:off x="3296" y="2531"/>
              <a:ext cx="151" cy="14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407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</a:p>
          </p:txBody>
        </p:sp>
        <p:grpSp>
          <p:nvGrpSpPr>
            <p:cNvPr id="13355" name="Group 266"/>
            <p:cNvGrpSpPr/>
            <p:nvPr/>
          </p:nvGrpSpPr>
          <p:grpSpPr>
            <a:xfrm>
              <a:off x="3669" y="2445"/>
              <a:ext cx="160" cy="64"/>
              <a:chOff x="1949" y="2020"/>
              <a:chExt cx="341" cy="111"/>
            </a:xfrm>
          </p:grpSpPr>
          <p:sp>
            <p:nvSpPr>
              <p:cNvPr id="13356" name="Line 267"/>
              <p:cNvSpPr/>
              <p:nvPr/>
            </p:nvSpPr>
            <p:spPr>
              <a:xfrm>
                <a:off x="1949" y="2020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57" name="Line 268"/>
              <p:cNvSpPr/>
              <p:nvPr/>
            </p:nvSpPr>
            <p:spPr>
              <a:xfrm>
                <a:off x="1959" y="2131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358" name="WordArt 269"/>
            <p:cNvSpPr>
              <a:spLocks noTextEdit="1"/>
            </p:cNvSpPr>
            <p:nvPr/>
          </p:nvSpPr>
          <p:spPr>
            <a:xfrm>
              <a:off x="4056" y="2220"/>
              <a:ext cx="134" cy="2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3359" name="Line 270"/>
            <p:cNvSpPr/>
            <p:nvPr/>
          </p:nvSpPr>
          <p:spPr>
            <a:xfrm>
              <a:off x="3879" y="2488"/>
              <a:ext cx="48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0" name="WordArt 271"/>
            <p:cNvSpPr>
              <a:spLocks noTextEdit="1"/>
            </p:cNvSpPr>
            <p:nvPr/>
          </p:nvSpPr>
          <p:spPr>
            <a:xfrm>
              <a:off x="4025" y="2520"/>
              <a:ext cx="191" cy="17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9343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</p:grpSp>
      <p:grpSp>
        <p:nvGrpSpPr>
          <p:cNvPr id="18483" name="Group 272"/>
          <p:cNvGrpSpPr/>
          <p:nvPr/>
        </p:nvGrpSpPr>
        <p:grpSpPr>
          <a:xfrm>
            <a:off x="2516188" y="5224463"/>
            <a:ext cx="2941637" cy="642937"/>
            <a:chOff x="2443" y="2879"/>
            <a:chExt cx="2227" cy="494"/>
          </a:xfrm>
        </p:grpSpPr>
        <p:sp>
          <p:nvSpPr>
            <p:cNvPr id="13362" name="WordArt 273"/>
            <p:cNvSpPr>
              <a:spLocks noTextEdit="1"/>
            </p:cNvSpPr>
            <p:nvPr/>
          </p:nvSpPr>
          <p:spPr>
            <a:xfrm>
              <a:off x="2455" y="3078"/>
              <a:ext cx="17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3363" name="Line 274"/>
            <p:cNvSpPr/>
            <p:nvPr/>
          </p:nvSpPr>
          <p:spPr>
            <a:xfrm flipV="1">
              <a:off x="2443" y="3004"/>
              <a:ext cx="276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pSp>
          <p:nvGrpSpPr>
            <p:cNvPr id="13364" name="Group 275"/>
            <p:cNvGrpSpPr/>
            <p:nvPr/>
          </p:nvGrpSpPr>
          <p:grpSpPr>
            <a:xfrm>
              <a:off x="2738" y="3116"/>
              <a:ext cx="160" cy="64"/>
              <a:chOff x="1949" y="2020"/>
              <a:chExt cx="341" cy="111"/>
            </a:xfrm>
          </p:grpSpPr>
          <p:sp>
            <p:nvSpPr>
              <p:cNvPr id="13365" name="Line 276"/>
              <p:cNvSpPr/>
              <p:nvPr/>
            </p:nvSpPr>
            <p:spPr>
              <a:xfrm>
                <a:off x="1949" y="2020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66" name="Line 277"/>
              <p:cNvSpPr/>
              <p:nvPr/>
            </p:nvSpPr>
            <p:spPr>
              <a:xfrm>
                <a:off x="1959" y="2131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367" name="WordArt 278"/>
            <p:cNvSpPr>
              <a:spLocks noTextEdit="1"/>
            </p:cNvSpPr>
            <p:nvPr/>
          </p:nvSpPr>
          <p:spPr>
            <a:xfrm>
              <a:off x="3078" y="2884"/>
              <a:ext cx="134" cy="2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3368" name="WordArt 279"/>
            <p:cNvSpPr>
              <a:spLocks noTextEdit="1"/>
            </p:cNvSpPr>
            <p:nvPr/>
          </p:nvSpPr>
          <p:spPr>
            <a:xfrm>
              <a:off x="3251" y="2932"/>
              <a:ext cx="152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sp>
          <p:nvSpPr>
            <p:cNvPr id="13369" name="Line 280"/>
            <p:cNvSpPr/>
            <p:nvPr/>
          </p:nvSpPr>
          <p:spPr>
            <a:xfrm>
              <a:off x="2972" y="3152"/>
              <a:ext cx="48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0" name="WordArt 281"/>
            <p:cNvSpPr>
              <a:spLocks noTextEdit="1"/>
            </p:cNvSpPr>
            <p:nvPr/>
          </p:nvSpPr>
          <p:spPr>
            <a:xfrm>
              <a:off x="3156" y="3204"/>
              <a:ext cx="151" cy="14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407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</a:p>
          </p:txBody>
        </p:sp>
        <p:grpSp>
          <p:nvGrpSpPr>
            <p:cNvPr id="13371" name="Group 282"/>
            <p:cNvGrpSpPr/>
            <p:nvPr/>
          </p:nvGrpSpPr>
          <p:grpSpPr>
            <a:xfrm>
              <a:off x="3805" y="3133"/>
              <a:ext cx="160" cy="64"/>
              <a:chOff x="1949" y="2020"/>
              <a:chExt cx="341" cy="111"/>
            </a:xfrm>
          </p:grpSpPr>
          <p:sp>
            <p:nvSpPr>
              <p:cNvPr id="13372" name="Line 283"/>
              <p:cNvSpPr/>
              <p:nvPr/>
            </p:nvSpPr>
            <p:spPr>
              <a:xfrm>
                <a:off x="1949" y="2020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73" name="Line 284"/>
              <p:cNvSpPr/>
              <p:nvPr/>
            </p:nvSpPr>
            <p:spPr>
              <a:xfrm>
                <a:off x="1959" y="2131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374" name="WordArt 285"/>
            <p:cNvSpPr>
              <a:spLocks noTextEdit="1"/>
            </p:cNvSpPr>
            <p:nvPr/>
          </p:nvSpPr>
          <p:spPr>
            <a:xfrm>
              <a:off x="4114" y="2879"/>
              <a:ext cx="134" cy="2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3375" name="Line 286"/>
            <p:cNvSpPr/>
            <p:nvPr/>
          </p:nvSpPr>
          <p:spPr>
            <a:xfrm>
              <a:off x="4026" y="3166"/>
              <a:ext cx="33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6" name="WordArt 287"/>
            <p:cNvSpPr>
              <a:spLocks noTextEdit="1"/>
            </p:cNvSpPr>
            <p:nvPr/>
          </p:nvSpPr>
          <p:spPr>
            <a:xfrm>
              <a:off x="4097" y="3200"/>
              <a:ext cx="191" cy="17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9343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grpSp>
          <p:nvGrpSpPr>
            <p:cNvPr id="13377" name="Group 288"/>
            <p:cNvGrpSpPr/>
            <p:nvPr/>
          </p:nvGrpSpPr>
          <p:grpSpPr>
            <a:xfrm>
              <a:off x="3486" y="3045"/>
              <a:ext cx="276" cy="208"/>
              <a:chOff x="3644" y="3037"/>
              <a:chExt cx="276" cy="208"/>
            </a:xfrm>
          </p:grpSpPr>
          <p:sp>
            <p:nvSpPr>
              <p:cNvPr id="13378" name="WordArt 289"/>
              <p:cNvSpPr>
                <a:spLocks noTextEdit="1"/>
              </p:cNvSpPr>
              <p:nvPr/>
            </p:nvSpPr>
            <p:spPr>
              <a:xfrm>
                <a:off x="3685" y="3100"/>
                <a:ext cx="170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13379" name="Line 290"/>
              <p:cNvSpPr/>
              <p:nvPr/>
            </p:nvSpPr>
            <p:spPr>
              <a:xfrm flipV="1">
                <a:off x="3644" y="3037"/>
                <a:ext cx="276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13380" name="Group 291"/>
            <p:cNvGrpSpPr/>
            <p:nvPr/>
          </p:nvGrpSpPr>
          <p:grpSpPr>
            <a:xfrm>
              <a:off x="4394" y="3054"/>
              <a:ext cx="276" cy="208"/>
              <a:chOff x="3644" y="3037"/>
              <a:chExt cx="276" cy="208"/>
            </a:xfrm>
          </p:grpSpPr>
          <p:sp>
            <p:nvSpPr>
              <p:cNvPr id="13381" name="WordArt 292"/>
              <p:cNvSpPr>
                <a:spLocks noTextEdit="1"/>
              </p:cNvSpPr>
              <p:nvPr/>
            </p:nvSpPr>
            <p:spPr>
              <a:xfrm>
                <a:off x="3685" y="3100"/>
                <a:ext cx="170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13382" name="Line 293"/>
              <p:cNvSpPr/>
              <p:nvPr/>
            </p:nvSpPr>
            <p:spPr>
              <a:xfrm flipV="1">
                <a:off x="3644" y="3037"/>
                <a:ext cx="276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</p:grpSp>
      <p:grpSp>
        <p:nvGrpSpPr>
          <p:cNvPr id="13383" name="Group 294"/>
          <p:cNvGrpSpPr/>
          <p:nvPr/>
        </p:nvGrpSpPr>
        <p:grpSpPr>
          <a:xfrm>
            <a:off x="2028825" y="619125"/>
            <a:ext cx="1997075" cy="2676525"/>
            <a:chOff x="226" y="401"/>
            <a:chExt cx="1535" cy="1977"/>
          </a:xfrm>
        </p:grpSpPr>
        <p:grpSp>
          <p:nvGrpSpPr>
            <p:cNvPr id="13384" name="Group 295"/>
            <p:cNvGrpSpPr/>
            <p:nvPr/>
          </p:nvGrpSpPr>
          <p:grpSpPr>
            <a:xfrm>
              <a:off x="226" y="401"/>
              <a:ext cx="1535" cy="1977"/>
              <a:chOff x="345" y="999"/>
              <a:chExt cx="1535" cy="1977"/>
            </a:xfrm>
          </p:grpSpPr>
          <p:grpSp>
            <p:nvGrpSpPr>
              <p:cNvPr id="13385" name="Group 296"/>
              <p:cNvGrpSpPr/>
              <p:nvPr/>
            </p:nvGrpSpPr>
            <p:grpSpPr>
              <a:xfrm>
                <a:off x="345" y="999"/>
                <a:ext cx="1527" cy="1918"/>
                <a:chOff x="252" y="192"/>
                <a:chExt cx="984" cy="1189"/>
              </a:xfrm>
            </p:grpSpPr>
            <p:sp>
              <p:nvSpPr>
                <p:cNvPr id="13386" name="Rectangle 297" descr="爱因斯坦"/>
                <p:cNvSpPr/>
                <p:nvPr/>
              </p:nvSpPr>
              <p:spPr>
                <a:xfrm>
                  <a:off x="315" y="217"/>
                  <a:ext cx="891" cy="116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87" name="Freeform 298"/>
                <p:cNvSpPr/>
                <p:nvPr/>
              </p:nvSpPr>
              <p:spPr>
                <a:xfrm>
                  <a:off x="252" y="192"/>
                  <a:ext cx="984" cy="952"/>
                </a:xfrm>
                <a:custGeom>
                  <a:avLst/>
                  <a:gdLst/>
                  <a:ahLst/>
                  <a:cxnLst>
                    <a:cxn ang="0">
                      <a:pos x="592" y="148"/>
                    </a:cxn>
                    <a:cxn ang="0">
                      <a:pos x="644" y="136"/>
                    </a:cxn>
                    <a:cxn ang="0">
                      <a:pos x="700" y="172"/>
                    </a:cxn>
                    <a:cxn ang="0">
                      <a:pos x="740" y="188"/>
                    </a:cxn>
                    <a:cxn ang="0">
                      <a:pos x="788" y="212"/>
                    </a:cxn>
                    <a:cxn ang="0">
                      <a:pos x="840" y="252"/>
                    </a:cxn>
                    <a:cxn ang="0">
                      <a:pos x="824" y="272"/>
                    </a:cxn>
                    <a:cxn ang="0">
                      <a:pos x="864" y="320"/>
                    </a:cxn>
                    <a:cxn ang="0">
                      <a:pos x="840" y="344"/>
                    </a:cxn>
                    <a:cxn ang="0">
                      <a:pos x="892" y="404"/>
                    </a:cxn>
                    <a:cxn ang="0">
                      <a:pos x="868" y="456"/>
                    </a:cxn>
                    <a:cxn ang="0">
                      <a:pos x="940" y="508"/>
                    </a:cxn>
                    <a:cxn ang="0">
                      <a:pos x="924" y="568"/>
                    </a:cxn>
                    <a:cxn ang="0">
                      <a:pos x="944" y="668"/>
                    </a:cxn>
                    <a:cxn ang="0">
                      <a:pos x="932" y="764"/>
                    </a:cxn>
                    <a:cxn ang="0">
                      <a:pos x="908" y="812"/>
                    </a:cxn>
                    <a:cxn ang="0">
                      <a:pos x="936" y="872"/>
                    </a:cxn>
                    <a:cxn ang="0">
                      <a:pos x="896" y="880"/>
                    </a:cxn>
                    <a:cxn ang="0">
                      <a:pos x="944" y="932"/>
                    </a:cxn>
                    <a:cxn ang="0">
                      <a:pos x="984" y="0"/>
                    </a:cxn>
                    <a:cxn ang="0">
                      <a:pos x="0" y="876"/>
                    </a:cxn>
                    <a:cxn ang="0">
                      <a:pos x="72" y="872"/>
                    </a:cxn>
                    <a:cxn ang="0">
                      <a:pos x="196" y="876"/>
                    </a:cxn>
                    <a:cxn ang="0">
                      <a:pos x="216" y="816"/>
                    </a:cxn>
                    <a:cxn ang="0">
                      <a:pos x="160" y="808"/>
                    </a:cxn>
                    <a:cxn ang="0">
                      <a:pos x="128" y="800"/>
                    </a:cxn>
                    <a:cxn ang="0">
                      <a:pos x="96" y="772"/>
                    </a:cxn>
                    <a:cxn ang="0">
                      <a:pos x="128" y="684"/>
                    </a:cxn>
                    <a:cxn ang="0">
                      <a:pos x="120" y="584"/>
                    </a:cxn>
                    <a:cxn ang="0">
                      <a:pos x="112" y="484"/>
                    </a:cxn>
                    <a:cxn ang="0">
                      <a:pos x="108" y="432"/>
                    </a:cxn>
                    <a:cxn ang="0">
                      <a:pos x="112" y="336"/>
                    </a:cxn>
                    <a:cxn ang="0">
                      <a:pos x="152" y="308"/>
                    </a:cxn>
                    <a:cxn ang="0">
                      <a:pos x="172" y="236"/>
                    </a:cxn>
                    <a:cxn ang="0">
                      <a:pos x="236" y="220"/>
                    </a:cxn>
                    <a:cxn ang="0">
                      <a:pos x="292" y="164"/>
                    </a:cxn>
                    <a:cxn ang="0">
                      <a:pos x="300" y="136"/>
                    </a:cxn>
                    <a:cxn ang="0">
                      <a:pos x="400" y="92"/>
                    </a:cxn>
                    <a:cxn ang="0">
                      <a:pos x="460" y="108"/>
                    </a:cxn>
                    <a:cxn ang="0">
                      <a:pos x="516" y="92"/>
                    </a:cxn>
                    <a:cxn ang="0">
                      <a:pos x="552" y="136"/>
                    </a:cxn>
                    <a:cxn ang="0">
                      <a:pos x="588" y="108"/>
                    </a:cxn>
                  </a:cxnLst>
                  <a:rect l="0" t="0" r="0" b="0"/>
                  <a:pathLst>
                    <a:path w="984" h="952">
                      <a:moveTo>
                        <a:pt x="588" y="108"/>
                      </a:moveTo>
                      <a:lnTo>
                        <a:pt x="592" y="148"/>
                      </a:lnTo>
                      <a:lnTo>
                        <a:pt x="616" y="156"/>
                      </a:lnTo>
                      <a:lnTo>
                        <a:pt x="644" y="136"/>
                      </a:lnTo>
                      <a:lnTo>
                        <a:pt x="664" y="156"/>
                      </a:lnTo>
                      <a:lnTo>
                        <a:pt x="700" y="172"/>
                      </a:lnTo>
                      <a:lnTo>
                        <a:pt x="724" y="168"/>
                      </a:lnTo>
                      <a:lnTo>
                        <a:pt x="740" y="188"/>
                      </a:lnTo>
                      <a:lnTo>
                        <a:pt x="764" y="208"/>
                      </a:lnTo>
                      <a:lnTo>
                        <a:pt x="788" y="212"/>
                      </a:lnTo>
                      <a:lnTo>
                        <a:pt x="816" y="224"/>
                      </a:lnTo>
                      <a:lnTo>
                        <a:pt x="840" y="252"/>
                      </a:lnTo>
                      <a:lnTo>
                        <a:pt x="812" y="240"/>
                      </a:lnTo>
                      <a:lnTo>
                        <a:pt x="824" y="272"/>
                      </a:lnTo>
                      <a:lnTo>
                        <a:pt x="840" y="304"/>
                      </a:lnTo>
                      <a:lnTo>
                        <a:pt x="864" y="320"/>
                      </a:lnTo>
                      <a:lnTo>
                        <a:pt x="872" y="356"/>
                      </a:lnTo>
                      <a:lnTo>
                        <a:pt x="840" y="344"/>
                      </a:lnTo>
                      <a:lnTo>
                        <a:pt x="860" y="372"/>
                      </a:lnTo>
                      <a:lnTo>
                        <a:pt x="892" y="404"/>
                      </a:lnTo>
                      <a:lnTo>
                        <a:pt x="880" y="432"/>
                      </a:lnTo>
                      <a:lnTo>
                        <a:pt x="868" y="456"/>
                      </a:lnTo>
                      <a:lnTo>
                        <a:pt x="892" y="480"/>
                      </a:lnTo>
                      <a:lnTo>
                        <a:pt x="940" y="508"/>
                      </a:lnTo>
                      <a:lnTo>
                        <a:pt x="924" y="528"/>
                      </a:lnTo>
                      <a:lnTo>
                        <a:pt x="924" y="568"/>
                      </a:lnTo>
                      <a:lnTo>
                        <a:pt x="920" y="612"/>
                      </a:lnTo>
                      <a:lnTo>
                        <a:pt x="944" y="668"/>
                      </a:lnTo>
                      <a:lnTo>
                        <a:pt x="932" y="704"/>
                      </a:lnTo>
                      <a:lnTo>
                        <a:pt x="932" y="764"/>
                      </a:lnTo>
                      <a:lnTo>
                        <a:pt x="932" y="812"/>
                      </a:lnTo>
                      <a:lnTo>
                        <a:pt x="908" y="812"/>
                      </a:lnTo>
                      <a:lnTo>
                        <a:pt x="908" y="836"/>
                      </a:lnTo>
                      <a:lnTo>
                        <a:pt x="936" y="872"/>
                      </a:lnTo>
                      <a:lnTo>
                        <a:pt x="924" y="896"/>
                      </a:lnTo>
                      <a:lnTo>
                        <a:pt x="896" y="880"/>
                      </a:lnTo>
                      <a:lnTo>
                        <a:pt x="904" y="912"/>
                      </a:lnTo>
                      <a:lnTo>
                        <a:pt x="944" y="932"/>
                      </a:lnTo>
                      <a:lnTo>
                        <a:pt x="984" y="952"/>
                      </a:lnTo>
                      <a:lnTo>
                        <a:pt x="984" y="0"/>
                      </a:lnTo>
                      <a:lnTo>
                        <a:pt x="0" y="0"/>
                      </a:lnTo>
                      <a:lnTo>
                        <a:pt x="0" y="876"/>
                      </a:lnTo>
                      <a:lnTo>
                        <a:pt x="8" y="932"/>
                      </a:lnTo>
                      <a:lnTo>
                        <a:pt x="72" y="872"/>
                      </a:lnTo>
                      <a:lnTo>
                        <a:pt x="140" y="880"/>
                      </a:lnTo>
                      <a:lnTo>
                        <a:pt x="196" y="876"/>
                      </a:lnTo>
                      <a:lnTo>
                        <a:pt x="220" y="848"/>
                      </a:lnTo>
                      <a:lnTo>
                        <a:pt x="216" y="816"/>
                      </a:lnTo>
                      <a:lnTo>
                        <a:pt x="192" y="804"/>
                      </a:lnTo>
                      <a:lnTo>
                        <a:pt x="160" y="808"/>
                      </a:lnTo>
                      <a:lnTo>
                        <a:pt x="160" y="776"/>
                      </a:lnTo>
                      <a:lnTo>
                        <a:pt x="128" y="800"/>
                      </a:lnTo>
                      <a:lnTo>
                        <a:pt x="148" y="760"/>
                      </a:lnTo>
                      <a:lnTo>
                        <a:pt x="96" y="772"/>
                      </a:lnTo>
                      <a:lnTo>
                        <a:pt x="136" y="724"/>
                      </a:lnTo>
                      <a:lnTo>
                        <a:pt x="128" y="684"/>
                      </a:lnTo>
                      <a:lnTo>
                        <a:pt x="112" y="656"/>
                      </a:lnTo>
                      <a:lnTo>
                        <a:pt x="120" y="584"/>
                      </a:lnTo>
                      <a:lnTo>
                        <a:pt x="144" y="548"/>
                      </a:lnTo>
                      <a:lnTo>
                        <a:pt x="112" y="484"/>
                      </a:lnTo>
                      <a:lnTo>
                        <a:pt x="84" y="472"/>
                      </a:lnTo>
                      <a:lnTo>
                        <a:pt x="108" y="432"/>
                      </a:lnTo>
                      <a:lnTo>
                        <a:pt x="124" y="380"/>
                      </a:lnTo>
                      <a:lnTo>
                        <a:pt x="112" y="336"/>
                      </a:lnTo>
                      <a:lnTo>
                        <a:pt x="124" y="308"/>
                      </a:lnTo>
                      <a:lnTo>
                        <a:pt x="152" y="308"/>
                      </a:lnTo>
                      <a:lnTo>
                        <a:pt x="140" y="264"/>
                      </a:lnTo>
                      <a:lnTo>
                        <a:pt x="172" y="236"/>
                      </a:lnTo>
                      <a:lnTo>
                        <a:pt x="200" y="232"/>
                      </a:lnTo>
                      <a:lnTo>
                        <a:pt x="236" y="220"/>
                      </a:lnTo>
                      <a:lnTo>
                        <a:pt x="268" y="192"/>
                      </a:lnTo>
                      <a:lnTo>
                        <a:pt x="292" y="164"/>
                      </a:lnTo>
                      <a:lnTo>
                        <a:pt x="324" y="152"/>
                      </a:lnTo>
                      <a:lnTo>
                        <a:pt x="300" y="136"/>
                      </a:lnTo>
                      <a:lnTo>
                        <a:pt x="348" y="112"/>
                      </a:lnTo>
                      <a:lnTo>
                        <a:pt x="400" y="92"/>
                      </a:lnTo>
                      <a:lnTo>
                        <a:pt x="424" y="116"/>
                      </a:lnTo>
                      <a:lnTo>
                        <a:pt x="460" y="108"/>
                      </a:lnTo>
                      <a:lnTo>
                        <a:pt x="488" y="120"/>
                      </a:lnTo>
                      <a:lnTo>
                        <a:pt x="516" y="92"/>
                      </a:lnTo>
                      <a:lnTo>
                        <a:pt x="556" y="92"/>
                      </a:lnTo>
                      <a:lnTo>
                        <a:pt x="552" y="136"/>
                      </a:lnTo>
                      <a:lnTo>
                        <a:pt x="580" y="80"/>
                      </a:lnTo>
                      <a:lnTo>
                        <a:pt x="588" y="10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388" name="Freeform 299"/>
              <p:cNvSpPr/>
              <p:nvPr/>
            </p:nvSpPr>
            <p:spPr>
              <a:xfrm>
                <a:off x="1724" y="1760"/>
                <a:ext cx="96" cy="576"/>
              </a:xfrm>
              <a:custGeom>
                <a:avLst/>
                <a:gdLst/>
                <a:ahLst/>
                <a:cxnLst>
                  <a:cxn ang="0">
                    <a:pos x="16" y="20"/>
                  </a:cxn>
                  <a:cxn ang="0">
                    <a:pos x="52" y="68"/>
                  </a:cxn>
                  <a:cxn ang="0">
                    <a:pos x="52" y="128"/>
                  </a:cxn>
                  <a:cxn ang="0">
                    <a:pos x="48" y="208"/>
                  </a:cxn>
                  <a:cxn ang="0">
                    <a:pos x="40" y="252"/>
                  </a:cxn>
                  <a:cxn ang="0">
                    <a:pos x="76" y="312"/>
                  </a:cxn>
                  <a:cxn ang="0">
                    <a:pos x="64" y="392"/>
                  </a:cxn>
                  <a:cxn ang="0">
                    <a:pos x="52" y="452"/>
                  </a:cxn>
                  <a:cxn ang="0">
                    <a:pos x="64" y="504"/>
                  </a:cxn>
                  <a:cxn ang="0">
                    <a:pos x="36" y="548"/>
                  </a:cxn>
                  <a:cxn ang="0">
                    <a:pos x="48" y="576"/>
                  </a:cxn>
                  <a:cxn ang="0">
                    <a:pos x="92" y="576"/>
                  </a:cxn>
                  <a:cxn ang="0">
                    <a:pos x="96" y="232"/>
                  </a:cxn>
                  <a:cxn ang="0">
                    <a:pos x="76" y="152"/>
                  </a:cxn>
                  <a:cxn ang="0">
                    <a:pos x="88" y="48"/>
                  </a:cxn>
                  <a:cxn ang="0">
                    <a:pos x="48" y="16"/>
                  </a:cxn>
                  <a:cxn ang="0">
                    <a:pos x="0" y="0"/>
                  </a:cxn>
                  <a:cxn ang="0">
                    <a:pos x="36" y="48"/>
                  </a:cxn>
                </a:cxnLst>
                <a:rect l="0" t="0" r="0" b="0"/>
                <a:pathLst>
                  <a:path w="96" h="576">
                    <a:moveTo>
                      <a:pt x="16" y="20"/>
                    </a:moveTo>
                    <a:lnTo>
                      <a:pt x="52" y="68"/>
                    </a:lnTo>
                    <a:lnTo>
                      <a:pt x="52" y="128"/>
                    </a:lnTo>
                    <a:lnTo>
                      <a:pt x="48" y="208"/>
                    </a:lnTo>
                    <a:lnTo>
                      <a:pt x="40" y="252"/>
                    </a:lnTo>
                    <a:lnTo>
                      <a:pt x="76" y="312"/>
                    </a:lnTo>
                    <a:lnTo>
                      <a:pt x="64" y="392"/>
                    </a:lnTo>
                    <a:lnTo>
                      <a:pt x="52" y="452"/>
                    </a:lnTo>
                    <a:lnTo>
                      <a:pt x="64" y="504"/>
                    </a:lnTo>
                    <a:lnTo>
                      <a:pt x="36" y="548"/>
                    </a:lnTo>
                    <a:lnTo>
                      <a:pt x="48" y="576"/>
                    </a:lnTo>
                    <a:lnTo>
                      <a:pt x="92" y="576"/>
                    </a:lnTo>
                    <a:lnTo>
                      <a:pt x="96" y="232"/>
                    </a:lnTo>
                    <a:lnTo>
                      <a:pt x="76" y="152"/>
                    </a:lnTo>
                    <a:lnTo>
                      <a:pt x="88" y="48"/>
                    </a:lnTo>
                    <a:lnTo>
                      <a:pt x="48" y="16"/>
                    </a:lnTo>
                    <a:lnTo>
                      <a:pt x="0" y="0"/>
                    </a:lnTo>
                    <a:lnTo>
                      <a:pt x="36" y="48"/>
                    </a:lnTo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" name="Freeform 300"/>
              <p:cNvSpPr/>
              <p:nvPr/>
            </p:nvSpPr>
            <p:spPr>
              <a:xfrm>
                <a:off x="1692" y="1752"/>
                <a:ext cx="104" cy="6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6" y="48"/>
                  </a:cxn>
                  <a:cxn ang="0">
                    <a:pos x="99" y="88"/>
                  </a:cxn>
                  <a:cxn ang="0">
                    <a:pos x="94" y="152"/>
                  </a:cxn>
                  <a:cxn ang="0">
                    <a:pos x="85" y="180"/>
                  </a:cxn>
                  <a:cxn ang="0">
                    <a:pos x="85" y="220"/>
                  </a:cxn>
                  <a:cxn ang="0">
                    <a:pos x="75" y="260"/>
                  </a:cxn>
                  <a:cxn ang="0">
                    <a:pos x="108" y="320"/>
                  </a:cxn>
                  <a:cxn ang="0">
                    <a:pos x="113" y="360"/>
                  </a:cxn>
                  <a:cxn ang="0">
                    <a:pos x="108" y="404"/>
                  </a:cxn>
                  <a:cxn ang="0">
                    <a:pos x="103" y="456"/>
                  </a:cxn>
                  <a:cxn ang="0">
                    <a:pos x="108" y="504"/>
                  </a:cxn>
                  <a:cxn ang="0">
                    <a:pos x="80" y="544"/>
                  </a:cxn>
                  <a:cxn ang="0">
                    <a:pos x="70" y="600"/>
                  </a:cxn>
                  <a:cxn ang="0">
                    <a:pos x="75" y="632"/>
                  </a:cxn>
                  <a:cxn ang="0">
                    <a:pos x="108" y="684"/>
                  </a:cxn>
                </a:cxnLst>
                <a:rect l="0" t="0" r="0" b="0"/>
                <a:pathLst>
                  <a:path w="96" h="684">
                    <a:moveTo>
                      <a:pt x="0" y="0"/>
                    </a:moveTo>
                    <a:lnTo>
                      <a:pt x="56" y="48"/>
                    </a:lnTo>
                    <a:lnTo>
                      <a:pt x="84" y="88"/>
                    </a:lnTo>
                    <a:lnTo>
                      <a:pt x="80" y="152"/>
                    </a:lnTo>
                    <a:lnTo>
                      <a:pt x="72" y="180"/>
                    </a:lnTo>
                    <a:lnTo>
                      <a:pt x="72" y="220"/>
                    </a:lnTo>
                    <a:lnTo>
                      <a:pt x="64" y="260"/>
                    </a:lnTo>
                    <a:lnTo>
                      <a:pt x="92" y="320"/>
                    </a:lnTo>
                    <a:lnTo>
                      <a:pt x="96" y="360"/>
                    </a:lnTo>
                    <a:lnTo>
                      <a:pt x="92" y="404"/>
                    </a:lnTo>
                    <a:lnTo>
                      <a:pt x="88" y="456"/>
                    </a:lnTo>
                    <a:lnTo>
                      <a:pt x="92" y="504"/>
                    </a:lnTo>
                    <a:lnTo>
                      <a:pt x="68" y="544"/>
                    </a:lnTo>
                    <a:lnTo>
                      <a:pt x="60" y="600"/>
                    </a:lnTo>
                    <a:lnTo>
                      <a:pt x="64" y="632"/>
                    </a:lnTo>
                    <a:lnTo>
                      <a:pt x="92" y="684"/>
                    </a:lnTo>
                  </a:path>
                </a:pathLst>
              </a:custGeom>
              <a:noFill/>
              <a:ln w="28575" cap="flat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" name="Freeform 301"/>
              <p:cNvSpPr/>
              <p:nvPr/>
            </p:nvSpPr>
            <p:spPr>
              <a:xfrm>
                <a:off x="376" y="2284"/>
                <a:ext cx="1504" cy="692"/>
              </a:xfrm>
              <a:custGeom>
                <a:avLst/>
                <a:gdLst/>
                <a:ahLst/>
                <a:cxnLst>
                  <a:cxn ang="0">
                    <a:pos x="1348" y="144"/>
                  </a:cxn>
                  <a:cxn ang="0">
                    <a:pos x="1376" y="232"/>
                  </a:cxn>
                  <a:cxn ang="0">
                    <a:pos x="1340" y="228"/>
                  </a:cxn>
                  <a:cxn ang="0">
                    <a:pos x="1300" y="196"/>
                  </a:cxn>
                  <a:cxn ang="0">
                    <a:pos x="1264" y="216"/>
                  </a:cxn>
                  <a:cxn ang="0">
                    <a:pos x="1228" y="204"/>
                  </a:cxn>
                  <a:cxn ang="0">
                    <a:pos x="1204" y="192"/>
                  </a:cxn>
                  <a:cxn ang="0">
                    <a:pos x="1168" y="244"/>
                  </a:cxn>
                  <a:cxn ang="0">
                    <a:pos x="1120" y="304"/>
                  </a:cxn>
                  <a:cxn ang="0">
                    <a:pos x="1104" y="384"/>
                  </a:cxn>
                  <a:cxn ang="0">
                    <a:pos x="1104" y="424"/>
                  </a:cxn>
                  <a:cxn ang="0">
                    <a:pos x="1068" y="444"/>
                  </a:cxn>
                  <a:cxn ang="0">
                    <a:pos x="1012" y="444"/>
                  </a:cxn>
                  <a:cxn ang="0">
                    <a:pos x="980" y="504"/>
                  </a:cxn>
                  <a:cxn ang="0">
                    <a:pos x="964" y="548"/>
                  </a:cxn>
                  <a:cxn ang="0">
                    <a:pos x="900" y="600"/>
                  </a:cxn>
                  <a:cxn ang="0">
                    <a:pos x="824" y="640"/>
                  </a:cxn>
                  <a:cxn ang="0">
                    <a:pos x="676" y="604"/>
                  </a:cxn>
                  <a:cxn ang="0">
                    <a:pos x="572" y="556"/>
                  </a:cxn>
                  <a:cxn ang="0">
                    <a:pos x="456" y="472"/>
                  </a:cxn>
                  <a:cxn ang="0">
                    <a:pos x="364" y="436"/>
                  </a:cxn>
                  <a:cxn ang="0">
                    <a:pos x="332" y="324"/>
                  </a:cxn>
                  <a:cxn ang="0">
                    <a:pos x="288" y="220"/>
                  </a:cxn>
                  <a:cxn ang="0">
                    <a:pos x="312" y="172"/>
                  </a:cxn>
                  <a:cxn ang="0">
                    <a:pos x="344" y="128"/>
                  </a:cxn>
                  <a:cxn ang="0">
                    <a:pos x="340" y="72"/>
                  </a:cxn>
                  <a:cxn ang="0">
                    <a:pos x="324" y="28"/>
                  </a:cxn>
                  <a:cxn ang="0">
                    <a:pos x="308" y="0"/>
                  </a:cxn>
                  <a:cxn ang="0">
                    <a:pos x="240" y="0"/>
                  </a:cxn>
                  <a:cxn ang="0">
                    <a:pos x="208" y="0"/>
                  </a:cxn>
                  <a:cxn ang="0">
                    <a:pos x="172" y="72"/>
                  </a:cxn>
                  <a:cxn ang="0">
                    <a:pos x="0" y="148"/>
                  </a:cxn>
                  <a:cxn ang="0">
                    <a:pos x="40" y="676"/>
                  </a:cxn>
                  <a:cxn ang="0">
                    <a:pos x="1500" y="692"/>
                  </a:cxn>
                  <a:cxn ang="0">
                    <a:pos x="1504" y="320"/>
                  </a:cxn>
                  <a:cxn ang="0">
                    <a:pos x="1456" y="148"/>
                  </a:cxn>
                  <a:cxn ang="0">
                    <a:pos x="1348" y="144"/>
                  </a:cxn>
                </a:cxnLst>
                <a:rect l="0" t="0" r="0" b="0"/>
                <a:pathLst>
                  <a:path w="1504" h="692">
                    <a:moveTo>
                      <a:pt x="1348" y="144"/>
                    </a:moveTo>
                    <a:lnTo>
                      <a:pt x="1376" y="232"/>
                    </a:lnTo>
                    <a:lnTo>
                      <a:pt x="1340" y="228"/>
                    </a:lnTo>
                    <a:lnTo>
                      <a:pt x="1300" y="196"/>
                    </a:lnTo>
                    <a:lnTo>
                      <a:pt x="1264" y="216"/>
                    </a:lnTo>
                    <a:lnTo>
                      <a:pt x="1228" y="204"/>
                    </a:lnTo>
                    <a:lnTo>
                      <a:pt x="1204" y="192"/>
                    </a:lnTo>
                    <a:lnTo>
                      <a:pt x="1168" y="244"/>
                    </a:lnTo>
                    <a:lnTo>
                      <a:pt x="1120" y="304"/>
                    </a:lnTo>
                    <a:lnTo>
                      <a:pt x="1104" y="384"/>
                    </a:lnTo>
                    <a:lnTo>
                      <a:pt x="1104" y="424"/>
                    </a:lnTo>
                    <a:lnTo>
                      <a:pt x="1068" y="444"/>
                    </a:lnTo>
                    <a:lnTo>
                      <a:pt x="1012" y="444"/>
                    </a:lnTo>
                    <a:lnTo>
                      <a:pt x="980" y="504"/>
                    </a:lnTo>
                    <a:lnTo>
                      <a:pt x="964" y="548"/>
                    </a:lnTo>
                    <a:lnTo>
                      <a:pt x="900" y="600"/>
                    </a:lnTo>
                    <a:lnTo>
                      <a:pt x="824" y="640"/>
                    </a:lnTo>
                    <a:lnTo>
                      <a:pt x="676" y="604"/>
                    </a:lnTo>
                    <a:lnTo>
                      <a:pt x="572" y="556"/>
                    </a:lnTo>
                    <a:lnTo>
                      <a:pt x="456" y="472"/>
                    </a:lnTo>
                    <a:lnTo>
                      <a:pt x="364" y="436"/>
                    </a:lnTo>
                    <a:lnTo>
                      <a:pt x="332" y="324"/>
                    </a:lnTo>
                    <a:lnTo>
                      <a:pt x="288" y="220"/>
                    </a:lnTo>
                    <a:lnTo>
                      <a:pt x="312" y="172"/>
                    </a:lnTo>
                    <a:lnTo>
                      <a:pt x="344" y="128"/>
                    </a:lnTo>
                    <a:lnTo>
                      <a:pt x="340" y="72"/>
                    </a:lnTo>
                    <a:lnTo>
                      <a:pt x="324" y="28"/>
                    </a:lnTo>
                    <a:lnTo>
                      <a:pt x="308" y="0"/>
                    </a:lnTo>
                    <a:lnTo>
                      <a:pt x="240" y="0"/>
                    </a:lnTo>
                    <a:lnTo>
                      <a:pt x="208" y="0"/>
                    </a:lnTo>
                    <a:lnTo>
                      <a:pt x="172" y="72"/>
                    </a:lnTo>
                    <a:lnTo>
                      <a:pt x="0" y="148"/>
                    </a:lnTo>
                    <a:lnTo>
                      <a:pt x="40" y="676"/>
                    </a:lnTo>
                    <a:lnTo>
                      <a:pt x="1500" y="692"/>
                    </a:lnTo>
                    <a:lnTo>
                      <a:pt x="1504" y="320"/>
                    </a:lnTo>
                    <a:lnTo>
                      <a:pt x="1456" y="148"/>
                    </a:lnTo>
                    <a:lnTo>
                      <a:pt x="1348" y="144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" name="Freeform 302"/>
              <p:cNvSpPr/>
              <p:nvPr/>
            </p:nvSpPr>
            <p:spPr>
              <a:xfrm>
                <a:off x="640" y="2284"/>
                <a:ext cx="944" cy="648"/>
              </a:xfrm>
              <a:custGeom>
                <a:avLst/>
                <a:gdLst/>
                <a:ahLst/>
                <a:cxnLst>
                  <a:cxn ang="0">
                    <a:pos x="936" y="196"/>
                  </a:cxn>
                  <a:cxn ang="0">
                    <a:pos x="920" y="152"/>
                  </a:cxn>
                  <a:cxn ang="0">
                    <a:pos x="916" y="92"/>
                  </a:cxn>
                  <a:cxn ang="0">
                    <a:pos x="876" y="48"/>
                  </a:cxn>
                  <a:cxn ang="0">
                    <a:pos x="844" y="32"/>
                  </a:cxn>
                  <a:cxn ang="0">
                    <a:pos x="816" y="56"/>
                  </a:cxn>
                  <a:cxn ang="0">
                    <a:pos x="788" y="92"/>
                  </a:cxn>
                  <a:cxn ang="0">
                    <a:pos x="772" y="172"/>
                  </a:cxn>
                  <a:cxn ang="0">
                    <a:pos x="736" y="240"/>
                  </a:cxn>
                  <a:cxn ang="0">
                    <a:pos x="704" y="268"/>
                  </a:cxn>
                  <a:cxn ang="0">
                    <a:pos x="684" y="300"/>
                  </a:cxn>
                  <a:cxn ang="0">
                    <a:pos x="612" y="344"/>
                  </a:cxn>
                  <a:cxn ang="0">
                    <a:pos x="556" y="352"/>
                  </a:cxn>
                  <a:cxn ang="0">
                    <a:pos x="464" y="360"/>
                  </a:cxn>
                  <a:cxn ang="0">
                    <a:pos x="424" y="360"/>
                  </a:cxn>
                  <a:cxn ang="0">
                    <a:pos x="384" y="352"/>
                  </a:cxn>
                  <a:cxn ang="0">
                    <a:pos x="328" y="332"/>
                  </a:cxn>
                  <a:cxn ang="0">
                    <a:pos x="264" y="288"/>
                  </a:cxn>
                  <a:cxn ang="0">
                    <a:pos x="216" y="232"/>
                  </a:cxn>
                  <a:cxn ang="0">
                    <a:pos x="152" y="164"/>
                  </a:cxn>
                  <a:cxn ang="0">
                    <a:pos x="132" y="132"/>
                  </a:cxn>
                  <a:cxn ang="0">
                    <a:pos x="116" y="104"/>
                  </a:cxn>
                  <a:cxn ang="0">
                    <a:pos x="108" y="68"/>
                  </a:cxn>
                  <a:cxn ang="0">
                    <a:pos x="92" y="12"/>
                  </a:cxn>
                  <a:cxn ang="0">
                    <a:pos x="40" y="0"/>
                  </a:cxn>
                  <a:cxn ang="0">
                    <a:pos x="12" y="20"/>
                  </a:cxn>
                  <a:cxn ang="0">
                    <a:pos x="0" y="168"/>
                  </a:cxn>
                  <a:cxn ang="0">
                    <a:pos x="64" y="504"/>
                  </a:cxn>
                  <a:cxn ang="0">
                    <a:pos x="444" y="648"/>
                  </a:cxn>
                  <a:cxn ang="0">
                    <a:pos x="732" y="632"/>
                  </a:cxn>
                  <a:cxn ang="0">
                    <a:pos x="868" y="432"/>
                  </a:cxn>
                  <a:cxn ang="0">
                    <a:pos x="944" y="276"/>
                  </a:cxn>
                  <a:cxn ang="0">
                    <a:pos x="936" y="196"/>
                  </a:cxn>
                </a:cxnLst>
                <a:rect l="0" t="0" r="0" b="0"/>
                <a:pathLst>
                  <a:path w="944" h="648">
                    <a:moveTo>
                      <a:pt x="936" y="196"/>
                    </a:moveTo>
                    <a:lnTo>
                      <a:pt x="920" y="152"/>
                    </a:lnTo>
                    <a:lnTo>
                      <a:pt x="916" y="92"/>
                    </a:lnTo>
                    <a:lnTo>
                      <a:pt x="876" y="48"/>
                    </a:lnTo>
                    <a:lnTo>
                      <a:pt x="844" y="32"/>
                    </a:lnTo>
                    <a:lnTo>
                      <a:pt x="816" y="56"/>
                    </a:lnTo>
                    <a:lnTo>
                      <a:pt x="788" y="92"/>
                    </a:lnTo>
                    <a:lnTo>
                      <a:pt x="772" y="172"/>
                    </a:lnTo>
                    <a:lnTo>
                      <a:pt x="736" y="240"/>
                    </a:lnTo>
                    <a:lnTo>
                      <a:pt x="704" y="268"/>
                    </a:lnTo>
                    <a:lnTo>
                      <a:pt x="684" y="300"/>
                    </a:lnTo>
                    <a:lnTo>
                      <a:pt x="612" y="344"/>
                    </a:lnTo>
                    <a:lnTo>
                      <a:pt x="556" y="352"/>
                    </a:lnTo>
                    <a:lnTo>
                      <a:pt x="464" y="360"/>
                    </a:lnTo>
                    <a:lnTo>
                      <a:pt x="424" y="360"/>
                    </a:lnTo>
                    <a:lnTo>
                      <a:pt x="384" y="352"/>
                    </a:lnTo>
                    <a:lnTo>
                      <a:pt x="328" y="332"/>
                    </a:lnTo>
                    <a:lnTo>
                      <a:pt x="264" y="288"/>
                    </a:lnTo>
                    <a:lnTo>
                      <a:pt x="216" y="232"/>
                    </a:lnTo>
                    <a:lnTo>
                      <a:pt x="152" y="164"/>
                    </a:lnTo>
                    <a:lnTo>
                      <a:pt x="132" y="132"/>
                    </a:lnTo>
                    <a:lnTo>
                      <a:pt x="116" y="104"/>
                    </a:lnTo>
                    <a:lnTo>
                      <a:pt x="108" y="68"/>
                    </a:lnTo>
                    <a:lnTo>
                      <a:pt x="92" y="12"/>
                    </a:lnTo>
                    <a:lnTo>
                      <a:pt x="40" y="0"/>
                    </a:lnTo>
                    <a:lnTo>
                      <a:pt x="12" y="20"/>
                    </a:lnTo>
                    <a:lnTo>
                      <a:pt x="0" y="168"/>
                    </a:lnTo>
                    <a:lnTo>
                      <a:pt x="64" y="504"/>
                    </a:lnTo>
                    <a:lnTo>
                      <a:pt x="444" y="648"/>
                    </a:lnTo>
                    <a:lnTo>
                      <a:pt x="732" y="632"/>
                    </a:lnTo>
                    <a:lnTo>
                      <a:pt x="868" y="432"/>
                    </a:lnTo>
                    <a:lnTo>
                      <a:pt x="944" y="276"/>
                    </a:lnTo>
                    <a:lnTo>
                      <a:pt x="936" y="19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92" name="Freeform 303"/>
            <p:cNvSpPr/>
            <p:nvPr/>
          </p:nvSpPr>
          <p:spPr>
            <a:xfrm>
              <a:off x="1326" y="1456"/>
              <a:ext cx="435" cy="620"/>
            </a:xfrm>
            <a:custGeom>
              <a:avLst/>
              <a:gdLst/>
              <a:ahLst/>
              <a:cxnLst>
                <a:cxn ang="0">
                  <a:pos x="293" y="0"/>
                </a:cxn>
                <a:cxn ang="0">
                  <a:pos x="293" y="196"/>
                </a:cxn>
                <a:cxn ang="0">
                  <a:pos x="272" y="261"/>
                </a:cxn>
                <a:cxn ang="0">
                  <a:pos x="217" y="294"/>
                </a:cxn>
                <a:cxn ang="0">
                  <a:pos x="98" y="283"/>
                </a:cxn>
                <a:cxn ang="0">
                  <a:pos x="32" y="272"/>
                </a:cxn>
                <a:cxn ang="0">
                  <a:pos x="0" y="326"/>
                </a:cxn>
                <a:cxn ang="0">
                  <a:pos x="293" y="620"/>
                </a:cxn>
                <a:cxn ang="0">
                  <a:pos x="435" y="446"/>
                </a:cxn>
                <a:cxn ang="0">
                  <a:pos x="402" y="207"/>
                </a:cxn>
                <a:cxn ang="0">
                  <a:pos x="348" y="98"/>
                </a:cxn>
                <a:cxn ang="0">
                  <a:pos x="293" y="0"/>
                </a:cxn>
              </a:cxnLst>
              <a:rect l="0" t="0" r="0" b="0"/>
              <a:pathLst>
                <a:path w="435" h="620">
                  <a:moveTo>
                    <a:pt x="293" y="0"/>
                  </a:moveTo>
                  <a:lnTo>
                    <a:pt x="293" y="196"/>
                  </a:lnTo>
                  <a:lnTo>
                    <a:pt x="272" y="261"/>
                  </a:lnTo>
                  <a:lnTo>
                    <a:pt x="217" y="294"/>
                  </a:lnTo>
                  <a:lnTo>
                    <a:pt x="98" y="283"/>
                  </a:lnTo>
                  <a:lnTo>
                    <a:pt x="32" y="272"/>
                  </a:lnTo>
                  <a:lnTo>
                    <a:pt x="0" y="326"/>
                  </a:lnTo>
                  <a:lnTo>
                    <a:pt x="293" y="620"/>
                  </a:lnTo>
                  <a:lnTo>
                    <a:pt x="435" y="446"/>
                  </a:lnTo>
                  <a:lnTo>
                    <a:pt x="402" y="207"/>
                  </a:lnTo>
                  <a:lnTo>
                    <a:pt x="348" y="98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93" name="Group 304"/>
          <p:cNvGrpSpPr/>
          <p:nvPr/>
        </p:nvGrpSpPr>
        <p:grpSpPr>
          <a:xfrm>
            <a:off x="3025775" y="998538"/>
            <a:ext cx="1530350" cy="333375"/>
            <a:chOff x="2804" y="502"/>
            <a:chExt cx="845" cy="173"/>
          </a:xfrm>
        </p:grpSpPr>
        <p:sp>
          <p:nvSpPr>
            <p:cNvPr id="13394" name="Line 305"/>
            <p:cNvSpPr/>
            <p:nvPr/>
          </p:nvSpPr>
          <p:spPr>
            <a:xfrm>
              <a:off x="3011" y="571"/>
              <a:ext cx="171" cy="0"/>
            </a:xfrm>
            <a:prstGeom prst="line">
              <a:avLst/>
            </a:prstGeom>
            <a:ln w="1016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5" name="Line 306"/>
            <p:cNvSpPr/>
            <p:nvPr/>
          </p:nvSpPr>
          <p:spPr>
            <a:xfrm>
              <a:off x="3012" y="639"/>
              <a:ext cx="172" cy="0"/>
            </a:xfrm>
            <a:prstGeom prst="line">
              <a:avLst/>
            </a:prstGeom>
            <a:ln w="1016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6" name="WordArt 307"/>
            <p:cNvSpPr>
              <a:spLocks noTextEdit="1"/>
            </p:cNvSpPr>
            <p:nvPr/>
          </p:nvSpPr>
          <p:spPr>
            <a:xfrm>
              <a:off x="2804" y="527"/>
              <a:ext cx="130" cy="1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1016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Symbol" panose="05050102010706020507" charset="0"/>
                  <a:ea typeface="Symbol" panose="05050102010706020507" charset="0"/>
                </a:rPr>
                <a:t>e</a:t>
              </a:r>
            </a:p>
          </p:txBody>
        </p:sp>
        <p:sp>
          <p:nvSpPr>
            <p:cNvPr id="13397" name="WordArt 308"/>
            <p:cNvSpPr>
              <a:spLocks noTextEdit="1"/>
            </p:cNvSpPr>
            <p:nvPr/>
          </p:nvSpPr>
          <p:spPr>
            <a:xfrm>
              <a:off x="2804" y="527"/>
              <a:ext cx="130" cy="1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e</a:t>
              </a:r>
            </a:p>
          </p:txBody>
        </p:sp>
        <p:grpSp>
          <p:nvGrpSpPr>
            <p:cNvPr id="13398" name="Group 309"/>
            <p:cNvGrpSpPr/>
            <p:nvPr/>
          </p:nvGrpSpPr>
          <p:grpSpPr>
            <a:xfrm>
              <a:off x="3028" y="568"/>
              <a:ext cx="137" cy="70"/>
              <a:chOff x="1949" y="2020"/>
              <a:chExt cx="341" cy="111"/>
            </a:xfrm>
          </p:grpSpPr>
          <p:sp>
            <p:nvSpPr>
              <p:cNvPr id="13399" name="Line 310"/>
              <p:cNvSpPr/>
              <p:nvPr/>
            </p:nvSpPr>
            <p:spPr>
              <a:xfrm>
                <a:off x="1949" y="2020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00" name="Line 311"/>
              <p:cNvSpPr/>
              <p:nvPr/>
            </p:nvSpPr>
            <p:spPr>
              <a:xfrm>
                <a:off x="1959" y="2131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401" name="WordArt 315"/>
            <p:cNvSpPr>
              <a:spLocks noTextEdit="1"/>
            </p:cNvSpPr>
            <p:nvPr/>
          </p:nvSpPr>
          <p:spPr>
            <a:xfrm>
              <a:off x="3235" y="549"/>
              <a:ext cx="151" cy="1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1016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m</a:t>
              </a:r>
            </a:p>
          </p:txBody>
        </p:sp>
        <p:grpSp>
          <p:nvGrpSpPr>
            <p:cNvPr id="13402" name="Group 316"/>
            <p:cNvGrpSpPr/>
            <p:nvPr/>
          </p:nvGrpSpPr>
          <p:grpSpPr>
            <a:xfrm>
              <a:off x="3466" y="502"/>
              <a:ext cx="183" cy="164"/>
              <a:chOff x="3525" y="1436"/>
              <a:chExt cx="183" cy="164"/>
            </a:xfrm>
          </p:grpSpPr>
          <p:sp>
            <p:nvSpPr>
              <p:cNvPr id="13403" name="WordArt 317"/>
              <p:cNvSpPr>
                <a:spLocks noTextEdit="1"/>
              </p:cNvSpPr>
              <p:nvPr/>
            </p:nvSpPr>
            <p:spPr>
              <a:xfrm>
                <a:off x="3525" y="1489"/>
                <a:ext cx="91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3404" name="WordArt 318"/>
              <p:cNvSpPr>
                <a:spLocks noTextEdit="1"/>
              </p:cNvSpPr>
              <p:nvPr/>
            </p:nvSpPr>
            <p:spPr>
              <a:xfrm>
                <a:off x="3652" y="1436"/>
                <a:ext cx="56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13405" name="WordArt 321"/>
            <p:cNvSpPr>
              <a:spLocks noTextEdit="1"/>
            </p:cNvSpPr>
            <p:nvPr/>
          </p:nvSpPr>
          <p:spPr>
            <a:xfrm>
              <a:off x="3241" y="543"/>
              <a:ext cx="151" cy="1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m</a:t>
              </a:r>
            </a:p>
          </p:txBody>
        </p:sp>
      </p:grpSp>
      <p:grpSp>
        <p:nvGrpSpPr>
          <p:cNvPr id="18533" name="Group 322"/>
          <p:cNvGrpSpPr/>
          <p:nvPr/>
        </p:nvGrpSpPr>
        <p:grpSpPr>
          <a:xfrm>
            <a:off x="2506663" y="3011488"/>
            <a:ext cx="1014412" cy="317500"/>
            <a:chOff x="2792" y="1896"/>
            <a:chExt cx="762" cy="182"/>
          </a:xfrm>
        </p:grpSpPr>
        <p:grpSp>
          <p:nvGrpSpPr>
            <p:cNvPr id="13407" name="Group 323"/>
            <p:cNvGrpSpPr/>
            <p:nvPr/>
          </p:nvGrpSpPr>
          <p:grpSpPr>
            <a:xfrm>
              <a:off x="3007" y="1985"/>
              <a:ext cx="166" cy="52"/>
              <a:chOff x="1949" y="2020"/>
              <a:chExt cx="341" cy="111"/>
            </a:xfrm>
          </p:grpSpPr>
          <p:sp>
            <p:nvSpPr>
              <p:cNvPr id="13408" name="Line 324"/>
              <p:cNvSpPr/>
              <p:nvPr/>
            </p:nvSpPr>
            <p:spPr>
              <a:xfrm>
                <a:off x="1949" y="2020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09" name="Line 325"/>
              <p:cNvSpPr/>
              <p:nvPr/>
            </p:nvSpPr>
            <p:spPr>
              <a:xfrm>
                <a:off x="1959" y="2131"/>
                <a:ext cx="3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410" name="WordArt 326"/>
            <p:cNvSpPr>
              <a:spLocks noTextEdit="1"/>
            </p:cNvSpPr>
            <p:nvPr/>
          </p:nvSpPr>
          <p:spPr>
            <a:xfrm>
              <a:off x="2792" y="1924"/>
              <a:ext cx="158" cy="14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e</a:t>
              </a:r>
            </a:p>
          </p:txBody>
        </p:sp>
        <p:grpSp>
          <p:nvGrpSpPr>
            <p:cNvPr id="13411" name="Group 327"/>
            <p:cNvGrpSpPr/>
            <p:nvPr/>
          </p:nvGrpSpPr>
          <p:grpSpPr>
            <a:xfrm>
              <a:off x="3217" y="1896"/>
              <a:ext cx="337" cy="182"/>
              <a:chOff x="2041" y="1578"/>
              <a:chExt cx="325" cy="226"/>
            </a:xfrm>
          </p:grpSpPr>
          <p:sp>
            <p:nvSpPr>
              <p:cNvPr id="13412" name="WordArt 328"/>
              <p:cNvSpPr>
                <a:spLocks noTextEdit="1"/>
              </p:cNvSpPr>
              <p:nvPr/>
            </p:nvSpPr>
            <p:spPr>
              <a:xfrm>
                <a:off x="2041" y="1578"/>
                <a:ext cx="134" cy="22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13413" name="WordArt 329"/>
              <p:cNvSpPr>
                <a:spLocks noTextEdit="1"/>
              </p:cNvSpPr>
              <p:nvPr/>
            </p:nvSpPr>
            <p:spPr>
              <a:xfrm>
                <a:off x="2214" y="1626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</p:grpSp>
      </p:grpSp>
      <p:sp>
        <p:nvSpPr>
          <p:cNvPr id="18541" name="WordArt 330"/>
          <p:cNvSpPr>
            <a:spLocks noTextEdit="1"/>
          </p:cNvSpPr>
          <p:nvPr/>
        </p:nvSpPr>
        <p:spPr>
          <a:xfrm>
            <a:off x="504825" y="3033713"/>
            <a:ext cx="762000" cy="3206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能量</a:t>
            </a:r>
          </a:p>
        </p:txBody>
      </p:sp>
      <p:sp>
        <p:nvSpPr>
          <p:cNvPr id="18542" name="WordArt 331"/>
          <p:cNvSpPr>
            <a:spLocks noTextEdit="1"/>
          </p:cNvSpPr>
          <p:nvPr/>
        </p:nvSpPr>
        <p:spPr>
          <a:xfrm>
            <a:off x="487363" y="3752850"/>
            <a:ext cx="762000" cy="3206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质量</a:t>
            </a:r>
          </a:p>
        </p:txBody>
      </p:sp>
      <p:sp>
        <p:nvSpPr>
          <p:cNvPr id="13416" name="Rectangle 332"/>
          <p:cNvSpPr/>
          <p:nvPr/>
        </p:nvSpPr>
        <p:spPr>
          <a:xfrm>
            <a:off x="3959225" y="2230438"/>
            <a:ext cx="2116138" cy="2635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7" name="WordArt 333"/>
          <p:cNvSpPr>
            <a:spLocks noTextEdit="1"/>
          </p:cNvSpPr>
          <p:nvPr/>
        </p:nvSpPr>
        <p:spPr>
          <a:xfrm>
            <a:off x="4149725" y="1885950"/>
            <a:ext cx="1773238" cy="6746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31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光子理论</a:t>
            </a:r>
          </a:p>
        </p:txBody>
      </p:sp>
      <p:sp>
        <p:nvSpPr>
          <p:cNvPr id="18545" name="WordArt 334"/>
          <p:cNvSpPr>
            <a:spLocks noTextEdit="1"/>
          </p:cNvSpPr>
          <p:nvPr/>
        </p:nvSpPr>
        <p:spPr>
          <a:xfrm>
            <a:off x="4786313" y="3779838"/>
            <a:ext cx="1455737" cy="254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光子没有静质量</a:t>
            </a:r>
          </a:p>
        </p:txBody>
      </p:sp>
      <p:sp>
        <p:nvSpPr>
          <p:cNvPr id="18547" name="Rectangle 335"/>
          <p:cNvSpPr/>
          <p:nvPr/>
        </p:nvSpPr>
        <p:spPr>
          <a:xfrm>
            <a:off x="2368550" y="2930525"/>
            <a:ext cx="1331913" cy="447675"/>
          </a:xfrm>
          <a:prstGeom prst="rect">
            <a:avLst/>
          </a:prstGeom>
          <a:solidFill>
            <a:schemeClr val="accent1">
              <a:alpha val="27057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548" name="Rectangle 336"/>
          <p:cNvSpPr/>
          <p:nvPr/>
        </p:nvSpPr>
        <p:spPr>
          <a:xfrm>
            <a:off x="2368550" y="4330700"/>
            <a:ext cx="2584450" cy="638175"/>
          </a:xfrm>
          <a:prstGeom prst="rect">
            <a:avLst/>
          </a:prstGeom>
          <a:solidFill>
            <a:schemeClr val="accent1">
              <a:alpha val="27057"/>
            </a:schemeClr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421" name="Group 401"/>
          <p:cNvGrpSpPr/>
          <p:nvPr/>
        </p:nvGrpSpPr>
        <p:grpSpPr>
          <a:xfrm>
            <a:off x="2262188" y="247650"/>
            <a:ext cx="6556375" cy="1825625"/>
            <a:chOff x="1425" y="156"/>
            <a:chExt cx="4130" cy="1150"/>
          </a:xfrm>
        </p:grpSpPr>
        <p:grpSp>
          <p:nvGrpSpPr>
            <p:cNvPr id="13422" name="Group 400"/>
            <p:cNvGrpSpPr/>
            <p:nvPr/>
          </p:nvGrpSpPr>
          <p:grpSpPr>
            <a:xfrm>
              <a:off x="3413" y="184"/>
              <a:ext cx="2142" cy="1122"/>
              <a:chOff x="3413" y="184"/>
              <a:chExt cx="2142" cy="1122"/>
            </a:xfrm>
          </p:grpSpPr>
          <p:grpSp>
            <p:nvGrpSpPr>
              <p:cNvPr id="13423" name="Group 204"/>
              <p:cNvGrpSpPr/>
              <p:nvPr/>
            </p:nvGrpSpPr>
            <p:grpSpPr>
              <a:xfrm>
                <a:off x="3976" y="278"/>
                <a:ext cx="1524" cy="1028"/>
                <a:chOff x="201" y="324"/>
                <a:chExt cx="1524" cy="1028"/>
              </a:xfrm>
            </p:grpSpPr>
            <p:grpSp>
              <p:nvGrpSpPr>
                <p:cNvPr id="13424" name="Group 205"/>
                <p:cNvGrpSpPr/>
                <p:nvPr/>
              </p:nvGrpSpPr>
              <p:grpSpPr>
                <a:xfrm>
                  <a:off x="201" y="324"/>
                  <a:ext cx="1016" cy="1028"/>
                  <a:chOff x="136" y="204"/>
                  <a:chExt cx="1016" cy="1028"/>
                </a:xfrm>
              </p:grpSpPr>
              <p:sp>
                <p:nvSpPr>
                  <p:cNvPr id="13425" name="Rectangle 206" descr="普朗克"/>
                  <p:cNvSpPr/>
                  <p:nvPr/>
                </p:nvSpPr>
                <p:spPr>
                  <a:xfrm>
                    <a:off x="314" y="352"/>
                    <a:ext cx="729" cy="836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26" name="Rectangle 207"/>
                  <p:cNvSpPr/>
                  <p:nvPr/>
                </p:nvSpPr>
                <p:spPr>
                  <a:xfrm>
                    <a:off x="192" y="468"/>
                    <a:ext cx="148" cy="532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27" name="Rectangle 208"/>
                  <p:cNvSpPr/>
                  <p:nvPr/>
                </p:nvSpPr>
                <p:spPr>
                  <a:xfrm>
                    <a:off x="332" y="260"/>
                    <a:ext cx="588" cy="10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28" name="Rectangle 209"/>
                  <p:cNvSpPr/>
                  <p:nvPr/>
                </p:nvSpPr>
                <p:spPr>
                  <a:xfrm>
                    <a:off x="1000" y="572"/>
                    <a:ext cx="80" cy="312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29" name="Freeform 210"/>
                  <p:cNvSpPr/>
                  <p:nvPr/>
                </p:nvSpPr>
                <p:spPr>
                  <a:xfrm>
                    <a:off x="136" y="204"/>
                    <a:ext cx="980" cy="860"/>
                  </a:xfrm>
                  <a:custGeom>
                    <a:avLst/>
                    <a:gdLst/>
                    <a:ahLst/>
                    <a:cxnLst>
                      <a:cxn ang="0">
                        <a:pos x="448" y="88"/>
                      </a:cxn>
                      <a:cxn ang="0">
                        <a:pos x="628" y="84"/>
                      </a:cxn>
                      <a:cxn ang="0">
                        <a:pos x="784" y="176"/>
                      </a:cxn>
                      <a:cxn ang="0">
                        <a:pos x="840" y="216"/>
                      </a:cxn>
                      <a:cxn ang="0">
                        <a:pos x="904" y="308"/>
                      </a:cxn>
                      <a:cxn ang="0">
                        <a:pos x="924" y="356"/>
                      </a:cxn>
                      <a:cxn ang="0">
                        <a:pos x="980" y="332"/>
                      </a:cxn>
                      <a:cxn ang="0">
                        <a:pos x="980" y="68"/>
                      </a:cxn>
                      <a:cxn ang="0">
                        <a:pos x="792" y="0"/>
                      </a:cxn>
                      <a:cxn ang="0">
                        <a:pos x="160" y="12"/>
                      </a:cxn>
                      <a:cxn ang="0">
                        <a:pos x="76" y="160"/>
                      </a:cxn>
                      <a:cxn ang="0">
                        <a:pos x="0" y="204"/>
                      </a:cxn>
                      <a:cxn ang="0">
                        <a:pos x="0" y="720"/>
                      </a:cxn>
                      <a:cxn ang="0">
                        <a:pos x="8" y="860"/>
                      </a:cxn>
                      <a:cxn ang="0">
                        <a:pos x="172" y="780"/>
                      </a:cxn>
                      <a:cxn ang="0">
                        <a:pos x="104" y="628"/>
                      </a:cxn>
                      <a:cxn ang="0">
                        <a:pos x="104" y="424"/>
                      </a:cxn>
                      <a:cxn ang="0">
                        <a:pos x="204" y="232"/>
                      </a:cxn>
                      <a:cxn ang="0">
                        <a:pos x="304" y="152"/>
                      </a:cxn>
                      <a:cxn ang="0">
                        <a:pos x="412" y="100"/>
                      </a:cxn>
                      <a:cxn ang="0">
                        <a:pos x="448" y="88"/>
                      </a:cxn>
                    </a:cxnLst>
                    <a:rect l="0" t="0" r="0" b="0"/>
                    <a:pathLst>
                      <a:path w="980" h="860">
                        <a:moveTo>
                          <a:pt x="448" y="88"/>
                        </a:moveTo>
                        <a:lnTo>
                          <a:pt x="628" y="84"/>
                        </a:lnTo>
                        <a:lnTo>
                          <a:pt x="784" y="176"/>
                        </a:lnTo>
                        <a:lnTo>
                          <a:pt x="840" y="216"/>
                        </a:lnTo>
                        <a:lnTo>
                          <a:pt x="904" y="308"/>
                        </a:lnTo>
                        <a:lnTo>
                          <a:pt x="924" y="356"/>
                        </a:lnTo>
                        <a:lnTo>
                          <a:pt x="980" y="332"/>
                        </a:lnTo>
                        <a:lnTo>
                          <a:pt x="980" y="68"/>
                        </a:lnTo>
                        <a:lnTo>
                          <a:pt x="792" y="0"/>
                        </a:lnTo>
                        <a:lnTo>
                          <a:pt x="160" y="12"/>
                        </a:lnTo>
                        <a:lnTo>
                          <a:pt x="76" y="160"/>
                        </a:lnTo>
                        <a:lnTo>
                          <a:pt x="0" y="204"/>
                        </a:lnTo>
                        <a:lnTo>
                          <a:pt x="0" y="720"/>
                        </a:lnTo>
                        <a:lnTo>
                          <a:pt x="8" y="860"/>
                        </a:lnTo>
                        <a:lnTo>
                          <a:pt x="172" y="780"/>
                        </a:lnTo>
                        <a:lnTo>
                          <a:pt x="104" y="628"/>
                        </a:lnTo>
                        <a:lnTo>
                          <a:pt x="104" y="424"/>
                        </a:lnTo>
                        <a:lnTo>
                          <a:pt x="204" y="232"/>
                        </a:lnTo>
                        <a:lnTo>
                          <a:pt x="304" y="152"/>
                        </a:lnTo>
                        <a:lnTo>
                          <a:pt x="412" y="100"/>
                        </a:lnTo>
                        <a:lnTo>
                          <a:pt x="448" y="88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30" name="Freeform 211"/>
                  <p:cNvSpPr/>
                  <p:nvPr/>
                </p:nvSpPr>
                <p:spPr>
                  <a:xfrm>
                    <a:off x="232" y="928"/>
                    <a:ext cx="920" cy="304"/>
                  </a:xfrm>
                  <a:custGeom>
                    <a:avLst/>
                    <a:gdLst/>
                    <a:ahLst/>
                    <a:cxnLst>
                      <a:cxn ang="0">
                        <a:pos x="40" y="0"/>
                      </a:cxn>
                      <a:cxn ang="0">
                        <a:pos x="0" y="152"/>
                      </a:cxn>
                      <a:cxn ang="0">
                        <a:pos x="48" y="304"/>
                      </a:cxn>
                      <a:cxn ang="0">
                        <a:pos x="836" y="304"/>
                      </a:cxn>
                      <a:cxn ang="0">
                        <a:pos x="920" y="168"/>
                      </a:cxn>
                      <a:cxn ang="0">
                        <a:pos x="872" y="76"/>
                      </a:cxn>
                      <a:cxn ang="0">
                        <a:pos x="808" y="28"/>
                      </a:cxn>
                      <a:cxn ang="0">
                        <a:pos x="728" y="144"/>
                      </a:cxn>
                      <a:cxn ang="0">
                        <a:pos x="580" y="232"/>
                      </a:cxn>
                      <a:cxn ang="0">
                        <a:pos x="424" y="260"/>
                      </a:cxn>
                      <a:cxn ang="0">
                        <a:pos x="264" y="228"/>
                      </a:cxn>
                      <a:cxn ang="0">
                        <a:pos x="132" y="132"/>
                      </a:cxn>
                      <a:cxn ang="0">
                        <a:pos x="40" y="0"/>
                      </a:cxn>
                    </a:cxnLst>
                    <a:rect l="0" t="0" r="0" b="0"/>
                    <a:pathLst>
                      <a:path w="920" h="304">
                        <a:moveTo>
                          <a:pt x="40" y="0"/>
                        </a:moveTo>
                        <a:lnTo>
                          <a:pt x="0" y="152"/>
                        </a:lnTo>
                        <a:lnTo>
                          <a:pt x="48" y="304"/>
                        </a:lnTo>
                        <a:lnTo>
                          <a:pt x="836" y="304"/>
                        </a:lnTo>
                        <a:lnTo>
                          <a:pt x="920" y="168"/>
                        </a:lnTo>
                        <a:lnTo>
                          <a:pt x="872" y="76"/>
                        </a:lnTo>
                        <a:lnTo>
                          <a:pt x="808" y="28"/>
                        </a:lnTo>
                        <a:lnTo>
                          <a:pt x="728" y="144"/>
                        </a:lnTo>
                        <a:lnTo>
                          <a:pt x="580" y="232"/>
                        </a:lnTo>
                        <a:lnTo>
                          <a:pt x="424" y="260"/>
                        </a:lnTo>
                        <a:lnTo>
                          <a:pt x="264" y="228"/>
                        </a:lnTo>
                        <a:lnTo>
                          <a:pt x="132" y="132"/>
                        </a:lnTo>
                        <a:lnTo>
                          <a:pt x="4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31" name="AutoShape 212"/>
                  <p:cNvSpPr/>
                  <p:nvPr/>
                </p:nvSpPr>
                <p:spPr>
                  <a:xfrm rot="-5400000">
                    <a:off x="192" y="279"/>
                    <a:ext cx="950" cy="916"/>
                  </a:xfrm>
                  <a:custGeom>
                    <a:avLst/>
                    <a:gdLst/>
                    <a:ahLst/>
                    <a:cxnLst>
                      <a:cxn ang="0">
                        <a:pos x="20" y="37"/>
                      </a:cxn>
                      <a:cxn ang="0">
                        <a:pos x="2" y="19"/>
                      </a:cxn>
                      <a:cxn ang="0">
                        <a:pos x="21" y="2"/>
                      </a:cxn>
                      <a:cxn ang="0">
                        <a:pos x="39" y="19"/>
                      </a:cxn>
                      <a:cxn ang="0">
                        <a:pos x="22" y="37"/>
                      </a:cxn>
                      <a:cxn ang="0">
                        <a:pos x="22" y="39"/>
                      </a:cxn>
                      <a:cxn ang="0">
                        <a:pos x="42" y="19"/>
                      </a:cxn>
                      <a:cxn ang="0">
                        <a:pos x="21" y="0"/>
                      </a:cxn>
                      <a:cxn ang="0">
                        <a:pos x="0" y="19"/>
                      </a:cxn>
                      <a:cxn ang="0">
                        <a:pos x="19" y="39"/>
                      </a:cxn>
                      <a:cxn ang="0">
                        <a:pos x="20" y="37"/>
                      </a:cxn>
                    </a:cxnLst>
                    <a:rect l="0" t="0" r="0" b="0"/>
                    <a:pathLst>
                      <a:path w="21600" h="21600">
                        <a:moveTo>
                          <a:pt x="10129" y="20378"/>
                        </a:moveTo>
                        <a:cubicBezTo>
                          <a:pt x="5098" y="20026"/>
                          <a:pt x="1198" y="15842"/>
                          <a:pt x="1198" y="10800"/>
                        </a:cubicBezTo>
                        <a:cubicBezTo>
                          <a:pt x="1198" y="5496"/>
                          <a:pt x="5496" y="1198"/>
                          <a:pt x="10800" y="1198"/>
                        </a:cubicBezTo>
                        <a:cubicBezTo>
                          <a:pt x="16103" y="1198"/>
                          <a:pt x="20402" y="5496"/>
                          <a:pt x="20402" y="10800"/>
                        </a:cubicBezTo>
                        <a:cubicBezTo>
                          <a:pt x="20402" y="15842"/>
                          <a:pt x="16501" y="20026"/>
                          <a:pt x="11470" y="20378"/>
                        </a:cubicBezTo>
                        <a:lnTo>
                          <a:pt x="11554" y="21573"/>
                        </a:lnTo>
                        <a:cubicBezTo>
                          <a:pt x="17212" y="21177"/>
                          <a:pt x="21600" y="16471"/>
                          <a:pt x="21600" y="10800"/>
                        </a:cubicBez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ubicBezTo>
                          <a:pt x="-1" y="16471"/>
                          <a:pt x="4387" y="21177"/>
                          <a:pt x="10045" y="21573"/>
                        </a:cubicBezTo>
                        <a:lnTo>
                          <a:pt x="10129" y="20378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9050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32" name="Oval 213"/>
                  <p:cNvSpPr/>
                  <p:nvPr/>
                </p:nvSpPr>
                <p:spPr>
                  <a:xfrm>
                    <a:off x="257" y="320"/>
                    <a:ext cx="818" cy="830"/>
                  </a:xfrm>
                  <a:prstGeom prst="ellipse">
                    <a:avLst/>
                  </a:pr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33" name="Line 214"/>
                  <p:cNvSpPr/>
                  <p:nvPr/>
                </p:nvSpPr>
                <p:spPr>
                  <a:xfrm>
                    <a:off x="1024" y="732"/>
                    <a:ext cx="80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3434" name="Group 215"/>
                <p:cNvGrpSpPr/>
                <p:nvPr/>
              </p:nvGrpSpPr>
              <p:grpSpPr>
                <a:xfrm>
                  <a:off x="1053" y="751"/>
                  <a:ext cx="672" cy="183"/>
                  <a:chOff x="1096" y="730"/>
                  <a:chExt cx="672" cy="183"/>
                </a:xfrm>
              </p:grpSpPr>
              <p:grpSp>
                <p:nvGrpSpPr>
                  <p:cNvPr id="13435" name="Group 216"/>
                  <p:cNvGrpSpPr/>
                  <p:nvPr/>
                </p:nvGrpSpPr>
                <p:grpSpPr>
                  <a:xfrm>
                    <a:off x="1286" y="820"/>
                    <a:ext cx="146" cy="52"/>
                    <a:chOff x="1949" y="2020"/>
                    <a:chExt cx="341" cy="111"/>
                  </a:xfrm>
                </p:grpSpPr>
                <p:sp>
                  <p:nvSpPr>
                    <p:cNvPr id="13436" name="Line 217"/>
                    <p:cNvSpPr/>
                    <p:nvPr/>
                  </p:nvSpPr>
                  <p:spPr>
                    <a:xfrm>
                      <a:off x="1949" y="2020"/>
                      <a:ext cx="33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3437" name="Line 218"/>
                    <p:cNvSpPr/>
                    <p:nvPr/>
                  </p:nvSpPr>
                  <p:spPr>
                    <a:xfrm>
                      <a:off x="1959" y="2131"/>
                      <a:ext cx="33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13438" name="WordArt 219"/>
                  <p:cNvSpPr>
                    <a:spLocks noTextEdit="1"/>
                  </p:cNvSpPr>
                  <p:nvPr/>
                </p:nvSpPr>
                <p:spPr>
                  <a:xfrm>
                    <a:off x="1096" y="758"/>
                    <a:ext cx="139" cy="14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e</a:t>
                    </a:r>
                  </a:p>
                </p:txBody>
              </p:sp>
              <p:grpSp>
                <p:nvGrpSpPr>
                  <p:cNvPr id="13439" name="Group 220"/>
                  <p:cNvGrpSpPr/>
                  <p:nvPr/>
                </p:nvGrpSpPr>
                <p:grpSpPr>
                  <a:xfrm>
                    <a:off x="1470" y="730"/>
                    <a:ext cx="298" cy="183"/>
                    <a:chOff x="2041" y="1578"/>
                    <a:chExt cx="325" cy="226"/>
                  </a:xfrm>
                </p:grpSpPr>
                <p:sp>
                  <p:nvSpPr>
                    <p:cNvPr id="13440" name="WordArt 221"/>
                    <p:cNvSpPr>
                      <a:spLocks noTextEdit="1"/>
                    </p:cNvSpPr>
                    <p:nvPr/>
                  </p:nvSpPr>
                  <p:spPr>
                    <a:xfrm>
                      <a:off x="2041" y="1578"/>
                      <a:ext cx="134" cy="226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13441" name="WordArt 222"/>
                    <p:cNvSpPr>
                      <a:spLocks noTextEdit="1"/>
                    </p:cNvSpPr>
                    <p:nvPr/>
                  </p:nvSpPr>
                  <p:spPr>
                    <a:xfrm>
                      <a:off x="2214" y="1626"/>
                      <a:ext cx="152" cy="17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000000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n</a:t>
                      </a:r>
                    </a:p>
                  </p:txBody>
                </p:sp>
              </p:grpSp>
              <p:sp>
                <p:nvSpPr>
                  <p:cNvPr id="13442" name="WordArt 223"/>
                  <p:cNvSpPr>
                    <a:spLocks noTextEdit="1"/>
                  </p:cNvSpPr>
                  <p:nvPr/>
                </p:nvSpPr>
                <p:spPr>
                  <a:xfrm>
                    <a:off x="1099" y="755"/>
                    <a:ext cx="139" cy="14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e</a:t>
                    </a:r>
                  </a:p>
                </p:txBody>
              </p:sp>
            </p:grpSp>
          </p:grpSp>
          <p:sp>
            <p:nvSpPr>
              <p:cNvPr id="13443" name="WordArt 224"/>
              <p:cNvSpPr>
                <a:spLocks noTextEdit="1"/>
              </p:cNvSpPr>
              <p:nvPr/>
            </p:nvSpPr>
            <p:spPr>
              <a:xfrm>
                <a:off x="3413" y="184"/>
                <a:ext cx="2142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普朗克黑体辐射能量子假说</a:t>
                </a:r>
              </a:p>
            </p:txBody>
          </p:sp>
        </p:grpSp>
        <p:sp>
          <p:nvSpPr>
            <p:cNvPr id="13444" name="WordArt 399"/>
            <p:cNvSpPr>
              <a:spLocks noTextEdit="1"/>
            </p:cNvSpPr>
            <p:nvPr/>
          </p:nvSpPr>
          <p:spPr>
            <a:xfrm>
              <a:off x="1425" y="156"/>
              <a:ext cx="1906" cy="2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爱因斯坦光子理论来源于</a:t>
              </a:r>
            </a:p>
          </p:txBody>
        </p:sp>
      </p:grpSp>
      <p:sp>
        <p:nvSpPr>
          <p:cNvPr id="18573" name="AutoShape 402"/>
          <p:cNvSpPr/>
          <p:nvPr/>
        </p:nvSpPr>
        <p:spPr>
          <a:xfrm>
            <a:off x="6505575" y="3702050"/>
            <a:ext cx="300038" cy="201613"/>
          </a:xfrm>
          <a:prstGeom prst="leftArrow">
            <a:avLst>
              <a:gd name="adj1" fmla="val 50000"/>
              <a:gd name="adj2" fmla="val 3305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446" name="Group 404"/>
          <p:cNvGrpSpPr/>
          <p:nvPr/>
        </p:nvGrpSpPr>
        <p:grpSpPr>
          <a:xfrm>
            <a:off x="6470650" y="2001838"/>
            <a:ext cx="2314575" cy="342900"/>
            <a:chOff x="2180" y="3697"/>
            <a:chExt cx="1710" cy="199"/>
          </a:xfrm>
        </p:grpSpPr>
        <p:sp>
          <p:nvSpPr>
            <p:cNvPr id="13447" name="WordArt 405"/>
            <p:cNvSpPr>
              <a:spLocks noTextEdit="1"/>
            </p:cNvSpPr>
            <p:nvPr/>
          </p:nvSpPr>
          <p:spPr>
            <a:xfrm>
              <a:off x="2487" y="3738"/>
              <a:ext cx="805" cy="1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6.63×10</a:t>
              </a:r>
            </a:p>
          </p:txBody>
        </p:sp>
        <p:sp>
          <p:nvSpPr>
            <p:cNvPr id="13448" name="WordArt 406"/>
            <p:cNvSpPr>
              <a:spLocks noTextEdit="1"/>
            </p:cNvSpPr>
            <p:nvPr/>
          </p:nvSpPr>
          <p:spPr>
            <a:xfrm>
              <a:off x="2180" y="3699"/>
              <a:ext cx="129" cy="19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13449" name="Group 407"/>
            <p:cNvGrpSpPr/>
            <p:nvPr/>
          </p:nvGrpSpPr>
          <p:grpSpPr>
            <a:xfrm>
              <a:off x="2372" y="3792"/>
              <a:ext cx="155" cy="52"/>
              <a:chOff x="1260" y="2371"/>
              <a:chExt cx="151" cy="53"/>
            </a:xfrm>
          </p:grpSpPr>
          <p:sp>
            <p:nvSpPr>
              <p:cNvPr id="13450" name="Line 40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51" name="Line 40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452" name="WordArt 410"/>
            <p:cNvSpPr>
              <a:spLocks noTextEdit="1"/>
            </p:cNvSpPr>
            <p:nvPr/>
          </p:nvSpPr>
          <p:spPr>
            <a:xfrm>
              <a:off x="3395" y="3697"/>
              <a:ext cx="112" cy="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3453" name="Line 411"/>
            <p:cNvSpPr/>
            <p:nvPr/>
          </p:nvSpPr>
          <p:spPr>
            <a:xfrm>
              <a:off x="3313" y="3735"/>
              <a:ext cx="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54" name="WordArt 412"/>
            <p:cNvSpPr>
              <a:spLocks noTextEdit="1"/>
            </p:cNvSpPr>
            <p:nvPr/>
          </p:nvSpPr>
          <p:spPr>
            <a:xfrm>
              <a:off x="3550" y="3728"/>
              <a:ext cx="122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3455" name="Oval 413"/>
            <p:cNvSpPr/>
            <p:nvPr/>
          </p:nvSpPr>
          <p:spPr>
            <a:xfrm>
              <a:off x="3723" y="3813"/>
              <a:ext cx="27" cy="2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56" name="WordArt 414"/>
            <p:cNvSpPr>
              <a:spLocks noTextEdit="1"/>
            </p:cNvSpPr>
            <p:nvPr/>
          </p:nvSpPr>
          <p:spPr>
            <a:xfrm>
              <a:off x="3821" y="3779"/>
              <a:ext cx="69" cy="10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14" name="组合 253"/>
          <p:cNvGrpSpPr/>
          <p:nvPr/>
        </p:nvGrpSpPr>
        <p:grpSpPr>
          <a:xfrm>
            <a:off x="5464175" y="4445000"/>
            <a:ext cx="3613150" cy="1201738"/>
            <a:chOff x="5531557" y="4444823"/>
            <a:chExt cx="3612443" cy="1018999"/>
          </a:xfrm>
        </p:grpSpPr>
        <p:grpSp>
          <p:nvGrpSpPr>
            <p:cNvPr id="13458" name="Group 124"/>
            <p:cNvGrpSpPr/>
            <p:nvPr/>
          </p:nvGrpSpPr>
          <p:grpSpPr>
            <a:xfrm>
              <a:off x="6287911" y="4444823"/>
              <a:ext cx="2856089" cy="1018999"/>
              <a:chOff x="1488" y="227"/>
              <a:chExt cx="2707" cy="1028"/>
            </a:xfrm>
          </p:grpSpPr>
          <p:sp>
            <p:nvSpPr>
              <p:cNvPr id="13459" name="WordArt 125"/>
              <p:cNvSpPr>
                <a:spLocks noTextEdit="1"/>
              </p:cNvSpPr>
              <p:nvPr/>
            </p:nvSpPr>
            <p:spPr>
              <a:xfrm>
                <a:off x="3526" y="703"/>
                <a:ext cx="76" cy="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1199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3460" name="WordArt 126"/>
              <p:cNvSpPr>
                <a:spLocks noTextEdit="1"/>
              </p:cNvSpPr>
              <p:nvPr/>
            </p:nvSpPr>
            <p:spPr>
              <a:xfrm>
                <a:off x="3248" y="656"/>
                <a:ext cx="223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13461" name="WordArt 127"/>
              <p:cNvSpPr>
                <a:spLocks noTextEdit="1"/>
              </p:cNvSpPr>
              <p:nvPr/>
            </p:nvSpPr>
            <p:spPr>
              <a:xfrm>
                <a:off x="2636" y="655"/>
                <a:ext cx="187" cy="13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94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3462" name="WordArt 128"/>
              <p:cNvSpPr>
                <a:spLocks noTextEdit="1"/>
              </p:cNvSpPr>
              <p:nvPr/>
            </p:nvSpPr>
            <p:spPr>
              <a:xfrm>
                <a:off x="2566" y="608"/>
                <a:ext cx="74" cy="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3463" name="WordArt 129"/>
              <p:cNvSpPr>
                <a:spLocks noTextEdit="1"/>
              </p:cNvSpPr>
              <p:nvPr/>
            </p:nvSpPr>
            <p:spPr>
              <a:xfrm>
                <a:off x="3566" y="600"/>
                <a:ext cx="72" cy="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3464" name="WordArt 130"/>
              <p:cNvSpPr>
                <a:spLocks noTextEdit="1"/>
              </p:cNvSpPr>
              <p:nvPr/>
            </p:nvSpPr>
            <p:spPr>
              <a:xfrm>
                <a:off x="2841" y="608"/>
                <a:ext cx="74" cy="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3465" name="WordArt 131"/>
              <p:cNvSpPr>
                <a:spLocks noTextEdit="1"/>
              </p:cNvSpPr>
              <p:nvPr/>
            </p:nvSpPr>
            <p:spPr>
              <a:xfrm>
                <a:off x="1898" y="582"/>
                <a:ext cx="73" cy="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grpSp>
            <p:nvGrpSpPr>
              <p:cNvPr id="13466" name="Group 132"/>
              <p:cNvGrpSpPr/>
              <p:nvPr/>
            </p:nvGrpSpPr>
            <p:grpSpPr>
              <a:xfrm>
                <a:off x="2016" y="691"/>
                <a:ext cx="211" cy="53"/>
                <a:chOff x="1280" y="2439"/>
                <a:chExt cx="151" cy="53"/>
              </a:xfrm>
            </p:grpSpPr>
            <p:sp>
              <p:nvSpPr>
                <p:cNvPr id="13467" name="Line 133"/>
                <p:cNvSpPr/>
                <p:nvPr/>
              </p:nvSpPr>
              <p:spPr>
                <a:xfrm>
                  <a:off x="1280" y="2439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468" name="Line 134"/>
                <p:cNvSpPr/>
                <p:nvPr/>
              </p:nvSpPr>
              <p:spPr>
                <a:xfrm>
                  <a:off x="1280" y="2492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469" name="WordArt 135"/>
              <p:cNvSpPr>
                <a:spLocks noTextEdit="1"/>
              </p:cNvSpPr>
              <p:nvPr/>
            </p:nvSpPr>
            <p:spPr>
              <a:xfrm>
                <a:off x="2310" y="628"/>
                <a:ext cx="207" cy="1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13470" name="WordArt 136"/>
              <p:cNvSpPr>
                <a:spLocks noTextEdit="1"/>
              </p:cNvSpPr>
              <p:nvPr/>
            </p:nvSpPr>
            <p:spPr>
              <a:xfrm>
                <a:off x="3000" y="659"/>
                <a:ext cx="173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2857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13471" name="WordArt 137"/>
              <p:cNvSpPr>
                <a:spLocks noTextEdit="1"/>
              </p:cNvSpPr>
              <p:nvPr/>
            </p:nvSpPr>
            <p:spPr>
              <a:xfrm>
                <a:off x="3687" y="646"/>
                <a:ext cx="188" cy="13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94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3472" name="WordArt 138"/>
              <p:cNvSpPr>
                <a:spLocks noTextEdit="1"/>
              </p:cNvSpPr>
              <p:nvPr/>
            </p:nvSpPr>
            <p:spPr>
              <a:xfrm>
                <a:off x="3887" y="594"/>
                <a:ext cx="82" cy="8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4</a:t>
                </a:r>
              </a:p>
            </p:txBody>
          </p:sp>
          <p:grpSp>
            <p:nvGrpSpPr>
              <p:cNvPr id="13473" name="Group 139"/>
              <p:cNvGrpSpPr/>
              <p:nvPr/>
            </p:nvGrpSpPr>
            <p:grpSpPr>
              <a:xfrm>
                <a:off x="1968" y="939"/>
                <a:ext cx="210" cy="53"/>
                <a:chOff x="1260" y="2371"/>
                <a:chExt cx="151" cy="53"/>
              </a:xfrm>
            </p:grpSpPr>
            <p:sp>
              <p:nvSpPr>
                <p:cNvPr id="13474" name="Line 14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475" name="Line 14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476" name="WordArt 142"/>
              <p:cNvSpPr>
                <a:spLocks noTextEdit="1"/>
              </p:cNvSpPr>
              <p:nvPr/>
            </p:nvSpPr>
            <p:spPr>
              <a:xfrm>
                <a:off x="2338" y="949"/>
                <a:ext cx="70" cy="1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13477" name="WordArt 143"/>
              <p:cNvSpPr>
                <a:spLocks noTextEdit="1"/>
              </p:cNvSpPr>
              <p:nvPr/>
            </p:nvSpPr>
            <p:spPr>
              <a:xfrm>
                <a:off x="2909" y="951"/>
                <a:ext cx="72" cy="1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13478" name="WordArt 144"/>
              <p:cNvSpPr>
                <a:spLocks noTextEdit="1"/>
              </p:cNvSpPr>
              <p:nvPr/>
            </p:nvSpPr>
            <p:spPr>
              <a:xfrm>
                <a:off x="2434" y="943"/>
                <a:ext cx="208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13479" name="WordArt 145"/>
              <p:cNvSpPr>
                <a:spLocks noTextEdit="1"/>
              </p:cNvSpPr>
              <p:nvPr/>
            </p:nvSpPr>
            <p:spPr>
              <a:xfrm>
                <a:off x="2679" y="956"/>
                <a:ext cx="187" cy="13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94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3480" name="WordArt 146"/>
              <p:cNvSpPr>
                <a:spLocks noTextEdit="1"/>
              </p:cNvSpPr>
              <p:nvPr/>
            </p:nvSpPr>
            <p:spPr>
              <a:xfrm>
                <a:off x="2998" y="921"/>
                <a:ext cx="73" cy="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3481" name="WordArt 147"/>
              <p:cNvSpPr>
                <a:spLocks noTextEdit="1"/>
              </p:cNvSpPr>
              <p:nvPr/>
            </p:nvSpPr>
            <p:spPr>
              <a:xfrm>
                <a:off x="3143" y="981"/>
                <a:ext cx="174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2857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13482" name="WordArt 148"/>
              <p:cNvSpPr>
                <a:spLocks noTextEdit="1"/>
              </p:cNvSpPr>
              <p:nvPr/>
            </p:nvSpPr>
            <p:spPr>
              <a:xfrm>
                <a:off x="3616" y="1027"/>
                <a:ext cx="93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1199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3483" name="WordArt 149"/>
              <p:cNvSpPr>
                <a:spLocks noTextEdit="1"/>
              </p:cNvSpPr>
              <p:nvPr/>
            </p:nvSpPr>
            <p:spPr>
              <a:xfrm>
                <a:off x="3659" y="892"/>
                <a:ext cx="73" cy="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3484" name="Rectangle 150"/>
              <p:cNvSpPr/>
              <p:nvPr/>
            </p:nvSpPr>
            <p:spPr>
              <a:xfrm>
                <a:off x="1488" y="461"/>
                <a:ext cx="2707" cy="794"/>
              </a:xfrm>
              <a:prstGeom prst="rect">
                <a:avLst/>
              </a:prstGeom>
              <a:noFill/>
              <a:ln w="57150" cap="flat" cmpd="sng">
                <a:solidFill>
                  <a:srgbClr val="FFC2A3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85" name="Line 151"/>
              <p:cNvSpPr/>
              <p:nvPr/>
            </p:nvSpPr>
            <p:spPr>
              <a:xfrm>
                <a:off x="2753" y="303"/>
                <a:ext cx="14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86" name="WordArt 152"/>
              <p:cNvSpPr>
                <a:spLocks noTextEdit="1"/>
              </p:cNvSpPr>
              <p:nvPr/>
            </p:nvSpPr>
            <p:spPr>
              <a:xfrm>
                <a:off x="1555" y="270"/>
                <a:ext cx="594" cy="10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相对论</a:t>
                </a:r>
              </a:p>
            </p:txBody>
          </p:sp>
          <p:sp>
            <p:nvSpPr>
              <p:cNvPr id="13487" name="WordArt 153"/>
              <p:cNvSpPr>
                <a:spLocks noTextEdit="1"/>
              </p:cNvSpPr>
              <p:nvPr/>
            </p:nvSpPr>
            <p:spPr>
              <a:xfrm>
                <a:off x="3484" y="260"/>
                <a:ext cx="656" cy="11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关系式：</a:t>
                </a:r>
              </a:p>
            </p:txBody>
          </p:sp>
          <p:sp>
            <p:nvSpPr>
              <p:cNvPr id="13488" name="WordArt 154"/>
              <p:cNvSpPr>
                <a:spLocks noTextEdit="1"/>
              </p:cNvSpPr>
              <p:nvPr/>
            </p:nvSpPr>
            <p:spPr>
              <a:xfrm>
                <a:off x="2275" y="231"/>
                <a:ext cx="431" cy="14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能量</a:t>
                </a:r>
              </a:p>
            </p:txBody>
          </p:sp>
          <p:sp>
            <p:nvSpPr>
              <p:cNvPr id="13489" name="WordArt 155"/>
              <p:cNvSpPr>
                <a:spLocks noTextEdit="1"/>
              </p:cNvSpPr>
              <p:nvPr/>
            </p:nvSpPr>
            <p:spPr>
              <a:xfrm>
                <a:off x="2942" y="227"/>
                <a:ext cx="423" cy="14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动量</a:t>
                </a:r>
              </a:p>
            </p:txBody>
          </p:sp>
          <p:sp>
            <p:nvSpPr>
              <p:cNvPr id="13490" name="WordArt 156"/>
              <p:cNvSpPr>
                <a:spLocks noTextEdit="1"/>
              </p:cNvSpPr>
              <p:nvPr/>
            </p:nvSpPr>
            <p:spPr>
              <a:xfrm>
                <a:off x="1613" y="643"/>
                <a:ext cx="288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443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13491" name="WordArt 157"/>
              <p:cNvSpPr>
                <a:spLocks noTextEdit="1"/>
              </p:cNvSpPr>
              <p:nvPr/>
            </p:nvSpPr>
            <p:spPr>
              <a:xfrm>
                <a:off x="3343" y="934"/>
                <a:ext cx="288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443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</p:grpSp>
        <p:sp>
          <p:nvSpPr>
            <p:cNvPr id="13492" name="AutoShape 402"/>
            <p:cNvSpPr/>
            <p:nvPr/>
          </p:nvSpPr>
          <p:spPr>
            <a:xfrm flipV="1">
              <a:off x="5531557" y="4809065"/>
              <a:ext cx="609600" cy="282223"/>
            </a:xfrm>
            <a:prstGeom prst="leftArrow">
              <a:avLst>
                <a:gd name="adj1" fmla="val 50000"/>
                <a:gd name="adj2" fmla="val 33179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组合 4"/>
          <p:cNvGrpSpPr/>
          <p:nvPr/>
        </p:nvGrpSpPr>
        <p:grpSpPr>
          <a:xfrm>
            <a:off x="7026275" y="2552700"/>
            <a:ext cx="1704975" cy="1771650"/>
            <a:chOff x="10896" y="4038"/>
            <a:chExt cx="2684" cy="2789"/>
          </a:xfrm>
        </p:grpSpPr>
        <p:grpSp>
          <p:nvGrpSpPr>
            <p:cNvPr id="13494" name="Group 383"/>
            <p:cNvGrpSpPr/>
            <p:nvPr/>
          </p:nvGrpSpPr>
          <p:grpSpPr>
            <a:xfrm>
              <a:off x="10959" y="5935"/>
              <a:ext cx="2405" cy="375"/>
              <a:chOff x="1063" y="2298"/>
              <a:chExt cx="1517" cy="224"/>
            </a:xfrm>
          </p:grpSpPr>
          <p:sp>
            <p:nvSpPr>
              <p:cNvPr id="13495" name="WordArt 384"/>
              <p:cNvSpPr>
                <a:spLocks noTextEdit="1"/>
              </p:cNvSpPr>
              <p:nvPr/>
            </p:nvSpPr>
            <p:spPr>
              <a:xfrm>
                <a:off x="1063" y="2298"/>
                <a:ext cx="628" cy="2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光子</a:t>
                </a:r>
              </a:p>
            </p:txBody>
          </p:sp>
          <p:sp>
            <p:nvSpPr>
              <p:cNvPr id="13496" name="WordArt 385"/>
              <p:cNvSpPr>
                <a:spLocks noTextEdit="1"/>
              </p:cNvSpPr>
              <p:nvPr/>
            </p:nvSpPr>
            <p:spPr>
              <a:xfrm>
                <a:off x="2413" y="2298"/>
                <a:ext cx="167" cy="20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3497" name="WordArt 386"/>
              <p:cNvSpPr>
                <a:spLocks noTextEdit="1"/>
              </p:cNvSpPr>
              <p:nvPr/>
            </p:nvSpPr>
            <p:spPr>
              <a:xfrm>
                <a:off x="1813" y="2317"/>
                <a:ext cx="187" cy="1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grpSp>
            <p:nvGrpSpPr>
              <p:cNvPr id="13498" name="Group 387"/>
              <p:cNvGrpSpPr/>
              <p:nvPr/>
            </p:nvGrpSpPr>
            <p:grpSpPr>
              <a:xfrm>
                <a:off x="2111" y="2362"/>
                <a:ext cx="211" cy="77"/>
                <a:chOff x="1260" y="2371"/>
                <a:chExt cx="151" cy="53"/>
              </a:xfrm>
            </p:grpSpPr>
            <p:sp>
              <p:nvSpPr>
                <p:cNvPr id="13499" name="Line 388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500" name="Line 389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13501" name="Group 390"/>
            <p:cNvGrpSpPr/>
            <p:nvPr/>
          </p:nvGrpSpPr>
          <p:grpSpPr>
            <a:xfrm>
              <a:off x="11288" y="6455"/>
              <a:ext cx="1704" cy="372"/>
              <a:chOff x="2986" y="2230"/>
              <a:chExt cx="1496" cy="258"/>
            </a:xfrm>
          </p:grpSpPr>
          <p:sp>
            <p:nvSpPr>
              <p:cNvPr id="13502" name="WordArt 391"/>
              <p:cNvSpPr>
                <a:spLocks noTextEdit="1"/>
              </p:cNvSpPr>
              <p:nvPr/>
            </p:nvSpPr>
            <p:spPr>
              <a:xfrm>
                <a:off x="2986" y="2297"/>
                <a:ext cx="346" cy="19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则</a:t>
                </a:r>
              </a:p>
            </p:txBody>
          </p:sp>
          <p:sp>
            <p:nvSpPr>
              <p:cNvPr id="13503" name="WordArt 392"/>
              <p:cNvSpPr>
                <a:spLocks noTextEdit="1"/>
              </p:cNvSpPr>
              <p:nvPr/>
            </p:nvSpPr>
            <p:spPr>
              <a:xfrm>
                <a:off x="3837" y="2363"/>
                <a:ext cx="104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3504" name="WordArt 393"/>
              <p:cNvSpPr>
                <a:spLocks noTextEdit="1"/>
              </p:cNvSpPr>
              <p:nvPr/>
            </p:nvSpPr>
            <p:spPr>
              <a:xfrm>
                <a:off x="3540" y="2259"/>
                <a:ext cx="256" cy="2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grpSp>
            <p:nvGrpSpPr>
              <p:cNvPr id="13505" name="Group 394"/>
              <p:cNvGrpSpPr/>
              <p:nvPr/>
            </p:nvGrpSpPr>
            <p:grpSpPr>
              <a:xfrm>
                <a:off x="4013" y="2319"/>
                <a:ext cx="211" cy="77"/>
                <a:chOff x="1260" y="2371"/>
                <a:chExt cx="151" cy="53"/>
              </a:xfrm>
            </p:grpSpPr>
            <p:sp>
              <p:nvSpPr>
                <p:cNvPr id="13506" name="Line 395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507" name="Line 396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508" name="WordArt 397"/>
              <p:cNvSpPr>
                <a:spLocks noTextEdit="1"/>
              </p:cNvSpPr>
              <p:nvPr/>
            </p:nvSpPr>
            <p:spPr>
              <a:xfrm>
                <a:off x="4314" y="2230"/>
                <a:ext cx="168" cy="2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</p:grpSp>
        <p:graphicFrame>
          <p:nvGraphicFramePr>
            <p:cNvPr id="13509" name="Object 2"/>
            <p:cNvGraphicFramePr>
              <a:graphicFrameLocks noGrp="1" noChangeAspect="1"/>
            </p:cNvGraphicFramePr>
            <p:nvPr>
              <p:custDataLst>
                <p:tags r:id="rId1"/>
              </p:custDataLst>
            </p:nvPr>
          </p:nvGraphicFramePr>
          <p:xfrm>
            <a:off x="10896" y="4038"/>
            <a:ext cx="2685" cy="16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00100" imgH="647700" progId="Equation.3">
                    <p:embed/>
                  </p:oleObj>
                </mc:Choice>
                <mc:Fallback>
                  <p:oleObj r:id="rId6" imgW="800100" imgH="6477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896" y="4038"/>
                          <a:ext cx="2685" cy="16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5" grpId="0"/>
      <p:bldP spid="18465" grpId="1"/>
      <p:bldP spid="18466" grpId="0"/>
      <p:bldP spid="18466" grpId="1"/>
      <p:bldP spid="18541" grpId="0"/>
      <p:bldP spid="18541" grpId="1"/>
      <p:bldP spid="18542" grpId="0"/>
      <p:bldP spid="18542" grpId="1"/>
      <p:bldP spid="18545" grpId="0"/>
      <p:bldP spid="18545" grpId="1"/>
      <p:bldP spid="18547" grpId="0" bldLvl="0" animBg="1"/>
      <p:bldP spid="18547" grpId="1" animBg="1"/>
      <p:bldP spid="18548" grpId="0" bldLvl="0" animBg="1"/>
      <p:bldP spid="18548" grpId="1" animBg="1"/>
      <p:bldP spid="18573" grpId="0" bldLvl="0" animBg="1"/>
      <p:bldP spid="1857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679950" y="2022475"/>
            <a:ext cx="1814513" cy="446088"/>
            <a:chOff x="4717820" y="2004966"/>
            <a:chExt cx="1814318" cy="446409"/>
          </a:xfrm>
        </p:grpSpPr>
        <p:sp>
          <p:nvSpPr>
            <p:cNvPr id="14338" name="矩形 1"/>
            <p:cNvSpPr/>
            <p:nvPr/>
          </p:nvSpPr>
          <p:spPr>
            <a:xfrm>
              <a:off x="5617201" y="2004966"/>
              <a:ext cx="914937" cy="446409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339" name="直接箭头连接符 3"/>
            <p:cNvCxnSpPr/>
            <p:nvPr/>
          </p:nvCxnSpPr>
          <p:spPr>
            <a:xfrm flipH="1">
              <a:off x="4717820" y="2122666"/>
              <a:ext cx="862589" cy="147235"/>
            </a:xfrm>
            <a:prstGeom prst="straightConnector1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1843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4325" y="473075"/>
            <a:ext cx="8180388" cy="1470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1" name="WordArt 303"/>
          <p:cNvSpPr>
            <a:spLocks noTextEdit="1"/>
          </p:cNvSpPr>
          <p:nvPr/>
        </p:nvSpPr>
        <p:spPr>
          <a:xfrm>
            <a:off x="107950" y="117475"/>
            <a:ext cx="8339138" cy="3032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30000"/>
          </a:bodyPr>
          <a:lstStyle/>
          <a:p>
            <a:pPr algn="ctr" fontAlgn="base"/>
            <a:r>
              <a:rPr lang="en-US" altLang="zh-CN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</a:t>
            </a:r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. 光电效应中光子与电子的作用特点及爱因斯坦光电效应方程</a:t>
            </a:r>
            <a:endParaRPr lang="zh-CN" altLang="en-US" sz="3600" strike="noStrike" noProof="1"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9" name="Group 458"/>
          <p:cNvGrpSpPr/>
          <p:nvPr/>
        </p:nvGrpSpPr>
        <p:grpSpPr>
          <a:xfrm>
            <a:off x="5795963" y="5662613"/>
            <a:ext cx="2846387" cy="966787"/>
            <a:chOff x="3220" y="1479"/>
            <a:chExt cx="2184" cy="845"/>
          </a:xfrm>
        </p:grpSpPr>
        <p:sp>
          <p:nvSpPr>
            <p:cNvPr id="14343" name="Rectangle 264"/>
            <p:cNvSpPr/>
            <p:nvPr/>
          </p:nvSpPr>
          <p:spPr>
            <a:xfrm>
              <a:off x="3220" y="1768"/>
              <a:ext cx="2184" cy="556"/>
            </a:xfrm>
            <a:prstGeom prst="rect">
              <a:avLst/>
            </a:prstGeom>
            <a:noFill/>
            <a:ln w="76200" cap="flat" cmpd="sng">
              <a:solidFill>
                <a:srgbClr val="FFC97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344" name="Group 265"/>
            <p:cNvGrpSpPr/>
            <p:nvPr/>
          </p:nvGrpSpPr>
          <p:grpSpPr>
            <a:xfrm>
              <a:off x="4151" y="2029"/>
              <a:ext cx="139" cy="104"/>
              <a:chOff x="2100" y="3050"/>
              <a:chExt cx="267" cy="138"/>
            </a:xfrm>
          </p:grpSpPr>
          <p:sp>
            <p:nvSpPr>
              <p:cNvPr id="14345" name="Line 266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46" name="Line 267"/>
              <p:cNvSpPr/>
              <p:nvPr/>
            </p:nvSpPr>
            <p:spPr>
              <a:xfrm flipV="1">
                <a:off x="2100" y="3187"/>
                <a:ext cx="265" cy="1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47" name="Group 268"/>
            <p:cNvGrpSpPr/>
            <p:nvPr/>
          </p:nvGrpSpPr>
          <p:grpSpPr>
            <a:xfrm>
              <a:off x="3431" y="1886"/>
              <a:ext cx="606" cy="344"/>
              <a:chOff x="3053" y="716"/>
              <a:chExt cx="602" cy="323"/>
            </a:xfrm>
          </p:grpSpPr>
          <p:sp>
            <p:nvSpPr>
              <p:cNvPr id="14348" name="WordArt 269"/>
              <p:cNvSpPr>
                <a:spLocks noTextEdit="1"/>
              </p:cNvSpPr>
              <p:nvPr/>
            </p:nvSpPr>
            <p:spPr>
              <a:xfrm>
                <a:off x="3254" y="827"/>
                <a:ext cx="15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14349" name="WordArt 270"/>
              <p:cNvSpPr>
                <a:spLocks noTextEdit="1"/>
              </p:cNvSpPr>
              <p:nvPr/>
            </p:nvSpPr>
            <p:spPr>
              <a:xfrm>
                <a:off x="3100" y="716"/>
                <a:ext cx="68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4350" name="WordArt 271"/>
              <p:cNvSpPr>
                <a:spLocks noTextEdit="1"/>
              </p:cNvSpPr>
              <p:nvPr/>
            </p:nvSpPr>
            <p:spPr>
              <a:xfrm>
                <a:off x="3098" y="928"/>
                <a:ext cx="78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4351" name="Line 272"/>
              <p:cNvSpPr/>
              <p:nvPr/>
            </p:nvSpPr>
            <p:spPr>
              <a:xfrm>
                <a:off x="3053" y="876"/>
                <a:ext cx="19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52" name="WordArt 273"/>
              <p:cNvSpPr>
                <a:spLocks noTextEdit="1"/>
              </p:cNvSpPr>
              <p:nvPr/>
            </p:nvSpPr>
            <p:spPr>
              <a:xfrm>
                <a:off x="3573" y="880"/>
                <a:ext cx="58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4353" name="WordArt 274"/>
              <p:cNvSpPr>
                <a:spLocks noTextEdit="1"/>
              </p:cNvSpPr>
              <p:nvPr/>
            </p:nvSpPr>
            <p:spPr>
              <a:xfrm>
                <a:off x="3448" y="829"/>
                <a:ext cx="115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14354" name="WordArt 275"/>
              <p:cNvSpPr>
                <a:spLocks noTextEdit="1"/>
              </p:cNvSpPr>
              <p:nvPr/>
            </p:nvSpPr>
            <p:spPr>
              <a:xfrm>
                <a:off x="3592" y="750"/>
                <a:ext cx="63" cy="7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4355" name="Group 427"/>
            <p:cNvGrpSpPr/>
            <p:nvPr/>
          </p:nvGrpSpPr>
          <p:grpSpPr>
            <a:xfrm>
              <a:off x="4384" y="1905"/>
              <a:ext cx="783" cy="281"/>
              <a:chOff x="4384" y="1905"/>
              <a:chExt cx="783" cy="281"/>
            </a:xfrm>
          </p:grpSpPr>
          <p:grpSp>
            <p:nvGrpSpPr>
              <p:cNvPr id="14356" name="Group 276"/>
              <p:cNvGrpSpPr/>
              <p:nvPr/>
            </p:nvGrpSpPr>
            <p:grpSpPr>
              <a:xfrm>
                <a:off x="4384" y="1905"/>
                <a:ext cx="307" cy="280"/>
                <a:chOff x="1036" y="1830"/>
                <a:chExt cx="355" cy="265"/>
              </a:xfrm>
            </p:grpSpPr>
            <p:sp>
              <p:nvSpPr>
                <p:cNvPr id="14357" name="WordArt 277"/>
                <p:cNvSpPr>
                  <a:spLocks noTextEdit="1"/>
                </p:cNvSpPr>
                <p:nvPr/>
              </p:nvSpPr>
              <p:spPr>
                <a:xfrm>
                  <a:off x="1239" y="1908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4358" name="WordArt 278"/>
                <p:cNvSpPr>
                  <a:spLocks noTextEdit="1"/>
                </p:cNvSpPr>
                <p:nvPr/>
              </p:nvSpPr>
              <p:spPr>
                <a:xfrm>
                  <a:off x="1036" y="1830"/>
                  <a:ext cx="166" cy="2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</p:grpSp>
          <p:grpSp>
            <p:nvGrpSpPr>
              <p:cNvPr id="14359" name="Group 279"/>
              <p:cNvGrpSpPr/>
              <p:nvPr/>
            </p:nvGrpSpPr>
            <p:grpSpPr>
              <a:xfrm>
                <a:off x="4910" y="1909"/>
                <a:ext cx="257" cy="277"/>
                <a:chOff x="1554" y="1732"/>
                <a:chExt cx="353" cy="328"/>
              </a:xfrm>
            </p:grpSpPr>
            <p:sp>
              <p:nvSpPr>
                <p:cNvPr id="14360" name="WordArt 280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4361" name="WordArt 281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14362" name="Line 282"/>
              <p:cNvSpPr/>
              <p:nvPr/>
            </p:nvSpPr>
            <p:spPr>
              <a:xfrm>
                <a:off x="4745" y="2070"/>
                <a:ext cx="143" cy="0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4363" name="WordArt 283"/>
            <p:cNvSpPr>
              <a:spLocks noTextEdit="1"/>
            </p:cNvSpPr>
            <p:nvPr/>
          </p:nvSpPr>
          <p:spPr>
            <a:xfrm>
              <a:off x="3570" y="1479"/>
              <a:ext cx="1447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光电效应方程</a:t>
              </a:r>
            </a:p>
          </p:txBody>
        </p:sp>
      </p:grpSp>
      <p:grpSp>
        <p:nvGrpSpPr>
          <p:cNvPr id="31" name="Group 219"/>
          <p:cNvGrpSpPr/>
          <p:nvPr/>
        </p:nvGrpSpPr>
        <p:grpSpPr>
          <a:xfrm>
            <a:off x="5308600" y="2624138"/>
            <a:ext cx="874713" cy="2062162"/>
            <a:chOff x="880" y="794"/>
            <a:chExt cx="773" cy="1565"/>
          </a:xfrm>
        </p:grpSpPr>
        <p:sp>
          <p:nvSpPr>
            <p:cNvPr id="14365" name="Rectangle 220"/>
            <p:cNvSpPr/>
            <p:nvPr/>
          </p:nvSpPr>
          <p:spPr>
            <a:xfrm>
              <a:off x="1099" y="794"/>
              <a:ext cx="554" cy="1565"/>
            </a:xfrm>
            <a:prstGeom prst="rect">
              <a:avLst/>
            </a:prstGeom>
            <a:solidFill>
              <a:srgbClr val="E3E2B4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366" name="Group 221"/>
            <p:cNvGrpSpPr/>
            <p:nvPr/>
          </p:nvGrpSpPr>
          <p:grpSpPr>
            <a:xfrm>
              <a:off x="1396" y="1503"/>
              <a:ext cx="198" cy="193"/>
              <a:chOff x="3850" y="2270"/>
              <a:chExt cx="107" cy="105"/>
            </a:xfrm>
          </p:grpSpPr>
          <p:sp>
            <p:nvSpPr>
              <p:cNvPr id="14367" name="Oval 222"/>
              <p:cNvSpPr/>
              <p:nvPr/>
            </p:nvSpPr>
            <p:spPr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68" name="Rectangle 223"/>
              <p:cNvSpPr/>
              <p:nvPr/>
            </p:nvSpPr>
            <p:spPr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369" name="Line 224"/>
            <p:cNvSpPr/>
            <p:nvPr/>
          </p:nvSpPr>
          <p:spPr>
            <a:xfrm>
              <a:off x="880" y="1543"/>
              <a:ext cx="2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7" name="Group 238"/>
          <p:cNvGrpSpPr/>
          <p:nvPr/>
        </p:nvGrpSpPr>
        <p:grpSpPr>
          <a:xfrm>
            <a:off x="5629275" y="2011363"/>
            <a:ext cx="2208213" cy="1503362"/>
            <a:chOff x="890" y="329"/>
            <a:chExt cx="1951" cy="1141"/>
          </a:xfrm>
        </p:grpSpPr>
        <p:sp>
          <p:nvSpPr>
            <p:cNvPr id="14371" name="Line 239"/>
            <p:cNvSpPr/>
            <p:nvPr/>
          </p:nvSpPr>
          <p:spPr>
            <a:xfrm flipH="1">
              <a:off x="1559" y="459"/>
              <a:ext cx="1282" cy="1011"/>
            </a:xfrm>
            <a:prstGeom prst="line">
              <a:avLst/>
            </a:prstGeom>
            <a:ln w="1016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grpSp>
          <p:nvGrpSpPr>
            <p:cNvPr id="14372" name="Group 240"/>
            <p:cNvGrpSpPr/>
            <p:nvPr/>
          </p:nvGrpSpPr>
          <p:grpSpPr>
            <a:xfrm>
              <a:off x="2170" y="329"/>
              <a:ext cx="355" cy="287"/>
              <a:chOff x="1036" y="1830"/>
              <a:chExt cx="355" cy="265"/>
            </a:xfrm>
          </p:grpSpPr>
          <p:sp>
            <p:nvSpPr>
              <p:cNvPr id="14373" name="WordArt 241"/>
              <p:cNvSpPr>
                <a:spLocks noTextEdit="1"/>
              </p:cNvSpPr>
              <p:nvPr/>
            </p:nvSpPr>
            <p:spPr>
              <a:xfrm>
                <a:off x="1239" y="1908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4374" name="WordArt 242"/>
              <p:cNvSpPr>
                <a:spLocks noTextEdit="1"/>
              </p:cNvSpPr>
              <p:nvPr/>
            </p:nvSpPr>
            <p:spPr>
              <a:xfrm>
                <a:off x="1036" y="1830"/>
                <a:ext cx="166" cy="2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14375" name="WordArt 243"/>
            <p:cNvSpPr>
              <a:spLocks noTextEdit="1"/>
            </p:cNvSpPr>
            <p:nvPr/>
          </p:nvSpPr>
          <p:spPr>
            <a:xfrm>
              <a:off x="890" y="412"/>
              <a:ext cx="1168" cy="1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入射光子能量</a:t>
              </a:r>
            </a:p>
          </p:txBody>
        </p:sp>
      </p:grpSp>
      <p:grpSp>
        <p:nvGrpSpPr>
          <p:cNvPr id="43" name="Group 244"/>
          <p:cNvGrpSpPr/>
          <p:nvPr/>
        </p:nvGrpSpPr>
        <p:grpSpPr>
          <a:xfrm>
            <a:off x="6099175" y="3540125"/>
            <a:ext cx="1087438" cy="903288"/>
            <a:chOff x="1413" y="1489"/>
            <a:chExt cx="960" cy="685"/>
          </a:xfrm>
        </p:grpSpPr>
        <p:grpSp>
          <p:nvGrpSpPr>
            <p:cNvPr id="14377" name="Group 245"/>
            <p:cNvGrpSpPr/>
            <p:nvPr/>
          </p:nvGrpSpPr>
          <p:grpSpPr>
            <a:xfrm>
              <a:off x="1622" y="1489"/>
              <a:ext cx="346" cy="180"/>
              <a:chOff x="1740" y="1456"/>
              <a:chExt cx="346" cy="180"/>
            </a:xfrm>
          </p:grpSpPr>
          <p:sp>
            <p:nvSpPr>
              <p:cNvPr id="14378" name="Rectangle 246"/>
              <p:cNvSpPr/>
              <p:nvPr/>
            </p:nvSpPr>
            <p:spPr>
              <a:xfrm>
                <a:off x="1740" y="1456"/>
                <a:ext cx="112" cy="18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79" name="AutoShape 247"/>
              <p:cNvSpPr/>
              <p:nvPr/>
            </p:nvSpPr>
            <p:spPr>
              <a:xfrm>
                <a:off x="1762" y="1456"/>
                <a:ext cx="324" cy="180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8424" y="0"/>
                    </a:moveTo>
                    <a:lnTo>
                      <a:pt x="8424" y="4588"/>
                    </a:lnTo>
                    <a:lnTo>
                      <a:pt x="3375" y="4588"/>
                    </a:lnTo>
                    <a:lnTo>
                      <a:pt x="3375" y="17012"/>
                    </a:lnTo>
                    <a:lnTo>
                      <a:pt x="8424" y="17012"/>
                    </a:lnTo>
                    <a:lnTo>
                      <a:pt x="8424" y="21600"/>
                    </a:lnTo>
                    <a:lnTo>
                      <a:pt x="21600" y="10800"/>
                    </a:lnTo>
                    <a:lnTo>
                      <a:pt x="8424" y="0"/>
                    </a:lnTo>
                    <a:close/>
                  </a:path>
                  <a:path w="21600" h="21600">
                    <a:moveTo>
                      <a:pt x="1350" y="4588"/>
                    </a:moveTo>
                    <a:lnTo>
                      <a:pt x="1350" y="17012"/>
                    </a:lnTo>
                    <a:lnTo>
                      <a:pt x="2700" y="17012"/>
                    </a:lnTo>
                    <a:lnTo>
                      <a:pt x="2700" y="4588"/>
                    </a:lnTo>
                    <a:lnTo>
                      <a:pt x="1350" y="4588"/>
                    </a:lnTo>
                    <a:close/>
                  </a:path>
                  <a:path w="21600" h="21600">
                    <a:moveTo>
                      <a:pt x="0" y="4588"/>
                    </a:moveTo>
                    <a:lnTo>
                      <a:pt x="0" y="17012"/>
                    </a:lnTo>
                    <a:lnTo>
                      <a:pt x="675" y="17012"/>
                    </a:lnTo>
                    <a:lnTo>
                      <a:pt x="675" y="4588"/>
                    </a:lnTo>
                    <a:lnTo>
                      <a:pt x="0" y="4588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380" name="Group 248"/>
            <p:cNvGrpSpPr/>
            <p:nvPr/>
          </p:nvGrpSpPr>
          <p:grpSpPr>
            <a:xfrm>
              <a:off x="1413" y="1844"/>
              <a:ext cx="960" cy="330"/>
              <a:chOff x="1413" y="1844"/>
              <a:chExt cx="960" cy="330"/>
            </a:xfrm>
          </p:grpSpPr>
          <p:grpSp>
            <p:nvGrpSpPr>
              <p:cNvPr id="14381" name="Group 249"/>
              <p:cNvGrpSpPr/>
              <p:nvPr/>
            </p:nvGrpSpPr>
            <p:grpSpPr>
              <a:xfrm>
                <a:off x="1413" y="1844"/>
                <a:ext cx="353" cy="328"/>
                <a:chOff x="1554" y="1732"/>
                <a:chExt cx="353" cy="328"/>
              </a:xfrm>
            </p:grpSpPr>
            <p:sp>
              <p:nvSpPr>
                <p:cNvPr id="14382" name="WordArt 250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4383" name="WordArt 251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14384" name="Group 252"/>
              <p:cNvGrpSpPr/>
              <p:nvPr/>
            </p:nvGrpSpPr>
            <p:grpSpPr>
              <a:xfrm>
                <a:off x="1809" y="1952"/>
                <a:ext cx="564" cy="222"/>
                <a:chOff x="370" y="1900"/>
                <a:chExt cx="564" cy="222"/>
              </a:xfrm>
            </p:grpSpPr>
            <p:sp>
              <p:nvSpPr>
                <p:cNvPr id="14385" name="WordArt 253"/>
                <p:cNvSpPr>
                  <a:spLocks noTextEdit="1"/>
                </p:cNvSpPr>
                <p:nvPr/>
              </p:nvSpPr>
              <p:spPr>
                <a:xfrm>
                  <a:off x="370" y="1900"/>
                  <a:ext cx="561" cy="1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</a:t>
                  </a:r>
                </a:p>
              </p:txBody>
            </p:sp>
            <p:sp>
              <p:nvSpPr>
                <p:cNvPr id="14386" name="WordArt 254"/>
                <p:cNvSpPr>
                  <a:spLocks noTextEdit="1"/>
                </p:cNvSpPr>
                <p:nvPr/>
              </p:nvSpPr>
              <p:spPr>
                <a:xfrm>
                  <a:off x="373" y="1964"/>
                  <a:ext cx="561" cy="1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</a:t>
                  </a:r>
                </a:p>
              </p:txBody>
            </p:sp>
          </p:grpSp>
        </p:grpSp>
      </p:grpSp>
      <p:grpSp>
        <p:nvGrpSpPr>
          <p:cNvPr id="54" name="Group 462"/>
          <p:cNvGrpSpPr/>
          <p:nvPr/>
        </p:nvGrpSpPr>
        <p:grpSpPr>
          <a:xfrm>
            <a:off x="6824663" y="3359150"/>
            <a:ext cx="1817687" cy="1019175"/>
            <a:chOff x="1549" y="1549"/>
            <a:chExt cx="1433" cy="642"/>
          </a:xfrm>
        </p:grpSpPr>
        <p:grpSp>
          <p:nvGrpSpPr>
            <p:cNvPr id="14388" name="Group 285"/>
            <p:cNvGrpSpPr/>
            <p:nvPr/>
          </p:nvGrpSpPr>
          <p:grpSpPr>
            <a:xfrm>
              <a:off x="1549" y="1663"/>
              <a:ext cx="519" cy="160"/>
              <a:chOff x="2132" y="1472"/>
              <a:chExt cx="606" cy="193"/>
            </a:xfrm>
          </p:grpSpPr>
          <p:grpSp>
            <p:nvGrpSpPr>
              <p:cNvPr id="14389" name="Group 286"/>
              <p:cNvGrpSpPr/>
              <p:nvPr/>
            </p:nvGrpSpPr>
            <p:grpSpPr>
              <a:xfrm>
                <a:off x="2132" y="1472"/>
                <a:ext cx="198" cy="193"/>
                <a:chOff x="3850" y="2270"/>
                <a:chExt cx="107" cy="105"/>
              </a:xfrm>
            </p:grpSpPr>
            <p:sp>
              <p:nvSpPr>
                <p:cNvPr id="14390" name="Oval 287"/>
                <p:cNvSpPr/>
                <p:nvPr/>
              </p:nvSpPr>
              <p:spPr>
                <a:xfrm>
                  <a:off x="3850" y="2270"/>
                  <a:ext cx="107" cy="10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rgbClr val="000000"/>
                    </a:gs>
                  </a:gsLst>
                  <a:path path="rect">
                    <a:fillToRect r="100000" b="100000"/>
                  </a:path>
                  <a:tileRect/>
                </a:gra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391" name="Rectangle 288"/>
                <p:cNvSpPr/>
                <p:nvPr/>
              </p:nvSpPr>
              <p:spPr>
                <a:xfrm>
                  <a:off x="3858" y="2310"/>
                  <a:ext cx="79" cy="18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392" name="Line 289"/>
              <p:cNvSpPr/>
              <p:nvPr/>
            </p:nvSpPr>
            <p:spPr>
              <a:xfrm>
                <a:off x="2372" y="1562"/>
                <a:ext cx="366" cy="0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triangle" w="med" len="lg"/>
              </a:ln>
            </p:spPr>
          </p:sp>
        </p:grpSp>
        <p:sp>
          <p:nvSpPr>
            <p:cNvPr id="14393" name="WordArt 290"/>
            <p:cNvSpPr>
              <a:spLocks noTextEdit="1"/>
            </p:cNvSpPr>
            <p:nvPr/>
          </p:nvSpPr>
          <p:spPr>
            <a:xfrm>
              <a:off x="2479" y="1656"/>
              <a:ext cx="190" cy="11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4394" name="WordArt 291"/>
            <p:cNvSpPr>
              <a:spLocks noTextEdit="1"/>
            </p:cNvSpPr>
            <p:nvPr/>
          </p:nvSpPr>
          <p:spPr>
            <a:xfrm>
              <a:off x="2301" y="1549"/>
              <a:ext cx="85" cy="1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395" name="WordArt 292"/>
            <p:cNvSpPr>
              <a:spLocks noTextEdit="1"/>
            </p:cNvSpPr>
            <p:nvPr/>
          </p:nvSpPr>
          <p:spPr>
            <a:xfrm>
              <a:off x="2292" y="1754"/>
              <a:ext cx="97" cy="10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396" name="Line 293"/>
            <p:cNvSpPr/>
            <p:nvPr/>
          </p:nvSpPr>
          <p:spPr>
            <a:xfrm>
              <a:off x="2226" y="1704"/>
              <a:ext cx="23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97" name="WordArt 294"/>
            <p:cNvSpPr>
              <a:spLocks noTextEdit="1"/>
            </p:cNvSpPr>
            <p:nvPr/>
          </p:nvSpPr>
          <p:spPr>
            <a:xfrm>
              <a:off x="2879" y="1708"/>
              <a:ext cx="72" cy="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398" name="WordArt 295"/>
            <p:cNvSpPr>
              <a:spLocks noTextEdit="1"/>
            </p:cNvSpPr>
            <p:nvPr/>
          </p:nvSpPr>
          <p:spPr>
            <a:xfrm>
              <a:off x="2721" y="1659"/>
              <a:ext cx="145" cy="1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Book Antiqua" panose="02040602050305030304" charset="0"/>
                  <a:ea typeface="Book Antiqua" panose="02040602050305030304" charset="0"/>
                </a:rPr>
                <a:t>v</a:t>
              </a:r>
            </a:p>
          </p:txBody>
        </p:sp>
        <p:sp>
          <p:nvSpPr>
            <p:cNvPr id="14399" name="WordArt 296"/>
            <p:cNvSpPr>
              <a:spLocks noTextEdit="1"/>
            </p:cNvSpPr>
            <p:nvPr/>
          </p:nvSpPr>
          <p:spPr>
            <a:xfrm>
              <a:off x="2903" y="1582"/>
              <a:ext cx="79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400" name="WordArt 297"/>
            <p:cNvSpPr>
              <a:spLocks noTextEdit="1"/>
            </p:cNvSpPr>
            <p:nvPr/>
          </p:nvSpPr>
          <p:spPr>
            <a:xfrm>
              <a:off x="2119" y="2028"/>
              <a:ext cx="859" cy="16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光电子最大初动能</a:t>
              </a:r>
            </a:p>
          </p:txBody>
        </p:sp>
      </p:grpSp>
      <p:grpSp>
        <p:nvGrpSpPr>
          <p:cNvPr id="68" name="Group 463"/>
          <p:cNvGrpSpPr/>
          <p:nvPr/>
        </p:nvGrpSpPr>
        <p:grpSpPr>
          <a:xfrm>
            <a:off x="6019800" y="4749800"/>
            <a:ext cx="2301875" cy="798513"/>
            <a:chOff x="3401" y="718"/>
            <a:chExt cx="1716" cy="556"/>
          </a:xfrm>
        </p:grpSpPr>
        <p:sp>
          <p:nvSpPr>
            <p:cNvPr id="14402" name="WordArt 306"/>
            <p:cNvSpPr>
              <a:spLocks noTextEdit="1"/>
            </p:cNvSpPr>
            <p:nvPr/>
          </p:nvSpPr>
          <p:spPr>
            <a:xfrm>
              <a:off x="3710" y="718"/>
              <a:ext cx="1071" cy="1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rgbClr val="008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能量守恒</a:t>
              </a:r>
            </a:p>
          </p:txBody>
        </p:sp>
        <p:grpSp>
          <p:nvGrpSpPr>
            <p:cNvPr id="14403" name="Group 325"/>
            <p:cNvGrpSpPr/>
            <p:nvPr/>
          </p:nvGrpSpPr>
          <p:grpSpPr>
            <a:xfrm>
              <a:off x="3401" y="968"/>
              <a:ext cx="1716" cy="306"/>
              <a:chOff x="3294" y="968"/>
              <a:chExt cx="1716" cy="306"/>
            </a:xfrm>
          </p:grpSpPr>
          <p:grpSp>
            <p:nvGrpSpPr>
              <p:cNvPr id="14404" name="Group 307"/>
              <p:cNvGrpSpPr/>
              <p:nvPr/>
            </p:nvGrpSpPr>
            <p:grpSpPr>
              <a:xfrm>
                <a:off x="3294" y="1040"/>
                <a:ext cx="275" cy="200"/>
                <a:chOff x="1036" y="1830"/>
                <a:chExt cx="355" cy="265"/>
              </a:xfrm>
            </p:grpSpPr>
            <p:sp>
              <p:nvSpPr>
                <p:cNvPr id="14405" name="WordArt 308"/>
                <p:cNvSpPr>
                  <a:spLocks noTextEdit="1"/>
                </p:cNvSpPr>
                <p:nvPr/>
              </p:nvSpPr>
              <p:spPr>
                <a:xfrm>
                  <a:off x="1239" y="1908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4406" name="WordArt 309"/>
                <p:cNvSpPr>
                  <a:spLocks noTextEdit="1"/>
                </p:cNvSpPr>
                <p:nvPr/>
              </p:nvSpPr>
              <p:spPr>
                <a:xfrm>
                  <a:off x="1036" y="1830"/>
                  <a:ext cx="166" cy="2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</p:grpSp>
          <p:grpSp>
            <p:nvGrpSpPr>
              <p:cNvPr id="14407" name="Group 310"/>
              <p:cNvGrpSpPr/>
              <p:nvPr/>
            </p:nvGrpSpPr>
            <p:grpSpPr>
              <a:xfrm>
                <a:off x="3699" y="1106"/>
                <a:ext cx="163" cy="69"/>
                <a:chOff x="2100" y="3050"/>
                <a:chExt cx="267" cy="103"/>
              </a:xfrm>
            </p:grpSpPr>
            <p:sp>
              <p:nvSpPr>
                <p:cNvPr id="14408" name="Line 311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09" name="Line 312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0" name="Group 313"/>
              <p:cNvGrpSpPr/>
              <p:nvPr/>
            </p:nvGrpSpPr>
            <p:grpSpPr>
              <a:xfrm>
                <a:off x="3929" y="1013"/>
                <a:ext cx="193" cy="213"/>
                <a:chOff x="1554" y="1732"/>
                <a:chExt cx="353" cy="328"/>
              </a:xfrm>
            </p:grpSpPr>
            <p:sp>
              <p:nvSpPr>
                <p:cNvPr id="14411" name="WordArt 314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4412" name="WordArt 315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14413" name="WordArt 316"/>
              <p:cNvSpPr>
                <a:spLocks noTextEdit="1"/>
              </p:cNvSpPr>
              <p:nvPr/>
            </p:nvSpPr>
            <p:spPr>
              <a:xfrm>
                <a:off x="4260" y="1050"/>
                <a:ext cx="116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</a:p>
            </p:txBody>
          </p:sp>
          <p:grpSp>
            <p:nvGrpSpPr>
              <p:cNvPr id="14414" name="Group 317"/>
              <p:cNvGrpSpPr/>
              <p:nvPr/>
            </p:nvGrpSpPr>
            <p:grpSpPr>
              <a:xfrm>
                <a:off x="4489" y="968"/>
                <a:ext cx="521" cy="306"/>
                <a:chOff x="3053" y="716"/>
                <a:chExt cx="602" cy="323"/>
              </a:xfrm>
            </p:grpSpPr>
            <p:sp>
              <p:nvSpPr>
                <p:cNvPr id="14415" name="WordArt 318"/>
                <p:cNvSpPr>
                  <a:spLocks noTextEdit="1"/>
                </p:cNvSpPr>
                <p:nvPr/>
              </p:nvSpPr>
              <p:spPr>
                <a:xfrm>
                  <a:off x="3254" y="827"/>
                  <a:ext cx="15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14416" name="WordArt 319"/>
                <p:cNvSpPr>
                  <a:spLocks noTextEdit="1"/>
                </p:cNvSpPr>
                <p:nvPr/>
              </p:nvSpPr>
              <p:spPr>
                <a:xfrm>
                  <a:off x="3100" y="716"/>
                  <a:ext cx="68" cy="11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14417" name="WordArt 320"/>
                <p:cNvSpPr>
                  <a:spLocks noTextEdit="1"/>
                </p:cNvSpPr>
                <p:nvPr/>
              </p:nvSpPr>
              <p:spPr>
                <a:xfrm>
                  <a:off x="3098" y="928"/>
                  <a:ext cx="78" cy="11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14418" name="Line 321"/>
                <p:cNvSpPr/>
                <p:nvPr/>
              </p:nvSpPr>
              <p:spPr>
                <a:xfrm>
                  <a:off x="3053" y="876"/>
                  <a:ext cx="19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19" name="WordArt 322"/>
                <p:cNvSpPr>
                  <a:spLocks noTextEdit="1"/>
                </p:cNvSpPr>
                <p:nvPr/>
              </p:nvSpPr>
              <p:spPr>
                <a:xfrm>
                  <a:off x="3573" y="880"/>
                  <a:ext cx="58" cy="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14420" name="WordArt 323"/>
                <p:cNvSpPr>
                  <a:spLocks noTextEdit="1"/>
                </p:cNvSpPr>
                <p:nvPr/>
              </p:nvSpPr>
              <p:spPr>
                <a:xfrm>
                  <a:off x="3448" y="829"/>
                  <a:ext cx="115" cy="11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 Antiqua" panose="02040602050305030304" charset="0"/>
                      <a:ea typeface="Book Antiqua" panose="02040602050305030304" charset="0"/>
                    </a:rPr>
                    <a:t>v</a:t>
                  </a:r>
                </a:p>
              </p:txBody>
            </p:sp>
            <p:sp>
              <p:nvSpPr>
                <p:cNvPr id="14421" name="WordArt 324"/>
                <p:cNvSpPr>
                  <a:spLocks noTextEdit="1"/>
                </p:cNvSpPr>
                <p:nvPr/>
              </p:nvSpPr>
              <p:spPr>
                <a:xfrm>
                  <a:off x="3592" y="750"/>
                  <a:ext cx="63" cy="7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</p:grpSp>
      </p:grpSp>
      <p:sp>
        <p:nvSpPr>
          <p:cNvPr id="89" name="TextBox 240"/>
          <p:cNvSpPr txBox="1">
            <a:spLocks noChangeArrowheads="1"/>
          </p:cNvSpPr>
          <p:nvPr/>
        </p:nvSpPr>
        <p:spPr bwMode="auto">
          <a:xfrm>
            <a:off x="276225" y="2043113"/>
            <a:ext cx="461327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在光电效应中，</a:t>
            </a:r>
            <a:r>
              <a:rPr kumimoji="1" lang="zh-CN" altLang="en-US" sz="2400" b="1" i="0" u="sng" strike="noStrike" kern="1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入射光</a:t>
            </a:r>
            <a:r>
              <a:rPr kumimoji="1" lang="zh-CN" altLang="en-US" sz="2400" b="0" i="0" u="sng" strike="noStrike" kern="1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为</a:t>
            </a:r>
            <a:r>
              <a:rPr kumimoji="1" lang="zh-CN" altLang="en-US" sz="2400" b="1" i="0" u="sng" strike="noStrike" kern="1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可见光</a:t>
            </a:r>
            <a:r>
              <a:rPr kumimoji="1" lang="zh-CN" altLang="en-US" sz="2400" b="0" i="0" u="sng" strike="noStrike" kern="1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或</a:t>
            </a:r>
            <a:r>
              <a:rPr kumimoji="1" lang="zh-CN" altLang="en-US" sz="2400" b="1" i="0" u="sng" strike="noStrike" kern="1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紫外线</a:t>
            </a:r>
            <a:r>
              <a:rPr kumimoji="1" lang="zh-CN" altLang="en-US" sz="2400" b="0" i="0" u="none" strike="noStrike" kern="1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，其光子</a:t>
            </a:r>
            <a:r>
              <a:rPr kumimoji="1" lang="zh-CN" altLang="en-US" sz="2400" b="0" i="0" u="none" strike="noStrike" kern="10" cap="none" spc="0" normalizeH="0" baseline="0" noProof="0" dirty="0">
                <a:ln w="9525">
                  <a:noFill/>
                  <a:round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能量为</a:t>
            </a:r>
            <a:r>
              <a:rPr kumimoji="1" lang="en-US" altLang="zh-CN" sz="2400" b="0" i="0" u="none" strike="noStrike" kern="10" cap="none" spc="0" normalizeH="0" baseline="0" noProof="0" dirty="0">
                <a:ln w="9525">
                  <a:noFill/>
                  <a:round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eV</a:t>
            </a:r>
            <a:r>
              <a:rPr kumimoji="1" lang="zh-CN" altLang="zh-CN" sz="2400" b="0" i="0" u="none" strike="noStrike" kern="10" cap="none" spc="0" normalizeH="0" baseline="0" noProof="0" dirty="0">
                <a:ln w="9525">
                  <a:noFill/>
                  <a:round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数量级，</a:t>
            </a:r>
            <a:r>
              <a:rPr kumimoji="1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与原子中电子的束缚能相差不大，</a:t>
            </a:r>
            <a:r>
              <a:rPr kumimoji="1" lang="zh-CN" altLang="en-US" sz="2400" b="0" i="0" u="sng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原子中电子处于</a:t>
            </a:r>
            <a:r>
              <a:rPr kumimoji="1" lang="zh-CN" altLang="en-US" sz="2400" b="1" i="0" u="sng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束缚态</a:t>
            </a:r>
            <a:r>
              <a:rPr kumimoji="1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r>
              <a:rPr kumimoji="1" lang="zh-CN" altLang="zh-CN" sz="2400" b="0" i="0" u="none" strike="noStrike" kern="10" cap="none" spc="0" normalizeH="0" baseline="0" noProof="0" dirty="0">
                <a:ln w="9525">
                  <a:noFill/>
                  <a:round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kumimoji="1" lang="en-US" altLang="zh-CN" sz="2400" b="0" i="0" u="none" strike="noStrike" kern="10" cap="none" spc="0" normalizeH="0" baseline="0" noProof="0" dirty="0">
                <a:ln w="9525">
                  <a:noFill/>
                  <a:round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5913" y="3751263"/>
            <a:ext cx="45339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光子与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处于束缚态的电子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发生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完全非弹性碰撞</a:t>
            </a:r>
            <a:r>
              <a:rPr lang="zh-CN" altLang="en-US" sz="2400" dirty="0"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，电子吸收光子，光子能量全部交给电子使之逸出，并具有初动能。   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6225" y="5421313"/>
            <a:ext cx="4710113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        </a:t>
            </a:r>
            <a:r>
              <a:rPr lang="zh-CN" altLang="en-US" sz="2400" dirty="0"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碰撞过程中，光子与电子组成的系统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动量不守恒</a:t>
            </a:r>
            <a:r>
              <a:rPr lang="zh-CN" altLang="en-US" sz="2400" dirty="0"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能量守恒</a:t>
            </a:r>
            <a:r>
              <a:rPr lang="zh-CN" altLang="en-US" sz="2400" dirty="0"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rPr>
              <a:t>。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4559300" y="3484563"/>
            <a:ext cx="1646238" cy="458787"/>
            <a:chOff x="4886077" y="2004966"/>
            <a:chExt cx="1646061" cy="457127"/>
          </a:xfrm>
        </p:grpSpPr>
        <p:sp>
          <p:nvSpPr>
            <p:cNvPr id="14426" name="矩形 91"/>
            <p:cNvSpPr/>
            <p:nvPr/>
          </p:nvSpPr>
          <p:spPr>
            <a:xfrm>
              <a:off x="6091823" y="2004966"/>
              <a:ext cx="440315" cy="446409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427" name="直接箭头连接符 92"/>
            <p:cNvCxnSpPr/>
            <p:nvPr/>
          </p:nvCxnSpPr>
          <p:spPr>
            <a:xfrm flipH="1" flipV="1">
              <a:off x="4886077" y="2079004"/>
              <a:ext cx="1333011" cy="383089"/>
            </a:xfrm>
            <a:prstGeom prst="straightConnector1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89" grpId="1"/>
      <p:bldP spid="5" grpId="0"/>
      <p:bldP spid="5" grpId="1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73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252413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光电方程</a:t>
            </a:r>
          </a:p>
        </p:txBody>
      </p:sp>
      <p:sp>
        <p:nvSpPr>
          <p:cNvPr id="15362" name="Rectangle 304" descr="羊皮纸"/>
          <p:cNvSpPr/>
          <p:nvPr/>
        </p:nvSpPr>
        <p:spPr>
          <a:xfrm>
            <a:off x="0" y="0"/>
            <a:ext cx="9144000" cy="1778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Rectangle 305" descr="羊皮纸"/>
          <p:cNvSpPr/>
          <p:nvPr/>
        </p:nvSpPr>
        <p:spPr>
          <a:xfrm>
            <a:off x="0" y="6680200"/>
            <a:ext cx="9144000" cy="1778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4" name="Rectangle 326" descr="羊皮纸"/>
          <p:cNvSpPr/>
          <p:nvPr/>
        </p:nvSpPr>
        <p:spPr>
          <a:xfrm>
            <a:off x="25400" y="3124200"/>
            <a:ext cx="3540125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" name="Group 468"/>
          <p:cNvGrpSpPr/>
          <p:nvPr/>
        </p:nvGrpSpPr>
        <p:grpSpPr>
          <a:xfrm>
            <a:off x="3617913" y="846138"/>
            <a:ext cx="5081587" cy="377825"/>
            <a:chOff x="2382" y="3809"/>
            <a:chExt cx="3201" cy="238"/>
          </a:xfrm>
        </p:grpSpPr>
        <p:sp>
          <p:nvSpPr>
            <p:cNvPr id="15366" name="WordArt 237"/>
            <p:cNvSpPr>
              <a:spLocks noTextEdit="1"/>
            </p:cNvSpPr>
            <p:nvPr/>
          </p:nvSpPr>
          <p:spPr>
            <a:xfrm>
              <a:off x="2382" y="3848"/>
              <a:ext cx="504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红限频率</a:t>
              </a:r>
            </a:p>
          </p:txBody>
        </p:sp>
        <p:grpSp>
          <p:nvGrpSpPr>
            <p:cNvPr id="15367" name="Group 460"/>
            <p:cNvGrpSpPr/>
            <p:nvPr/>
          </p:nvGrpSpPr>
          <p:grpSpPr>
            <a:xfrm>
              <a:off x="3019" y="3823"/>
              <a:ext cx="876" cy="203"/>
              <a:chOff x="3019" y="3823"/>
              <a:chExt cx="876" cy="203"/>
            </a:xfrm>
          </p:grpSpPr>
          <p:grpSp>
            <p:nvGrpSpPr>
              <p:cNvPr id="15368" name="Group 256"/>
              <p:cNvGrpSpPr/>
              <p:nvPr/>
            </p:nvGrpSpPr>
            <p:grpSpPr>
              <a:xfrm>
                <a:off x="3019" y="3878"/>
                <a:ext cx="162" cy="148"/>
                <a:chOff x="2152" y="3542"/>
                <a:chExt cx="204" cy="175"/>
              </a:xfrm>
            </p:grpSpPr>
            <p:sp>
              <p:nvSpPr>
                <p:cNvPr id="15369" name="WordArt 257"/>
                <p:cNvSpPr>
                  <a:spLocks noTextEdit="1"/>
                </p:cNvSpPr>
                <p:nvPr/>
              </p:nvSpPr>
              <p:spPr>
                <a:xfrm>
                  <a:off x="2152" y="3542"/>
                  <a:ext cx="130" cy="15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5370" name="WordArt 258"/>
                <p:cNvSpPr>
                  <a:spLocks noTextEdit="1"/>
                </p:cNvSpPr>
                <p:nvPr/>
              </p:nvSpPr>
              <p:spPr>
                <a:xfrm>
                  <a:off x="2274" y="3625"/>
                  <a:ext cx="82" cy="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15371" name="Group 259"/>
              <p:cNvGrpSpPr/>
              <p:nvPr/>
            </p:nvGrpSpPr>
            <p:grpSpPr>
              <a:xfrm>
                <a:off x="3245" y="3901"/>
                <a:ext cx="157" cy="56"/>
                <a:chOff x="1260" y="2371"/>
                <a:chExt cx="151" cy="53"/>
              </a:xfrm>
            </p:grpSpPr>
            <p:sp>
              <p:nvSpPr>
                <p:cNvPr id="15372" name="Line 26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3" name="Line 26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74" name="Group 439"/>
              <p:cNvGrpSpPr/>
              <p:nvPr/>
            </p:nvGrpSpPr>
            <p:grpSpPr>
              <a:xfrm>
                <a:off x="3460" y="3823"/>
                <a:ext cx="183" cy="171"/>
                <a:chOff x="1554" y="1732"/>
                <a:chExt cx="353" cy="328"/>
              </a:xfrm>
            </p:grpSpPr>
            <p:sp>
              <p:nvSpPr>
                <p:cNvPr id="15375" name="WordArt 440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5376" name="WordArt 441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15377" name="Line 442"/>
              <p:cNvSpPr/>
              <p:nvPr/>
            </p:nvSpPr>
            <p:spPr>
              <a:xfrm flipH="1">
                <a:off x="3664" y="3824"/>
                <a:ext cx="107" cy="17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78" name="WordArt 443"/>
              <p:cNvSpPr>
                <a:spLocks noTextEdit="1"/>
              </p:cNvSpPr>
              <p:nvPr/>
            </p:nvSpPr>
            <p:spPr>
              <a:xfrm>
                <a:off x="3780" y="3823"/>
                <a:ext cx="115" cy="18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15379" name="WordArt 444"/>
            <p:cNvSpPr>
              <a:spLocks noTextEdit="1"/>
            </p:cNvSpPr>
            <p:nvPr/>
          </p:nvSpPr>
          <p:spPr>
            <a:xfrm>
              <a:off x="4178" y="3824"/>
              <a:ext cx="504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红限波长</a:t>
              </a:r>
            </a:p>
          </p:txBody>
        </p:sp>
        <p:sp>
          <p:nvSpPr>
            <p:cNvPr id="15380" name="WordArt 456"/>
            <p:cNvSpPr>
              <a:spLocks noTextEdit="1"/>
            </p:cNvSpPr>
            <p:nvPr/>
          </p:nvSpPr>
          <p:spPr>
            <a:xfrm>
              <a:off x="3990" y="3936"/>
              <a:ext cx="35" cy="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</a:p>
          </p:txBody>
        </p:sp>
        <p:grpSp>
          <p:nvGrpSpPr>
            <p:cNvPr id="15381" name="Group 461"/>
            <p:cNvGrpSpPr/>
            <p:nvPr/>
          </p:nvGrpSpPr>
          <p:grpSpPr>
            <a:xfrm>
              <a:off x="4688" y="3809"/>
              <a:ext cx="895" cy="238"/>
              <a:chOff x="4688" y="3809"/>
              <a:chExt cx="895" cy="238"/>
            </a:xfrm>
          </p:grpSpPr>
          <p:sp>
            <p:nvSpPr>
              <p:cNvPr id="15382" name="WordArt 447"/>
              <p:cNvSpPr>
                <a:spLocks noTextEdit="1"/>
              </p:cNvSpPr>
              <p:nvPr/>
            </p:nvSpPr>
            <p:spPr>
              <a:xfrm>
                <a:off x="4903" y="3900"/>
                <a:ext cx="65" cy="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5383" name="WordArt 448"/>
              <p:cNvSpPr>
                <a:spLocks noTextEdit="1"/>
              </p:cNvSpPr>
              <p:nvPr/>
            </p:nvSpPr>
            <p:spPr>
              <a:xfrm>
                <a:off x="4688" y="3840"/>
                <a:ext cx="191" cy="1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3968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grpSp>
            <p:nvGrpSpPr>
              <p:cNvPr id="15384" name="Group 449"/>
              <p:cNvGrpSpPr/>
              <p:nvPr/>
            </p:nvGrpSpPr>
            <p:grpSpPr>
              <a:xfrm>
                <a:off x="5033" y="3892"/>
                <a:ext cx="157" cy="56"/>
                <a:chOff x="1260" y="2371"/>
                <a:chExt cx="151" cy="53"/>
              </a:xfrm>
            </p:grpSpPr>
            <p:sp>
              <p:nvSpPr>
                <p:cNvPr id="15385" name="Line 45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6" name="Line 45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5387" name="Line 452"/>
              <p:cNvSpPr/>
              <p:nvPr/>
            </p:nvSpPr>
            <p:spPr>
              <a:xfrm flipH="1">
                <a:off x="5268" y="3809"/>
                <a:ext cx="169" cy="22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5388" name="Group 453"/>
              <p:cNvGrpSpPr/>
              <p:nvPr/>
            </p:nvGrpSpPr>
            <p:grpSpPr>
              <a:xfrm>
                <a:off x="5421" y="3899"/>
                <a:ext cx="162" cy="148"/>
                <a:chOff x="2152" y="3542"/>
                <a:chExt cx="204" cy="175"/>
              </a:xfrm>
            </p:grpSpPr>
            <p:sp>
              <p:nvSpPr>
                <p:cNvPr id="15389" name="WordArt 454"/>
                <p:cNvSpPr>
                  <a:spLocks noTextEdit="1"/>
                </p:cNvSpPr>
                <p:nvPr/>
              </p:nvSpPr>
              <p:spPr>
                <a:xfrm>
                  <a:off x="2152" y="3542"/>
                  <a:ext cx="130" cy="15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5390" name="WordArt 455"/>
                <p:cNvSpPr>
                  <a:spLocks noTextEdit="1"/>
                </p:cNvSpPr>
                <p:nvPr/>
              </p:nvSpPr>
              <p:spPr>
                <a:xfrm>
                  <a:off x="2274" y="3625"/>
                  <a:ext cx="82" cy="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5391" name="WordArt 457"/>
              <p:cNvSpPr>
                <a:spLocks noTextEdit="1"/>
              </p:cNvSpPr>
              <p:nvPr/>
            </p:nvSpPr>
            <p:spPr>
              <a:xfrm>
                <a:off x="5237" y="3831"/>
                <a:ext cx="80" cy="1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</p:grpSp>
      </p:grpSp>
      <p:sp>
        <p:nvSpPr>
          <p:cNvPr id="15392" name="Rectangle 386" descr="羊皮纸"/>
          <p:cNvSpPr/>
          <p:nvPr/>
        </p:nvSpPr>
        <p:spPr>
          <a:xfrm>
            <a:off x="3492500" y="244475"/>
            <a:ext cx="125413" cy="2840038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471"/>
          <p:cNvGrpSpPr/>
          <p:nvPr/>
        </p:nvGrpSpPr>
        <p:grpSpPr>
          <a:xfrm>
            <a:off x="3895725" y="279400"/>
            <a:ext cx="4498975" cy="379413"/>
            <a:chOff x="2440" y="3428"/>
            <a:chExt cx="2834" cy="239"/>
          </a:xfrm>
        </p:grpSpPr>
        <p:grpSp>
          <p:nvGrpSpPr>
            <p:cNvPr id="15394" name="Group 467"/>
            <p:cNvGrpSpPr/>
            <p:nvPr/>
          </p:nvGrpSpPr>
          <p:grpSpPr>
            <a:xfrm>
              <a:off x="2440" y="3432"/>
              <a:ext cx="2834" cy="235"/>
              <a:chOff x="2440" y="3432"/>
              <a:chExt cx="2834" cy="235"/>
            </a:xfrm>
          </p:grpSpPr>
          <p:sp>
            <p:nvSpPr>
              <p:cNvPr id="15395" name="WordArt 364"/>
              <p:cNvSpPr>
                <a:spLocks noTextEdit="1"/>
              </p:cNvSpPr>
              <p:nvPr/>
            </p:nvSpPr>
            <p:spPr>
              <a:xfrm>
                <a:off x="3072" y="3476"/>
                <a:ext cx="73" cy="1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5396" name="WordArt 365"/>
              <p:cNvSpPr>
                <a:spLocks noTextEdit="1"/>
              </p:cNvSpPr>
              <p:nvPr/>
            </p:nvSpPr>
            <p:spPr>
              <a:xfrm>
                <a:off x="3266" y="3490"/>
                <a:ext cx="156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即</a:t>
                </a:r>
              </a:p>
            </p:txBody>
          </p:sp>
          <p:grpSp>
            <p:nvGrpSpPr>
              <p:cNvPr id="15397" name="Group 366"/>
              <p:cNvGrpSpPr/>
              <p:nvPr/>
            </p:nvGrpSpPr>
            <p:grpSpPr>
              <a:xfrm>
                <a:off x="2440" y="3440"/>
                <a:ext cx="398" cy="227"/>
                <a:chOff x="1929" y="687"/>
                <a:chExt cx="489" cy="250"/>
              </a:xfrm>
            </p:grpSpPr>
            <p:sp>
              <p:nvSpPr>
                <p:cNvPr id="15398" name="WordArt 367"/>
                <p:cNvSpPr>
                  <a:spLocks noTextEdit="1"/>
                </p:cNvSpPr>
                <p:nvPr/>
              </p:nvSpPr>
              <p:spPr>
                <a:xfrm>
                  <a:off x="1959" y="844"/>
                  <a:ext cx="81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5399" name="WordArt 368"/>
                <p:cNvSpPr>
                  <a:spLocks noTextEdit="1"/>
                </p:cNvSpPr>
                <p:nvPr/>
              </p:nvSpPr>
              <p:spPr>
                <a:xfrm>
                  <a:off x="1968" y="687"/>
                  <a:ext cx="60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5400" name="Line 369"/>
                <p:cNvSpPr/>
                <p:nvPr/>
              </p:nvSpPr>
              <p:spPr>
                <a:xfrm>
                  <a:off x="1929" y="812"/>
                  <a:ext cx="14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1" name="WordArt 370"/>
                <p:cNvSpPr>
                  <a:spLocks noTextEdit="1"/>
                </p:cNvSpPr>
                <p:nvPr/>
              </p:nvSpPr>
              <p:spPr>
                <a:xfrm>
                  <a:off x="2109" y="762"/>
                  <a:ext cx="136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15402" name="WordArt 371"/>
                <p:cNvSpPr>
                  <a:spLocks noTextEdit="1"/>
                </p:cNvSpPr>
                <p:nvPr/>
              </p:nvSpPr>
              <p:spPr>
                <a:xfrm>
                  <a:off x="2280" y="759"/>
                  <a:ext cx="90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 Antiqua" panose="02040602050305030304" charset="0"/>
                      <a:ea typeface="Book Antiqua" panose="02040602050305030304" charset="0"/>
                    </a:rPr>
                    <a:t>v</a:t>
                  </a:r>
                </a:p>
              </p:txBody>
            </p:sp>
            <p:sp>
              <p:nvSpPr>
                <p:cNvPr id="15403" name="WordArt 372"/>
                <p:cNvSpPr>
                  <a:spLocks noTextEdit="1"/>
                </p:cNvSpPr>
                <p:nvPr/>
              </p:nvSpPr>
              <p:spPr>
                <a:xfrm>
                  <a:off x="2382" y="842"/>
                  <a:ext cx="36" cy="6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15404" name="Group 373"/>
              <p:cNvGrpSpPr/>
              <p:nvPr/>
            </p:nvGrpSpPr>
            <p:grpSpPr>
              <a:xfrm flipH="1">
                <a:off x="2887" y="3500"/>
                <a:ext cx="124" cy="117"/>
                <a:chOff x="2842" y="1429"/>
                <a:chExt cx="152" cy="133"/>
              </a:xfrm>
            </p:grpSpPr>
            <p:sp>
              <p:nvSpPr>
                <p:cNvPr id="15405" name="Freeform 374"/>
                <p:cNvSpPr/>
                <p:nvPr/>
              </p:nvSpPr>
              <p:spPr>
                <a:xfrm>
                  <a:off x="2860" y="1429"/>
                  <a:ext cx="134" cy="97"/>
                </a:xfrm>
                <a:custGeom>
                  <a:avLst/>
                  <a:gdLst/>
                  <a:ahLst/>
                  <a:cxnLst>
                    <a:cxn ang="0">
                      <a:pos x="31" y="0"/>
                    </a:cxn>
                    <a:cxn ang="0">
                      <a:pos x="0" y="8"/>
                    </a:cxn>
                    <a:cxn ang="0">
                      <a:pos x="31" y="16"/>
                    </a:cxn>
                  </a:cxnLst>
                  <a:rect l="0" t="0" r="0" b="0"/>
                  <a:pathLst>
                    <a:path w="576" h="576">
                      <a:moveTo>
                        <a:pt x="576" y="0"/>
                      </a:moveTo>
                      <a:lnTo>
                        <a:pt x="0" y="299"/>
                      </a:lnTo>
                      <a:lnTo>
                        <a:pt x="576" y="5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6" name="Line 375"/>
                <p:cNvSpPr/>
                <p:nvPr/>
              </p:nvSpPr>
              <p:spPr>
                <a:xfrm>
                  <a:off x="2842" y="1508"/>
                  <a:ext cx="136" cy="5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5407" name="WordArt 376"/>
              <p:cNvSpPr>
                <a:spLocks noTextEdit="1"/>
              </p:cNvSpPr>
              <p:nvPr/>
            </p:nvSpPr>
            <p:spPr>
              <a:xfrm>
                <a:off x="4305" y="3457"/>
                <a:ext cx="969" cy="1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才有光电效应</a:t>
                </a:r>
              </a:p>
            </p:txBody>
          </p:sp>
          <p:sp>
            <p:nvSpPr>
              <p:cNvPr id="15408" name="WordArt 430"/>
              <p:cNvSpPr>
                <a:spLocks noTextEdit="1"/>
              </p:cNvSpPr>
              <p:nvPr/>
            </p:nvSpPr>
            <p:spPr>
              <a:xfrm>
                <a:off x="3709" y="3487"/>
                <a:ext cx="106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5409" name="WordArt 431"/>
              <p:cNvSpPr>
                <a:spLocks noTextEdit="1"/>
              </p:cNvSpPr>
              <p:nvPr/>
            </p:nvSpPr>
            <p:spPr>
              <a:xfrm>
                <a:off x="3568" y="3432"/>
                <a:ext cx="115" cy="18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15410" name="Group 432"/>
              <p:cNvGrpSpPr/>
              <p:nvPr/>
            </p:nvGrpSpPr>
            <p:grpSpPr>
              <a:xfrm>
                <a:off x="3968" y="3449"/>
                <a:ext cx="206" cy="171"/>
                <a:chOff x="1554" y="1732"/>
                <a:chExt cx="353" cy="328"/>
              </a:xfrm>
            </p:grpSpPr>
            <p:sp>
              <p:nvSpPr>
                <p:cNvPr id="15411" name="WordArt 433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5412" name="WordArt 434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15413" name="Group 436"/>
              <p:cNvGrpSpPr/>
              <p:nvPr/>
            </p:nvGrpSpPr>
            <p:grpSpPr>
              <a:xfrm flipH="1">
                <a:off x="3868" y="3474"/>
                <a:ext cx="124" cy="117"/>
                <a:chOff x="2842" y="1429"/>
                <a:chExt cx="152" cy="133"/>
              </a:xfrm>
            </p:grpSpPr>
            <p:sp>
              <p:nvSpPr>
                <p:cNvPr id="15414" name="Freeform 437"/>
                <p:cNvSpPr/>
                <p:nvPr/>
              </p:nvSpPr>
              <p:spPr>
                <a:xfrm>
                  <a:off x="2860" y="1429"/>
                  <a:ext cx="134" cy="97"/>
                </a:xfrm>
                <a:custGeom>
                  <a:avLst/>
                  <a:gdLst/>
                  <a:ahLst/>
                  <a:cxnLst>
                    <a:cxn ang="0">
                      <a:pos x="31" y="0"/>
                    </a:cxn>
                    <a:cxn ang="0">
                      <a:pos x="0" y="8"/>
                    </a:cxn>
                    <a:cxn ang="0">
                      <a:pos x="31" y="16"/>
                    </a:cxn>
                  </a:cxnLst>
                  <a:rect l="0" t="0" r="0" b="0"/>
                  <a:pathLst>
                    <a:path w="576" h="576">
                      <a:moveTo>
                        <a:pt x="576" y="0"/>
                      </a:moveTo>
                      <a:lnTo>
                        <a:pt x="0" y="299"/>
                      </a:lnTo>
                      <a:lnTo>
                        <a:pt x="576" y="5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5" name="Line 438"/>
                <p:cNvSpPr/>
                <p:nvPr/>
              </p:nvSpPr>
              <p:spPr>
                <a:xfrm>
                  <a:off x="2842" y="1508"/>
                  <a:ext cx="136" cy="5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5416" name="WordArt 470"/>
            <p:cNvSpPr>
              <a:spLocks noTextEdit="1"/>
            </p:cNvSpPr>
            <p:nvPr/>
          </p:nvSpPr>
          <p:spPr>
            <a:xfrm>
              <a:off x="2819" y="3428"/>
              <a:ext cx="51" cy="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" name="Group 195"/>
          <p:cNvGrpSpPr/>
          <p:nvPr/>
        </p:nvGrpSpPr>
        <p:grpSpPr>
          <a:xfrm>
            <a:off x="684213" y="1809750"/>
            <a:ext cx="677862" cy="649288"/>
            <a:chOff x="4072" y="896"/>
            <a:chExt cx="427" cy="409"/>
          </a:xfrm>
        </p:grpSpPr>
        <p:sp>
          <p:nvSpPr>
            <p:cNvPr id="15418" name="Line 168"/>
            <p:cNvSpPr/>
            <p:nvPr/>
          </p:nvSpPr>
          <p:spPr>
            <a:xfrm>
              <a:off x="4072" y="900"/>
              <a:ext cx="309" cy="312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grpSp>
          <p:nvGrpSpPr>
            <p:cNvPr id="15419" name="Group 169"/>
            <p:cNvGrpSpPr/>
            <p:nvPr/>
          </p:nvGrpSpPr>
          <p:grpSpPr>
            <a:xfrm>
              <a:off x="4201" y="889"/>
              <a:ext cx="196" cy="126"/>
              <a:chOff x="1036" y="1830"/>
              <a:chExt cx="355" cy="265"/>
            </a:xfrm>
          </p:grpSpPr>
          <p:sp>
            <p:nvSpPr>
              <p:cNvPr id="15420" name="WordArt 170"/>
              <p:cNvSpPr>
                <a:spLocks noTextEdit="1"/>
              </p:cNvSpPr>
              <p:nvPr/>
            </p:nvSpPr>
            <p:spPr>
              <a:xfrm>
                <a:off x="1239" y="1908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5421" name="WordArt 171"/>
              <p:cNvSpPr>
                <a:spLocks noTextEdit="1"/>
              </p:cNvSpPr>
              <p:nvPr/>
            </p:nvSpPr>
            <p:spPr>
              <a:xfrm>
                <a:off x="1036" y="1830"/>
                <a:ext cx="166" cy="2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15422" name="Oval 184"/>
            <p:cNvSpPr/>
            <p:nvPr/>
          </p:nvSpPr>
          <p:spPr>
            <a:xfrm>
              <a:off x="4351" y="1166"/>
              <a:ext cx="148" cy="13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97"/>
          <p:cNvGrpSpPr/>
          <p:nvPr/>
        </p:nvGrpSpPr>
        <p:grpSpPr>
          <a:xfrm>
            <a:off x="539750" y="1708150"/>
            <a:ext cx="2506663" cy="1257300"/>
            <a:chOff x="3981" y="832"/>
            <a:chExt cx="1579" cy="792"/>
          </a:xfrm>
        </p:grpSpPr>
        <p:grpSp>
          <p:nvGrpSpPr>
            <p:cNvPr id="15424" name="Group 193"/>
            <p:cNvGrpSpPr/>
            <p:nvPr/>
          </p:nvGrpSpPr>
          <p:grpSpPr>
            <a:xfrm>
              <a:off x="3981" y="832"/>
              <a:ext cx="980" cy="792"/>
              <a:chOff x="3981" y="832"/>
              <a:chExt cx="980" cy="792"/>
            </a:xfrm>
          </p:grpSpPr>
          <p:sp>
            <p:nvSpPr>
              <p:cNvPr id="15425" name="Rectangle 163"/>
              <p:cNvSpPr/>
              <p:nvPr/>
            </p:nvSpPr>
            <p:spPr>
              <a:xfrm>
                <a:off x="4830" y="832"/>
                <a:ext cx="131" cy="7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26" name="Rectangle 192"/>
              <p:cNvSpPr/>
              <p:nvPr/>
            </p:nvSpPr>
            <p:spPr>
              <a:xfrm>
                <a:off x="3981" y="1482"/>
                <a:ext cx="969" cy="138"/>
              </a:xfrm>
              <a:prstGeom prst="rect">
                <a:avLst/>
              </a:prstGeom>
              <a:solidFill>
                <a:srgbClr val="E3E2B4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27" name="Group 177"/>
            <p:cNvGrpSpPr/>
            <p:nvPr/>
          </p:nvGrpSpPr>
          <p:grpSpPr>
            <a:xfrm>
              <a:off x="4866" y="1054"/>
              <a:ext cx="694" cy="206"/>
              <a:chOff x="1413" y="1844"/>
              <a:chExt cx="957" cy="328"/>
            </a:xfrm>
          </p:grpSpPr>
          <p:grpSp>
            <p:nvGrpSpPr>
              <p:cNvPr id="15428" name="Group 178"/>
              <p:cNvGrpSpPr/>
              <p:nvPr/>
            </p:nvGrpSpPr>
            <p:grpSpPr>
              <a:xfrm>
                <a:off x="1413" y="1844"/>
                <a:ext cx="353" cy="328"/>
                <a:chOff x="1554" y="1732"/>
                <a:chExt cx="353" cy="328"/>
              </a:xfrm>
            </p:grpSpPr>
            <p:sp>
              <p:nvSpPr>
                <p:cNvPr id="15429" name="WordArt 179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5430" name="WordArt 180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15431" name="Group 181"/>
              <p:cNvGrpSpPr/>
              <p:nvPr/>
            </p:nvGrpSpPr>
            <p:grpSpPr>
              <a:xfrm>
                <a:off x="1806" y="1952"/>
                <a:ext cx="564" cy="161"/>
                <a:chOff x="367" y="1900"/>
                <a:chExt cx="564" cy="161"/>
              </a:xfrm>
            </p:grpSpPr>
            <p:sp>
              <p:nvSpPr>
                <p:cNvPr id="15432" name="WordArt 182"/>
                <p:cNvSpPr>
                  <a:spLocks noTextEdit="1"/>
                </p:cNvSpPr>
                <p:nvPr/>
              </p:nvSpPr>
              <p:spPr>
                <a:xfrm>
                  <a:off x="370" y="1900"/>
                  <a:ext cx="561" cy="1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</a:t>
                  </a:r>
                </a:p>
              </p:txBody>
            </p:sp>
            <p:sp>
              <p:nvSpPr>
                <p:cNvPr id="15433" name="WordArt 183"/>
                <p:cNvSpPr>
                  <a:spLocks noTextEdit="1"/>
                </p:cNvSpPr>
                <p:nvPr/>
              </p:nvSpPr>
              <p:spPr>
                <a:xfrm>
                  <a:off x="367" y="1903"/>
                  <a:ext cx="561" cy="1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</a:t>
                  </a:r>
                </a:p>
              </p:txBody>
            </p:sp>
          </p:grpSp>
        </p:grpSp>
      </p:grpSp>
      <p:grpSp>
        <p:nvGrpSpPr>
          <p:cNvPr id="5" name="Group 186"/>
          <p:cNvGrpSpPr/>
          <p:nvPr/>
        </p:nvGrpSpPr>
        <p:grpSpPr>
          <a:xfrm>
            <a:off x="1462088" y="2754313"/>
            <a:ext cx="227012" cy="193675"/>
            <a:chOff x="3850" y="2270"/>
            <a:chExt cx="107" cy="105"/>
          </a:xfrm>
        </p:grpSpPr>
        <p:sp>
          <p:nvSpPr>
            <p:cNvPr id="15435" name="Oval 187"/>
            <p:cNvSpPr/>
            <p:nvPr/>
          </p:nvSpPr>
          <p:spPr>
            <a:xfrm>
              <a:off x="3850" y="2270"/>
              <a:ext cx="107" cy="105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rgbClr val="000000"/>
                </a:gs>
              </a:gsLst>
              <a:path path="rect">
                <a:fillToRect r="100000" b="10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36" name="Rectangle 188"/>
            <p:cNvSpPr/>
            <p:nvPr/>
          </p:nvSpPr>
          <p:spPr>
            <a:xfrm>
              <a:off x="3858" y="2310"/>
              <a:ext cx="79" cy="1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198"/>
          <p:cNvGrpSpPr/>
          <p:nvPr/>
        </p:nvGrpSpPr>
        <p:grpSpPr>
          <a:xfrm>
            <a:off x="2403475" y="1368425"/>
            <a:ext cx="663575" cy="193675"/>
            <a:chOff x="5155" y="618"/>
            <a:chExt cx="418" cy="122"/>
          </a:xfrm>
        </p:grpSpPr>
        <p:grpSp>
          <p:nvGrpSpPr>
            <p:cNvPr id="15438" name="Group 174"/>
            <p:cNvGrpSpPr/>
            <p:nvPr/>
          </p:nvGrpSpPr>
          <p:grpSpPr>
            <a:xfrm>
              <a:off x="5323" y="632"/>
              <a:ext cx="250" cy="87"/>
              <a:chOff x="1740" y="1456"/>
              <a:chExt cx="346" cy="180"/>
            </a:xfrm>
          </p:grpSpPr>
          <p:sp>
            <p:nvSpPr>
              <p:cNvPr id="15439" name="Rectangle 175"/>
              <p:cNvSpPr/>
              <p:nvPr/>
            </p:nvSpPr>
            <p:spPr>
              <a:xfrm>
                <a:off x="1740" y="1456"/>
                <a:ext cx="112" cy="18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40" name="AutoShape 176"/>
              <p:cNvSpPr/>
              <p:nvPr/>
            </p:nvSpPr>
            <p:spPr>
              <a:xfrm>
                <a:off x="1762" y="1456"/>
                <a:ext cx="324" cy="180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8424" y="0"/>
                    </a:moveTo>
                    <a:lnTo>
                      <a:pt x="8424" y="4588"/>
                    </a:lnTo>
                    <a:lnTo>
                      <a:pt x="3375" y="4588"/>
                    </a:lnTo>
                    <a:lnTo>
                      <a:pt x="3375" y="17012"/>
                    </a:lnTo>
                    <a:lnTo>
                      <a:pt x="8424" y="17012"/>
                    </a:lnTo>
                    <a:lnTo>
                      <a:pt x="8424" y="21600"/>
                    </a:lnTo>
                    <a:lnTo>
                      <a:pt x="21600" y="10800"/>
                    </a:lnTo>
                    <a:lnTo>
                      <a:pt x="8424" y="0"/>
                    </a:lnTo>
                    <a:close/>
                  </a:path>
                  <a:path w="21600" h="21600">
                    <a:moveTo>
                      <a:pt x="1350" y="4588"/>
                    </a:moveTo>
                    <a:lnTo>
                      <a:pt x="1350" y="17012"/>
                    </a:lnTo>
                    <a:lnTo>
                      <a:pt x="2700" y="17012"/>
                    </a:lnTo>
                    <a:lnTo>
                      <a:pt x="2700" y="4588"/>
                    </a:lnTo>
                    <a:lnTo>
                      <a:pt x="1350" y="4588"/>
                    </a:lnTo>
                    <a:close/>
                  </a:path>
                  <a:path w="21600" h="21600">
                    <a:moveTo>
                      <a:pt x="0" y="4588"/>
                    </a:moveTo>
                    <a:lnTo>
                      <a:pt x="0" y="17012"/>
                    </a:lnTo>
                    <a:lnTo>
                      <a:pt x="675" y="17012"/>
                    </a:lnTo>
                    <a:lnTo>
                      <a:pt x="675" y="4588"/>
                    </a:lnTo>
                    <a:lnTo>
                      <a:pt x="0" y="4588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441" name="Group 189"/>
            <p:cNvGrpSpPr/>
            <p:nvPr/>
          </p:nvGrpSpPr>
          <p:grpSpPr>
            <a:xfrm>
              <a:off x="5155" y="618"/>
              <a:ext cx="143" cy="122"/>
              <a:chOff x="3850" y="2270"/>
              <a:chExt cx="107" cy="105"/>
            </a:xfrm>
          </p:grpSpPr>
          <p:sp>
            <p:nvSpPr>
              <p:cNvPr id="15442" name="Oval 190"/>
              <p:cNvSpPr/>
              <p:nvPr/>
            </p:nvSpPr>
            <p:spPr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43" name="Rectangle 191"/>
              <p:cNvSpPr/>
              <p:nvPr/>
            </p:nvSpPr>
            <p:spPr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68" name="Group 458"/>
          <p:cNvGrpSpPr/>
          <p:nvPr/>
        </p:nvGrpSpPr>
        <p:grpSpPr>
          <a:xfrm>
            <a:off x="465138" y="122238"/>
            <a:ext cx="2846387" cy="966787"/>
            <a:chOff x="3220" y="1479"/>
            <a:chExt cx="2184" cy="845"/>
          </a:xfrm>
        </p:grpSpPr>
        <p:sp>
          <p:nvSpPr>
            <p:cNvPr id="15445" name="Rectangle 264"/>
            <p:cNvSpPr/>
            <p:nvPr/>
          </p:nvSpPr>
          <p:spPr>
            <a:xfrm>
              <a:off x="3220" y="1768"/>
              <a:ext cx="2184" cy="556"/>
            </a:xfrm>
            <a:prstGeom prst="rect">
              <a:avLst/>
            </a:prstGeom>
            <a:noFill/>
            <a:ln w="76200" cap="flat" cmpd="sng">
              <a:solidFill>
                <a:srgbClr val="FFC97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5446" name="Group 265"/>
            <p:cNvGrpSpPr/>
            <p:nvPr/>
          </p:nvGrpSpPr>
          <p:grpSpPr>
            <a:xfrm>
              <a:off x="4151" y="2029"/>
              <a:ext cx="139" cy="104"/>
              <a:chOff x="2100" y="3050"/>
              <a:chExt cx="267" cy="138"/>
            </a:xfrm>
          </p:grpSpPr>
          <p:sp>
            <p:nvSpPr>
              <p:cNvPr id="15447" name="Line 266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48" name="Line 267"/>
              <p:cNvSpPr/>
              <p:nvPr/>
            </p:nvSpPr>
            <p:spPr>
              <a:xfrm flipV="1">
                <a:off x="2100" y="3187"/>
                <a:ext cx="265" cy="1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5449" name="Group 268"/>
            <p:cNvGrpSpPr/>
            <p:nvPr/>
          </p:nvGrpSpPr>
          <p:grpSpPr>
            <a:xfrm>
              <a:off x="3431" y="1886"/>
              <a:ext cx="606" cy="344"/>
              <a:chOff x="3053" y="716"/>
              <a:chExt cx="602" cy="323"/>
            </a:xfrm>
          </p:grpSpPr>
          <p:sp>
            <p:nvSpPr>
              <p:cNvPr id="15450" name="WordArt 269"/>
              <p:cNvSpPr>
                <a:spLocks noTextEdit="1"/>
              </p:cNvSpPr>
              <p:nvPr/>
            </p:nvSpPr>
            <p:spPr>
              <a:xfrm>
                <a:off x="3254" y="827"/>
                <a:ext cx="15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15451" name="WordArt 270"/>
              <p:cNvSpPr>
                <a:spLocks noTextEdit="1"/>
              </p:cNvSpPr>
              <p:nvPr/>
            </p:nvSpPr>
            <p:spPr>
              <a:xfrm>
                <a:off x="3100" y="716"/>
                <a:ext cx="68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5452" name="WordArt 271"/>
              <p:cNvSpPr>
                <a:spLocks noTextEdit="1"/>
              </p:cNvSpPr>
              <p:nvPr/>
            </p:nvSpPr>
            <p:spPr>
              <a:xfrm>
                <a:off x="3098" y="928"/>
                <a:ext cx="78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5453" name="Line 272"/>
              <p:cNvSpPr/>
              <p:nvPr/>
            </p:nvSpPr>
            <p:spPr>
              <a:xfrm>
                <a:off x="3053" y="876"/>
                <a:ext cx="19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54" name="WordArt 273"/>
              <p:cNvSpPr>
                <a:spLocks noTextEdit="1"/>
              </p:cNvSpPr>
              <p:nvPr/>
            </p:nvSpPr>
            <p:spPr>
              <a:xfrm>
                <a:off x="3573" y="880"/>
                <a:ext cx="58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5455" name="WordArt 274"/>
              <p:cNvSpPr>
                <a:spLocks noTextEdit="1"/>
              </p:cNvSpPr>
              <p:nvPr/>
            </p:nvSpPr>
            <p:spPr>
              <a:xfrm>
                <a:off x="3448" y="829"/>
                <a:ext cx="115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15456" name="WordArt 275"/>
              <p:cNvSpPr>
                <a:spLocks noTextEdit="1"/>
              </p:cNvSpPr>
              <p:nvPr/>
            </p:nvSpPr>
            <p:spPr>
              <a:xfrm>
                <a:off x="3592" y="750"/>
                <a:ext cx="63" cy="7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5457" name="Group 427"/>
            <p:cNvGrpSpPr/>
            <p:nvPr/>
          </p:nvGrpSpPr>
          <p:grpSpPr>
            <a:xfrm>
              <a:off x="4384" y="1905"/>
              <a:ext cx="783" cy="281"/>
              <a:chOff x="4384" y="1905"/>
              <a:chExt cx="783" cy="281"/>
            </a:xfrm>
          </p:grpSpPr>
          <p:grpSp>
            <p:nvGrpSpPr>
              <p:cNvPr id="15458" name="Group 276"/>
              <p:cNvGrpSpPr/>
              <p:nvPr/>
            </p:nvGrpSpPr>
            <p:grpSpPr>
              <a:xfrm>
                <a:off x="4384" y="1905"/>
                <a:ext cx="307" cy="280"/>
                <a:chOff x="1036" y="1830"/>
                <a:chExt cx="355" cy="265"/>
              </a:xfrm>
            </p:grpSpPr>
            <p:sp>
              <p:nvSpPr>
                <p:cNvPr id="15459" name="WordArt 277"/>
                <p:cNvSpPr>
                  <a:spLocks noTextEdit="1"/>
                </p:cNvSpPr>
                <p:nvPr/>
              </p:nvSpPr>
              <p:spPr>
                <a:xfrm>
                  <a:off x="1239" y="1908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5460" name="WordArt 278"/>
                <p:cNvSpPr>
                  <a:spLocks noTextEdit="1"/>
                </p:cNvSpPr>
                <p:nvPr/>
              </p:nvSpPr>
              <p:spPr>
                <a:xfrm>
                  <a:off x="1036" y="1830"/>
                  <a:ext cx="166" cy="2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</p:grpSp>
          <p:grpSp>
            <p:nvGrpSpPr>
              <p:cNvPr id="15461" name="Group 279"/>
              <p:cNvGrpSpPr/>
              <p:nvPr/>
            </p:nvGrpSpPr>
            <p:grpSpPr>
              <a:xfrm>
                <a:off x="4910" y="1909"/>
                <a:ext cx="257" cy="277"/>
                <a:chOff x="1554" y="1732"/>
                <a:chExt cx="353" cy="328"/>
              </a:xfrm>
            </p:grpSpPr>
            <p:sp>
              <p:nvSpPr>
                <p:cNvPr id="15462" name="WordArt 280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5463" name="WordArt 281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15464" name="Line 282"/>
              <p:cNvSpPr/>
              <p:nvPr/>
            </p:nvSpPr>
            <p:spPr>
              <a:xfrm>
                <a:off x="4745" y="2070"/>
                <a:ext cx="143" cy="0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5465" name="WordArt 283"/>
            <p:cNvSpPr>
              <a:spLocks noTextEdit="1"/>
            </p:cNvSpPr>
            <p:nvPr/>
          </p:nvSpPr>
          <p:spPr>
            <a:xfrm>
              <a:off x="3570" y="1479"/>
              <a:ext cx="1447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光电效应方程</a:t>
              </a:r>
            </a:p>
          </p:txBody>
        </p:sp>
      </p:grpSp>
      <p:grpSp>
        <p:nvGrpSpPr>
          <p:cNvPr id="190" name="Group 458"/>
          <p:cNvGrpSpPr/>
          <p:nvPr/>
        </p:nvGrpSpPr>
        <p:grpSpPr>
          <a:xfrm>
            <a:off x="5064125" y="1344613"/>
            <a:ext cx="2846388" cy="966787"/>
            <a:chOff x="3220" y="1479"/>
            <a:chExt cx="2184" cy="845"/>
          </a:xfrm>
        </p:grpSpPr>
        <p:sp>
          <p:nvSpPr>
            <p:cNvPr id="15467" name="Rectangle 264"/>
            <p:cNvSpPr/>
            <p:nvPr/>
          </p:nvSpPr>
          <p:spPr>
            <a:xfrm>
              <a:off x="3220" y="1768"/>
              <a:ext cx="2184" cy="556"/>
            </a:xfrm>
            <a:prstGeom prst="rect">
              <a:avLst/>
            </a:prstGeom>
            <a:noFill/>
            <a:ln w="76200" cap="flat" cmpd="sng">
              <a:solidFill>
                <a:srgbClr val="FFC97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5468" name="Group 265"/>
            <p:cNvGrpSpPr/>
            <p:nvPr/>
          </p:nvGrpSpPr>
          <p:grpSpPr>
            <a:xfrm>
              <a:off x="4151" y="2000"/>
              <a:ext cx="139" cy="138"/>
              <a:chOff x="2077" y="2270"/>
              <a:chExt cx="264" cy="138"/>
            </a:xfrm>
          </p:grpSpPr>
          <p:sp>
            <p:nvSpPr>
              <p:cNvPr id="15469" name="Line 266"/>
              <p:cNvSpPr/>
              <p:nvPr/>
            </p:nvSpPr>
            <p:spPr>
              <a:xfrm>
                <a:off x="2077" y="2270"/>
                <a:ext cx="264" cy="0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70" name="Line 267"/>
              <p:cNvSpPr/>
              <p:nvPr/>
            </p:nvSpPr>
            <p:spPr>
              <a:xfrm flipV="1">
                <a:off x="2077" y="2407"/>
                <a:ext cx="262" cy="1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5471" name="Group 268"/>
            <p:cNvGrpSpPr/>
            <p:nvPr/>
          </p:nvGrpSpPr>
          <p:grpSpPr>
            <a:xfrm>
              <a:off x="3426" y="1886"/>
              <a:ext cx="605" cy="344"/>
              <a:chOff x="3053" y="716"/>
              <a:chExt cx="602" cy="323"/>
            </a:xfrm>
          </p:grpSpPr>
          <p:sp>
            <p:nvSpPr>
              <p:cNvPr id="15472" name="WordArt 269"/>
              <p:cNvSpPr>
                <a:spLocks noTextEdit="1"/>
              </p:cNvSpPr>
              <p:nvPr/>
            </p:nvSpPr>
            <p:spPr>
              <a:xfrm>
                <a:off x="3254" y="827"/>
                <a:ext cx="15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15473" name="WordArt 270"/>
              <p:cNvSpPr>
                <a:spLocks noTextEdit="1"/>
              </p:cNvSpPr>
              <p:nvPr/>
            </p:nvSpPr>
            <p:spPr>
              <a:xfrm>
                <a:off x="3100" y="716"/>
                <a:ext cx="68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5474" name="WordArt 271"/>
              <p:cNvSpPr>
                <a:spLocks noTextEdit="1"/>
              </p:cNvSpPr>
              <p:nvPr/>
            </p:nvSpPr>
            <p:spPr>
              <a:xfrm>
                <a:off x="3098" y="928"/>
                <a:ext cx="78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5475" name="Line 272"/>
              <p:cNvSpPr/>
              <p:nvPr/>
            </p:nvSpPr>
            <p:spPr>
              <a:xfrm>
                <a:off x="3053" y="876"/>
                <a:ext cx="19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76" name="WordArt 273"/>
              <p:cNvSpPr>
                <a:spLocks noTextEdit="1"/>
              </p:cNvSpPr>
              <p:nvPr/>
            </p:nvSpPr>
            <p:spPr>
              <a:xfrm>
                <a:off x="3573" y="880"/>
                <a:ext cx="58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5477" name="WordArt 274"/>
              <p:cNvSpPr>
                <a:spLocks noTextEdit="1"/>
              </p:cNvSpPr>
              <p:nvPr/>
            </p:nvSpPr>
            <p:spPr>
              <a:xfrm>
                <a:off x="3448" y="829"/>
                <a:ext cx="115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15478" name="WordArt 275"/>
              <p:cNvSpPr>
                <a:spLocks noTextEdit="1"/>
              </p:cNvSpPr>
              <p:nvPr/>
            </p:nvSpPr>
            <p:spPr>
              <a:xfrm>
                <a:off x="3592" y="750"/>
                <a:ext cx="63" cy="7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5479" name="Group 427"/>
            <p:cNvGrpSpPr/>
            <p:nvPr/>
          </p:nvGrpSpPr>
          <p:grpSpPr>
            <a:xfrm>
              <a:off x="4381" y="1905"/>
              <a:ext cx="786" cy="281"/>
              <a:chOff x="4381" y="1905"/>
              <a:chExt cx="786" cy="281"/>
            </a:xfrm>
          </p:grpSpPr>
          <p:grpSp>
            <p:nvGrpSpPr>
              <p:cNvPr id="15480" name="Group 276"/>
              <p:cNvGrpSpPr/>
              <p:nvPr/>
            </p:nvGrpSpPr>
            <p:grpSpPr>
              <a:xfrm>
                <a:off x="4381" y="1905"/>
                <a:ext cx="306" cy="280"/>
                <a:chOff x="1036" y="1830"/>
                <a:chExt cx="355" cy="265"/>
              </a:xfrm>
            </p:grpSpPr>
            <p:sp>
              <p:nvSpPr>
                <p:cNvPr id="15481" name="WordArt 277"/>
                <p:cNvSpPr>
                  <a:spLocks noTextEdit="1"/>
                </p:cNvSpPr>
                <p:nvPr/>
              </p:nvSpPr>
              <p:spPr>
                <a:xfrm>
                  <a:off x="1239" y="1908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5482" name="WordArt 278"/>
                <p:cNvSpPr>
                  <a:spLocks noTextEdit="1"/>
                </p:cNvSpPr>
                <p:nvPr/>
              </p:nvSpPr>
              <p:spPr>
                <a:xfrm>
                  <a:off x="1036" y="1830"/>
                  <a:ext cx="166" cy="2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</p:grpSp>
          <p:grpSp>
            <p:nvGrpSpPr>
              <p:cNvPr id="15483" name="Group 279"/>
              <p:cNvGrpSpPr/>
              <p:nvPr/>
            </p:nvGrpSpPr>
            <p:grpSpPr>
              <a:xfrm>
                <a:off x="4910" y="1909"/>
                <a:ext cx="257" cy="277"/>
                <a:chOff x="1554" y="1732"/>
                <a:chExt cx="353" cy="328"/>
              </a:xfrm>
            </p:grpSpPr>
            <p:sp>
              <p:nvSpPr>
                <p:cNvPr id="15484" name="WordArt 280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5485" name="WordArt 281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15486" name="Line 282"/>
              <p:cNvSpPr/>
              <p:nvPr/>
            </p:nvSpPr>
            <p:spPr>
              <a:xfrm>
                <a:off x="4745" y="2070"/>
                <a:ext cx="143" cy="0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5487" name="WordArt 283"/>
            <p:cNvSpPr>
              <a:spLocks noTextEdit="1"/>
            </p:cNvSpPr>
            <p:nvPr/>
          </p:nvSpPr>
          <p:spPr>
            <a:xfrm>
              <a:off x="3570" y="1479"/>
              <a:ext cx="1447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光电效应方程</a:t>
              </a:r>
            </a:p>
          </p:txBody>
        </p:sp>
      </p:grpSp>
      <p:grpSp>
        <p:nvGrpSpPr>
          <p:cNvPr id="212" name="Group 503"/>
          <p:cNvGrpSpPr/>
          <p:nvPr/>
        </p:nvGrpSpPr>
        <p:grpSpPr>
          <a:xfrm>
            <a:off x="4259263" y="3124200"/>
            <a:ext cx="4772025" cy="371475"/>
            <a:chOff x="2207" y="2282"/>
            <a:chExt cx="2758" cy="241"/>
          </a:xfrm>
        </p:grpSpPr>
        <p:sp>
          <p:nvSpPr>
            <p:cNvPr id="15489" name="WordArt 327"/>
            <p:cNvSpPr>
              <a:spLocks noTextEdit="1"/>
            </p:cNvSpPr>
            <p:nvPr/>
          </p:nvSpPr>
          <p:spPr>
            <a:xfrm>
              <a:off x="2207" y="2307"/>
              <a:ext cx="1077" cy="20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对照实验规律</a:t>
              </a:r>
            </a:p>
          </p:txBody>
        </p:sp>
        <p:grpSp>
          <p:nvGrpSpPr>
            <p:cNvPr id="15490" name="Group 474"/>
            <p:cNvGrpSpPr/>
            <p:nvPr/>
          </p:nvGrpSpPr>
          <p:grpSpPr>
            <a:xfrm>
              <a:off x="3446" y="2282"/>
              <a:ext cx="1519" cy="241"/>
              <a:chOff x="418" y="3781"/>
              <a:chExt cx="1432" cy="228"/>
            </a:xfrm>
          </p:grpSpPr>
          <p:grpSp>
            <p:nvGrpSpPr>
              <p:cNvPr id="15491" name="Group 343"/>
              <p:cNvGrpSpPr/>
              <p:nvPr/>
            </p:nvGrpSpPr>
            <p:grpSpPr>
              <a:xfrm>
                <a:off x="418" y="3783"/>
                <a:ext cx="399" cy="226"/>
                <a:chOff x="1929" y="687"/>
                <a:chExt cx="489" cy="250"/>
              </a:xfrm>
            </p:grpSpPr>
            <p:sp>
              <p:nvSpPr>
                <p:cNvPr id="15492" name="WordArt 344"/>
                <p:cNvSpPr>
                  <a:spLocks noTextEdit="1"/>
                </p:cNvSpPr>
                <p:nvPr/>
              </p:nvSpPr>
              <p:spPr>
                <a:xfrm>
                  <a:off x="1959" y="844"/>
                  <a:ext cx="81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5493" name="WordArt 345"/>
                <p:cNvSpPr>
                  <a:spLocks noTextEdit="1"/>
                </p:cNvSpPr>
                <p:nvPr/>
              </p:nvSpPr>
              <p:spPr>
                <a:xfrm>
                  <a:off x="1968" y="687"/>
                  <a:ext cx="60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5494" name="Line 346"/>
                <p:cNvSpPr/>
                <p:nvPr/>
              </p:nvSpPr>
              <p:spPr>
                <a:xfrm>
                  <a:off x="1929" y="812"/>
                  <a:ext cx="14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5" name="WordArt 347"/>
                <p:cNvSpPr>
                  <a:spLocks noTextEdit="1"/>
                </p:cNvSpPr>
                <p:nvPr/>
              </p:nvSpPr>
              <p:spPr>
                <a:xfrm>
                  <a:off x="2109" y="762"/>
                  <a:ext cx="136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15496" name="WordArt 348"/>
                <p:cNvSpPr>
                  <a:spLocks noTextEdit="1"/>
                </p:cNvSpPr>
                <p:nvPr/>
              </p:nvSpPr>
              <p:spPr>
                <a:xfrm>
                  <a:off x="2280" y="759"/>
                  <a:ext cx="90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 Antiqua" panose="02040602050305030304" charset="0"/>
                      <a:ea typeface="Book Antiqua" panose="02040602050305030304" charset="0"/>
                    </a:rPr>
                    <a:t>v</a:t>
                  </a:r>
                </a:p>
              </p:txBody>
            </p:sp>
            <p:sp>
              <p:nvSpPr>
                <p:cNvPr id="15497" name="WordArt 349"/>
                <p:cNvSpPr>
                  <a:spLocks noTextEdit="1"/>
                </p:cNvSpPr>
                <p:nvPr/>
              </p:nvSpPr>
              <p:spPr>
                <a:xfrm>
                  <a:off x="2382" y="842"/>
                  <a:ext cx="36" cy="6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15498" name="Group 350"/>
              <p:cNvGrpSpPr/>
              <p:nvPr/>
            </p:nvGrpSpPr>
            <p:grpSpPr>
              <a:xfrm>
                <a:off x="853" y="3870"/>
                <a:ext cx="125" cy="52"/>
                <a:chOff x="1269" y="1976"/>
                <a:chExt cx="150" cy="52"/>
              </a:xfrm>
            </p:grpSpPr>
            <p:sp>
              <p:nvSpPr>
                <p:cNvPr id="15499" name="Line 351"/>
                <p:cNvSpPr/>
                <p:nvPr/>
              </p:nvSpPr>
              <p:spPr>
                <a:xfrm>
                  <a:off x="1269" y="1976"/>
                  <a:ext cx="15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0" name="Line 352"/>
                <p:cNvSpPr/>
                <p:nvPr/>
              </p:nvSpPr>
              <p:spPr>
                <a:xfrm>
                  <a:off x="1269" y="2028"/>
                  <a:ext cx="15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5501" name="WordArt 353"/>
              <p:cNvSpPr>
                <a:spLocks noTextEdit="1"/>
              </p:cNvSpPr>
              <p:nvPr/>
            </p:nvSpPr>
            <p:spPr>
              <a:xfrm>
                <a:off x="1014" y="3832"/>
                <a:ext cx="95" cy="1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15502" name="WordArt 355"/>
              <p:cNvSpPr>
                <a:spLocks noTextEdit="1"/>
              </p:cNvSpPr>
              <p:nvPr/>
            </p:nvSpPr>
            <p:spPr>
              <a:xfrm>
                <a:off x="1187" y="3809"/>
                <a:ext cx="94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15503" name="WordArt 356"/>
              <p:cNvSpPr>
                <a:spLocks noTextEdit="1"/>
              </p:cNvSpPr>
              <p:nvPr/>
            </p:nvSpPr>
            <p:spPr>
              <a:xfrm>
                <a:off x="1313" y="3821"/>
                <a:ext cx="116" cy="14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5504" name="Line 357"/>
              <p:cNvSpPr/>
              <p:nvPr/>
            </p:nvSpPr>
            <p:spPr>
              <a:xfrm>
                <a:off x="1451" y="3881"/>
                <a:ext cx="12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5505" name="Group 358"/>
              <p:cNvGrpSpPr/>
              <p:nvPr/>
            </p:nvGrpSpPr>
            <p:grpSpPr>
              <a:xfrm>
                <a:off x="1599" y="3822"/>
                <a:ext cx="175" cy="134"/>
                <a:chOff x="3071" y="3339"/>
                <a:chExt cx="245" cy="177"/>
              </a:xfrm>
            </p:grpSpPr>
            <p:sp>
              <p:nvSpPr>
                <p:cNvPr id="15506" name="WordArt 359"/>
                <p:cNvSpPr>
                  <a:spLocks noTextEdit="1"/>
                </p:cNvSpPr>
                <p:nvPr/>
              </p:nvSpPr>
              <p:spPr>
                <a:xfrm>
                  <a:off x="3071" y="3339"/>
                  <a:ext cx="200" cy="15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4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U</a:t>
                  </a:r>
                </a:p>
              </p:txBody>
            </p:sp>
            <p:sp>
              <p:nvSpPr>
                <p:cNvPr id="15507" name="WordArt 360"/>
                <p:cNvSpPr>
                  <a:spLocks noTextEdit="1"/>
                </p:cNvSpPr>
                <p:nvPr/>
              </p:nvSpPr>
              <p:spPr>
                <a:xfrm>
                  <a:off x="3236" y="3416"/>
                  <a:ext cx="80" cy="10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k</a:t>
                  </a:r>
                </a:p>
              </p:txBody>
            </p:sp>
          </p:grpSp>
          <p:sp>
            <p:nvSpPr>
              <p:cNvPr id="15508" name="WordArt 361"/>
              <p:cNvSpPr>
                <a:spLocks noTextEdit="1"/>
              </p:cNvSpPr>
              <p:nvPr/>
            </p:nvSpPr>
            <p:spPr>
              <a:xfrm>
                <a:off x="1130" y="3814"/>
                <a:ext cx="43" cy="1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15509" name="WordArt 362"/>
              <p:cNvSpPr>
                <a:spLocks noTextEdit="1"/>
              </p:cNvSpPr>
              <p:nvPr/>
            </p:nvSpPr>
            <p:spPr>
              <a:xfrm flipH="1">
                <a:off x="1807" y="3804"/>
                <a:ext cx="43" cy="1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15510" name="WordArt 469"/>
              <p:cNvSpPr>
                <a:spLocks noTextEdit="1"/>
              </p:cNvSpPr>
              <p:nvPr/>
            </p:nvSpPr>
            <p:spPr>
              <a:xfrm>
                <a:off x="769" y="3781"/>
                <a:ext cx="51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</p:grpSp>
      <p:grpSp>
        <p:nvGrpSpPr>
          <p:cNvPr id="272" name="Group 244"/>
          <p:cNvGrpSpPr>
            <a:grpSpLocks noChangeAspect="1"/>
          </p:cNvGrpSpPr>
          <p:nvPr/>
        </p:nvGrpSpPr>
        <p:grpSpPr>
          <a:xfrm>
            <a:off x="4764088" y="2532063"/>
            <a:ext cx="3630612" cy="415925"/>
            <a:chOff x="2589" y="1283"/>
            <a:chExt cx="2179" cy="250"/>
          </a:xfrm>
        </p:grpSpPr>
        <p:grpSp>
          <p:nvGrpSpPr>
            <p:cNvPr id="15512" name="Group 245"/>
            <p:cNvGrpSpPr/>
            <p:nvPr/>
          </p:nvGrpSpPr>
          <p:grpSpPr>
            <a:xfrm>
              <a:off x="2589" y="1283"/>
              <a:ext cx="2179" cy="250"/>
              <a:chOff x="2966" y="1360"/>
              <a:chExt cx="2179" cy="250"/>
            </a:xfrm>
          </p:grpSpPr>
          <p:grpSp>
            <p:nvGrpSpPr>
              <p:cNvPr id="15513" name="Group 246"/>
              <p:cNvGrpSpPr/>
              <p:nvPr/>
            </p:nvGrpSpPr>
            <p:grpSpPr>
              <a:xfrm>
                <a:off x="2966" y="1360"/>
                <a:ext cx="537" cy="250"/>
                <a:chOff x="1929" y="687"/>
                <a:chExt cx="489" cy="250"/>
              </a:xfrm>
            </p:grpSpPr>
            <p:sp>
              <p:nvSpPr>
                <p:cNvPr id="15514" name="WordArt 247"/>
                <p:cNvSpPr>
                  <a:spLocks noTextEdit="1"/>
                </p:cNvSpPr>
                <p:nvPr/>
              </p:nvSpPr>
              <p:spPr>
                <a:xfrm>
                  <a:off x="1959" y="844"/>
                  <a:ext cx="81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5515" name="WordArt 248"/>
                <p:cNvSpPr>
                  <a:spLocks noTextEdit="1"/>
                </p:cNvSpPr>
                <p:nvPr/>
              </p:nvSpPr>
              <p:spPr>
                <a:xfrm>
                  <a:off x="1968" y="687"/>
                  <a:ext cx="60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5516" name="Line 249"/>
                <p:cNvSpPr/>
                <p:nvPr/>
              </p:nvSpPr>
              <p:spPr>
                <a:xfrm>
                  <a:off x="1929" y="812"/>
                  <a:ext cx="14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7" name="WordArt 250"/>
                <p:cNvSpPr>
                  <a:spLocks noTextEdit="1"/>
                </p:cNvSpPr>
                <p:nvPr/>
              </p:nvSpPr>
              <p:spPr>
                <a:xfrm>
                  <a:off x="2109" y="762"/>
                  <a:ext cx="136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15518" name="WordArt 251"/>
                <p:cNvSpPr>
                  <a:spLocks noTextEdit="1"/>
                </p:cNvSpPr>
                <p:nvPr/>
              </p:nvSpPr>
              <p:spPr>
                <a:xfrm>
                  <a:off x="2280" y="759"/>
                  <a:ext cx="90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 Antiqua" panose="02040602050305030304" charset="0"/>
                      <a:ea typeface="Book Antiqua" panose="02040602050305030304" charset="0"/>
                    </a:rPr>
                    <a:t>v</a:t>
                  </a:r>
                </a:p>
              </p:txBody>
            </p:sp>
            <p:sp>
              <p:nvSpPr>
                <p:cNvPr id="15519" name="WordArt 252"/>
                <p:cNvSpPr>
                  <a:spLocks noTextEdit="1"/>
                </p:cNvSpPr>
                <p:nvPr/>
              </p:nvSpPr>
              <p:spPr>
                <a:xfrm>
                  <a:off x="2382" y="842"/>
                  <a:ext cx="36" cy="6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15520" name="Group 253"/>
              <p:cNvGrpSpPr/>
              <p:nvPr/>
            </p:nvGrpSpPr>
            <p:grpSpPr>
              <a:xfrm>
                <a:off x="3549" y="1466"/>
                <a:ext cx="128" cy="53"/>
                <a:chOff x="1283" y="1974"/>
                <a:chExt cx="155" cy="53"/>
              </a:xfrm>
            </p:grpSpPr>
            <p:sp>
              <p:nvSpPr>
                <p:cNvPr id="15521" name="Line 254"/>
                <p:cNvSpPr/>
                <p:nvPr/>
              </p:nvSpPr>
              <p:spPr>
                <a:xfrm>
                  <a:off x="1286" y="1974"/>
                  <a:ext cx="15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22" name="Line 255"/>
                <p:cNvSpPr/>
                <p:nvPr/>
              </p:nvSpPr>
              <p:spPr>
                <a:xfrm>
                  <a:off x="1283" y="2027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5523" name="WordArt 256"/>
              <p:cNvSpPr>
                <a:spLocks noTextEdit="1"/>
              </p:cNvSpPr>
              <p:nvPr/>
            </p:nvSpPr>
            <p:spPr>
              <a:xfrm>
                <a:off x="4126" y="1403"/>
                <a:ext cx="1019" cy="1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光电子克服电场力做功</a:t>
                </a:r>
              </a:p>
            </p:txBody>
          </p:sp>
          <p:grpSp>
            <p:nvGrpSpPr>
              <p:cNvPr id="15524" name="Group 257"/>
              <p:cNvGrpSpPr/>
              <p:nvPr/>
            </p:nvGrpSpPr>
            <p:grpSpPr>
              <a:xfrm>
                <a:off x="3815" y="1438"/>
                <a:ext cx="187" cy="119"/>
                <a:chOff x="2400" y="1711"/>
                <a:chExt cx="252" cy="185"/>
              </a:xfrm>
            </p:grpSpPr>
            <p:sp>
              <p:nvSpPr>
                <p:cNvPr id="15525" name="WordArt 258"/>
                <p:cNvSpPr>
                  <a:spLocks noTextEdit="1"/>
                </p:cNvSpPr>
                <p:nvPr/>
              </p:nvSpPr>
              <p:spPr>
                <a:xfrm>
                  <a:off x="2400" y="1711"/>
                  <a:ext cx="213" cy="17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4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U</a:t>
                  </a:r>
                </a:p>
              </p:txBody>
            </p:sp>
            <p:sp>
              <p:nvSpPr>
                <p:cNvPr id="15526" name="WordArt 259"/>
                <p:cNvSpPr>
                  <a:spLocks noTextEdit="1"/>
                </p:cNvSpPr>
                <p:nvPr/>
              </p:nvSpPr>
              <p:spPr>
                <a:xfrm>
                  <a:off x="2568" y="1798"/>
                  <a:ext cx="84" cy="9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o</a:t>
                  </a:r>
                </a:p>
              </p:txBody>
            </p:sp>
          </p:grpSp>
          <p:sp>
            <p:nvSpPr>
              <p:cNvPr id="15527" name="WordArt 260"/>
              <p:cNvSpPr>
                <a:spLocks noTextEdit="1"/>
              </p:cNvSpPr>
              <p:nvPr/>
            </p:nvSpPr>
            <p:spPr>
              <a:xfrm>
                <a:off x="3724" y="1430"/>
                <a:ext cx="95" cy="1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</p:grpSp>
        <p:sp>
          <p:nvSpPr>
            <p:cNvPr id="15528" name="WordArt 261"/>
            <p:cNvSpPr>
              <a:spLocks noTextEdit="1"/>
            </p:cNvSpPr>
            <p:nvPr/>
          </p:nvSpPr>
          <p:spPr>
            <a:xfrm>
              <a:off x="3089" y="1290"/>
              <a:ext cx="41" cy="6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290" name="Group 466"/>
          <p:cNvGrpSpPr/>
          <p:nvPr/>
        </p:nvGrpSpPr>
        <p:grpSpPr>
          <a:xfrm>
            <a:off x="5135563" y="6051550"/>
            <a:ext cx="3435350" cy="352425"/>
            <a:chOff x="2700" y="3028"/>
            <a:chExt cx="2164" cy="222"/>
          </a:xfrm>
        </p:grpSpPr>
        <p:sp>
          <p:nvSpPr>
            <p:cNvPr id="15530" name="WordArt 342"/>
            <p:cNvSpPr>
              <a:spLocks noTextEdit="1"/>
            </p:cNvSpPr>
            <p:nvPr/>
          </p:nvSpPr>
          <p:spPr>
            <a:xfrm>
              <a:off x="2700" y="3119"/>
              <a:ext cx="241" cy="1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</a:p>
          </p:txBody>
        </p:sp>
        <p:sp>
          <p:nvSpPr>
            <p:cNvPr id="15531" name="WordArt 404"/>
            <p:cNvSpPr>
              <a:spLocks noTextEdit="1"/>
            </p:cNvSpPr>
            <p:nvPr/>
          </p:nvSpPr>
          <p:spPr>
            <a:xfrm>
              <a:off x="3040" y="3089"/>
              <a:ext cx="94" cy="15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k</a:t>
              </a:r>
            </a:p>
          </p:txBody>
        </p:sp>
        <p:grpSp>
          <p:nvGrpSpPr>
            <p:cNvPr id="15532" name="Group 405"/>
            <p:cNvGrpSpPr/>
            <p:nvPr/>
          </p:nvGrpSpPr>
          <p:grpSpPr>
            <a:xfrm>
              <a:off x="3220" y="3138"/>
              <a:ext cx="147" cy="53"/>
              <a:chOff x="1260" y="2371"/>
              <a:chExt cx="151" cy="53"/>
            </a:xfrm>
          </p:grpSpPr>
          <p:sp>
            <p:nvSpPr>
              <p:cNvPr id="15533" name="Line 406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534" name="Line 407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5535" name="WordArt 408"/>
            <p:cNvSpPr>
              <a:spLocks noTextEdit="1"/>
            </p:cNvSpPr>
            <p:nvPr/>
          </p:nvSpPr>
          <p:spPr>
            <a:xfrm>
              <a:off x="3412" y="3079"/>
              <a:ext cx="117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5536" name="Line 409"/>
            <p:cNvSpPr/>
            <p:nvPr/>
          </p:nvSpPr>
          <p:spPr>
            <a:xfrm flipH="1">
              <a:off x="3572" y="3078"/>
              <a:ext cx="120" cy="16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37" name="WordArt 410"/>
            <p:cNvSpPr>
              <a:spLocks noTextEdit="1"/>
            </p:cNvSpPr>
            <p:nvPr/>
          </p:nvSpPr>
          <p:spPr>
            <a:xfrm>
              <a:off x="3723" y="3112"/>
              <a:ext cx="95" cy="1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5538" name="WordArt 412"/>
            <p:cNvSpPr>
              <a:spLocks noTextEdit="1"/>
            </p:cNvSpPr>
            <p:nvPr/>
          </p:nvSpPr>
          <p:spPr>
            <a:xfrm>
              <a:off x="4016" y="3178"/>
              <a:ext cx="35" cy="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</a:p>
          </p:txBody>
        </p:sp>
        <p:grpSp>
          <p:nvGrpSpPr>
            <p:cNvPr id="15539" name="Group 419"/>
            <p:cNvGrpSpPr/>
            <p:nvPr/>
          </p:nvGrpSpPr>
          <p:grpSpPr>
            <a:xfrm>
              <a:off x="4158" y="3028"/>
              <a:ext cx="416" cy="200"/>
              <a:chOff x="1145" y="1732"/>
              <a:chExt cx="762" cy="320"/>
            </a:xfrm>
          </p:grpSpPr>
          <p:sp>
            <p:nvSpPr>
              <p:cNvPr id="15540" name="WordArt 420"/>
              <p:cNvSpPr>
                <a:spLocks noTextEdit="1"/>
              </p:cNvSpPr>
              <p:nvPr/>
            </p:nvSpPr>
            <p:spPr>
              <a:xfrm>
                <a:off x="1558" y="1732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1016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5541" name="WordArt 421"/>
              <p:cNvSpPr>
                <a:spLocks noTextEdit="1"/>
              </p:cNvSpPr>
              <p:nvPr/>
            </p:nvSpPr>
            <p:spPr>
              <a:xfrm>
                <a:off x="1145" y="1732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15542" name="Group 413"/>
            <p:cNvGrpSpPr/>
            <p:nvPr/>
          </p:nvGrpSpPr>
          <p:grpSpPr>
            <a:xfrm>
              <a:off x="4567" y="3063"/>
              <a:ext cx="185" cy="151"/>
              <a:chOff x="2718" y="3306"/>
              <a:chExt cx="259" cy="200"/>
            </a:xfrm>
          </p:grpSpPr>
          <p:sp>
            <p:nvSpPr>
              <p:cNvPr id="15543" name="WordArt 414"/>
              <p:cNvSpPr>
                <a:spLocks noTextEdit="1"/>
              </p:cNvSpPr>
              <p:nvPr/>
            </p:nvSpPr>
            <p:spPr>
              <a:xfrm>
                <a:off x="2718" y="3306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15544" name="WordArt 415"/>
              <p:cNvSpPr>
                <a:spLocks noTextEdit="1"/>
              </p:cNvSpPr>
              <p:nvPr/>
            </p:nvSpPr>
            <p:spPr>
              <a:xfrm>
                <a:off x="2897" y="3406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</a:p>
            </p:txBody>
          </p:sp>
        </p:grpSp>
        <p:grpSp>
          <p:nvGrpSpPr>
            <p:cNvPr id="15545" name="Group 416"/>
            <p:cNvGrpSpPr/>
            <p:nvPr/>
          </p:nvGrpSpPr>
          <p:grpSpPr>
            <a:xfrm>
              <a:off x="4391" y="3089"/>
              <a:ext cx="155" cy="73"/>
              <a:chOff x="1023" y="2353"/>
              <a:chExt cx="160" cy="73"/>
            </a:xfrm>
          </p:grpSpPr>
          <p:sp>
            <p:nvSpPr>
              <p:cNvPr id="15546" name="Line 417"/>
              <p:cNvSpPr/>
              <p:nvPr/>
            </p:nvSpPr>
            <p:spPr>
              <a:xfrm>
                <a:off x="1023" y="2353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547" name="Line 418"/>
              <p:cNvSpPr/>
              <p:nvPr/>
            </p:nvSpPr>
            <p:spPr>
              <a:xfrm>
                <a:off x="1032" y="2426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5548" name="WordArt 423"/>
            <p:cNvSpPr>
              <a:spLocks noTextEdit="1"/>
            </p:cNvSpPr>
            <p:nvPr/>
          </p:nvSpPr>
          <p:spPr>
            <a:xfrm>
              <a:off x="4769" y="3068"/>
              <a:ext cx="95" cy="1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21" name="Group 136"/>
          <p:cNvGrpSpPr/>
          <p:nvPr/>
        </p:nvGrpSpPr>
        <p:grpSpPr>
          <a:xfrm>
            <a:off x="5575300" y="3530600"/>
            <a:ext cx="2338388" cy="2384425"/>
            <a:chOff x="2423" y="2480"/>
            <a:chExt cx="1438" cy="1567"/>
          </a:xfrm>
        </p:grpSpPr>
        <p:sp>
          <p:nvSpPr>
            <p:cNvPr id="15550" name="Line 137"/>
            <p:cNvSpPr/>
            <p:nvPr/>
          </p:nvSpPr>
          <p:spPr>
            <a:xfrm flipH="1">
              <a:off x="2802" y="2486"/>
              <a:ext cx="0" cy="156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  <p:sp>
          <p:nvSpPr>
            <p:cNvPr id="15551" name="Line 138"/>
            <p:cNvSpPr/>
            <p:nvPr/>
          </p:nvSpPr>
          <p:spPr>
            <a:xfrm rot="-5400000" flipH="1" flipV="1">
              <a:off x="3126" y="2782"/>
              <a:ext cx="0" cy="14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  <p:sp>
          <p:nvSpPr>
            <p:cNvPr id="15552" name="WordArt 139"/>
            <p:cNvSpPr>
              <a:spLocks noTextEdit="1"/>
            </p:cNvSpPr>
            <p:nvPr/>
          </p:nvSpPr>
          <p:spPr>
            <a:xfrm>
              <a:off x="2698" y="3517"/>
              <a:ext cx="69" cy="1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15553" name="Group 140"/>
            <p:cNvGrpSpPr/>
            <p:nvPr/>
          </p:nvGrpSpPr>
          <p:grpSpPr>
            <a:xfrm>
              <a:off x="2501" y="2545"/>
              <a:ext cx="225" cy="153"/>
              <a:chOff x="2170" y="1869"/>
              <a:chExt cx="237" cy="161"/>
            </a:xfrm>
          </p:grpSpPr>
          <p:sp>
            <p:nvSpPr>
              <p:cNvPr id="15554" name="WordArt 141"/>
              <p:cNvSpPr>
                <a:spLocks noTextEdit="1"/>
              </p:cNvSpPr>
              <p:nvPr/>
            </p:nvSpPr>
            <p:spPr>
              <a:xfrm>
                <a:off x="2170" y="186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15555" name="WordArt 142"/>
              <p:cNvSpPr>
                <a:spLocks noTextEdit="1"/>
              </p:cNvSpPr>
              <p:nvPr/>
            </p:nvSpPr>
            <p:spPr>
              <a:xfrm>
                <a:off x="2328" y="1945"/>
                <a:ext cx="79" cy="8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</p:grpSp>
        <p:sp>
          <p:nvSpPr>
            <p:cNvPr id="15556" name="WordArt 143"/>
            <p:cNvSpPr>
              <a:spLocks noTextEdit="1"/>
            </p:cNvSpPr>
            <p:nvPr/>
          </p:nvSpPr>
          <p:spPr>
            <a:xfrm>
              <a:off x="3722" y="3284"/>
              <a:ext cx="95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grpSp>
          <p:nvGrpSpPr>
            <p:cNvPr id="15557" name="Group 144"/>
            <p:cNvGrpSpPr/>
            <p:nvPr/>
          </p:nvGrpSpPr>
          <p:grpSpPr>
            <a:xfrm>
              <a:off x="2519" y="3792"/>
              <a:ext cx="214" cy="175"/>
              <a:chOff x="3071" y="3339"/>
              <a:chExt cx="245" cy="177"/>
            </a:xfrm>
          </p:grpSpPr>
          <p:sp>
            <p:nvSpPr>
              <p:cNvPr id="15558" name="WordArt 145"/>
              <p:cNvSpPr>
                <a:spLocks noTextEdit="1"/>
              </p:cNvSpPr>
              <p:nvPr/>
            </p:nvSpPr>
            <p:spPr>
              <a:xfrm>
                <a:off x="3071" y="333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15559" name="WordArt 146"/>
              <p:cNvSpPr>
                <a:spLocks noTextEdit="1"/>
              </p:cNvSpPr>
              <p:nvPr/>
            </p:nvSpPr>
            <p:spPr>
              <a:xfrm>
                <a:off x="3236" y="3416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</a:p>
            </p:txBody>
          </p:sp>
        </p:grpSp>
        <p:grpSp>
          <p:nvGrpSpPr>
            <p:cNvPr id="15560" name="Group 147"/>
            <p:cNvGrpSpPr/>
            <p:nvPr/>
          </p:nvGrpSpPr>
          <p:grpSpPr>
            <a:xfrm>
              <a:off x="3048" y="3612"/>
              <a:ext cx="126" cy="157"/>
              <a:chOff x="3126" y="3636"/>
              <a:chExt cx="191" cy="196"/>
            </a:xfrm>
          </p:grpSpPr>
          <p:sp>
            <p:nvSpPr>
              <p:cNvPr id="15561" name="WordArt 148"/>
              <p:cNvSpPr>
                <a:spLocks noTextEdit="1"/>
              </p:cNvSpPr>
              <p:nvPr/>
            </p:nvSpPr>
            <p:spPr>
              <a:xfrm>
                <a:off x="3126" y="3636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5562" name="WordArt 149"/>
              <p:cNvSpPr>
                <a:spLocks noTextEdit="1"/>
              </p:cNvSpPr>
              <p:nvPr/>
            </p:nvSpPr>
            <p:spPr>
              <a:xfrm>
                <a:off x="3237" y="3732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sp>
          <p:nvSpPr>
            <p:cNvPr id="15563" name="Line 150"/>
            <p:cNvSpPr/>
            <p:nvPr/>
          </p:nvSpPr>
          <p:spPr>
            <a:xfrm flipH="1">
              <a:off x="3113" y="2545"/>
              <a:ext cx="619" cy="933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64" name="Line 151"/>
            <p:cNvSpPr/>
            <p:nvPr/>
          </p:nvSpPr>
          <p:spPr>
            <a:xfrm flipH="1">
              <a:off x="2788" y="3509"/>
              <a:ext cx="311" cy="4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15565" name="Oval 152"/>
            <p:cNvSpPr/>
            <p:nvPr/>
          </p:nvSpPr>
          <p:spPr>
            <a:xfrm>
              <a:off x="2776" y="3885"/>
              <a:ext cx="50" cy="60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66" name="Oval 153"/>
            <p:cNvSpPr/>
            <p:nvPr/>
          </p:nvSpPr>
          <p:spPr>
            <a:xfrm>
              <a:off x="3087" y="3445"/>
              <a:ext cx="53" cy="6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67" name="Line 154"/>
            <p:cNvSpPr/>
            <p:nvPr/>
          </p:nvSpPr>
          <p:spPr>
            <a:xfrm>
              <a:off x="3016" y="3440"/>
              <a:ext cx="0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68" name="Line 155"/>
            <p:cNvSpPr/>
            <p:nvPr/>
          </p:nvSpPr>
          <p:spPr>
            <a:xfrm>
              <a:off x="3228" y="3443"/>
              <a:ext cx="0" cy="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69" name="Line 156"/>
            <p:cNvSpPr/>
            <p:nvPr/>
          </p:nvSpPr>
          <p:spPr>
            <a:xfrm>
              <a:off x="3442" y="3450"/>
              <a:ext cx="0" cy="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70" name="WordArt 157"/>
            <p:cNvSpPr>
              <a:spLocks noTextEdit="1"/>
            </p:cNvSpPr>
            <p:nvPr/>
          </p:nvSpPr>
          <p:spPr>
            <a:xfrm>
              <a:off x="2980" y="3513"/>
              <a:ext cx="31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5571" name="WordArt 158"/>
            <p:cNvSpPr>
              <a:spLocks noTextEdit="1"/>
            </p:cNvSpPr>
            <p:nvPr/>
          </p:nvSpPr>
          <p:spPr>
            <a:xfrm>
              <a:off x="3215" y="3507"/>
              <a:ext cx="32" cy="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5572" name="WordArt 159"/>
            <p:cNvSpPr>
              <a:spLocks noTextEdit="1"/>
            </p:cNvSpPr>
            <p:nvPr/>
          </p:nvSpPr>
          <p:spPr>
            <a:xfrm>
              <a:off x="3416" y="3505"/>
              <a:ext cx="52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</a:p>
          </p:txBody>
        </p:sp>
        <p:grpSp>
          <p:nvGrpSpPr>
            <p:cNvPr id="15573" name="Group 160"/>
            <p:cNvGrpSpPr/>
            <p:nvPr/>
          </p:nvGrpSpPr>
          <p:grpSpPr>
            <a:xfrm>
              <a:off x="3589" y="3528"/>
              <a:ext cx="272" cy="99"/>
              <a:chOff x="3644" y="3543"/>
              <a:chExt cx="172" cy="83"/>
            </a:xfrm>
          </p:grpSpPr>
          <p:grpSp>
            <p:nvGrpSpPr>
              <p:cNvPr id="15574" name="Group 161"/>
              <p:cNvGrpSpPr/>
              <p:nvPr/>
            </p:nvGrpSpPr>
            <p:grpSpPr>
              <a:xfrm>
                <a:off x="3644" y="3567"/>
                <a:ext cx="41" cy="52"/>
                <a:chOff x="1781" y="2282"/>
                <a:chExt cx="577" cy="577"/>
              </a:xfrm>
            </p:grpSpPr>
            <p:sp>
              <p:nvSpPr>
                <p:cNvPr id="15575" name="Line 162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76" name="Line 163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5577" name="WordArt 164"/>
              <p:cNvSpPr>
                <a:spLocks noTextEdit="1"/>
              </p:cNvSpPr>
              <p:nvPr/>
            </p:nvSpPr>
            <p:spPr>
              <a:xfrm>
                <a:off x="3709" y="3556"/>
                <a:ext cx="6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15578" name="WordArt 165"/>
              <p:cNvSpPr>
                <a:spLocks noTextEdit="1"/>
              </p:cNvSpPr>
              <p:nvPr/>
            </p:nvSpPr>
            <p:spPr>
              <a:xfrm>
                <a:off x="3778" y="3543"/>
                <a:ext cx="38" cy="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14</a:t>
                </a:r>
              </a:p>
            </p:txBody>
          </p:sp>
        </p:grpSp>
        <p:grpSp>
          <p:nvGrpSpPr>
            <p:cNvPr id="15579" name="Group 166"/>
            <p:cNvGrpSpPr/>
            <p:nvPr/>
          </p:nvGrpSpPr>
          <p:grpSpPr>
            <a:xfrm>
              <a:off x="3469" y="2480"/>
              <a:ext cx="166" cy="130"/>
              <a:chOff x="3993" y="2724"/>
              <a:chExt cx="174" cy="112"/>
            </a:xfrm>
          </p:grpSpPr>
          <p:sp>
            <p:nvSpPr>
              <p:cNvPr id="15580" name="WordArt 167"/>
              <p:cNvSpPr>
                <a:spLocks noTextEdit="1"/>
              </p:cNvSpPr>
              <p:nvPr/>
            </p:nvSpPr>
            <p:spPr>
              <a:xfrm>
                <a:off x="3993" y="2724"/>
                <a:ext cx="105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15581" name="WordArt 168"/>
              <p:cNvSpPr>
                <a:spLocks noTextEdit="1"/>
              </p:cNvSpPr>
              <p:nvPr/>
            </p:nvSpPr>
            <p:spPr>
              <a:xfrm>
                <a:off x="4109" y="2778"/>
                <a:ext cx="58" cy="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sp>
          <p:nvSpPr>
            <p:cNvPr id="15582" name="WordArt 169"/>
            <p:cNvSpPr>
              <a:spLocks noTextEdit="1"/>
            </p:cNvSpPr>
            <p:nvPr/>
          </p:nvSpPr>
          <p:spPr>
            <a:xfrm>
              <a:off x="3639" y="3672"/>
              <a:ext cx="126" cy="8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Hz</a:t>
              </a:r>
            </a:p>
          </p:txBody>
        </p:sp>
      </p:grpSp>
      <p:pic>
        <p:nvPicPr>
          <p:cNvPr id="147458" name="Picture 2"/>
          <p:cNvPicPr>
            <a:picLocks noChangeAspect="1"/>
          </p:cNvPicPr>
          <p:nvPr/>
        </p:nvPicPr>
        <p:blipFill>
          <a:blip r:embed="rId3"/>
          <a:srcRect l="5225" t="15042" r="2481" b="2940"/>
          <a:stretch>
            <a:fillRect/>
          </a:stretch>
        </p:blipFill>
        <p:spPr>
          <a:xfrm>
            <a:off x="106363" y="3630613"/>
            <a:ext cx="4687887" cy="2652712"/>
          </a:xfrm>
          <a:prstGeom prst="rect">
            <a:avLst/>
          </a:prstGeom>
          <a:noFill/>
          <a:ln w="38100" cap="flat" cmpd="dbl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63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204788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700" dirty="0">
                <a:solidFill>
                  <a:schemeClr val="bg1"/>
                </a:solidFill>
              </a:rPr>
              <a:t>光电效应光子论解释</a:t>
            </a:r>
          </a:p>
        </p:txBody>
      </p:sp>
      <p:sp>
        <p:nvSpPr>
          <p:cNvPr id="16386" name="Rectangle 62" descr="羊皮纸"/>
          <p:cNvSpPr/>
          <p:nvPr/>
        </p:nvSpPr>
        <p:spPr>
          <a:xfrm>
            <a:off x="0" y="0"/>
            <a:ext cx="9144000" cy="15081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19"/>
          <p:cNvGrpSpPr/>
          <p:nvPr/>
        </p:nvGrpSpPr>
        <p:grpSpPr>
          <a:xfrm>
            <a:off x="506413" y="2957513"/>
            <a:ext cx="7558087" cy="887412"/>
            <a:chOff x="416" y="633"/>
            <a:chExt cx="4873" cy="691"/>
          </a:xfrm>
        </p:grpSpPr>
        <p:sp>
          <p:nvSpPr>
            <p:cNvPr id="16388" name="WordArt 7"/>
            <p:cNvSpPr>
              <a:spLocks noTextEdit="1"/>
            </p:cNvSpPr>
            <p:nvPr/>
          </p:nvSpPr>
          <p:spPr>
            <a:xfrm>
              <a:off x="1236" y="663"/>
              <a:ext cx="119" cy="1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sp>
          <p:nvSpPr>
            <p:cNvPr id="16389" name="WordArt 64"/>
            <p:cNvSpPr>
              <a:spLocks noTextEdit="1"/>
            </p:cNvSpPr>
            <p:nvPr/>
          </p:nvSpPr>
          <p:spPr>
            <a:xfrm>
              <a:off x="779" y="633"/>
              <a:ext cx="4493" cy="18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频率   一定，光强越大则单位时间打在金属表面的</a:t>
              </a:r>
            </a:p>
          </p:txBody>
        </p:sp>
        <p:sp>
          <p:nvSpPr>
            <p:cNvPr id="16390" name="WordArt 65"/>
            <p:cNvSpPr>
              <a:spLocks noTextEdit="1"/>
            </p:cNvSpPr>
            <p:nvPr/>
          </p:nvSpPr>
          <p:spPr>
            <a:xfrm>
              <a:off x="766" y="885"/>
              <a:ext cx="4523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光子数就越多，单位时间被激发而逸出的光子数就越多，</a:t>
              </a:r>
            </a:p>
          </p:txBody>
        </p:sp>
        <p:grpSp>
          <p:nvGrpSpPr>
            <p:cNvPr id="16391" name="Group 118"/>
            <p:cNvGrpSpPr/>
            <p:nvPr/>
          </p:nvGrpSpPr>
          <p:grpSpPr>
            <a:xfrm>
              <a:off x="873" y="1159"/>
              <a:ext cx="2714" cy="165"/>
              <a:chOff x="873" y="1159"/>
              <a:chExt cx="2714" cy="165"/>
            </a:xfrm>
          </p:grpSpPr>
          <p:grpSp>
            <p:nvGrpSpPr>
              <p:cNvPr id="16392" name="Group 68"/>
              <p:cNvGrpSpPr/>
              <p:nvPr/>
            </p:nvGrpSpPr>
            <p:grpSpPr>
              <a:xfrm>
                <a:off x="2001" y="1159"/>
                <a:ext cx="202" cy="149"/>
                <a:chOff x="3885" y="1340"/>
                <a:chExt cx="208" cy="171"/>
              </a:xfrm>
            </p:grpSpPr>
            <p:sp>
              <p:nvSpPr>
                <p:cNvPr id="16393" name="WordArt 13"/>
                <p:cNvSpPr>
                  <a:spLocks noTextEdit="1"/>
                </p:cNvSpPr>
                <p:nvPr/>
              </p:nvSpPr>
              <p:spPr>
                <a:xfrm>
                  <a:off x="3885" y="1340"/>
                  <a:ext cx="84" cy="16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  <p:sp>
              <p:nvSpPr>
                <p:cNvPr id="16394" name="WordArt 14"/>
                <p:cNvSpPr>
                  <a:spLocks noTextEdit="1"/>
                </p:cNvSpPr>
                <p:nvPr/>
              </p:nvSpPr>
              <p:spPr>
                <a:xfrm>
                  <a:off x="3993" y="1421"/>
                  <a:ext cx="100" cy="9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</p:grpSp>
          <p:sp>
            <p:nvSpPr>
              <p:cNvPr id="16395" name="WordArt 66"/>
              <p:cNvSpPr>
                <a:spLocks noTextEdit="1"/>
              </p:cNvSpPr>
              <p:nvPr/>
            </p:nvSpPr>
            <p:spPr>
              <a:xfrm>
                <a:off x="873" y="1159"/>
                <a:ext cx="2714" cy="1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故饱和电流   与光强成正比.</a:t>
                </a:r>
              </a:p>
            </p:txBody>
          </p:sp>
        </p:grpSp>
        <p:grpSp>
          <p:nvGrpSpPr>
            <p:cNvPr id="16396" name="Group 69"/>
            <p:cNvGrpSpPr/>
            <p:nvPr/>
          </p:nvGrpSpPr>
          <p:grpSpPr>
            <a:xfrm>
              <a:off x="416" y="641"/>
              <a:ext cx="202" cy="191"/>
              <a:chOff x="891" y="201"/>
              <a:chExt cx="269" cy="261"/>
            </a:xfrm>
          </p:grpSpPr>
          <p:sp>
            <p:nvSpPr>
              <p:cNvPr id="16397" name="Oval 70"/>
              <p:cNvSpPr/>
              <p:nvPr/>
            </p:nvSpPr>
            <p:spPr>
              <a:xfrm>
                <a:off x="891" y="201"/>
                <a:ext cx="269" cy="261"/>
              </a:xfrm>
              <a:prstGeom prst="ellipse">
                <a:avLst/>
              </a:prstGeom>
              <a:solidFill>
                <a:schemeClr val="bg1">
                  <a:alpha val="50194"/>
                </a:schemeClr>
              </a:solidFill>
              <a:ln w="9525" cap="flat" cmpd="sng">
                <a:solidFill>
                  <a:schemeClr val="bg1">
                    <a:alpha val="50194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6398" name="Group 71"/>
              <p:cNvGrpSpPr/>
              <p:nvPr/>
            </p:nvGrpSpPr>
            <p:grpSpPr>
              <a:xfrm>
                <a:off x="927" y="238"/>
                <a:ext cx="201" cy="189"/>
                <a:chOff x="2136" y="1382"/>
                <a:chExt cx="576" cy="576"/>
              </a:xfrm>
            </p:grpSpPr>
            <p:sp>
              <p:nvSpPr>
                <p:cNvPr id="16399" name="Oval 72"/>
                <p:cNvSpPr/>
                <p:nvPr/>
              </p:nvSpPr>
              <p:spPr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00" name="Oval 73"/>
                <p:cNvSpPr/>
                <p:nvPr/>
              </p:nvSpPr>
              <p:spPr>
                <a:xfrm rot="-3104273">
                  <a:off x="2198" y="1469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7" name="Group 115"/>
          <p:cNvGrpSpPr/>
          <p:nvPr/>
        </p:nvGrpSpPr>
        <p:grpSpPr>
          <a:xfrm>
            <a:off x="539750" y="3949700"/>
            <a:ext cx="7767638" cy="822325"/>
            <a:chOff x="384" y="1568"/>
            <a:chExt cx="4893" cy="676"/>
          </a:xfrm>
        </p:grpSpPr>
        <p:grpSp>
          <p:nvGrpSpPr>
            <p:cNvPr id="16402" name="Group 110"/>
            <p:cNvGrpSpPr/>
            <p:nvPr/>
          </p:nvGrpSpPr>
          <p:grpSpPr>
            <a:xfrm>
              <a:off x="721" y="1568"/>
              <a:ext cx="4556" cy="676"/>
              <a:chOff x="753" y="1536"/>
              <a:chExt cx="4524" cy="708"/>
            </a:xfrm>
          </p:grpSpPr>
          <p:grpSp>
            <p:nvGrpSpPr>
              <p:cNvPr id="16403" name="Group 80"/>
              <p:cNvGrpSpPr/>
              <p:nvPr/>
            </p:nvGrpSpPr>
            <p:grpSpPr>
              <a:xfrm>
                <a:off x="753" y="1536"/>
                <a:ext cx="4495" cy="193"/>
                <a:chOff x="664" y="480"/>
                <a:chExt cx="4632" cy="218"/>
              </a:xfrm>
            </p:grpSpPr>
            <p:grpSp>
              <p:nvGrpSpPr>
                <p:cNvPr id="16404" name="Group 17"/>
                <p:cNvGrpSpPr/>
                <p:nvPr/>
              </p:nvGrpSpPr>
              <p:grpSpPr>
                <a:xfrm>
                  <a:off x="4600" y="501"/>
                  <a:ext cx="252" cy="186"/>
                  <a:chOff x="1036" y="1830"/>
                  <a:chExt cx="355" cy="265"/>
                </a:xfrm>
              </p:grpSpPr>
              <p:sp>
                <p:nvSpPr>
                  <p:cNvPr id="16405" name="WordArt 18"/>
                  <p:cNvSpPr>
                    <a:spLocks noTextEdit="1"/>
                  </p:cNvSpPr>
                  <p:nvPr/>
                </p:nvSpPr>
                <p:spPr>
                  <a:xfrm>
                    <a:off x="1239" y="1908"/>
                    <a:ext cx="152" cy="17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  <p:sp>
                <p:nvSpPr>
                  <p:cNvPr id="16406" name="WordArt 19"/>
                  <p:cNvSpPr>
                    <a:spLocks noTextEdit="1"/>
                  </p:cNvSpPr>
                  <p:nvPr/>
                </p:nvSpPr>
                <p:spPr>
                  <a:xfrm>
                    <a:off x="1036" y="1830"/>
                    <a:ext cx="166" cy="26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16407" name="WordArt 79"/>
                <p:cNvSpPr>
                  <a:spLocks noTextEdit="1"/>
                </p:cNvSpPr>
                <p:nvPr/>
              </p:nvSpPr>
              <p:spPr>
                <a:xfrm>
                  <a:off x="664" y="480"/>
                  <a:ext cx="4632" cy="21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每一个电子所得到的能量只与单个光子的能量   有关，</a:t>
                  </a:r>
                </a:p>
              </p:txBody>
            </p:sp>
          </p:grpSp>
          <p:grpSp>
            <p:nvGrpSpPr>
              <p:cNvPr id="16408" name="Group 82"/>
              <p:cNvGrpSpPr/>
              <p:nvPr/>
            </p:nvGrpSpPr>
            <p:grpSpPr>
              <a:xfrm>
                <a:off x="782" y="1793"/>
                <a:ext cx="4495" cy="198"/>
                <a:chOff x="770" y="1566"/>
                <a:chExt cx="4632" cy="216"/>
              </a:xfrm>
            </p:grpSpPr>
            <p:sp>
              <p:nvSpPr>
                <p:cNvPr id="16409" name="WordArt 20"/>
                <p:cNvSpPr>
                  <a:spLocks noTextEdit="1"/>
                </p:cNvSpPr>
                <p:nvPr/>
              </p:nvSpPr>
              <p:spPr>
                <a:xfrm>
                  <a:off x="2088" y="1614"/>
                  <a:ext cx="124" cy="14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6410" name="WordArt 81"/>
                <p:cNvSpPr>
                  <a:spLocks noTextEdit="1"/>
                </p:cNvSpPr>
                <p:nvPr/>
              </p:nvSpPr>
              <p:spPr>
                <a:xfrm>
                  <a:off x="770" y="1566"/>
                  <a:ext cx="4632" cy="21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即只与光的频率  成正比，故光电子的初动能与入射光的</a:t>
                  </a:r>
                </a:p>
              </p:txBody>
            </p:sp>
          </p:grpSp>
          <p:grpSp>
            <p:nvGrpSpPr>
              <p:cNvPr id="16411" name="Group 84"/>
              <p:cNvGrpSpPr/>
              <p:nvPr/>
            </p:nvGrpSpPr>
            <p:grpSpPr>
              <a:xfrm>
                <a:off x="766" y="2046"/>
                <a:ext cx="2818" cy="198"/>
                <a:chOff x="746" y="1835"/>
                <a:chExt cx="3080" cy="215"/>
              </a:xfrm>
            </p:grpSpPr>
            <p:sp>
              <p:nvSpPr>
                <p:cNvPr id="16412" name="WordArt 25"/>
                <p:cNvSpPr>
                  <a:spLocks noTextEdit="1"/>
                </p:cNvSpPr>
                <p:nvPr/>
              </p:nvSpPr>
              <p:spPr>
                <a:xfrm>
                  <a:off x="1210" y="1884"/>
                  <a:ext cx="136" cy="14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6413" name="WordArt 83"/>
                <p:cNvSpPr>
                  <a:spLocks noTextEdit="1"/>
                </p:cNvSpPr>
                <p:nvPr/>
              </p:nvSpPr>
              <p:spPr>
                <a:xfrm>
                  <a:off x="746" y="1835"/>
                  <a:ext cx="3080" cy="2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频率  成线性关系，与光强无关.</a:t>
                  </a:r>
                </a:p>
              </p:txBody>
            </p:sp>
          </p:grpSp>
        </p:grpSp>
        <p:grpSp>
          <p:nvGrpSpPr>
            <p:cNvPr id="16414" name="Group 74"/>
            <p:cNvGrpSpPr/>
            <p:nvPr/>
          </p:nvGrpSpPr>
          <p:grpSpPr>
            <a:xfrm>
              <a:off x="384" y="1573"/>
              <a:ext cx="202" cy="191"/>
              <a:chOff x="891" y="201"/>
              <a:chExt cx="269" cy="261"/>
            </a:xfrm>
          </p:grpSpPr>
          <p:sp>
            <p:nvSpPr>
              <p:cNvPr id="16415" name="Oval 75"/>
              <p:cNvSpPr/>
              <p:nvPr/>
            </p:nvSpPr>
            <p:spPr>
              <a:xfrm>
                <a:off x="891" y="201"/>
                <a:ext cx="269" cy="261"/>
              </a:xfrm>
              <a:prstGeom prst="ellipse">
                <a:avLst/>
              </a:prstGeom>
              <a:solidFill>
                <a:schemeClr val="bg1">
                  <a:alpha val="50194"/>
                </a:schemeClr>
              </a:solidFill>
              <a:ln w="9525" cap="flat" cmpd="sng">
                <a:solidFill>
                  <a:schemeClr val="bg1">
                    <a:alpha val="50194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6416" name="Group 76"/>
              <p:cNvGrpSpPr/>
              <p:nvPr/>
            </p:nvGrpSpPr>
            <p:grpSpPr>
              <a:xfrm>
                <a:off x="927" y="238"/>
                <a:ext cx="201" cy="189"/>
                <a:chOff x="2136" y="1382"/>
                <a:chExt cx="576" cy="576"/>
              </a:xfrm>
            </p:grpSpPr>
            <p:sp>
              <p:nvSpPr>
                <p:cNvPr id="16417" name="Oval 77"/>
                <p:cNvSpPr/>
                <p:nvPr/>
              </p:nvSpPr>
              <p:spPr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18" name="Oval 78"/>
                <p:cNvSpPr/>
                <p:nvPr/>
              </p:nvSpPr>
              <p:spPr>
                <a:xfrm rot="-3104273">
                  <a:off x="2198" y="1469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15" name="Group 113"/>
          <p:cNvGrpSpPr/>
          <p:nvPr/>
        </p:nvGrpSpPr>
        <p:grpSpPr>
          <a:xfrm>
            <a:off x="568325" y="5595938"/>
            <a:ext cx="7645400" cy="603250"/>
            <a:chOff x="384" y="3323"/>
            <a:chExt cx="4947" cy="485"/>
          </a:xfrm>
        </p:grpSpPr>
        <p:grpSp>
          <p:nvGrpSpPr>
            <p:cNvPr id="16420" name="Group 108"/>
            <p:cNvGrpSpPr/>
            <p:nvPr/>
          </p:nvGrpSpPr>
          <p:grpSpPr>
            <a:xfrm>
              <a:off x="725" y="3336"/>
              <a:ext cx="4606" cy="472"/>
              <a:chOff x="725" y="3160"/>
              <a:chExt cx="4502" cy="456"/>
            </a:xfrm>
          </p:grpSpPr>
          <p:grpSp>
            <p:nvGrpSpPr>
              <p:cNvPr id="16421" name="Group 58"/>
              <p:cNvGrpSpPr/>
              <p:nvPr/>
            </p:nvGrpSpPr>
            <p:grpSpPr>
              <a:xfrm>
                <a:off x="4186" y="3166"/>
                <a:ext cx="260" cy="163"/>
                <a:chOff x="3152" y="3621"/>
                <a:chExt cx="355" cy="265"/>
              </a:xfrm>
            </p:grpSpPr>
            <p:sp>
              <p:nvSpPr>
                <p:cNvPr id="16422" name="WordArt 59"/>
                <p:cNvSpPr>
                  <a:spLocks noTextEdit="1"/>
                </p:cNvSpPr>
                <p:nvPr/>
              </p:nvSpPr>
              <p:spPr>
                <a:xfrm>
                  <a:off x="3355" y="3699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6423" name="WordArt 60"/>
                <p:cNvSpPr>
                  <a:spLocks noTextEdit="1"/>
                </p:cNvSpPr>
                <p:nvPr/>
              </p:nvSpPr>
              <p:spPr>
                <a:xfrm>
                  <a:off x="3152" y="3621"/>
                  <a:ext cx="166" cy="2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</p:grpSp>
          <p:sp>
            <p:nvSpPr>
              <p:cNvPr id="16424" name="WordArt 98"/>
              <p:cNvSpPr>
                <a:spLocks noTextEdit="1"/>
              </p:cNvSpPr>
              <p:nvPr/>
            </p:nvSpPr>
            <p:spPr>
              <a:xfrm>
                <a:off x="725" y="3160"/>
                <a:ext cx="4502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光子与电子发生作用时，光子一次性将能量   交给电子，</a:t>
                </a:r>
              </a:p>
            </p:txBody>
          </p:sp>
          <p:sp>
            <p:nvSpPr>
              <p:cNvPr id="16425" name="WordArt 99"/>
              <p:cNvSpPr>
                <a:spLocks noTextEdit="1"/>
              </p:cNvSpPr>
              <p:nvPr/>
            </p:nvSpPr>
            <p:spPr>
              <a:xfrm>
                <a:off x="732" y="3417"/>
                <a:ext cx="3952" cy="19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不需要持续的时间积累，故光电效应瞬时即可产生.</a:t>
                </a:r>
              </a:p>
            </p:txBody>
          </p:sp>
        </p:grpSp>
        <p:grpSp>
          <p:nvGrpSpPr>
            <p:cNvPr id="16426" name="Group 100"/>
            <p:cNvGrpSpPr/>
            <p:nvPr/>
          </p:nvGrpSpPr>
          <p:grpSpPr>
            <a:xfrm>
              <a:off x="384" y="3323"/>
              <a:ext cx="202" cy="191"/>
              <a:chOff x="891" y="201"/>
              <a:chExt cx="269" cy="261"/>
            </a:xfrm>
          </p:grpSpPr>
          <p:sp>
            <p:nvSpPr>
              <p:cNvPr id="16427" name="Oval 101"/>
              <p:cNvSpPr/>
              <p:nvPr/>
            </p:nvSpPr>
            <p:spPr>
              <a:xfrm>
                <a:off x="891" y="201"/>
                <a:ext cx="269" cy="261"/>
              </a:xfrm>
              <a:prstGeom prst="ellipse">
                <a:avLst/>
              </a:prstGeom>
              <a:solidFill>
                <a:schemeClr val="bg1">
                  <a:alpha val="50194"/>
                </a:schemeClr>
              </a:solidFill>
              <a:ln w="9525" cap="flat" cmpd="sng">
                <a:solidFill>
                  <a:schemeClr val="bg1">
                    <a:alpha val="50194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6428" name="Group 102"/>
              <p:cNvGrpSpPr/>
              <p:nvPr/>
            </p:nvGrpSpPr>
            <p:grpSpPr>
              <a:xfrm>
                <a:off x="927" y="238"/>
                <a:ext cx="201" cy="189"/>
                <a:chOff x="2136" y="1382"/>
                <a:chExt cx="576" cy="576"/>
              </a:xfrm>
            </p:grpSpPr>
            <p:sp>
              <p:nvSpPr>
                <p:cNvPr id="16429" name="Oval 103"/>
                <p:cNvSpPr/>
                <p:nvPr/>
              </p:nvSpPr>
              <p:spPr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30" name="Oval 104"/>
                <p:cNvSpPr/>
                <p:nvPr/>
              </p:nvSpPr>
              <p:spPr>
                <a:xfrm rot="-3104273">
                  <a:off x="2198" y="1469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16431" name="Rectangle 2" descr="羊皮纸"/>
          <p:cNvSpPr/>
          <p:nvPr/>
        </p:nvSpPr>
        <p:spPr>
          <a:xfrm>
            <a:off x="0" y="6778625"/>
            <a:ext cx="9144000" cy="793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279" name="Rectangle 111" descr="羊皮纸"/>
          <p:cNvSpPr/>
          <p:nvPr/>
        </p:nvSpPr>
        <p:spPr>
          <a:xfrm>
            <a:off x="0" y="6197600"/>
            <a:ext cx="9144000" cy="114300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" name="Group 128"/>
          <p:cNvGrpSpPr/>
          <p:nvPr/>
        </p:nvGrpSpPr>
        <p:grpSpPr>
          <a:xfrm>
            <a:off x="622300" y="4919663"/>
            <a:ext cx="7473950" cy="581025"/>
            <a:chOff x="393" y="2444"/>
            <a:chExt cx="4708" cy="445"/>
          </a:xfrm>
        </p:grpSpPr>
        <p:grpSp>
          <p:nvGrpSpPr>
            <p:cNvPr id="16434" name="Group 95"/>
            <p:cNvGrpSpPr/>
            <p:nvPr/>
          </p:nvGrpSpPr>
          <p:grpSpPr>
            <a:xfrm>
              <a:off x="3598" y="2470"/>
              <a:ext cx="544" cy="149"/>
              <a:chOff x="3890" y="2999"/>
              <a:chExt cx="561" cy="172"/>
            </a:xfrm>
          </p:grpSpPr>
          <p:sp>
            <p:nvSpPr>
              <p:cNvPr id="16435" name="WordArt 38"/>
              <p:cNvSpPr>
                <a:spLocks noTextEdit="1"/>
              </p:cNvSpPr>
              <p:nvPr/>
            </p:nvSpPr>
            <p:spPr>
              <a:xfrm>
                <a:off x="4015" y="3037"/>
                <a:ext cx="114" cy="1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6436" name="WordArt 39"/>
              <p:cNvSpPr>
                <a:spLocks noTextEdit="1"/>
              </p:cNvSpPr>
              <p:nvPr/>
            </p:nvSpPr>
            <p:spPr>
              <a:xfrm>
                <a:off x="3890" y="2999"/>
                <a:ext cx="101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16437" name="Freeform 40"/>
              <p:cNvSpPr/>
              <p:nvPr/>
            </p:nvSpPr>
            <p:spPr>
              <a:xfrm>
                <a:off x="4150" y="3058"/>
                <a:ext cx="136" cy="104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0" y="10"/>
                  </a:cxn>
                  <a:cxn ang="0">
                    <a:pos x="32" y="19"/>
                  </a:cxn>
                </a:cxnLst>
                <a:rect l="0" t="0" r="0" b="0"/>
                <a:pathLst>
                  <a:path w="576" h="576">
                    <a:moveTo>
                      <a:pt x="576" y="0"/>
                    </a:moveTo>
                    <a:lnTo>
                      <a:pt x="0" y="299"/>
                    </a:lnTo>
                    <a:lnTo>
                      <a:pt x="576" y="57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8" name="WordArt 41"/>
              <p:cNvSpPr>
                <a:spLocks noTextEdit="1"/>
              </p:cNvSpPr>
              <p:nvPr/>
            </p:nvSpPr>
            <p:spPr>
              <a:xfrm>
                <a:off x="4312" y="3017"/>
                <a:ext cx="139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16439" name="Group 94"/>
            <p:cNvGrpSpPr/>
            <p:nvPr/>
          </p:nvGrpSpPr>
          <p:grpSpPr>
            <a:xfrm>
              <a:off x="4281" y="2471"/>
              <a:ext cx="820" cy="165"/>
              <a:chOff x="4608" y="2994"/>
              <a:chExt cx="845" cy="191"/>
            </a:xfrm>
          </p:grpSpPr>
          <p:sp>
            <p:nvSpPr>
              <p:cNvPr id="16440" name="WordArt 34"/>
              <p:cNvSpPr>
                <a:spLocks noTextEdit="1"/>
              </p:cNvSpPr>
              <p:nvPr/>
            </p:nvSpPr>
            <p:spPr>
              <a:xfrm>
                <a:off x="5418" y="3091"/>
                <a:ext cx="35" cy="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</a:p>
            </p:txBody>
          </p:sp>
          <p:grpSp>
            <p:nvGrpSpPr>
              <p:cNvPr id="16441" name="Group 35"/>
              <p:cNvGrpSpPr/>
              <p:nvPr/>
            </p:nvGrpSpPr>
            <p:grpSpPr>
              <a:xfrm>
                <a:off x="4895" y="3065"/>
                <a:ext cx="129" cy="47"/>
                <a:chOff x="1710" y="2910"/>
                <a:chExt cx="344" cy="96"/>
              </a:xfrm>
            </p:grpSpPr>
            <p:sp>
              <p:nvSpPr>
                <p:cNvPr id="16442" name="Line 36"/>
                <p:cNvSpPr/>
                <p:nvPr/>
              </p:nvSpPr>
              <p:spPr>
                <a:xfrm>
                  <a:off x="1713" y="2910"/>
                  <a:ext cx="34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43" name="Line 37"/>
                <p:cNvSpPr/>
                <p:nvPr/>
              </p:nvSpPr>
              <p:spPr>
                <a:xfrm>
                  <a:off x="1710" y="3006"/>
                  <a:ext cx="34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6444" name="WordArt 42"/>
              <p:cNvSpPr>
                <a:spLocks noTextEdit="1"/>
              </p:cNvSpPr>
              <p:nvPr/>
            </p:nvSpPr>
            <p:spPr>
              <a:xfrm>
                <a:off x="4608" y="3018"/>
                <a:ext cx="65" cy="1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16445" name="WordArt 43"/>
              <p:cNvSpPr>
                <a:spLocks noTextEdit="1"/>
              </p:cNvSpPr>
              <p:nvPr/>
            </p:nvSpPr>
            <p:spPr>
              <a:xfrm>
                <a:off x="5355" y="3029"/>
                <a:ext cx="28" cy="1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16446" name="WordArt 44"/>
              <p:cNvSpPr>
                <a:spLocks noTextEdit="1"/>
              </p:cNvSpPr>
              <p:nvPr/>
            </p:nvSpPr>
            <p:spPr>
              <a:xfrm>
                <a:off x="5050" y="2999"/>
                <a:ext cx="93" cy="1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16447" name="Group 45"/>
              <p:cNvGrpSpPr/>
              <p:nvPr/>
            </p:nvGrpSpPr>
            <p:grpSpPr>
              <a:xfrm>
                <a:off x="5166" y="3044"/>
                <a:ext cx="146" cy="141"/>
                <a:chOff x="3126" y="3636"/>
                <a:chExt cx="191" cy="196"/>
              </a:xfrm>
            </p:grpSpPr>
            <p:sp>
              <p:nvSpPr>
                <p:cNvPr id="16448" name="WordArt 46"/>
                <p:cNvSpPr>
                  <a:spLocks noTextEdit="1"/>
                </p:cNvSpPr>
                <p:nvPr/>
              </p:nvSpPr>
              <p:spPr>
                <a:xfrm>
                  <a:off x="3126" y="3636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6449" name="WordArt 47"/>
                <p:cNvSpPr>
                  <a:spLocks noTextEdit="1"/>
                </p:cNvSpPr>
                <p:nvPr/>
              </p:nvSpPr>
              <p:spPr>
                <a:xfrm>
                  <a:off x="3237" y="3732"/>
                  <a:ext cx="80" cy="10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  <p:sp>
            <p:nvSpPr>
              <p:cNvPr id="16450" name="WordArt 48"/>
              <p:cNvSpPr>
                <a:spLocks noTextEdit="1"/>
              </p:cNvSpPr>
              <p:nvPr/>
            </p:nvSpPr>
            <p:spPr>
              <a:xfrm>
                <a:off x="4703" y="2994"/>
                <a:ext cx="139" cy="14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sp>
          <p:nvSpPr>
            <p:cNvPr id="16451" name="WordArt 91"/>
            <p:cNvSpPr>
              <a:spLocks noTextEdit="1"/>
            </p:cNvSpPr>
            <p:nvPr/>
          </p:nvSpPr>
          <p:spPr>
            <a:xfrm>
              <a:off x="758" y="2453"/>
              <a:ext cx="2660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若金属中电子吸收光子的能量</a:t>
              </a:r>
            </a:p>
          </p:txBody>
        </p:sp>
        <p:grpSp>
          <p:nvGrpSpPr>
            <p:cNvPr id="16452" name="Group 86"/>
            <p:cNvGrpSpPr/>
            <p:nvPr/>
          </p:nvGrpSpPr>
          <p:grpSpPr>
            <a:xfrm>
              <a:off x="393" y="2444"/>
              <a:ext cx="202" cy="191"/>
              <a:chOff x="891" y="201"/>
              <a:chExt cx="269" cy="261"/>
            </a:xfrm>
          </p:grpSpPr>
          <p:sp>
            <p:nvSpPr>
              <p:cNvPr id="16453" name="Oval 87"/>
              <p:cNvSpPr/>
              <p:nvPr/>
            </p:nvSpPr>
            <p:spPr>
              <a:xfrm>
                <a:off x="891" y="201"/>
                <a:ext cx="269" cy="261"/>
              </a:xfrm>
              <a:prstGeom prst="ellipse">
                <a:avLst/>
              </a:prstGeom>
              <a:solidFill>
                <a:schemeClr val="bg1">
                  <a:alpha val="50194"/>
                </a:schemeClr>
              </a:solidFill>
              <a:ln w="9525" cap="flat" cmpd="sng">
                <a:solidFill>
                  <a:schemeClr val="bg1">
                    <a:alpha val="50194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6454" name="Group 88"/>
              <p:cNvGrpSpPr/>
              <p:nvPr/>
            </p:nvGrpSpPr>
            <p:grpSpPr>
              <a:xfrm>
                <a:off x="927" y="238"/>
                <a:ext cx="201" cy="189"/>
                <a:chOff x="2136" y="1382"/>
                <a:chExt cx="576" cy="576"/>
              </a:xfrm>
            </p:grpSpPr>
            <p:sp>
              <p:nvSpPr>
                <p:cNvPr id="16455" name="Oval 89"/>
                <p:cNvSpPr/>
                <p:nvPr/>
              </p:nvSpPr>
              <p:spPr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56" name="Oval 90"/>
                <p:cNvSpPr/>
                <p:nvPr/>
              </p:nvSpPr>
              <p:spPr>
                <a:xfrm rot="-3104273">
                  <a:off x="2198" y="1469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6457" name="Group 127"/>
            <p:cNvGrpSpPr/>
            <p:nvPr/>
          </p:nvGrpSpPr>
          <p:grpSpPr>
            <a:xfrm>
              <a:off x="770" y="2699"/>
              <a:ext cx="4109" cy="190"/>
              <a:chOff x="770" y="2699"/>
              <a:chExt cx="4109" cy="190"/>
            </a:xfrm>
          </p:grpSpPr>
          <p:grpSp>
            <p:nvGrpSpPr>
              <p:cNvPr id="16458" name="Group 93"/>
              <p:cNvGrpSpPr/>
              <p:nvPr/>
            </p:nvGrpSpPr>
            <p:grpSpPr>
              <a:xfrm>
                <a:off x="1884" y="2705"/>
                <a:ext cx="483" cy="152"/>
                <a:chOff x="1857" y="3312"/>
                <a:chExt cx="498" cy="174"/>
              </a:xfrm>
            </p:grpSpPr>
            <p:sp>
              <p:nvSpPr>
                <p:cNvPr id="16459" name="WordArt 31"/>
                <p:cNvSpPr>
                  <a:spLocks noTextEdit="1"/>
                </p:cNvSpPr>
                <p:nvPr/>
              </p:nvSpPr>
              <p:spPr>
                <a:xfrm>
                  <a:off x="1857" y="3312"/>
                  <a:ext cx="128" cy="14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6460" name="Freeform 49"/>
                <p:cNvSpPr/>
                <p:nvPr/>
              </p:nvSpPr>
              <p:spPr>
                <a:xfrm>
                  <a:off x="1989" y="3332"/>
                  <a:ext cx="148" cy="119"/>
                </a:xfrm>
                <a:custGeom>
                  <a:avLst/>
                  <a:gdLst/>
                  <a:ahLst/>
                  <a:cxnLst>
                    <a:cxn ang="0">
                      <a:pos x="38" y="0"/>
                    </a:cxn>
                    <a:cxn ang="0">
                      <a:pos x="0" y="13"/>
                    </a:cxn>
                    <a:cxn ang="0">
                      <a:pos x="38" y="25"/>
                    </a:cxn>
                  </a:cxnLst>
                  <a:rect l="0" t="0" r="0" b="0"/>
                  <a:pathLst>
                    <a:path w="576" h="576">
                      <a:moveTo>
                        <a:pt x="576" y="0"/>
                      </a:moveTo>
                      <a:lnTo>
                        <a:pt x="0" y="299"/>
                      </a:lnTo>
                      <a:lnTo>
                        <a:pt x="576" y="5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6461" name="Group 50"/>
                <p:cNvGrpSpPr/>
                <p:nvPr/>
              </p:nvGrpSpPr>
              <p:grpSpPr>
                <a:xfrm>
                  <a:off x="2187" y="3322"/>
                  <a:ext cx="168" cy="164"/>
                  <a:chOff x="3126" y="3636"/>
                  <a:chExt cx="191" cy="196"/>
                </a:xfrm>
              </p:grpSpPr>
              <p:sp>
                <p:nvSpPr>
                  <p:cNvPr id="16462" name="WordArt 51"/>
                  <p:cNvSpPr>
                    <a:spLocks noTextEdit="1"/>
                  </p:cNvSpPr>
                  <p:nvPr/>
                </p:nvSpPr>
                <p:spPr>
                  <a:xfrm>
                    <a:off x="3126" y="3636"/>
                    <a:ext cx="152" cy="17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rgbClr val="CC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CC0000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  <p:sp>
                <p:nvSpPr>
                  <p:cNvPr id="16463" name="WordArt 52"/>
                  <p:cNvSpPr>
                    <a:spLocks noTextEdit="1"/>
                  </p:cNvSpPr>
                  <p:nvPr/>
                </p:nvSpPr>
                <p:spPr>
                  <a:xfrm>
                    <a:off x="3237" y="3732"/>
                    <a:ext cx="80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CC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CC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</p:grpSp>
          </p:grpSp>
          <p:sp>
            <p:nvSpPr>
              <p:cNvPr id="16464" name="WordArt 92"/>
              <p:cNvSpPr>
                <a:spLocks noTextEdit="1"/>
              </p:cNvSpPr>
              <p:nvPr/>
            </p:nvSpPr>
            <p:spPr>
              <a:xfrm>
                <a:off x="770" y="2699"/>
                <a:ext cx="3883" cy="1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即入射光频率       时，电子不能逸出，即有红线</a:t>
                </a:r>
              </a:p>
            </p:txBody>
          </p:sp>
          <p:grpSp>
            <p:nvGrpSpPr>
              <p:cNvPr id="16465" name="Group 124"/>
              <p:cNvGrpSpPr/>
              <p:nvPr/>
            </p:nvGrpSpPr>
            <p:grpSpPr>
              <a:xfrm>
                <a:off x="4716" y="2740"/>
                <a:ext cx="163" cy="143"/>
                <a:chOff x="3126" y="3636"/>
                <a:chExt cx="191" cy="196"/>
              </a:xfrm>
            </p:grpSpPr>
            <p:sp>
              <p:nvSpPr>
                <p:cNvPr id="16466" name="WordArt 125"/>
                <p:cNvSpPr>
                  <a:spLocks noTextEdit="1"/>
                </p:cNvSpPr>
                <p:nvPr/>
              </p:nvSpPr>
              <p:spPr>
                <a:xfrm>
                  <a:off x="3126" y="3636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16467" name="WordArt 126"/>
                <p:cNvSpPr>
                  <a:spLocks noTextEdit="1"/>
                </p:cNvSpPr>
                <p:nvPr/>
              </p:nvSpPr>
              <p:spPr>
                <a:xfrm>
                  <a:off x="3237" y="3732"/>
                  <a:ext cx="80" cy="10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</p:grpSp>
      <p:grpSp>
        <p:nvGrpSpPr>
          <p:cNvPr id="16468" name="Group 200"/>
          <p:cNvGrpSpPr/>
          <p:nvPr/>
        </p:nvGrpSpPr>
        <p:grpSpPr>
          <a:xfrm>
            <a:off x="371475" y="747713"/>
            <a:ext cx="2006600" cy="2024062"/>
            <a:chOff x="1350" y="499"/>
            <a:chExt cx="1264" cy="1275"/>
          </a:xfrm>
        </p:grpSpPr>
        <p:sp>
          <p:nvSpPr>
            <p:cNvPr id="16469" name="Rectangle 130"/>
            <p:cNvSpPr/>
            <p:nvPr/>
          </p:nvSpPr>
          <p:spPr>
            <a:xfrm>
              <a:off x="1509" y="791"/>
              <a:ext cx="401" cy="983"/>
            </a:xfrm>
            <a:prstGeom prst="rect">
              <a:avLst/>
            </a:prstGeom>
            <a:solidFill>
              <a:srgbClr val="E3E2B4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6470" name="Group 131"/>
            <p:cNvGrpSpPr/>
            <p:nvPr/>
          </p:nvGrpSpPr>
          <p:grpSpPr>
            <a:xfrm>
              <a:off x="1724" y="1236"/>
              <a:ext cx="143" cy="122"/>
              <a:chOff x="3850" y="2270"/>
              <a:chExt cx="107" cy="105"/>
            </a:xfrm>
          </p:grpSpPr>
          <p:sp>
            <p:nvSpPr>
              <p:cNvPr id="16471" name="Oval 132"/>
              <p:cNvSpPr/>
              <p:nvPr/>
            </p:nvSpPr>
            <p:spPr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72" name="Rectangle 133"/>
              <p:cNvSpPr/>
              <p:nvPr/>
            </p:nvSpPr>
            <p:spPr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473" name="Line 134"/>
            <p:cNvSpPr/>
            <p:nvPr/>
          </p:nvSpPr>
          <p:spPr>
            <a:xfrm>
              <a:off x="1350" y="1261"/>
              <a:ext cx="15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74" name="Line 136"/>
            <p:cNvSpPr/>
            <p:nvPr/>
          </p:nvSpPr>
          <p:spPr>
            <a:xfrm flipH="1">
              <a:off x="1862" y="834"/>
              <a:ext cx="537" cy="382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grpSp>
          <p:nvGrpSpPr>
            <p:cNvPr id="16475" name="Group 137"/>
            <p:cNvGrpSpPr/>
            <p:nvPr/>
          </p:nvGrpSpPr>
          <p:grpSpPr>
            <a:xfrm>
              <a:off x="2305" y="499"/>
              <a:ext cx="258" cy="180"/>
              <a:chOff x="1036" y="1830"/>
              <a:chExt cx="355" cy="265"/>
            </a:xfrm>
          </p:grpSpPr>
          <p:sp>
            <p:nvSpPr>
              <p:cNvPr id="16476" name="WordArt 138"/>
              <p:cNvSpPr>
                <a:spLocks noTextEdit="1"/>
              </p:cNvSpPr>
              <p:nvPr/>
            </p:nvSpPr>
            <p:spPr>
              <a:xfrm>
                <a:off x="1239" y="1908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6477" name="WordArt 139"/>
              <p:cNvSpPr>
                <a:spLocks noTextEdit="1"/>
              </p:cNvSpPr>
              <p:nvPr/>
            </p:nvSpPr>
            <p:spPr>
              <a:xfrm>
                <a:off x="1036" y="1830"/>
                <a:ext cx="166" cy="2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16478" name="WordArt 140"/>
            <p:cNvSpPr>
              <a:spLocks noTextEdit="1"/>
            </p:cNvSpPr>
            <p:nvPr/>
          </p:nvSpPr>
          <p:spPr>
            <a:xfrm>
              <a:off x="1377" y="551"/>
              <a:ext cx="847" cy="10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入射光子能量</a:t>
              </a:r>
            </a:p>
          </p:txBody>
        </p:sp>
        <p:grpSp>
          <p:nvGrpSpPr>
            <p:cNvPr id="16479" name="Group 142"/>
            <p:cNvGrpSpPr/>
            <p:nvPr/>
          </p:nvGrpSpPr>
          <p:grpSpPr>
            <a:xfrm>
              <a:off x="1901" y="1228"/>
              <a:ext cx="250" cy="113"/>
              <a:chOff x="1740" y="1456"/>
              <a:chExt cx="346" cy="180"/>
            </a:xfrm>
          </p:grpSpPr>
          <p:sp>
            <p:nvSpPr>
              <p:cNvPr id="16480" name="Rectangle 143"/>
              <p:cNvSpPr/>
              <p:nvPr/>
            </p:nvSpPr>
            <p:spPr>
              <a:xfrm>
                <a:off x="1740" y="1456"/>
                <a:ext cx="112" cy="18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81" name="AutoShape 144"/>
              <p:cNvSpPr/>
              <p:nvPr/>
            </p:nvSpPr>
            <p:spPr>
              <a:xfrm>
                <a:off x="1762" y="1456"/>
                <a:ext cx="324" cy="180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8424" y="0"/>
                    </a:moveTo>
                    <a:lnTo>
                      <a:pt x="8424" y="4588"/>
                    </a:lnTo>
                    <a:lnTo>
                      <a:pt x="3375" y="4588"/>
                    </a:lnTo>
                    <a:lnTo>
                      <a:pt x="3375" y="17012"/>
                    </a:lnTo>
                    <a:lnTo>
                      <a:pt x="8424" y="17012"/>
                    </a:lnTo>
                    <a:lnTo>
                      <a:pt x="8424" y="21600"/>
                    </a:lnTo>
                    <a:lnTo>
                      <a:pt x="21600" y="10800"/>
                    </a:lnTo>
                    <a:lnTo>
                      <a:pt x="8424" y="0"/>
                    </a:lnTo>
                    <a:close/>
                  </a:path>
                  <a:path w="21600" h="21600">
                    <a:moveTo>
                      <a:pt x="1350" y="4588"/>
                    </a:moveTo>
                    <a:lnTo>
                      <a:pt x="1350" y="17012"/>
                    </a:lnTo>
                    <a:lnTo>
                      <a:pt x="2700" y="17012"/>
                    </a:lnTo>
                    <a:lnTo>
                      <a:pt x="2700" y="4588"/>
                    </a:lnTo>
                    <a:lnTo>
                      <a:pt x="1350" y="4588"/>
                    </a:lnTo>
                    <a:close/>
                  </a:path>
                  <a:path w="21600" h="21600">
                    <a:moveTo>
                      <a:pt x="0" y="4588"/>
                    </a:moveTo>
                    <a:lnTo>
                      <a:pt x="0" y="17012"/>
                    </a:lnTo>
                    <a:lnTo>
                      <a:pt x="675" y="17012"/>
                    </a:lnTo>
                    <a:lnTo>
                      <a:pt x="675" y="4588"/>
                    </a:lnTo>
                    <a:lnTo>
                      <a:pt x="0" y="4588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482" name="Oval 153"/>
            <p:cNvSpPr/>
            <p:nvPr/>
          </p:nvSpPr>
          <p:spPr>
            <a:xfrm>
              <a:off x="2269" y="821"/>
              <a:ext cx="148" cy="13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83" name="Oval 154"/>
            <p:cNvSpPr/>
            <p:nvPr/>
          </p:nvSpPr>
          <p:spPr>
            <a:xfrm>
              <a:off x="2440" y="686"/>
              <a:ext cx="148" cy="13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6484" name="Group 155"/>
            <p:cNvGrpSpPr/>
            <p:nvPr/>
          </p:nvGrpSpPr>
          <p:grpSpPr>
            <a:xfrm>
              <a:off x="2235" y="1224"/>
              <a:ext cx="143" cy="122"/>
              <a:chOff x="3850" y="2270"/>
              <a:chExt cx="107" cy="105"/>
            </a:xfrm>
          </p:grpSpPr>
          <p:sp>
            <p:nvSpPr>
              <p:cNvPr id="16485" name="Oval 156"/>
              <p:cNvSpPr/>
              <p:nvPr/>
            </p:nvSpPr>
            <p:spPr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86" name="Rectangle 157"/>
              <p:cNvSpPr/>
              <p:nvPr/>
            </p:nvSpPr>
            <p:spPr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87" name="Group 158"/>
            <p:cNvGrpSpPr/>
            <p:nvPr/>
          </p:nvGrpSpPr>
          <p:grpSpPr>
            <a:xfrm>
              <a:off x="2471" y="1215"/>
              <a:ext cx="143" cy="122"/>
              <a:chOff x="3850" y="2270"/>
              <a:chExt cx="107" cy="105"/>
            </a:xfrm>
          </p:grpSpPr>
          <p:sp>
            <p:nvSpPr>
              <p:cNvPr id="16488" name="Oval 159"/>
              <p:cNvSpPr/>
              <p:nvPr/>
            </p:nvSpPr>
            <p:spPr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89" name="Rectangle 160"/>
              <p:cNvSpPr/>
              <p:nvPr/>
            </p:nvSpPr>
            <p:spPr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" name="Group 195"/>
          <p:cNvGrpSpPr/>
          <p:nvPr/>
        </p:nvGrpSpPr>
        <p:grpSpPr>
          <a:xfrm>
            <a:off x="6464300" y="1422400"/>
            <a:ext cx="677863" cy="649288"/>
            <a:chOff x="4072" y="896"/>
            <a:chExt cx="427" cy="409"/>
          </a:xfrm>
        </p:grpSpPr>
        <p:sp>
          <p:nvSpPr>
            <p:cNvPr id="16491" name="Line 168"/>
            <p:cNvSpPr/>
            <p:nvPr/>
          </p:nvSpPr>
          <p:spPr>
            <a:xfrm>
              <a:off x="4072" y="900"/>
              <a:ext cx="309" cy="312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grpSp>
          <p:nvGrpSpPr>
            <p:cNvPr id="16492" name="Group 169"/>
            <p:cNvGrpSpPr/>
            <p:nvPr/>
          </p:nvGrpSpPr>
          <p:grpSpPr>
            <a:xfrm>
              <a:off x="4204" y="896"/>
              <a:ext cx="197" cy="127"/>
              <a:chOff x="1036" y="1830"/>
              <a:chExt cx="355" cy="265"/>
            </a:xfrm>
          </p:grpSpPr>
          <p:sp>
            <p:nvSpPr>
              <p:cNvPr id="16493" name="WordArt 170"/>
              <p:cNvSpPr>
                <a:spLocks noTextEdit="1"/>
              </p:cNvSpPr>
              <p:nvPr/>
            </p:nvSpPr>
            <p:spPr>
              <a:xfrm>
                <a:off x="1239" y="1908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16494" name="WordArt 171"/>
              <p:cNvSpPr>
                <a:spLocks noTextEdit="1"/>
              </p:cNvSpPr>
              <p:nvPr/>
            </p:nvSpPr>
            <p:spPr>
              <a:xfrm>
                <a:off x="1036" y="1830"/>
                <a:ext cx="166" cy="2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16495" name="Oval 184"/>
            <p:cNvSpPr/>
            <p:nvPr/>
          </p:nvSpPr>
          <p:spPr>
            <a:xfrm>
              <a:off x="4351" y="1166"/>
              <a:ext cx="148" cy="13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97"/>
          <p:cNvGrpSpPr/>
          <p:nvPr/>
        </p:nvGrpSpPr>
        <p:grpSpPr>
          <a:xfrm>
            <a:off x="6319838" y="1320800"/>
            <a:ext cx="2506662" cy="1257300"/>
            <a:chOff x="3981" y="832"/>
            <a:chExt cx="1579" cy="792"/>
          </a:xfrm>
        </p:grpSpPr>
        <p:grpSp>
          <p:nvGrpSpPr>
            <p:cNvPr id="16497" name="Group 193"/>
            <p:cNvGrpSpPr/>
            <p:nvPr/>
          </p:nvGrpSpPr>
          <p:grpSpPr>
            <a:xfrm>
              <a:off x="3981" y="832"/>
              <a:ext cx="980" cy="792"/>
              <a:chOff x="3981" y="832"/>
              <a:chExt cx="980" cy="792"/>
            </a:xfrm>
          </p:grpSpPr>
          <p:sp>
            <p:nvSpPr>
              <p:cNvPr id="16498" name="Rectangle 163"/>
              <p:cNvSpPr/>
              <p:nvPr/>
            </p:nvSpPr>
            <p:spPr>
              <a:xfrm>
                <a:off x="4830" y="832"/>
                <a:ext cx="131" cy="7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99" name="Rectangle 192"/>
              <p:cNvSpPr/>
              <p:nvPr/>
            </p:nvSpPr>
            <p:spPr>
              <a:xfrm>
                <a:off x="3981" y="1482"/>
                <a:ext cx="969" cy="138"/>
              </a:xfrm>
              <a:prstGeom prst="rect">
                <a:avLst/>
              </a:prstGeom>
              <a:solidFill>
                <a:srgbClr val="E3E2B4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500" name="Group 177"/>
            <p:cNvGrpSpPr/>
            <p:nvPr/>
          </p:nvGrpSpPr>
          <p:grpSpPr>
            <a:xfrm>
              <a:off x="4866" y="1054"/>
              <a:ext cx="694" cy="206"/>
              <a:chOff x="1413" y="1844"/>
              <a:chExt cx="957" cy="328"/>
            </a:xfrm>
          </p:grpSpPr>
          <p:grpSp>
            <p:nvGrpSpPr>
              <p:cNvPr id="16501" name="Group 178"/>
              <p:cNvGrpSpPr/>
              <p:nvPr/>
            </p:nvGrpSpPr>
            <p:grpSpPr>
              <a:xfrm>
                <a:off x="1413" y="1844"/>
                <a:ext cx="353" cy="328"/>
                <a:chOff x="1554" y="1732"/>
                <a:chExt cx="353" cy="328"/>
              </a:xfrm>
            </p:grpSpPr>
            <p:sp>
              <p:nvSpPr>
                <p:cNvPr id="16502" name="WordArt 179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6503" name="WordArt 180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16504" name="Group 181"/>
              <p:cNvGrpSpPr/>
              <p:nvPr/>
            </p:nvGrpSpPr>
            <p:grpSpPr>
              <a:xfrm>
                <a:off x="1806" y="1952"/>
                <a:ext cx="564" cy="161"/>
                <a:chOff x="367" y="1900"/>
                <a:chExt cx="564" cy="161"/>
              </a:xfrm>
            </p:grpSpPr>
            <p:sp>
              <p:nvSpPr>
                <p:cNvPr id="16505" name="WordArt 182"/>
                <p:cNvSpPr>
                  <a:spLocks noTextEdit="1"/>
                </p:cNvSpPr>
                <p:nvPr/>
              </p:nvSpPr>
              <p:spPr>
                <a:xfrm>
                  <a:off x="370" y="1900"/>
                  <a:ext cx="561" cy="1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</a:t>
                  </a:r>
                </a:p>
              </p:txBody>
            </p:sp>
            <p:sp>
              <p:nvSpPr>
                <p:cNvPr id="16506" name="WordArt 183"/>
                <p:cNvSpPr>
                  <a:spLocks noTextEdit="1"/>
                </p:cNvSpPr>
                <p:nvPr/>
              </p:nvSpPr>
              <p:spPr>
                <a:xfrm>
                  <a:off x="367" y="1903"/>
                  <a:ext cx="561" cy="1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</a:t>
                  </a:r>
                </a:p>
              </p:txBody>
            </p:sp>
          </p:grpSp>
        </p:grpSp>
      </p:grpSp>
      <p:grpSp>
        <p:nvGrpSpPr>
          <p:cNvPr id="5" name="Group 186"/>
          <p:cNvGrpSpPr/>
          <p:nvPr/>
        </p:nvGrpSpPr>
        <p:grpSpPr>
          <a:xfrm>
            <a:off x="7242175" y="2366963"/>
            <a:ext cx="227013" cy="193675"/>
            <a:chOff x="3850" y="2270"/>
            <a:chExt cx="107" cy="105"/>
          </a:xfrm>
        </p:grpSpPr>
        <p:sp>
          <p:nvSpPr>
            <p:cNvPr id="16508" name="Oval 187"/>
            <p:cNvSpPr/>
            <p:nvPr/>
          </p:nvSpPr>
          <p:spPr>
            <a:xfrm>
              <a:off x="3850" y="2270"/>
              <a:ext cx="107" cy="105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rgbClr val="000000"/>
                </a:gs>
              </a:gsLst>
              <a:path path="rect">
                <a:fillToRect r="100000" b="10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509" name="Rectangle 188"/>
            <p:cNvSpPr/>
            <p:nvPr/>
          </p:nvSpPr>
          <p:spPr>
            <a:xfrm>
              <a:off x="3858" y="2310"/>
              <a:ext cx="79" cy="1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198"/>
          <p:cNvGrpSpPr/>
          <p:nvPr/>
        </p:nvGrpSpPr>
        <p:grpSpPr>
          <a:xfrm>
            <a:off x="8183563" y="981075"/>
            <a:ext cx="663575" cy="193675"/>
            <a:chOff x="5155" y="618"/>
            <a:chExt cx="418" cy="122"/>
          </a:xfrm>
        </p:grpSpPr>
        <p:grpSp>
          <p:nvGrpSpPr>
            <p:cNvPr id="16511" name="Group 174"/>
            <p:cNvGrpSpPr/>
            <p:nvPr/>
          </p:nvGrpSpPr>
          <p:grpSpPr>
            <a:xfrm>
              <a:off x="5323" y="632"/>
              <a:ext cx="250" cy="87"/>
              <a:chOff x="1740" y="1456"/>
              <a:chExt cx="346" cy="180"/>
            </a:xfrm>
          </p:grpSpPr>
          <p:sp>
            <p:nvSpPr>
              <p:cNvPr id="16512" name="Rectangle 175"/>
              <p:cNvSpPr/>
              <p:nvPr/>
            </p:nvSpPr>
            <p:spPr>
              <a:xfrm>
                <a:off x="1740" y="1456"/>
                <a:ext cx="112" cy="18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513" name="AutoShape 176"/>
              <p:cNvSpPr/>
              <p:nvPr/>
            </p:nvSpPr>
            <p:spPr>
              <a:xfrm>
                <a:off x="1762" y="1456"/>
                <a:ext cx="324" cy="180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8424" y="0"/>
                    </a:moveTo>
                    <a:lnTo>
                      <a:pt x="8424" y="4588"/>
                    </a:lnTo>
                    <a:lnTo>
                      <a:pt x="3375" y="4588"/>
                    </a:lnTo>
                    <a:lnTo>
                      <a:pt x="3375" y="17012"/>
                    </a:lnTo>
                    <a:lnTo>
                      <a:pt x="8424" y="17012"/>
                    </a:lnTo>
                    <a:lnTo>
                      <a:pt x="8424" y="21600"/>
                    </a:lnTo>
                    <a:lnTo>
                      <a:pt x="21600" y="10800"/>
                    </a:lnTo>
                    <a:lnTo>
                      <a:pt x="8424" y="0"/>
                    </a:lnTo>
                    <a:close/>
                  </a:path>
                  <a:path w="21600" h="21600">
                    <a:moveTo>
                      <a:pt x="1350" y="4588"/>
                    </a:moveTo>
                    <a:lnTo>
                      <a:pt x="1350" y="17012"/>
                    </a:lnTo>
                    <a:lnTo>
                      <a:pt x="2700" y="17012"/>
                    </a:lnTo>
                    <a:lnTo>
                      <a:pt x="2700" y="4588"/>
                    </a:lnTo>
                    <a:lnTo>
                      <a:pt x="1350" y="4588"/>
                    </a:lnTo>
                    <a:close/>
                  </a:path>
                  <a:path w="21600" h="21600">
                    <a:moveTo>
                      <a:pt x="0" y="4588"/>
                    </a:moveTo>
                    <a:lnTo>
                      <a:pt x="0" y="17012"/>
                    </a:lnTo>
                    <a:lnTo>
                      <a:pt x="675" y="17012"/>
                    </a:lnTo>
                    <a:lnTo>
                      <a:pt x="675" y="4588"/>
                    </a:lnTo>
                    <a:lnTo>
                      <a:pt x="0" y="4588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514" name="Group 189"/>
            <p:cNvGrpSpPr/>
            <p:nvPr/>
          </p:nvGrpSpPr>
          <p:grpSpPr>
            <a:xfrm>
              <a:off x="5155" y="618"/>
              <a:ext cx="143" cy="122"/>
              <a:chOff x="3850" y="2270"/>
              <a:chExt cx="107" cy="105"/>
            </a:xfrm>
          </p:grpSpPr>
          <p:sp>
            <p:nvSpPr>
              <p:cNvPr id="16515" name="Oval 190"/>
              <p:cNvSpPr/>
              <p:nvPr/>
            </p:nvSpPr>
            <p:spPr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516" name="Rectangle 191"/>
              <p:cNvSpPr/>
              <p:nvPr/>
            </p:nvSpPr>
            <p:spPr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38" name="TextBox 137"/>
          <p:cNvSpPr txBox="1"/>
          <p:nvPr/>
        </p:nvSpPr>
        <p:spPr>
          <a:xfrm>
            <a:off x="2597150" y="822325"/>
            <a:ext cx="3600450" cy="1938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华文楷体" panose="02010600040101010101" charset="-122"/>
                <a:ea typeface="华文楷体" panose="02010600040101010101" charset="-122"/>
              </a:rPr>
              <a:t>光子与处于束缚态的电子发生完全非弹性碰撞，电子吸收光子，碰撞过程中，光子与电子组成的系统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能量守恒，动量不守恒</a:t>
            </a:r>
          </a:p>
        </p:txBody>
      </p:sp>
      <p:sp>
        <p:nvSpPr>
          <p:cNvPr id="11399" name="WordArt 4"/>
          <p:cNvSpPr>
            <a:spLocks noTextEdit="1"/>
          </p:cNvSpPr>
          <p:nvPr/>
        </p:nvSpPr>
        <p:spPr>
          <a:xfrm>
            <a:off x="179388" y="188913"/>
            <a:ext cx="4494213" cy="2968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30000"/>
          </a:bodyPr>
          <a:lstStyle/>
          <a:p>
            <a:pPr algn="ctr" fontAlgn="base"/>
            <a:r>
              <a:rPr lang="en-US" altLang="zh-CN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4</a:t>
            </a:r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.  光子假说对光电效应的解释</a:t>
            </a:r>
            <a:endParaRPr lang="zh-CN" altLang="en-US" sz="3600" strike="noStrike" noProof="1"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3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7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360" y="476250"/>
            <a:ext cx="200533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课前测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800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4970" y="1124585"/>
            <a:ext cx="815594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>
                <a:latin typeface="Verdana" panose="020B0604030504040204" pitchFamily="34" charset="0"/>
                <a:sym typeface="宋体" panose="02010600030101010101" pitchFamily="2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某单色光照射一金属时不能产生光电效应，则下述措施中可能使金属产生光电效应的是（     ）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(A) 增大光的强度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                 </a:t>
            </a:r>
          </a:p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(B)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延长光照时间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(C) 换用频率较低的光照射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     </a:t>
            </a:r>
          </a:p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(D) 换用波长较短的光照射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55650" y="551688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答案(D)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文本框 1"/>
          <p:cNvSpPr txBox="1"/>
          <p:nvPr>
            <p:custDataLst>
              <p:tags r:id="rId1"/>
            </p:custDataLst>
          </p:nvPr>
        </p:nvSpPr>
        <p:spPr>
          <a:xfrm>
            <a:off x="371475" y="171450"/>
            <a:ext cx="797877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讨论题</a:t>
            </a:r>
            <a:r>
              <a:rPr lang="en-US" altLang="zh-CN" sz="20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：某金属在一束绿光的照射下有光电效应产生。假如用更强的绿光照射，电子的最大初动能及逸出的电子数目会发生怎样的变化？如果用强度相同的紫光代替原来的绿光，又会有什么变化？</a:t>
            </a: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</a:p>
        </p:txBody>
      </p:sp>
      <p:sp>
        <p:nvSpPr>
          <p:cNvPr id="28676" name="WordArt 4"/>
          <p:cNvSpPr>
            <a:spLocks noTextEdit="1"/>
          </p:cNvSpPr>
          <p:nvPr>
            <p:custDataLst>
              <p:tags r:id="rId2"/>
            </p:custDataLst>
          </p:nvPr>
        </p:nvSpPr>
        <p:spPr>
          <a:xfrm>
            <a:off x="7969250" y="581025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60000"/>
          </a:bodyPr>
          <a:lstStyle/>
          <a:p>
            <a:pPr algn="ctr" fontAlgn="base"/>
            <a:r>
              <a:rPr lang="zh-CN" altLang="en-US" sz="3600" strike="noStrike" noProof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</a:t>
            </a:r>
            <a:endParaRPr lang="zh-CN" altLang="en-US" sz="3600" strike="noStrike" noProof="1"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79" name="文本框 4"/>
          <p:cNvSpPr txBox="1"/>
          <p:nvPr/>
        </p:nvSpPr>
        <p:spPr>
          <a:xfrm>
            <a:off x="422275" y="1851025"/>
            <a:ext cx="8362950" cy="4660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关于光电效应有下列说法：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(1) 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任何波长的可见光照射到任何金属表面都能产生光电效应；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(2) 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若入射光的频率均大于（但不是远大于）一给定金属的红限，则该金属分别受到不同频率的光照射时，释出的光电子的最大初动能也不同；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(3) 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若入射光的频率均大于（但不是远大于）一给定金属的红限，则该金属分别受到不同频率、强度相等的光照射时，单位时间释出的光电子数一定相等；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(4) 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若入射光的频率均大于（但不是远大于）一给定金属的红限，则当入射光频率不变而强度增大一倍时，该金属的饱和光电流也增大一倍．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其中正确的是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(A)  (1)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      (B)  (2)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(C)  (2)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(D)  (2)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r>
              <a:rPr lang="zh-CN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endParaRPr lang="en-US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92"/>
          <p:cNvSpPr>
            <a:spLocks noGrp="1"/>
          </p:cNvSpPr>
          <p:nvPr>
            <p:ph type="title" idx="4294967295"/>
          </p:nvPr>
        </p:nvSpPr>
        <p:spPr>
          <a:xfrm>
            <a:off x="849313" y="7938"/>
            <a:ext cx="7772400" cy="141287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7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22531" name="WordArt 78"/>
          <p:cNvSpPr>
            <a:spLocks noTextEdit="1"/>
          </p:cNvSpPr>
          <p:nvPr/>
        </p:nvSpPr>
        <p:spPr>
          <a:xfrm>
            <a:off x="6153150" y="2565400"/>
            <a:ext cx="2141538" cy="3095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31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金属的逸出功</a:t>
            </a:r>
          </a:p>
        </p:txBody>
      </p:sp>
      <p:sp>
        <p:nvSpPr>
          <p:cNvPr id="25603" name="Rectangle 79" descr="羊皮纸"/>
          <p:cNvSpPr/>
          <p:nvPr/>
        </p:nvSpPr>
        <p:spPr>
          <a:xfrm>
            <a:off x="0" y="6680200"/>
            <a:ext cx="9144000" cy="1778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246"/>
          <p:cNvGrpSpPr/>
          <p:nvPr/>
        </p:nvGrpSpPr>
        <p:grpSpPr>
          <a:xfrm>
            <a:off x="0" y="2611438"/>
            <a:ext cx="9144000" cy="725487"/>
            <a:chOff x="0" y="1645"/>
            <a:chExt cx="5760" cy="457"/>
          </a:xfrm>
        </p:grpSpPr>
        <p:sp>
          <p:nvSpPr>
            <p:cNvPr id="25605" name="WordArt 75"/>
            <p:cNvSpPr>
              <a:spLocks noTextEdit="1"/>
            </p:cNvSpPr>
            <p:nvPr/>
          </p:nvSpPr>
          <p:spPr>
            <a:xfrm>
              <a:off x="973" y="1645"/>
              <a:ext cx="2681" cy="19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金属的光电效应的红限依赖于</a:t>
              </a:r>
            </a:p>
          </p:txBody>
        </p:sp>
        <p:sp>
          <p:nvSpPr>
            <p:cNvPr id="25606" name="Line 76"/>
            <p:cNvSpPr/>
            <p:nvPr/>
          </p:nvSpPr>
          <p:spPr>
            <a:xfrm flipV="1">
              <a:off x="3625" y="1890"/>
              <a:ext cx="1785" cy="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07" name="Oval 77"/>
            <p:cNvSpPr/>
            <p:nvPr/>
          </p:nvSpPr>
          <p:spPr>
            <a:xfrm>
              <a:off x="5468" y="1869"/>
              <a:ext cx="42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8" name="Rectangle 80" descr="羊皮纸"/>
            <p:cNvSpPr/>
            <p:nvPr/>
          </p:nvSpPr>
          <p:spPr>
            <a:xfrm>
              <a:off x="0" y="2014"/>
              <a:ext cx="5760" cy="88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244"/>
          <p:cNvGrpSpPr/>
          <p:nvPr/>
        </p:nvGrpSpPr>
        <p:grpSpPr>
          <a:xfrm>
            <a:off x="3730625" y="4627563"/>
            <a:ext cx="1593850" cy="649287"/>
            <a:chOff x="2725" y="2944"/>
            <a:chExt cx="1004" cy="409"/>
          </a:xfrm>
        </p:grpSpPr>
        <p:sp>
          <p:nvSpPr>
            <p:cNvPr id="25610" name="WordArt 92"/>
            <p:cNvSpPr>
              <a:spLocks noTextEdit="1"/>
            </p:cNvSpPr>
            <p:nvPr/>
          </p:nvSpPr>
          <p:spPr>
            <a:xfrm>
              <a:off x="2725" y="3073"/>
              <a:ext cx="223" cy="2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9343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grpSp>
          <p:nvGrpSpPr>
            <p:cNvPr id="25611" name="Group 158"/>
            <p:cNvGrpSpPr/>
            <p:nvPr/>
          </p:nvGrpSpPr>
          <p:grpSpPr>
            <a:xfrm>
              <a:off x="3035" y="3107"/>
              <a:ext cx="192" cy="164"/>
              <a:chOff x="3035" y="3107"/>
              <a:chExt cx="192" cy="164"/>
            </a:xfrm>
          </p:grpSpPr>
          <p:sp>
            <p:nvSpPr>
              <p:cNvPr id="25612" name="Freeform 93"/>
              <p:cNvSpPr/>
              <p:nvPr/>
            </p:nvSpPr>
            <p:spPr>
              <a:xfrm>
                <a:off x="3040" y="3107"/>
                <a:ext cx="187" cy="112"/>
              </a:xfrm>
              <a:custGeom>
                <a:avLst/>
                <a:gdLst/>
                <a:ahLst/>
                <a:cxnLst>
                  <a:cxn ang="0">
                    <a:pos x="61" y="0"/>
                  </a:cxn>
                  <a:cxn ang="0">
                    <a:pos x="0" y="11"/>
                  </a:cxn>
                  <a:cxn ang="0">
                    <a:pos x="61" y="22"/>
                  </a:cxn>
                </a:cxnLst>
                <a:rect l="0" t="0" r="0" b="0"/>
                <a:pathLst>
                  <a:path w="576" h="576">
                    <a:moveTo>
                      <a:pt x="576" y="0"/>
                    </a:moveTo>
                    <a:lnTo>
                      <a:pt x="0" y="299"/>
                    </a:lnTo>
                    <a:lnTo>
                      <a:pt x="576" y="57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3" name="Line 94"/>
              <p:cNvSpPr/>
              <p:nvPr/>
            </p:nvSpPr>
            <p:spPr>
              <a:xfrm>
                <a:off x="3035" y="3233"/>
                <a:ext cx="190" cy="3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5614" name="Group 95"/>
            <p:cNvGrpSpPr/>
            <p:nvPr/>
          </p:nvGrpSpPr>
          <p:grpSpPr>
            <a:xfrm>
              <a:off x="3308" y="2944"/>
              <a:ext cx="421" cy="409"/>
              <a:chOff x="3280" y="3531"/>
              <a:chExt cx="415" cy="380"/>
            </a:xfrm>
          </p:grpSpPr>
          <p:sp>
            <p:nvSpPr>
              <p:cNvPr id="25615" name="Line 96"/>
              <p:cNvSpPr/>
              <p:nvPr/>
            </p:nvSpPr>
            <p:spPr>
              <a:xfrm flipH="1">
                <a:off x="3280" y="3720"/>
                <a:ext cx="415" cy="1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5616" name="Group 97"/>
              <p:cNvGrpSpPr/>
              <p:nvPr/>
            </p:nvGrpSpPr>
            <p:grpSpPr>
              <a:xfrm>
                <a:off x="3321" y="3768"/>
                <a:ext cx="329" cy="143"/>
                <a:chOff x="1985" y="3559"/>
                <a:chExt cx="498" cy="241"/>
              </a:xfrm>
            </p:grpSpPr>
            <p:grpSp>
              <p:nvGrpSpPr>
                <p:cNvPr id="25617" name="Group 98"/>
                <p:cNvGrpSpPr/>
                <p:nvPr/>
              </p:nvGrpSpPr>
              <p:grpSpPr>
                <a:xfrm>
                  <a:off x="2152" y="3559"/>
                  <a:ext cx="331" cy="241"/>
                  <a:chOff x="3071" y="3339"/>
                  <a:chExt cx="245" cy="177"/>
                </a:xfrm>
              </p:grpSpPr>
              <p:sp>
                <p:nvSpPr>
                  <p:cNvPr id="25618" name="WordArt 99"/>
                  <p:cNvSpPr>
                    <a:spLocks noTextEdit="1"/>
                  </p:cNvSpPr>
                  <p:nvPr/>
                </p:nvSpPr>
                <p:spPr>
                  <a:xfrm>
                    <a:off x="3071" y="3339"/>
                    <a:ext cx="200" cy="15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34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U</a:t>
                    </a:r>
                  </a:p>
                </p:txBody>
              </p:sp>
              <p:sp>
                <p:nvSpPr>
                  <p:cNvPr id="25619" name="WordArt 100"/>
                  <p:cNvSpPr>
                    <a:spLocks noTextEdit="1"/>
                  </p:cNvSpPr>
                  <p:nvPr/>
                </p:nvSpPr>
                <p:spPr>
                  <a:xfrm>
                    <a:off x="3236" y="3416"/>
                    <a:ext cx="80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k</a:t>
                    </a:r>
                  </a:p>
                </p:txBody>
              </p:sp>
            </p:grpSp>
            <p:sp>
              <p:nvSpPr>
                <p:cNvPr id="25620" name="WordArt 101"/>
                <p:cNvSpPr>
                  <a:spLocks noTextEdit="1"/>
                </p:cNvSpPr>
                <p:nvPr/>
              </p:nvSpPr>
              <p:spPr>
                <a:xfrm>
                  <a:off x="1985" y="3596"/>
                  <a:ext cx="194" cy="16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3542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</p:grpSp>
          <p:grpSp>
            <p:nvGrpSpPr>
              <p:cNvPr id="25621" name="Group 102"/>
              <p:cNvGrpSpPr/>
              <p:nvPr/>
            </p:nvGrpSpPr>
            <p:grpSpPr>
              <a:xfrm>
                <a:off x="3349" y="3531"/>
                <a:ext cx="266" cy="146"/>
                <a:chOff x="3144" y="3844"/>
                <a:chExt cx="295" cy="178"/>
              </a:xfrm>
            </p:grpSpPr>
            <p:sp>
              <p:nvSpPr>
                <p:cNvPr id="25622" name="WordArt 103"/>
                <p:cNvSpPr>
                  <a:spLocks noTextEdit="1"/>
                </p:cNvSpPr>
                <p:nvPr/>
              </p:nvSpPr>
              <p:spPr>
                <a:xfrm>
                  <a:off x="3317" y="3887"/>
                  <a:ext cx="122" cy="1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7407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25623" name="WordArt 104"/>
                <p:cNvSpPr>
                  <a:spLocks noTextEdit="1"/>
                </p:cNvSpPr>
                <p:nvPr/>
              </p:nvSpPr>
              <p:spPr>
                <a:xfrm>
                  <a:off x="3144" y="3844"/>
                  <a:ext cx="123" cy="17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</p:grpSp>
        </p:grpSp>
      </p:grpSp>
      <p:grpSp>
        <p:nvGrpSpPr>
          <p:cNvPr id="9" name="Group 245"/>
          <p:cNvGrpSpPr/>
          <p:nvPr/>
        </p:nvGrpSpPr>
        <p:grpSpPr>
          <a:xfrm>
            <a:off x="1406525" y="3595688"/>
            <a:ext cx="7067550" cy="1752600"/>
            <a:chOff x="887" y="2333"/>
            <a:chExt cx="4452" cy="1104"/>
          </a:xfrm>
        </p:grpSpPr>
        <p:sp>
          <p:nvSpPr>
            <p:cNvPr id="25625" name="WordArt 105"/>
            <p:cNvSpPr>
              <a:spLocks noTextEdit="1"/>
            </p:cNvSpPr>
            <p:nvPr/>
          </p:nvSpPr>
          <p:spPr>
            <a:xfrm>
              <a:off x="1089" y="2333"/>
              <a:ext cx="4250" cy="2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已知某单色光照射到一金属表面产生了光电效应,</a:t>
              </a:r>
            </a:p>
          </p:txBody>
        </p:sp>
        <p:grpSp>
          <p:nvGrpSpPr>
            <p:cNvPr id="25626" name="Group 106"/>
            <p:cNvGrpSpPr/>
            <p:nvPr/>
          </p:nvGrpSpPr>
          <p:grpSpPr>
            <a:xfrm>
              <a:off x="892" y="2647"/>
              <a:ext cx="4438" cy="209"/>
              <a:chOff x="309" y="3192"/>
              <a:chExt cx="4859" cy="213"/>
            </a:xfrm>
          </p:grpSpPr>
          <p:grpSp>
            <p:nvGrpSpPr>
              <p:cNvPr id="25627" name="Group 107"/>
              <p:cNvGrpSpPr/>
              <p:nvPr/>
            </p:nvGrpSpPr>
            <p:grpSpPr>
              <a:xfrm>
                <a:off x="309" y="3192"/>
                <a:ext cx="3454" cy="204"/>
                <a:chOff x="324" y="3101"/>
                <a:chExt cx="3454" cy="204"/>
              </a:xfrm>
            </p:grpSpPr>
            <p:sp>
              <p:nvSpPr>
                <p:cNvPr id="25628" name="WordArt 108"/>
                <p:cNvSpPr>
                  <a:spLocks noTextEdit="1"/>
                </p:cNvSpPr>
                <p:nvPr/>
              </p:nvSpPr>
              <p:spPr>
                <a:xfrm>
                  <a:off x="324" y="3101"/>
                  <a:ext cx="1972" cy="19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若此金属的逸出电势</a:t>
                  </a:r>
                </a:p>
              </p:txBody>
            </p:sp>
            <p:grpSp>
              <p:nvGrpSpPr>
                <p:cNvPr id="25629" name="Group 109"/>
                <p:cNvGrpSpPr/>
                <p:nvPr/>
              </p:nvGrpSpPr>
              <p:grpSpPr>
                <a:xfrm>
                  <a:off x="2301" y="3139"/>
                  <a:ext cx="219" cy="143"/>
                  <a:chOff x="3071" y="3339"/>
                  <a:chExt cx="245" cy="177"/>
                </a:xfrm>
              </p:grpSpPr>
              <p:sp>
                <p:nvSpPr>
                  <p:cNvPr id="25630" name="WordArt 110"/>
                  <p:cNvSpPr>
                    <a:spLocks noTextEdit="1"/>
                  </p:cNvSpPr>
                  <p:nvPr/>
                </p:nvSpPr>
                <p:spPr>
                  <a:xfrm>
                    <a:off x="3071" y="3339"/>
                    <a:ext cx="200" cy="15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34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U</a:t>
                    </a:r>
                  </a:p>
                </p:txBody>
              </p:sp>
              <p:sp>
                <p:nvSpPr>
                  <p:cNvPr id="25631" name="WordArt 111"/>
                  <p:cNvSpPr>
                    <a:spLocks noTextEdit="1"/>
                  </p:cNvSpPr>
                  <p:nvPr/>
                </p:nvSpPr>
                <p:spPr>
                  <a:xfrm>
                    <a:off x="3236" y="3416"/>
                    <a:ext cx="80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k</a:t>
                    </a:r>
                  </a:p>
                </p:txBody>
              </p:sp>
            </p:grpSp>
            <p:sp>
              <p:nvSpPr>
                <p:cNvPr id="25632" name="WordArt 112"/>
                <p:cNvSpPr>
                  <a:spLocks noTextEdit="1"/>
                </p:cNvSpPr>
                <p:nvPr/>
              </p:nvSpPr>
              <p:spPr>
                <a:xfrm>
                  <a:off x="3299" y="3169"/>
                  <a:ext cx="128" cy="9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3542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25633" name="WordArt 113"/>
                <p:cNvSpPr>
                  <a:spLocks noTextEdit="1"/>
                </p:cNvSpPr>
                <p:nvPr/>
              </p:nvSpPr>
              <p:spPr>
                <a:xfrm>
                  <a:off x="2633" y="3103"/>
                  <a:ext cx="43" cy="18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25634" name="WordArt 114"/>
                <p:cNvSpPr>
                  <a:spLocks noTextEdit="1"/>
                </p:cNvSpPr>
                <p:nvPr/>
              </p:nvSpPr>
              <p:spPr>
                <a:xfrm flipH="1">
                  <a:off x="3735" y="3110"/>
                  <a:ext cx="43" cy="18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25635" name="WordArt 115"/>
                <p:cNvSpPr>
                  <a:spLocks noTextEdit="1"/>
                </p:cNvSpPr>
                <p:nvPr/>
              </p:nvSpPr>
              <p:spPr>
                <a:xfrm>
                  <a:off x="2726" y="3122"/>
                  <a:ext cx="535" cy="18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逸出功</a:t>
                  </a:r>
                </a:p>
              </p:txBody>
            </p:sp>
            <p:grpSp>
              <p:nvGrpSpPr>
                <p:cNvPr id="25636" name="Group 116"/>
                <p:cNvGrpSpPr/>
                <p:nvPr/>
              </p:nvGrpSpPr>
              <p:grpSpPr>
                <a:xfrm>
                  <a:off x="3436" y="3146"/>
                  <a:ext cx="219" cy="143"/>
                  <a:chOff x="3071" y="3339"/>
                  <a:chExt cx="245" cy="177"/>
                </a:xfrm>
              </p:grpSpPr>
              <p:sp>
                <p:nvSpPr>
                  <p:cNvPr id="25637" name="WordArt 117"/>
                  <p:cNvSpPr>
                    <a:spLocks noTextEdit="1"/>
                  </p:cNvSpPr>
                  <p:nvPr/>
                </p:nvSpPr>
                <p:spPr>
                  <a:xfrm>
                    <a:off x="3071" y="3339"/>
                    <a:ext cx="200" cy="15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34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U</a:t>
                    </a:r>
                  </a:p>
                </p:txBody>
              </p:sp>
              <p:sp>
                <p:nvSpPr>
                  <p:cNvPr id="25638" name="WordArt 118"/>
                  <p:cNvSpPr>
                    <a:spLocks noTextEdit="1"/>
                  </p:cNvSpPr>
                  <p:nvPr/>
                </p:nvSpPr>
                <p:spPr>
                  <a:xfrm>
                    <a:off x="3236" y="3416"/>
                    <a:ext cx="80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k</a:t>
                    </a:r>
                  </a:p>
                </p:txBody>
              </p:sp>
            </p:grpSp>
          </p:grpSp>
          <p:sp>
            <p:nvSpPr>
              <p:cNvPr id="25639" name="WordArt 119"/>
              <p:cNvSpPr>
                <a:spLocks noTextEdit="1"/>
              </p:cNvSpPr>
              <p:nvPr/>
            </p:nvSpPr>
            <p:spPr>
              <a:xfrm>
                <a:off x="3824" y="3199"/>
                <a:ext cx="1344" cy="20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,则此单色光的</a:t>
                </a:r>
              </a:p>
            </p:txBody>
          </p:sp>
        </p:grpSp>
        <p:sp>
          <p:nvSpPr>
            <p:cNvPr id="25640" name="WordArt 120"/>
            <p:cNvSpPr>
              <a:spLocks noTextEdit="1"/>
            </p:cNvSpPr>
            <p:nvPr/>
          </p:nvSpPr>
          <p:spPr>
            <a:xfrm>
              <a:off x="887" y="3020"/>
              <a:ext cx="1228" cy="20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波长必须满足</a:t>
              </a:r>
            </a:p>
          </p:txBody>
        </p:sp>
        <p:sp>
          <p:nvSpPr>
            <p:cNvPr id="25641" name="Line 121"/>
            <p:cNvSpPr/>
            <p:nvPr/>
          </p:nvSpPr>
          <p:spPr>
            <a:xfrm>
              <a:off x="2209" y="3403"/>
              <a:ext cx="1484" cy="1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2" name="Oval 122"/>
            <p:cNvSpPr/>
            <p:nvPr/>
          </p:nvSpPr>
          <p:spPr>
            <a:xfrm>
              <a:off x="3827" y="3384"/>
              <a:ext cx="49" cy="5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243"/>
          <p:cNvGrpSpPr/>
          <p:nvPr/>
        </p:nvGrpSpPr>
        <p:grpSpPr>
          <a:xfrm>
            <a:off x="657225" y="5691188"/>
            <a:ext cx="7893050" cy="820737"/>
            <a:chOff x="414" y="3585"/>
            <a:chExt cx="4972" cy="517"/>
          </a:xfrm>
        </p:grpSpPr>
        <p:grpSp>
          <p:nvGrpSpPr>
            <p:cNvPr id="25644" name="Group 216"/>
            <p:cNvGrpSpPr/>
            <p:nvPr/>
          </p:nvGrpSpPr>
          <p:grpSpPr>
            <a:xfrm>
              <a:off x="414" y="3585"/>
              <a:ext cx="1218" cy="517"/>
              <a:chOff x="521" y="3539"/>
              <a:chExt cx="1218" cy="517"/>
            </a:xfrm>
          </p:grpSpPr>
          <p:sp>
            <p:nvSpPr>
              <p:cNvPr id="25645" name="WordArt 136"/>
              <p:cNvSpPr>
                <a:spLocks noTextEdit="1"/>
              </p:cNvSpPr>
              <p:nvPr/>
            </p:nvSpPr>
            <p:spPr>
              <a:xfrm>
                <a:off x="554" y="3547"/>
                <a:ext cx="117" cy="1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grpSp>
            <p:nvGrpSpPr>
              <p:cNvPr id="25646" name="Group 141"/>
              <p:cNvGrpSpPr/>
              <p:nvPr/>
            </p:nvGrpSpPr>
            <p:grpSpPr>
              <a:xfrm>
                <a:off x="963" y="3539"/>
                <a:ext cx="167" cy="171"/>
                <a:chOff x="1554" y="1732"/>
                <a:chExt cx="353" cy="328"/>
              </a:xfrm>
            </p:grpSpPr>
            <p:sp>
              <p:nvSpPr>
                <p:cNvPr id="25647" name="WordArt 142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25648" name="WordArt 143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25649" name="Line 144"/>
              <p:cNvSpPr/>
              <p:nvPr/>
            </p:nvSpPr>
            <p:spPr>
              <a:xfrm flipH="1">
                <a:off x="1149" y="3540"/>
                <a:ext cx="98" cy="17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50" name="WordArt 145"/>
              <p:cNvSpPr>
                <a:spLocks noTextEdit="1"/>
              </p:cNvSpPr>
              <p:nvPr/>
            </p:nvSpPr>
            <p:spPr>
              <a:xfrm>
                <a:off x="1255" y="3539"/>
                <a:ext cx="105" cy="18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25651" name="Group 159"/>
              <p:cNvGrpSpPr/>
              <p:nvPr/>
            </p:nvGrpSpPr>
            <p:grpSpPr>
              <a:xfrm flipH="1">
                <a:off x="757" y="3551"/>
                <a:ext cx="176" cy="149"/>
                <a:chOff x="3035" y="3107"/>
                <a:chExt cx="192" cy="164"/>
              </a:xfrm>
            </p:grpSpPr>
            <p:sp>
              <p:nvSpPr>
                <p:cNvPr id="25652" name="Freeform 160"/>
                <p:cNvSpPr/>
                <p:nvPr/>
              </p:nvSpPr>
              <p:spPr>
                <a:xfrm>
                  <a:off x="3040" y="3107"/>
                  <a:ext cx="187" cy="112"/>
                </a:xfrm>
                <a:custGeom>
                  <a:avLst/>
                  <a:gdLst/>
                  <a:ahLst/>
                  <a:cxnLst>
                    <a:cxn ang="0">
                      <a:pos x="61" y="0"/>
                    </a:cxn>
                    <a:cxn ang="0">
                      <a:pos x="0" y="11"/>
                    </a:cxn>
                    <a:cxn ang="0">
                      <a:pos x="61" y="22"/>
                    </a:cxn>
                  </a:cxnLst>
                  <a:rect l="0" t="0" r="0" b="0"/>
                  <a:pathLst>
                    <a:path w="576" h="576">
                      <a:moveTo>
                        <a:pt x="576" y="0"/>
                      </a:moveTo>
                      <a:lnTo>
                        <a:pt x="0" y="299"/>
                      </a:lnTo>
                      <a:lnTo>
                        <a:pt x="576" y="5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53" name="Line 161"/>
                <p:cNvSpPr/>
                <p:nvPr/>
              </p:nvSpPr>
              <p:spPr>
                <a:xfrm>
                  <a:off x="3035" y="3233"/>
                  <a:ext cx="190" cy="3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654" name="Group 176"/>
              <p:cNvGrpSpPr/>
              <p:nvPr/>
            </p:nvGrpSpPr>
            <p:grpSpPr>
              <a:xfrm>
                <a:off x="788" y="3934"/>
                <a:ext cx="147" cy="53"/>
                <a:chOff x="1260" y="2371"/>
                <a:chExt cx="151" cy="53"/>
              </a:xfrm>
            </p:grpSpPr>
            <p:sp>
              <p:nvSpPr>
                <p:cNvPr id="25655" name="Line 177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56" name="Line 178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657" name="Group 179"/>
              <p:cNvGrpSpPr/>
              <p:nvPr/>
            </p:nvGrpSpPr>
            <p:grpSpPr>
              <a:xfrm>
                <a:off x="996" y="3900"/>
                <a:ext cx="326" cy="156"/>
                <a:chOff x="3456" y="823"/>
                <a:chExt cx="326" cy="156"/>
              </a:xfrm>
            </p:grpSpPr>
            <p:grpSp>
              <p:nvGrpSpPr>
                <p:cNvPr id="25658" name="Group 180"/>
                <p:cNvGrpSpPr/>
                <p:nvPr/>
              </p:nvGrpSpPr>
              <p:grpSpPr>
                <a:xfrm>
                  <a:off x="3569" y="829"/>
                  <a:ext cx="213" cy="150"/>
                  <a:chOff x="3071" y="3339"/>
                  <a:chExt cx="245" cy="177"/>
                </a:xfrm>
              </p:grpSpPr>
              <p:sp>
                <p:nvSpPr>
                  <p:cNvPr id="25659" name="WordArt 181"/>
                  <p:cNvSpPr>
                    <a:spLocks noTextEdit="1"/>
                  </p:cNvSpPr>
                  <p:nvPr/>
                </p:nvSpPr>
                <p:spPr>
                  <a:xfrm>
                    <a:off x="3071" y="3339"/>
                    <a:ext cx="200" cy="15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34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U</a:t>
                    </a:r>
                  </a:p>
                </p:txBody>
              </p:sp>
              <p:sp>
                <p:nvSpPr>
                  <p:cNvPr id="25660" name="WordArt 182"/>
                  <p:cNvSpPr>
                    <a:spLocks noTextEdit="1"/>
                  </p:cNvSpPr>
                  <p:nvPr/>
                </p:nvSpPr>
                <p:spPr>
                  <a:xfrm>
                    <a:off x="3236" y="3416"/>
                    <a:ext cx="80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k</a:t>
                    </a:r>
                  </a:p>
                </p:txBody>
              </p:sp>
            </p:grpSp>
            <p:sp>
              <p:nvSpPr>
                <p:cNvPr id="25661" name="WordArt 183"/>
                <p:cNvSpPr>
                  <a:spLocks noTextEdit="1"/>
                </p:cNvSpPr>
                <p:nvPr/>
              </p:nvSpPr>
              <p:spPr>
                <a:xfrm>
                  <a:off x="3456" y="823"/>
                  <a:ext cx="95" cy="1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</p:grpSp>
          <p:grpSp>
            <p:nvGrpSpPr>
              <p:cNvPr id="25662" name="Group 184"/>
              <p:cNvGrpSpPr/>
              <p:nvPr/>
            </p:nvGrpSpPr>
            <p:grpSpPr>
              <a:xfrm>
                <a:off x="521" y="3846"/>
                <a:ext cx="193" cy="205"/>
                <a:chOff x="1554" y="1732"/>
                <a:chExt cx="353" cy="328"/>
              </a:xfrm>
            </p:grpSpPr>
            <p:sp>
              <p:nvSpPr>
                <p:cNvPr id="25663" name="WordArt 185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25664" name="WordArt 186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25665" name="AutoShape 188"/>
              <p:cNvSpPr/>
              <p:nvPr/>
            </p:nvSpPr>
            <p:spPr>
              <a:xfrm>
                <a:off x="1458" y="3595"/>
                <a:ext cx="281" cy="399"/>
              </a:xfrm>
              <a:prstGeom prst="rightBrace">
                <a:avLst>
                  <a:gd name="adj1" fmla="val 11740"/>
                  <a:gd name="adj2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66" name="Group 242"/>
            <p:cNvGrpSpPr/>
            <p:nvPr/>
          </p:nvGrpSpPr>
          <p:grpSpPr>
            <a:xfrm>
              <a:off x="1773" y="3652"/>
              <a:ext cx="1022" cy="425"/>
              <a:chOff x="1773" y="3652"/>
              <a:chExt cx="1022" cy="425"/>
            </a:xfrm>
          </p:grpSpPr>
          <p:sp>
            <p:nvSpPr>
              <p:cNvPr id="25667" name="Line 197"/>
              <p:cNvSpPr/>
              <p:nvPr/>
            </p:nvSpPr>
            <p:spPr>
              <a:xfrm flipH="1">
                <a:off x="2253" y="3839"/>
                <a:ext cx="39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68" name="WordArt 198"/>
              <p:cNvSpPr>
                <a:spLocks noTextEdit="1"/>
              </p:cNvSpPr>
              <p:nvPr/>
            </p:nvSpPr>
            <p:spPr>
              <a:xfrm>
                <a:off x="2421" y="3890"/>
                <a:ext cx="105" cy="18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25669" name="Group 199"/>
              <p:cNvGrpSpPr/>
              <p:nvPr/>
            </p:nvGrpSpPr>
            <p:grpSpPr>
              <a:xfrm flipH="1">
                <a:off x="1985" y="3733"/>
                <a:ext cx="176" cy="149"/>
                <a:chOff x="3035" y="3107"/>
                <a:chExt cx="192" cy="164"/>
              </a:xfrm>
            </p:grpSpPr>
            <p:sp>
              <p:nvSpPr>
                <p:cNvPr id="25670" name="Freeform 200"/>
                <p:cNvSpPr/>
                <p:nvPr/>
              </p:nvSpPr>
              <p:spPr>
                <a:xfrm>
                  <a:off x="3040" y="3107"/>
                  <a:ext cx="187" cy="112"/>
                </a:xfrm>
                <a:custGeom>
                  <a:avLst/>
                  <a:gdLst/>
                  <a:ahLst/>
                  <a:cxnLst>
                    <a:cxn ang="0">
                      <a:pos x="61" y="0"/>
                    </a:cxn>
                    <a:cxn ang="0">
                      <a:pos x="0" y="11"/>
                    </a:cxn>
                    <a:cxn ang="0">
                      <a:pos x="61" y="22"/>
                    </a:cxn>
                  </a:cxnLst>
                  <a:rect l="0" t="0" r="0" b="0"/>
                  <a:pathLst>
                    <a:path w="576" h="576">
                      <a:moveTo>
                        <a:pt x="576" y="0"/>
                      </a:moveTo>
                      <a:lnTo>
                        <a:pt x="0" y="299"/>
                      </a:lnTo>
                      <a:lnTo>
                        <a:pt x="576" y="5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71" name="Line 201"/>
                <p:cNvSpPr/>
                <p:nvPr/>
              </p:nvSpPr>
              <p:spPr>
                <a:xfrm>
                  <a:off x="3035" y="3233"/>
                  <a:ext cx="190" cy="3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672" name="Group 202"/>
              <p:cNvGrpSpPr/>
              <p:nvPr/>
            </p:nvGrpSpPr>
            <p:grpSpPr>
              <a:xfrm>
                <a:off x="2307" y="3652"/>
                <a:ext cx="326" cy="156"/>
                <a:chOff x="3456" y="823"/>
                <a:chExt cx="326" cy="156"/>
              </a:xfrm>
            </p:grpSpPr>
            <p:grpSp>
              <p:nvGrpSpPr>
                <p:cNvPr id="25673" name="Group 203"/>
                <p:cNvGrpSpPr/>
                <p:nvPr/>
              </p:nvGrpSpPr>
              <p:grpSpPr>
                <a:xfrm>
                  <a:off x="3569" y="829"/>
                  <a:ext cx="213" cy="150"/>
                  <a:chOff x="3071" y="3339"/>
                  <a:chExt cx="245" cy="177"/>
                </a:xfrm>
              </p:grpSpPr>
              <p:sp>
                <p:nvSpPr>
                  <p:cNvPr id="25674" name="WordArt 204"/>
                  <p:cNvSpPr>
                    <a:spLocks noTextEdit="1"/>
                  </p:cNvSpPr>
                  <p:nvPr/>
                </p:nvSpPr>
                <p:spPr>
                  <a:xfrm>
                    <a:off x="3071" y="3339"/>
                    <a:ext cx="200" cy="15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34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U</a:t>
                    </a:r>
                  </a:p>
                </p:txBody>
              </p:sp>
              <p:sp>
                <p:nvSpPr>
                  <p:cNvPr id="25675" name="WordArt 205"/>
                  <p:cNvSpPr>
                    <a:spLocks noTextEdit="1"/>
                  </p:cNvSpPr>
                  <p:nvPr/>
                </p:nvSpPr>
                <p:spPr>
                  <a:xfrm>
                    <a:off x="3236" y="3416"/>
                    <a:ext cx="80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k</a:t>
                    </a:r>
                  </a:p>
                </p:txBody>
              </p:sp>
            </p:grpSp>
            <p:sp>
              <p:nvSpPr>
                <p:cNvPr id="25676" name="WordArt 206"/>
                <p:cNvSpPr>
                  <a:spLocks noTextEdit="1"/>
                </p:cNvSpPr>
                <p:nvPr/>
              </p:nvSpPr>
              <p:spPr>
                <a:xfrm>
                  <a:off x="3456" y="823"/>
                  <a:ext cx="95" cy="1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</p:grpSp>
          <p:sp>
            <p:nvSpPr>
              <p:cNvPr id="25677" name="WordArt 207"/>
              <p:cNvSpPr>
                <a:spLocks noTextEdit="1"/>
              </p:cNvSpPr>
              <p:nvPr/>
            </p:nvSpPr>
            <p:spPr>
              <a:xfrm>
                <a:off x="2760" y="3918"/>
                <a:ext cx="35" cy="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25678" name="WordArt 208"/>
              <p:cNvSpPr>
                <a:spLocks noTextEdit="1"/>
              </p:cNvSpPr>
              <p:nvPr/>
            </p:nvSpPr>
            <p:spPr>
              <a:xfrm>
                <a:off x="1773" y="3737"/>
                <a:ext cx="117" cy="1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</p:grpSp>
        <p:grpSp>
          <p:nvGrpSpPr>
            <p:cNvPr id="25679" name="Group 241"/>
            <p:cNvGrpSpPr/>
            <p:nvPr/>
          </p:nvGrpSpPr>
          <p:grpSpPr>
            <a:xfrm>
              <a:off x="3023" y="3600"/>
              <a:ext cx="875" cy="405"/>
              <a:chOff x="3023" y="3600"/>
              <a:chExt cx="875" cy="405"/>
            </a:xfrm>
          </p:grpSpPr>
          <p:grpSp>
            <p:nvGrpSpPr>
              <p:cNvPr id="25680" name="Group 214"/>
              <p:cNvGrpSpPr/>
              <p:nvPr/>
            </p:nvGrpSpPr>
            <p:grpSpPr>
              <a:xfrm>
                <a:off x="3023" y="3600"/>
                <a:ext cx="764" cy="405"/>
                <a:chOff x="3260" y="3577"/>
                <a:chExt cx="764" cy="405"/>
              </a:xfrm>
            </p:grpSpPr>
            <p:sp>
              <p:nvSpPr>
                <p:cNvPr id="25681" name="Line 152"/>
                <p:cNvSpPr/>
                <p:nvPr/>
              </p:nvSpPr>
              <p:spPr>
                <a:xfrm flipH="1">
                  <a:off x="3732" y="3764"/>
                  <a:ext cx="292" cy="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82" name="WordArt 156"/>
                <p:cNvSpPr>
                  <a:spLocks noTextEdit="1"/>
                </p:cNvSpPr>
                <p:nvPr/>
              </p:nvSpPr>
              <p:spPr>
                <a:xfrm>
                  <a:off x="3794" y="3577"/>
                  <a:ext cx="110" cy="12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25683" name="WordArt 209"/>
                <p:cNvSpPr>
                  <a:spLocks noTextEdit="1"/>
                </p:cNvSpPr>
                <p:nvPr/>
              </p:nvSpPr>
              <p:spPr>
                <a:xfrm>
                  <a:off x="3260" y="3687"/>
                  <a:ext cx="207" cy="18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9343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  <p:grpSp>
              <p:nvGrpSpPr>
                <p:cNvPr id="25684" name="Group 210"/>
                <p:cNvGrpSpPr/>
                <p:nvPr/>
              </p:nvGrpSpPr>
              <p:grpSpPr>
                <a:xfrm>
                  <a:off x="3527" y="3736"/>
                  <a:ext cx="157" cy="56"/>
                  <a:chOff x="1260" y="2371"/>
                  <a:chExt cx="151" cy="53"/>
                </a:xfrm>
              </p:grpSpPr>
              <p:sp>
                <p:nvSpPr>
                  <p:cNvPr id="25685" name="Line 211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86" name="Line 212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5687" name="WordArt 213"/>
                <p:cNvSpPr>
                  <a:spLocks noTextEdit="1"/>
                </p:cNvSpPr>
                <p:nvPr/>
              </p:nvSpPr>
              <p:spPr>
                <a:xfrm>
                  <a:off x="3813" y="3819"/>
                  <a:ext cx="117" cy="16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</p:grpSp>
          <p:sp>
            <p:nvSpPr>
              <p:cNvPr id="25688" name="WordArt 217"/>
              <p:cNvSpPr>
                <a:spLocks noTextEdit="1"/>
              </p:cNvSpPr>
              <p:nvPr/>
            </p:nvSpPr>
            <p:spPr>
              <a:xfrm>
                <a:off x="3863" y="3892"/>
                <a:ext cx="35" cy="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</a:p>
            </p:txBody>
          </p:sp>
        </p:grpSp>
        <p:grpSp>
          <p:nvGrpSpPr>
            <p:cNvPr id="25689" name="Group 240"/>
            <p:cNvGrpSpPr/>
            <p:nvPr/>
          </p:nvGrpSpPr>
          <p:grpSpPr>
            <a:xfrm>
              <a:off x="4156" y="3602"/>
              <a:ext cx="1230" cy="409"/>
              <a:chOff x="4087" y="3602"/>
              <a:chExt cx="1230" cy="409"/>
            </a:xfrm>
          </p:grpSpPr>
          <p:sp>
            <p:nvSpPr>
              <p:cNvPr id="25690" name="WordArt 218"/>
              <p:cNvSpPr>
                <a:spLocks noTextEdit="1"/>
              </p:cNvSpPr>
              <p:nvPr/>
            </p:nvSpPr>
            <p:spPr>
              <a:xfrm>
                <a:off x="4087" y="3746"/>
                <a:ext cx="173" cy="1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则</a:t>
                </a:r>
              </a:p>
            </p:txBody>
          </p:sp>
          <p:sp>
            <p:nvSpPr>
              <p:cNvPr id="25691" name="WordArt 222"/>
              <p:cNvSpPr>
                <a:spLocks noTextEdit="1"/>
              </p:cNvSpPr>
              <p:nvPr/>
            </p:nvSpPr>
            <p:spPr>
              <a:xfrm>
                <a:off x="4373" y="3746"/>
                <a:ext cx="207" cy="1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9343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grpSp>
            <p:nvGrpSpPr>
              <p:cNvPr id="25692" name="Group 227"/>
              <p:cNvGrpSpPr/>
              <p:nvPr/>
            </p:nvGrpSpPr>
            <p:grpSpPr>
              <a:xfrm>
                <a:off x="4624" y="3747"/>
                <a:ext cx="176" cy="149"/>
                <a:chOff x="3035" y="3107"/>
                <a:chExt cx="192" cy="164"/>
              </a:xfrm>
            </p:grpSpPr>
            <p:sp>
              <p:nvSpPr>
                <p:cNvPr id="25693" name="Freeform 228"/>
                <p:cNvSpPr/>
                <p:nvPr/>
              </p:nvSpPr>
              <p:spPr>
                <a:xfrm>
                  <a:off x="3040" y="3107"/>
                  <a:ext cx="187" cy="112"/>
                </a:xfrm>
                <a:custGeom>
                  <a:avLst/>
                  <a:gdLst/>
                  <a:ahLst/>
                  <a:cxnLst>
                    <a:cxn ang="0">
                      <a:pos x="61" y="0"/>
                    </a:cxn>
                    <a:cxn ang="0">
                      <a:pos x="0" y="11"/>
                    </a:cxn>
                    <a:cxn ang="0">
                      <a:pos x="61" y="22"/>
                    </a:cxn>
                  </a:cxnLst>
                  <a:rect l="0" t="0" r="0" b="0"/>
                  <a:pathLst>
                    <a:path w="576" h="576">
                      <a:moveTo>
                        <a:pt x="576" y="0"/>
                      </a:moveTo>
                      <a:lnTo>
                        <a:pt x="0" y="299"/>
                      </a:lnTo>
                      <a:lnTo>
                        <a:pt x="576" y="5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94" name="Line 229"/>
                <p:cNvSpPr/>
                <p:nvPr/>
              </p:nvSpPr>
              <p:spPr>
                <a:xfrm>
                  <a:off x="3035" y="3233"/>
                  <a:ext cx="190" cy="3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695" name="Group 230"/>
              <p:cNvGrpSpPr/>
              <p:nvPr/>
            </p:nvGrpSpPr>
            <p:grpSpPr>
              <a:xfrm>
                <a:off x="4896" y="3602"/>
                <a:ext cx="421" cy="409"/>
                <a:chOff x="3280" y="3531"/>
                <a:chExt cx="415" cy="380"/>
              </a:xfrm>
            </p:grpSpPr>
            <p:sp>
              <p:nvSpPr>
                <p:cNvPr id="25696" name="Line 231"/>
                <p:cNvSpPr/>
                <p:nvPr/>
              </p:nvSpPr>
              <p:spPr>
                <a:xfrm flipH="1">
                  <a:off x="3280" y="3720"/>
                  <a:ext cx="415" cy="1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25697" name="Group 232"/>
                <p:cNvGrpSpPr/>
                <p:nvPr/>
              </p:nvGrpSpPr>
              <p:grpSpPr>
                <a:xfrm>
                  <a:off x="3321" y="3768"/>
                  <a:ext cx="329" cy="143"/>
                  <a:chOff x="1985" y="3559"/>
                  <a:chExt cx="498" cy="241"/>
                </a:xfrm>
              </p:grpSpPr>
              <p:grpSp>
                <p:nvGrpSpPr>
                  <p:cNvPr id="25698" name="Group 233"/>
                  <p:cNvGrpSpPr/>
                  <p:nvPr/>
                </p:nvGrpSpPr>
                <p:grpSpPr>
                  <a:xfrm>
                    <a:off x="2152" y="3559"/>
                    <a:ext cx="331" cy="241"/>
                    <a:chOff x="3071" y="3339"/>
                    <a:chExt cx="245" cy="177"/>
                  </a:xfrm>
                </p:grpSpPr>
                <p:sp>
                  <p:nvSpPr>
                    <p:cNvPr id="25699" name="WordArt 234"/>
                    <p:cNvSpPr>
                      <a:spLocks noTextEdit="1"/>
                    </p:cNvSpPr>
                    <p:nvPr/>
                  </p:nvSpPr>
                  <p:spPr>
                    <a:xfrm>
                      <a:off x="3071" y="3339"/>
                      <a:ext cx="200" cy="15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34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</a:p>
                  </p:txBody>
                </p:sp>
                <p:sp>
                  <p:nvSpPr>
                    <p:cNvPr id="25700" name="WordArt 235"/>
                    <p:cNvSpPr>
                      <a:spLocks noTextEdit="1"/>
                    </p:cNvSpPr>
                    <p:nvPr/>
                  </p:nvSpPr>
                  <p:spPr>
                    <a:xfrm>
                      <a:off x="3236" y="3416"/>
                      <a:ext cx="80" cy="10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</a:p>
                  </p:txBody>
                </p:sp>
              </p:grpSp>
              <p:sp>
                <p:nvSpPr>
                  <p:cNvPr id="25701" name="WordArt 236"/>
                  <p:cNvSpPr>
                    <a:spLocks noTextEdit="1"/>
                  </p:cNvSpPr>
                  <p:nvPr/>
                </p:nvSpPr>
                <p:spPr>
                  <a:xfrm>
                    <a:off x="1985" y="3596"/>
                    <a:ext cx="194" cy="166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3542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</p:grpSp>
            <p:grpSp>
              <p:nvGrpSpPr>
                <p:cNvPr id="25702" name="Group 237"/>
                <p:cNvGrpSpPr/>
                <p:nvPr/>
              </p:nvGrpSpPr>
              <p:grpSpPr>
                <a:xfrm>
                  <a:off x="3349" y="3531"/>
                  <a:ext cx="266" cy="146"/>
                  <a:chOff x="3144" y="3844"/>
                  <a:chExt cx="295" cy="178"/>
                </a:xfrm>
              </p:grpSpPr>
              <p:sp>
                <p:nvSpPr>
                  <p:cNvPr id="25703" name="WordArt 238"/>
                  <p:cNvSpPr>
                    <a:spLocks noTextEdit="1"/>
                  </p:cNvSpPr>
                  <p:nvPr/>
                </p:nvSpPr>
                <p:spPr>
                  <a:xfrm>
                    <a:off x="3317" y="3887"/>
                    <a:ext cx="122" cy="12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7407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c</a:t>
                    </a:r>
                  </a:p>
                </p:txBody>
              </p:sp>
              <p:sp>
                <p:nvSpPr>
                  <p:cNvPr id="25704" name="WordArt 239"/>
                  <p:cNvSpPr>
                    <a:spLocks noTextEdit="1"/>
                  </p:cNvSpPr>
                  <p:nvPr/>
                </p:nvSpPr>
                <p:spPr>
                  <a:xfrm>
                    <a:off x="3144" y="3844"/>
                    <a:ext cx="123" cy="17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h</a:t>
                    </a:r>
                  </a:p>
                </p:txBody>
              </p:sp>
            </p:grpSp>
          </p:grpSp>
        </p:grpSp>
      </p:grpSp>
      <p:grpSp>
        <p:nvGrpSpPr>
          <p:cNvPr id="5" name="Group 290"/>
          <p:cNvGrpSpPr/>
          <p:nvPr/>
        </p:nvGrpSpPr>
        <p:grpSpPr>
          <a:xfrm>
            <a:off x="0" y="0"/>
            <a:ext cx="9144000" cy="2298700"/>
            <a:chOff x="0" y="0"/>
            <a:chExt cx="5760" cy="1448"/>
          </a:xfrm>
        </p:grpSpPr>
        <p:grpSp>
          <p:nvGrpSpPr>
            <p:cNvPr id="25706" name="Group 288"/>
            <p:cNvGrpSpPr/>
            <p:nvPr/>
          </p:nvGrpSpPr>
          <p:grpSpPr>
            <a:xfrm>
              <a:off x="0" y="0"/>
              <a:ext cx="5760" cy="1448"/>
              <a:chOff x="0" y="0"/>
              <a:chExt cx="5760" cy="1448"/>
            </a:xfrm>
          </p:grpSpPr>
          <p:sp>
            <p:nvSpPr>
              <p:cNvPr id="25707" name="Rectangle 26" descr="羊皮纸"/>
              <p:cNvSpPr/>
              <p:nvPr/>
            </p:nvSpPr>
            <p:spPr>
              <a:xfrm>
                <a:off x="0" y="0"/>
                <a:ext cx="5760" cy="11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5708" name="Group 252"/>
              <p:cNvGrpSpPr/>
              <p:nvPr/>
            </p:nvGrpSpPr>
            <p:grpSpPr>
              <a:xfrm>
                <a:off x="609" y="183"/>
                <a:ext cx="2445" cy="792"/>
                <a:chOff x="663" y="190"/>
                <a:chExt cx="2184" cy="792"/>
              </a:xfrm>
            </p:grpSpPr>
            <p:sp>
              <p:nvSpPr>
                <p:cNvPr id="25709" name="Rectangle 5"/>
                <p:cNvSpPr/>
                <p:nvPr/>
              </p:nvSpPr>
              <p:spPr>
                <a:xfrm>
                  <a:off x="663" y="426"/>
                  <a:ext cx="2184" cy="556"/>
                </a:xfrm>
                <a:prstGeom prst="rect">
                  <a:avLst/>
                </a:prstGeom>
                <a:noFill/>
                <a:ln w="76200" cap="flat" cmpd="sng">
                  <a:solidFill>
                    <a:srgbClr val="FFC97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5710" name="Group 6"/>
                <p:cNvGrpSpPr/>
                <p:nvPr/>
              </p:nvGrpSpPr>
              <p:grpSpPr>
                <a:xfrm>
                  <a:off x="1594" y="669"/>
                  <a:ext cx="139" cy="77"/>
                  <a:chOff x="2100" y="3050"/>
                  <a:chExt cx="267" cy="103"/>
                </a:xfrm>
              </p:grpSpPr>
              <p:sp>
                <p:nvSpPr>
                  <p:cNvPr id="25711" name="Line 7"/>
                  <p:cNvSpPr/>
                  <p:nvPr/>
                </p:nvSpPr>
                <p:spPr>
                  <a:xfrm>
                    <a:off x="2100" y="3050"/>
                    <a:ext cx="267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712" name="Line 8"/>
                  <p:cNvSpPr/>
                  <p:nvPr/>
                </p:nvSpPr>
                <p:spPr>
                  <a:xfrm flipV="1">
                    <a:off x="2100" y="3152"/>
                    <a:ext cx="265" cy="1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5713" name="Group 9"/>
                <p:cNvGrpSpPr/>
                <p:nvPr/>
              </p:nvGrpSpPr>
              <p:grpSpPr>
                <a:xfrm>
                  <a:off x="874" y="544"/>
                  <a:ext cx="606" cy="344"/>
                  <a:chOff x="3053" y="716"/>
                  <a:chExt cx="602" cy="323"/>
                </a:xfrm>
              </p:grpSpPr>
              <p:sp>
                <p:nvSpPr>
                  <p:cNvPr id="25714" name="WordArt 10"/>
                  <p:cNvSpPr>
                    <a:spLocks noTextEdit="1"/>
                  </p:cNvSpPr>
                  <p:nvPr/>
                </p:nvSpPr>
                <p:spPr>
                  <a:xfrm>
                    <a:off x="3254" y="827"/>
                    <a:ext cx="152" cy="12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25715" name="WordArt 11"/>
                  <p:cNvSpPr>
                    <a:spLocks noTextEdit="1"/>
                  </p:cNvSpPr>
                  <p:nvPr/>
                </p:nvSpPr>
                <p:spPr>
                  <a:xfrm>
                    <a:off x="3100" y="716"/>
                    <a:ext cx="68" cy="11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25716" name="WordArt 12"/>
                  <p:cNvSpPr>
                    <a:spLocks noTextEdit="1"/>
                  </p:cNvSpPr>
                  <p:nvPr/>
                </p:nvSpPr>
                <p:spPr>
                  <a:xfrm>
                    <a:off x="3098" y="928"/>
                    <a:ext cx="78" cy="11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25717" name="Line 13"/>
                  <p:cNvSpPr/>
                  <p:nvPr/>
                </p:nvSpPr>
                <p:spPr>
                  <a:xfrm>
                    <a:off x="3053" y="876"/>
                    <a:ext cx="19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718" name="WordArt 14"/>
                  <p:cNvSpPr>
                    <a:spLocks noTextEdit="1"/>
                  </p:cNvSpPr>
                  <p:nvPr/>
                </p:nvSpPr>
                <p:spPr>
                  <a:xfrm>
                    <a:off x="3573" y="880"/>
                    <a:ext cx="58" cy="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  <p:sp>
                <p:nvSpPr>
                  <p:cNvPr id="25719" name="WordArt 15"/>
                  <p:cNvSpPr>
                    <a:spLocks noTextEdit="1"/>
                  </p:cNvSpPr>
                  <p:nvPr/>
                </p:nvSpPr>
                <p:spPr>
                  <a:xfrm>
                    <a:off x="3448" y="829"/>
                    <a:ext cx="115" cy="11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Book Antiqua" panose="02040602050305030304" charset="0"/>
                        <a:ea typeface="Book Antiqua" panose="02040602050305030304" charset="0"/>
                      </a:rPr>
                      <a:t>v</a:t>
                    </a:r>
                  </a:p>
                </p:txBody>
              </p:sp>
              <p:sp>
                <p:nvSpPr>
                  <p:cNvPr id="25720" name="WordArt 16"/>
                  <p:cNvSpPr>
                    <a:spLocks noTextEdit="1"/>
                  </p:cNvSpPr>
                  <p:nvPr/>
                </p:nvSpPr>
                <p:spPr>
                  <a:xfrm>
                    <a:off x="3592" y="750"/>
                    <a:ext cx="63" cy="7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</p:grpSp>
            <p:grpSp>
              <p:nvGrpSpPr>
                <p:cNvPr id="25721" name="Group 17"/>
                <p:cNvGrpSpPr/>
                <p:nvPr/>
              </p:nvGrpSpPr>
              <p:grpSpPr>
                <a:xfrm>
                  <a:off x="1827" y="563"/>
                  <a:ext cx="783" cy="281"/>
                  <a:chOff x="4384" y="1905"/>
                  <a:chExt cx="783" cy="281"/>
                </a:xfrm>
              </p:grpSpPr>
              <p:grpSp>
                <p:nvGrpSpPr>
                  <p:cNvPr id="25722" name="Group 18"/>
                  <p:cNvGrpSpPr/>
                  <p:nvPr/>
                </p:nvGrpSpPr>
                <p:grpSpPr>
                  <a:xfrm>
                    <a:off x="4384" y="1905"/>
                    <a:ext cx="307" cy="280"/>
                    <a:chOff x="1036" y="1830"/>
                    <a:chExt cx="355" cy="265"/>
                  </a:xfrm>
                </p:grpSpPr>
                <p:sp>
                  <p:nvSpPr>
                    <p:cNvPr id="25723" name="WordArt 19"/>
                    <p:cNvSpPr>
                      <a:spLocks noTextEdit="1"/>
                    </p:cNvSpPr>
                    <p:nvPr/>
                  </p:nvSpPr>
                  <p:spPr>
                    <a:xfrm>
                      <a:off x="1239" y="1908"/>
                      <a:ext cx="152" cy="17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n</a:t>
                      </a:r>
                    </a:p>
                  </p:txBody>
                </p:sp>
                <p:sp>
                  <p:nvSpPr>
                    <p:cNvPr id="25724" name="WordArt 20"/>
                    <p:cNvSpPr>
                      <a:spLocks noTextEdit="1"/>
                    </p:cNvSpPr>
                    <p:nvPr/>
                  </p:nvSpPr>
                  <p:spPr>
                    <a:xfrm>
                      <a:off x="1036" y="1830"/>
                      <a:ext cx="166" cy="2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5725" name="Group 21"/>
                  <p:cNvGrpSpPr/>
                  <p:nvPr/>
                </p:nvGrpSpPr>
                <p:grpSpPr>
                  <a:xfrm>
                    <a:off x="4910" y="1909"/>
                    <a:ext cx="257" cy="277"/>
                    <a:chOff x="1554" y="1732"/>
                    <a:chExt cx="353" cy="328"/>
                  </a:xfrm>
                </p:grpSpPr>
                <p:sp>
                  <p:nvSpPr>
                    <p:cNvPr id="25726" name="WordArt 22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5727" name="WordArt 23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  <p:sp>
                <p:nvSpPr>
                  <p:cNvPr id="25728" name="Line 24"/>
                  <p:cNvSpPr/>
                  <p:nvPr/>
                </p:nvSpPr>
                <p:spPr>
                  <a:xfrm>
                    <a:off x="4745" y="2070"/>
                    <a:ext cx="143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5729" name="WordArt 25"/>
                <p:cNvSpPr>
                  <a:spLocks noTextEdit="1"/>
                </p:cNvSpPr>
                <p:nvPr/>
              </p:nvSpPr>
              <p:spPr>
                <a:xfrm>
                  <a:off x="1028" y="190"/>
                  <a:ext cx="1447" cy="13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光电效应方程</a:t>
                  </a:r>
                </a:p>
              </p:txBody>
            </p:sp>
          </p:grpSp>
          <p:grpSp>
            <p:nvGrpSpPr>
              <p:cNvPr id="25730" name="Group 284"/>
              <p:cNvGrpSpPr/>
              <p:nvPr/>
            </p:nvGrpSpPr>
            <p:grpSpPr>
              <a:xfrm>
                <a:off x="3301" y="276"/>
                <a:ext cx="2208" cy="938"/>
                <a:chOff x="3071" y="207"/>
                <a:chExt cx="2446" cy="953"/>
              </a:xfrm>
            </p:grpSpPr>
            <p:grpSp>
              <p:nvGrpSpPr>
                <p:cNvPr id="25731" name="Group 174"/>
                <p:cNvGrpSpPr/>
                <p:nvPr/>
              </p:nvGrpSpPr>
              <p:grpSpPr>
                <a:xfrm>
                  <a:off x="3181" y="731"/>
                  <a:ext cx="801" cy="210"/>
                  <a:chOff x="2981" y="769"/>
                  <a:chExt cx="801" cy="210"/>
                </a:xfrm>
              </p:grpSpPr>
              <p:grpSp>
                <p:nvGrpSpPr>
                  <p:cNvPr id="25732" name="Group 31"/>
                  <p:cNvGrpSpPr/>
                  <p:nvPr/>
                </p:nvGrpSpPr>
                <p:grpSpPr>
                  <a:xfrm>
                    <a:off x="3248" y="857"/>
                    <a:ext cx="147" cy="53"/>
                    <a:chOff x="1260" y="2371"/>
                    <a:chExt cx="151" cy="53"/>
                  </a:xfrm>
                </p:grpSpPr>
                <p:sp>
                  <p:nvSpPr>
                    <p:cNvPr id="25733" name="Line 32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734" name="Line 33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5735" name="Group 167"/>
                  <p:cNvGrpSpPr/>
                  <p:nvPr/>
                </p:nvGrpSpPr>
                <p:grpSpPr>
                  <a:xfrm>
                    <a:off x="3456" y="823"/>
                    <a:ext cx="326" cy="156"/>
                    <a:chOff x="3456" y="823"/>
                    <a:chExt cx="326" cy="156"/>
                  </a:xfrm>
                </p:grpSpPr>
                <p:grpSp>
                  <p:nvGrpSpPr>
                    <p:cNvPr id="25736" name="Group 28"/>
                    <p:cNvGrpSpPr/>
                    <p:nvPr/>
                  </p:nvGrpSpPr>
                  <p:grpSpPr>
                    <a:xfrm>
                      <a:off x="3569" y="829"/>
                      <a:ext cx="213" cy="150"/>
                      <a:chOff x="3071" y="3339"/>
                      <a:chExt cx="245" cy="177"/>
                    </a:xfrm>
                  </p:grpSpPr>
                  <p:sp>
                    <p:nvSpPr>
                      <p:cNvPr id="25737" name="WordArt 2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071" y="3339"/>
                        <a:ext cx="200" cy="15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34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25738" name="WordArt 3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236" y="3416"/>
                        <a:ext cx="80" cy="10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k</a:t>
                        </a:r>
                      </a:p>
                    </p:txBody>
                  </p:sp>
                </p:grpSp>
                <p:sp>
                  <p:nvSpPr>
                    <p:cNvPr id="25739" name="WordArt 35"/>
                    <p:cNvSpPr>
                      <a:spLocks noTextEdit="1"/>
                    </p:cNvSpPr>
                    <p:nvPr/>
                  </p:nvSpPr>
                  <p:spPr>
                    <a:xfrm>
                      <a:off x="3456" y="823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  <p:grpSp>
                <p:nvGrpSpPr>
                  <p:cNvPr id="25740" name="Group 36"/>
                  <p:cNvGrpSpPr/>
                  <p:nvPr/>
                </p:nvGrpSpPr>
                <p:grpSpPr>
                  <a:xfrm>
                    <a:off x="2981" y="769"/>
                    <a:ext cx="193" cy="205"/>
                    <a:chOff x="1554" y="1732"/>
                    <a:chExt cx="353" cy="328"/>
                  </a:xfrm>
                </p:grpSpPr>
                <p:sp>
                  <p:nvSpPr>
                    <p:cNvPr id="25741" name="WordArt 37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5742" name="WordArt 38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</p:grpSp>
            <p:sp>
              <p:nvSpPr>
                <p:cNvPr id="25743" name="Rectangle 64"/>
                <p:cNvSpPr/>
                <p:nvPr/>
              </p:nvSpPr>
              <p:spPr>
                <a:xfrm>
                  <a:off x="3071" y="569"/>
                  <a:ext cx="1075" cy="561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CC9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5744" name="Group 66"/>
                <p:cNvGrpSpPr/>
                <p:nvPr/>
              </p:nvGrpSpPr>
              <p:grpSpPr>
                <a:xfrm>
                  <a:off x="4350" y="492"/>
                  <a:ext cx="1167" cy="668"/>
                  <a:chOff x="4383" y="483"/>
                  <a:chExt cx="1167" cy="668"/>
                </a:xfrm>
              </p:grpSpPr>
              <p:grpSp>
                <p:nvGrpSpPr>
                  <p:cNvPr id="25745" name="Group 41"/>
                  <p:cNvGrpSpPr/>
                  <p:nvPr/>
                </p:nvGrpSpPr>
                <p:grpSpPr>
                  <a:xfrm>
                    <a:off x="4485" y="537"/>
                    <a:ext cx="876" cy="203"/>
                    <a:chOff x="3019" y="3823"/>
                    <a:chExt cx="876" cy="203"/>
                  </a:xfrm>
                </p:grpSpPr>
                <p:grpSp>
                  <p:nvGrpSpPr>
                    <p:cNvPr id="25746" name="Group 42"/>
                    <p:cNvGrpSpPr/>
                    <p:nvPr/>
                  </p:nvGrpSpPr>
                  <p:grpSpPr>
                    <a:xfrm>
                      <a:off x="3019" y="3878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5747" name="WordArt 43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5748" name="WordArt 44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grpSp>
                  <p:nvGrpSpPr>
                    <p:cNvPr id="25749" name="Group 45"/>
                    <p:cNvGrpSpPr/>
                    <p:nvPr/>
                  </p:nvGrpSpPr>
                  <p:grpSpPr>
                    <a:xfrm>
                      <a:off x="3245" y="3901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5750" name="Line 46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751" name="Line 47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25752" name="Group 48"/>
                    <p:cNvGrpSpPr/>
                    <p:nvPr/>
                  </p:nvGrpSpPr>
                  <p:grpSpPr>
                    <a:xfrm>
                      <a:off x="3460" y="3823"/>
                      <a:ext cx="183" cy="171"/>
                      <a:chOff x="1554" y="1732"/>
                      <a:chExt cx="353" cy="328"/>
                    </a:xfrm>
                  </p:grpSpPr>
                  <p:sp>
                    <p:nvSpPr>
                      <p:cNvPr id="25753" name="WordArt 4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8" y="1732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101600" cap="flat" cmpd="sng">
                              <a:solidFill>
                                <a:schemeClr val="bg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25754" name="WordArt 5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4" y="1740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9525" cap="flat" cmpd="sng">
                              <a:solidFill>
                                <a:srgbClr val="FF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</p:grpSp>
                <p:sp>
                  <p:nvSpPr>
                    <p:cNvPr id="25755" name="Line 51"/>
                    <p:cNvSpPr/>
                    <p:nvPr/>
                  </p:nvSpPr>
                  <p:spPr>
                    <a:xfrm flipH="1">
                      <a:off x="3664" y="3824"/>
                      <a:ext cx="107" cy="17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756" name="WordArt 52"/>
                    <p:cNvSpPr>
                      <a:spLocks noTextEdit="1"/>
                    </p:cNvSpPr>
                    <p:nvPr/>
                  </p:nvSpPr>
                  <p:spPr>
                    <a:xfrm>
                      <a:off x="3780" y="3823"/>
                      <a:ext cx="115" cy="187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5757" name="Group 53"/>
                  <p:cNvGrpSpPr/>
                  <p:nvPr/>
                </p:nvGrpSpPr>
                <p:grpSpPr>
                  <a:xfrm>
                    <a:off x="4472" y="861"/>
                    <a:ext cx="895" cy="238"/>
                    <a:chOff x="4688" y="3809"/>
                    <a:chExt cx="895" cy="238"/>
                  </a:xfrm>
                </p:grpSpPr>
                <p:sp>
                  <p:nvSpPr>
                    <p:cNvPr id="25758" name="WordArt 54"/>
                    <p:cNvSpPr>
                      <a:spLocks noTextEdit="1"/>
                    </p:cNvSpPr>
                    <p:nvPr/>
                  </p:nvSpPr>
                  <p:spPr>
                    <a:xfrm>
                      <a:off x="4903" y="3900"/>
                      <a:ext cx="65" cy="78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25759" name="WordArt 55"/>
                    <p:cNvSpPr>
                      <a:spLocks noTextEdit="1"/>
                    </p:cNvSpPr>
                    <p:nvPr/>
                  </p:nvSpPr>
                  <p:spPr>
                    <a:xfrm>
                      <a:off x="4688" y="3840"/>
                      <a:ext cx="191" cy="14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63968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l</a:t>
                      </a:r>
                    </a:p>
                  </p:txBody>
                </p:sp>
                <p:grpSp>
                  <p:nvGrpSpPr>
                    <p:cNvPr id="25760" name="Group 56"/>
                    <p:cNvGrpSpPr/>
                    <p:nvPr/>
                  </p:nvGrpSpPr>
                  <p:grpSpPr>
                    <a:xfrm>
                      <a:off x="5033" y="3892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5761" name="Line 57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762" name="Line 58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5763" name="Line 59"/>
                    <p:cNvSpPr/>
                    <p:nvPr/>
                  </p:nvSpPr>
                  <p:spPr>
                    <a:xfrm flipH="1">
                      <a:off x="5268" y="3809"/>
                      <a:ext cx="169" cy="2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25764" name="Group 60"/>
                    <p:cNvGrpSpPr/>
                    <p:nvPr/>
                  </p:nvGrpSpPr>
                  <p:grpSpPr>
                    <a:xfrm>
                      <a:off x="5421" y="3899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5765" name="WordArt 61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5766" name="WordArt 62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sp>
                  <p:nvSpPr>
                    <p:cNvPr id="25767" name="WordArt 63"/>
                    <p:cNvSpPr>
                      <a:spLocks noTextEdit="1"/>
                    </p:cNvSpPr>
                    <p:nvPr/>
                  </p:nvSpPr>
                  <p:spPr>
                    <a:xfrm>
                      <a:off x="5237" y="3831"/>
                      <a:ext cx="8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</a:p>
                  </p:txBody>
                </p:sp>
              </p:grpSp>
              <p:sp>
                <p:nvSpPr>
                  <p:cNvPr id="25768" name="Rectangle 65"/>
                  <p:cNvSpPr/>
                  <p:nvPr/>
                </p:nvSpPr>
                <p:spPr>
                  <a:xfrm>
                    <a:off x="4383" y="483"/>
                    <a:ext cx="1167" cy="668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rgbClr val="00CC99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5769" name="WordArt 68"/>
                <p:cNvSpPr>
                  <a:spLocks noTextEdit="1"/>
                </p:cNvSpPr>
                <p:nvPr/>
              </p:nvSpPr>
              <p:spPr>
                <a:xfrm>
                  <a:off x="3139" y="379"/>
                  <a:ext cx="863" cy="12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逸出电势差</a:t>
                  </a:r>
                </a:p>
              </p:txBody>
            </p:sp>
            <p:sp>
              <p:nvSpPr>
                <p:cNvPr id="25770" name="WordArt 69"/>
                <p:cNvSpPr>
                  <a:spLocks noTextEdit="1"/>
                </p:cNvSpPr>
                <p:nvPr/>
              </p:nvSpPr>
              <p:spPr>
                <a:xfrm>
                  <a:off x="3176" y="223"/>
                  <a:ext cx="824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逸出功与</a:t>
                  </a:r>
                </a:p>
              </p:txBody>
            </p:sp>
            <p:grpSp>
              <p:nvGrpSpPr>
                <p:cNvPr id="25771" name="Group 72"/>
                <p:cNvGrpSpPr/>
                <p:nvPr/>
              </p:nvGrpSpPr>
              <p:grpSpPr>
                <a:xfrm>
                  <a:off x="4487" y="207"/>
                  <a:ext cx="821" cy="227"/>
                  <a:chOff x="4289" y="213"/>
                  <a:chExt cx="844" cy="258"/>
                </a:xfrm>
              </p:grpSpPr>
              <p:sp>
                <p:nvSpPr>
                  <p:cNvPr id="25772" name="WordArt 70"/>
                  <p:cNvSpPr>
                    <a:spLocks noTextEdit="1"/>
                  </p:cNvSpPr>
                  <p:nvPr/>
                </p:nvSpPr>
                <p:spPr>
                  <a:xfrm>
                    <a:off x="4289" y="213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红限频率</a:t>
                    </a:r>
                  </a:p>
                </p:txBody>
              </p:sp>
              <p:sp>
                <p:nvSpPr>
                  <p:cNvPr id="25773" name="WordArt 71"/>
                  <p:cNvSpPr>
                    <a:spLocks noTextEdit="1"/>
                  </p:cNvSpPr>
                  <p:nvPr/>
                </p:nvSpPr>
                <p:spPr>
                  <a:xfrm>
                    <a:off x="4309" y="356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红限波长</a:t>
                    </a:r>
                  </a:p>
                </p:txBody>
              </p:sp>
            </p:grpSp>
          </p:grpSp>
          <p:sp>
            <p:nvSpPr>
              <p:cNvPr id="25774" name="Rectangle 73" descr="羊皮纸"/>
              <p:cNvSpPr/>
              <p:nvPr/>
            </p:nvSpPr>
            <p:spPr>
              <a:xfrm>
                <a:off x="0" y="1376"/>
                <a:ext cx="5760" cy="7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775" name="WordArt 247"/>
              <p:cNvSpPr>
                <a:spLocks noTextEdit="1"/>
              </p:cNvSpPr>
              <p:nvPr/>
            </p:nvSpPr>
            <p:spPr>
              <a:xfrm rot="5400000">
                <a:off x="-180" y="664"/>
                <a:ext cx="848" cy="170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归纳</a:t>
                </a:r>
              </a:p>
            </p:txBody>
          </p:sp>
          <p:sp>
            <p:nvSpPr>
              <p:cNvPr id="25776" name="Rectangle 248" descr="羊皮纸"/>
              <p:cNvSpPr/>
              <p:nvPr/>
            </p:nvSpPr>
            <p:spPr>
              <a:xfrm>
                <a:off x="456" y="0"/>
                <a:ext cx="56" cy="1416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5777" name="Group 287"/>
              <p:cNvGrpSpPr/>
              <p:nvPr/>
            </p:nvGrpSpPr>
            <p:grpSpPr>
              <a:xfrm>
                <a:off x="609" y="1075"/>
                <a:ext cx="2430" cy="254"/>
                <a:chOff x="609" y="1075"/>
                <a:chExt cx="2430" cy="254"/>
              </a:xfrm>
            </p:grpSpPr>
            <p:grpSp>
              <p:nvGrpSpPr>
                <p:cNvPr id="25778" name="Group 285"/>
                <p:cNvGrpSpPr/>
                <p:nvPr/>
              </p:nvGrpSpPr>
              <p:grpSpPr>
                <a:xfrm>
                  <a:off x="904" y="1075"/>
                  <a:ext cx="2135" cy="227"/>
                  <a:chOff x="728" y="1082"/>
                  <a:chExt cx="2135" cy="227"/>
                </a:xfrm>
              </p:grpSpPr>
              <p:grpSp>
                <p:nvGrpSpPr>
                  <p:cNvPr id="25779" name="Group 254"/>
                  <p:cNvGrpSpPr/>
                  <p:nvPr/>
                </p:nvGrpSpPr>
                <p:grpSpPr>
                  <a:xfrm>
                    <a:off x="728" y="1082"/>
                    <a:ext cx="398" cy="227"/>
                    <a:chOff x="1929" y="687"/>
                    <a:chExt cx="489" cy="250"/>
                  </a:xfrm>
                </p:grpSpPr>
                <p:sp>
                  <p:nvSpPr>
                    <p:cNvPr id="25780" name="WordArt 255"/>
                    <p:cNvSpPr>
                      <a:spLocks noTextEdit="1"/>
                    </p:cNvSpPr>
                    <p:nvPr/>
                  </p:nvSpPr>
                  <p:spPr>
                    <a:xfrm>
                      <a:off x="1959" y="844"/>
                      <a:ext cx="81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5781" name="WordArt 256"/>
                    <p:cNvSpPr>
                      <a:spLocks noTextEdit="1"/>
                    </p:cNvSpPr>
                    <p:nvPr/>
                  </p:nvSpPr>
                  <p:spPr>
                    <a:xfrm>
                      <a:off x="1968" y="687"/>
                      <a:ext cx="60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5782" name="Line 257"/>
                    <p:cNvSpPr/>
                    <p:nvPr/>
                  </p:nvSpPr>
                  <p:spPr>
                    <a:xfrm>
                      <a:off x="1929" y="812"/>
                      <a:ext cx="14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783" name="WordArt 258"/>
                    <p:cNvSpPr>
                      <a:spLocks noTextEdit="1"/>
                    </p:cNvSpPr>
                    <p:nvPr/>
                  </p:nvSpPr>
                  <p:spPr>
                    <a:xfrm>
                      <a:off x="2109" y="762"/>
                      <a:ext cx="136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</a:p>
                  </p:txBody>
                </p:sp>
                <p:sp>
                  <p:nvSpPr>
                    <p:cNvPr id="25784" name="WordArt 259"/>
                    <p:cNvSpPr>
                      <a:spLocks noTextEdit="1"/>
                    </p:cNvSpPr>
                    <p:nvPr/>
                  </p:nvSpPr>
                  <p:spPr>
                    <a:xfrm>
                      <a:off x="2280" y="759"/>
                      <a:ext cx="9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Book Antiqua" panose="02040602050305030304" charset="0"/>
                          <a:ea typeface="Book Antiqua" panose="02040602050305030304" charset="0"/>
                        </a:rPr>
                        <a:t>v</a:t>
                      </a:r>
                    </a:p>
                  </p:txBody>
                </p:sp>
                <p:sp>
                  <p:nvSpPr>
                    <p:cNvPr id="25785" name="WordArt 260"/>
                    <p:cNvSpPr>
                      <a:spLocks noTextEdit="1"/>
                    </p:cNvSpPr>
                    <p:nvPr/>
                  </p:nvSpPr>
                  <p:spPr>
                    <a:xfrm>
                      <a:off x="2382" y="842"/>
                      <a:ext cx="36" cy="6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</p:grpSp>
              <p:grpSp>
                <p:nvGrpSpPr>
                  <p:cNvPr id="25786" name="Group 261"/>
                  <p:cNvGrpSpPr/>
                  <p:nvPr/>
                </p:nvGrpSpPr>
                <p:grpSpPr>
                  <a:xfrm>
                    <a:off x="1829" y="1159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5787" name="Line 262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788" name="Line 263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5789" name="WordArt 264"/>
                  <p:cNvSpPr>
                    <a:spLocks noTextEdit="1"/>
                  </p:cNvSpPr>
                  <p:nvPr/>
                </p:nvSpPr>
                <p:spPr>
                  <a:xfrm>
                    <a:off x="2027" y="1130"/>
                    <a:ext cx="95" cy="12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25790" name="WordArt 265"/>
                  <p:cNvSpPr>
                    <a:spLocks noTextEdit="1"/>
                  </p:cNvSpPr>
                  <p:nvPr/>
                </p:nvSpPr>
                <p:spPr>
                  <a:xfrm>
                    <a:off x="2200" y="1107"/>
                    <a:ext cx="94" cy="15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k</a:t>
                    </a:r>
                  </a:p>
                </p:txBody>
              </p:sp>
              <p:sp>
                <p:nvSpPr>
                  <p:cNvPr id="25791" name="WordArt 266"/>
                  <p:cNvSpPr>
                    <a:spLocks noTextEdit="1"/>
                  </p:cNvSpPr>
                  <p:nvPr/>
                </p:nvSpPr>
                <p:spPr>
                  <a:xfrm>
                    <a:off x="2326" y="1119"/>
                    <a:ext cx="116" cy="14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  <p:sp>
                <p:nvSpPr>
                  <p:cNvPr id="25792" name="Line 267"/>
                  <p:cNvSpPr/>
                  <p:nvPr/>
                </p:nvSpPr>
                <p:spPr>
                  <a:xfrm>
                    <a:off x="2464" y="1179"/>
                    <a:ext cx="1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5793" name="Group 268"/>
                  <p:cNvGrpSpPr/>
                  <p:nvPr/>
                </p:nvGrpSpPr>
                <p:grpSpPr>
                  <a:xfrm>
                    <a:off x="2612" y="1120"/>
                    <a:ext cx="175" cy="134"/>
                    <a:chOff x="3071" y="3339"/>
                    <a:chExt cx="245" cy="177"/>
                  </a:xfrm>
                </p:grpSpPr>
                <p:sp>
                  <p:nvSpPr>
                    <p:cNvPr id="25794" name="WordArt 269"/>
                    <p:cNvSpPr>
                      <a:spLocks noTextEdit="1"/>
                    </p:cNvSpPr>
                    <p:nvPr/>
                  </p:nvSpPr>
                  <p:spPr>
                    <a:xfrm>
                      <a:off x="3071" y="3339"/>
                      <a:ext cx="200" cy="15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34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</a:p>
                  </p:txBody>
                </p:sp>
                <p:sp>
                  <p:nvSpPr>
                    <p:cNvPr id="25795" name="WordArt 270"/>
                    <p:cNvSpPr>
                      <a:spLocks noTextEdit="1"/>
                    </p:cNvSpPr>
                    <p:nvPr/>
                  </p:nvSpPr>
                  <p:spPr>
                    <a:xfrm>
                      <a:off x="3236" y="3416"/>
                      <a:ext cx="80" cy="10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</a:p>
                  </p:txBody>
                </p:sp>
              </p:grpSp>
              <p:sp>
                <p:nvSpPr>
                  <p:cNvPr id="25796" name="WordArt 271"/>
                  <p:cNvSpPr>
                    <a:spLocks noTextEdit="1"/>
                  </p:cNvSpPr>
                  <p:nvPr/>
                </p:nvSpPr>
                <p:spPr>
                  <a:xfrm>
                    <a:off x="2143" y="111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sp>
                <p:nvSpPr>
                  <p:cNvPr id="25797" name="WordArt 272"/>
                  <p:cNvSpPr>
                    <a:spLocks noTextEdit="1"/>
                  </p:cNvSpPr>
                  <p:nvPr/>
                </p:nvSpPr>
                <p:spPr>
                  <a:xfrm flipH="1">
                    <a:off x="2820" y="110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grpSp>
                <p:nvGrpSpPr>
                  <p:cNvPr id="25798" name="Group 273"/>
                  <p:cNvGrpSpPr/>
                  <p:nvPr/>
                </p:nvGrpSpPr>
                <p:grpSpPr>
                  <a:xfrm>
                    <a:off x="1195" y="1163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5799" name="Line 274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800" name="Line 275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5801" name="Group 283"/>
                  <p:cNvGrpSpPr/>
                  <p:nvPr/>
                </p:nvGrpSpPr>
                <p:grpSpPr>
                  <a:xfrm>
                    <a:off x="1406" y="1117"/>
                    <a:ext cx="312" cy="132"/>
                    <a:chOff x="1391" y="1117"/>
                    <a:chExt cx="312" cy="132"/>
                  </a:xfrm>
                </p:grpSpPr>
                <p:grpSp>
                  <p:nvGrpSpPr>
                    <p:cNvPr id="25802" name="Group 277"/>
                    <p:cNvGrpSpPr/>
                    <p:nvPr/>
                  </p:nvGrpSpPr>
                  <p:grpSpPr>
                    <a:xfrm>
                      <a:off x="1550" y="1117"/>
                      <a:ext cx="153" cy="132"/>
                      <a:chOff x="1858" y="3286"/>
                      <a:chExt cx="204" cy="172"/>
                    </a:xfrm>
                  </p:grpSpPr>
                  <p:sp>
                    <p:nvSpPr>
                      <p:cNvPr id="25803" name="WordArt 278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858" y="3286"/>
                        <a:ext cx="141" cy="155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b="1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25804" name="WordArt 27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983" y="3375"/>
                        <a:ext cx="79" cy="83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634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o</a:t>
                        </a:r>
                      </a:p>
                    </p:txBody>
                  </p:sp>
                </p:grpSp>
                <p:sp>
                  <p:nvSpPr>
                    <p:cNvPr id="25805" name="WordArt 282"/>
                    <p:cNvSpPr>
                      <a:spLocks noTextEdit="1"/>
                    </p:cNvSpPr>
                    <p:nvPr/>
                  </p:nvSpPr>
                  <p:spPr>
                    <a:xfrm>
                      <a:off x="1391" y="1120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</p:grpSp>
            <p:sp>
              <p:nvSpPr>
                <p:cNvPr id="25806" name="WordArt 286"/>
                <p:cNvSpPr>
                  <a:spLocks noTextEdit="1"/>
                </p:cNvSpPr>
                <p:nvPr/>
              </p:nvSpPr>
              <p:spPr>
                <a:xfrm>
                  <a:off x="609" y="1099"/>
                  <a:ext cx="220" cy="2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实验</a:t>
                  </a:r>
                </a:p>
              </p:txBody>
            </p:sp>
          </p:grpSp>
        </p:grpSp>
        <p:sp>
          <p:nvSpPr>
            <p:cNvPr id="25807" name="WordArt 289"/>
            <p:cNvSpPr>
              <a:spLocks noTextEdit="1"/>
            </p:cNvSpPr>
            <p:nvPr/>
          </p:nvSpPr>
          <p:spPr>
            <a:xfrm>
              <a:off x="1276" y="1055"/>
              <a:ext cx="51" cy="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6" name="Group 293"/>
          <p:cNvGrpSpPr/>
          <p:nvPr/>
        </p:nvGrpSpPr>
        <p:grpSpPr>
          <a:xfrm>
            <a:off x="371475" y="2535238"/>
            <a:ext cx="793750" cy="442912"/>
            <a:chOff x="396" y="441"/>
            <a:chExt cx="619" cy="368"/>
          </a:xfrm>
        </p:grpSpPr>
        <p:sp>
          <p:nvSpPr>
            <p:cNvPr id="25809" name="Oval 294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810" name="WordArt 295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例1</a:t>
              </a:r>
            </a:p>
          </p:txBody>
        </p:sp>
      </p:grpSp>
      <p:grpSp>
        <p:nvGrpSpPr>
          <p:cNvPr id="7" name="Group 296"/>
          <p:cNvGrpSpPr/>
          <p:nvPr/>
        </p:nvGrpSpPr>
        <p:grpSpPr>
          <a:xfrm>
            <a:off x="198438" y="3595688"/>
            <a:ext cx="793750" cy="442912"/>
            <a:chOff x="396" y="441"/>
            <a:chExt cx="619" cy="368"/>
          </a:xfrm>
        </p:grpSpPr>
        <p:sp>
          <p:nvSpPr>
            <p:cNvPr id="25812" name="Oval 297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813" name="WordArt 298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309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159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26626" name="Rectangle 4" descr="羊皮纸"/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240463" y="2416175"/>
            <a:ext cx="2609850" cy="2452688"/>
            <a:chOff x="3931" y="1522"/>
            <a:chExt cx="1644" cy="1545"/>
          </a:xfrm>
        </p:grpSpPr>
        <p:sp>
          <p:nvSpPr>
            <p:cNvPr id="26628" name="Line 6"/>
            <p:cNvSpPr/>
            <p:nvPr/>
          </p:nvSpPr>
          <p:spPr>
            <a:xfrm flipV="1">
              <a:off x="4180" y="1561"/>
              <a:ext cx="0" cy="15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26629" name="Line 7"/>
            <p:cNvSpPr/>
            <p:nvPr/>
          </p:nvSpPr>
          <p:spPr>
            <a:xfrm>
              <a:off x="4177" y="2389"/>
              <a:ext cx="126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26630" name="Line 8"/>
            <p:cNvSpPr/>
            <p:nvPr/>
          </p:nvSpPr>
          <p:spPr>
            <a:xfrm flipV="1">
              <a:off x="4178" y="2374"/>
              <a:ext cx="399" cy="413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6631" name="Line 9"/>
            <p:cNvSpPr/>
            <p:nvPr/>
          </p:nvSpPr>
          <p:spPr>
            <a:xfrm flipV="1">
              <a:off x="4561" y="1671"/>
              <a:ext cx="683" cy="718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6632" name="Group 11"/>
            <p:cNvGrpSpPr/>
            <p:nvPr/>
          </p:nvGrpSpPr>
          <p:grpSpPr>
            <a:xfrm>
              <a:off x="4297" y="1558"/>
              <a:ext cx="153" cy="132"/>
              <a:chOff x="1858" y="3286"/>
              <a:chExt cx="204" cy="172"/>
            </a:xfrm>
          </p:grpSpPr>
          <p:sp>
            <p:nvSpPr>
              <p:cNvPr id="26633" name="WordArt 12"/>
              <p:cNvSpPr>
                <a:spLocks noTextEdit="1"/>
              </p:cNvSpPr>
              <p:nvPr/>
            </p:nvSpPr>
            <p:spPr>
              <a:xfrm>
                <a:off x="1858" y="3286"/>
                <a:ext cx="141" cy="1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b="1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26634" name="WordArt 13"/>
              <p:cNvSpPr>
                <a:spLocks noTextEdit="1"/>
              </p:cNvSpPr>
              <p:nvPr/>
            </p:nvSpPr>
            <p:spPr>
              <a:xfrm>
                <a:off x="1983" y="3375"/>
                <a:ext cx="79" cy="8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63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</p:grpSp>
        <p:sp>
          <p:nvSpPr>
            <p:cNvPr id="26635" name="Line 16"/>
            <p:cNvSpPr/>
            <p:nvPr/>
          </p:nvSpPr>
          <p:spPr>
            <a:xfrm flipH="1">
              <a:off x="4514" y="1522"/>
              <a:ext cx="153" cy="2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6" name="WordArt 17"/>
            <p:cNvSpPr>
              <a:spLocks noTextEdit="1"/>
            </p:cNvSpPr>
            <p:nvPr/>
          </p:nvSpPr>
          <p:spPr>
            <a:xfrm>
              <a:off x="4676" y="1567"/>
              <a:ext cx="120" cy="1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7708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6637" name="WordArt 18"/>
            <p:cNvSpPr>
              <a:spLocks noTextEdit="1"/>
            </p:cNvSpPr>
            <p:nvPr/>
          </p:nvSpPr>
          <p:spPr>
            <a:xfrm>
              <a:off x="5351" y="2201"/>
              <a:ext cx="102" cy="12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sp>
          <p:nvSpPr>
            <p:cNvPr id="26638" name="WordArt 19"/>
            <p:cNvSpPr>
              <a:spLocks noTextEdit="1"/>
            </p:cNvSpPr>
            <p:nvPr/>
          </p:nvSpPr>
          <p:spPr>
            <a:xfrm>
              <a:off x="4629" y="2449"/>
              <a:ext cx="75" cy="12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6639" name="Oval 20"/>
            <p:cNvSpPr/>
            <p:nvPr/>
          </p:nvSpPr>
          <p:spPr>
            <a:xfrm>
              <a:off x="4641" y="2366"/>
              <a:ext cx="42" cy="4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0" name="WordArt 21"/>
            <p:cNvSpPr>
              <a:spLocks noTextEdit="1"/>
            </p:cNvSpPr>
            <p:nvPr/>
          </p:nvSpPr>
          <p:spPr>
            <a:xfrm>
              <a:off x="4083" y="2319"/>
              <a:ext cx="65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26641" name="Group 22"/>
            <p:cNvGrpSpPr/>
            <p:nvPr/>
          </p:nvGrpSpPr>
          <p:grpSpPr>
            <a:xfrm>
              <a:off x="3931" y="2729"/>
              <a:ext cx="267" cy="124"/>
              <a:chOff x="3977" y="2845"/>
              <a:chExt cx="267" cy="124"/>
            </a:xfrm>
          </p:grpSpPr>
          <p:sp>
            <p:nvSpPr>
              <p:cNvPr id="26642" name="Oval 23"/>
              <p:cNvSpPr/>
              <p:nvPr/>
            </p:nvSpPr>
            <p:spPr>
              <a:xfrm>
                <a:off x="4202" y="2883"/>
                <a:ext cx="42" cy="42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43" name="WordArt 24"/>
              <p:cNvSpPr>
                <a:spLocks noTextEdit="1"/>
              </p:cNvSpPr>
              <p:nvPr/>
            </p:nvSpPr>
            <p:spPr>
              <a:xfrm>
                <a:off x="4097" y="2845"/>
                <a:ext cx="75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6644" name="Line 25"/>
              <p:cNvSpPr/>
              <p:nvPr/>
            </p:nvSpPr>
            <p:spPr>
              <a:xfrm>
                <a:off x="3977" y="2907"/>
                <a:ext cx="7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645" name="Group 26"/>
            <p:cNvGrpSpPr/>
            <p:nvPr/>
          </p:nvGrpSpPr>
          <p:grpSpPr>
            <a:xfrm>
              <a:off x="4991" y="2493"/>
              <a:ext cx="88" cy="85"/>
              <a:chOff x="1781" y="2282"/>
              <a:chExt cx="577" cy="577"/>
            </a:xfrm>
          </p:grpSpPr>
          <p:sp>
            <p:nvSpPr>
              <p:cNvPr id="26646" name="Line 27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7" name="Line 28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648" name="Group 29"/>
            <p:cNvGrpSpPr/>
            <p:nvPr/>
          </p:nvGrpSpPr>
          <p:grpSpPr>
            <a:xfrm>
              <a:off x="5131" y="2453"/>
              <a:ext cx="444" cy="153"/>
              <a:chOff x="5131" y="2453"/>
              <a:chExt cx="444" cy="153"/>
            </a:xfrm>
          </p:grpSpPr>
          <p:sp>
            <p:nvSpPr>
              <p:cNvPr id="26649" name="WordArt 30"/>
              <p:cNvSpPr>
                <a:spLocks noTextEdit="1"/>
              </p:cNvSpPr>
              <p:nvPr/>
            </p:nvSpPr>
            <p:spPr>
              <a:xfrm>
                <a:off x="5131" y="2474"/>
                <a:ext cx="138" cy="1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6650" name="WordArt 31"/>
              <p:cNvSpPr>
                <a:spLocks noTextEdit="1"/>
              </p:cNvSpPr>
              <p:nvPr/>
            </p:nvSpPr>
            <p:spPr>
              <a:xfrm>
                <a:off x="5280" y="2453"/>
                <a:ext cx="82" cy="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14</a:t>
                </a:r>
              </a:p>
            </p:txBody>
          </p:sp>
          <p:sp>
            <p:nvSpPr>
              <p:cNvPr id="26651" name="WordArt 32"/>
              <p:cNvSpPr>
                <a:spLocks noTextEdit="1"/>
              </p:cNvSpPr>
              <p:nvPr/>
            </p:nvSpPr>
            <p:spPr>
              <a:xfrm>
                <a:off x="5403" y="2456"/>
                <a:ext cx="172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Hz</a:t>
                </a:r>
              </a:p>
            </p:txBody>
          </p:sp>
        </p:grpSp>
      </p:grpSp>
      <p:grpSp>
        <p:nvGrpSpPr>
          <p:cNvPr id="8" name="Group 33"/>
          <p:cNvGrpSpPr/>
          <p:nvPr/>
        </p:nvGrpSpPr>
        <p:grpSpPr>
          <a:xfrm>
            <a:off x="536575" y="4945063"/>
            <a:ext cx="7634288" cy="366712"/>
            <a:chOff x="338" y="3115"/>
            <a:chExt cx="4809" cy="231"/>
          </a:xfrm>
        </p:grpSpPr>
        <p:grpSp>
          <p:nvGrpSpPr>
            <p:cNvPr id="26653" name="Group 34"/>
            <p:cNvGrpSpPr/>
            <p:nvPr/>
          </p:nvGrpSpPr>
          <p:grpSpPr>
            <a:xfrm>
              <a:off x="2069" y="3184"/>
              <a:ext cx="175" cy="134"/>
              <a:chOff x="3071" y="3339"/>
              <a:chExt cx="245" cy="177"/>
            </a:xfrm>
          </p:grpSpPr>
          <p:sp>
            <p:nvSpPr>
              <p:cNvPr id="26654" name="WordArt 35"/>
              <p:cNvSpPr>
                <a:spLocks noTextEdit="1"/>
              </p:cNvSpPr>
              <p:nvPr/>
            </p:nvSpPr>
            <p:spPr>
              <a:xfrm>
                <a:off x="3071" y="333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26655" name="WordArt 36"/>
              <p:cNvSpPr>
                <a:spLocks noTextEdit="1"/>
              </p:cNvSpPr>
              <p:nvPr/>
            </p:nvSpPr>
            <p:spPr>
              <a:xfrm>
                <a:off x="3236" y="3416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</a:p>
            </p:txBody>
          </p:sp>
        </p:grpSp>
        <p:sp>
          <p:nvSpPr>
            <p:cNvPr id="26656" name="WordArt 37"/>
            <p:cNvSpPr>
              <a:spLocks noTextEdit="1"/>
            </p:cNvSpPr>
            <p:nvPr/>
          </p:nvSpPr>
          <p:spPr>
            <a:xfrm>
              <a:off x="1632" y="3152"/>
              <a:ext cx="1189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其中,      的大小</a:t>
              </a:r>
            </a:p>
          </p:txBody>
        </p:sp>
        <p:grpSp>
          <p:nvGrpSpPr>
            <p:cNvPr id="26657" name="Group 38"/>
            <p:cNvGrpSpPr/>
            <p:nvPr/>
          </p:nvGrpSpPr>
          <p:grpSpPr>
            <a:xfrm>
              <a:off x="646" y="3115"/>
              <a:ext cx="723" cy="206"/>
              <a:chOff x="2981" y="769"/>
              <a:chExt cx="801" cy="210"/>
            </a:xfrm>
          </p:grpSpPr>
          <p:grpSp>
            <p:nvGrpSpPr>
              <p:cNvPr id="26658" name="Group 39"/>
              <p:cNvGrpSpPr/>
              <p:nvPr/>
            </p:nvGrpSpPr>
            <p:grpSpPr>
              <a:xfrm>
                <a:off x="3248" y="857"/>
                <a:ext cx="147" cy="53"/>
                <a:chOff x="1260" y="2371"/>
                <a:chExt cx="151" cy="53"/>
              </a:xfrm>
            </p:grpSpPr>
            <p:sp>
              <p:nvSpPr>
                <p:cNvPr id="26659" name="Line 4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60" name="Line 4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661" name="Group 42"/>
              <p:cNvGrpSpPr/>
              <p:nvPr/>
            </p:nvGrpSpPr>
            <p:grpSpPr>
              <a:xfrm>
                <a:off x="3456" y="823"/>
                <a:ext cx="326" cy="156"/>
                <a:chOff x="3456" y="823"/>
                <a:chExt cx="326" cy="156"/>
              </a:xfrm>
            </p:grpSpPr>
            <p:grpSp>
              <p:nvGrpSpPr>
                <p:cNvPr id="26662" name="Group 43"/>
                <p:cNvGrpSpPr/>
                <p:nvPr/>
              </p:nvGrpSpPr>
              <p:grpSpPr>
                <a:xfrm>
                  <a:off x="3569" y="829"/>
                  <a:ext cx="213" cy="150"/>
                  <a:chOff x="3071" y="3339"/>
                  <a:chExt cx="245" cy="177"/>
                </a:xfrm>
              </p:grpSpPr>
              <p:sp>
                <p:nvSpPr>
                  <p:cNvPr id="26663" name="WordArt 44"/>
                  <p:cNvSpPr>
                    <a:spLocks noTextEdit="1"/>
                  </p:cNvSpPr>
                  <p:nvPr/>
                </p:nvSpPr>
                <p:spPr>
                  <a:xfrm>
                    <a:off x="3071" y="3339"/>
                    <a:ext cx="200" cy="15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34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U</a:t>
                    </a:r>
                  </a:p>
                </p:txBody>
              </p:sp>
              <p:sp>
                <p:nvSpPr>
                  <p:cNvPr id="26664" name="WordArt 45"/>
                  <p:cNvSpPr>
                    <a:spLocks noTextEdit="1"/>
                  </p:cNvSpPr>
                  <p:nvPr/>
                </p:nvSpPr>
                <p:spPr>
                  <a:xfrm>
                    <a:off x="3236" y="3416"/>
                    <a:ext cx="80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k</a:t>
                    </a:r>
                  </a:p>
                </p:txBody>
              </p:sp>
            </p:grpSp>
            <p:sp>
              <p:nvSpPr>
                <p:cNvPr id="26665" name="WordArt 46"/>
                <p:cNvSpPr>
                  <a:spLocks noTextEdit="1"/>
                </p:cNvSpPr>
                <p:nvPr/>
              </p:nvSpPr>
              <p:spPr>
                <a:xfrm>
                  <a:off x="3456" y="823"/>
                  <a:ext cx="95" cy="1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</p:grpSp>
          <p:grpSp>
            <p:nvGrpSpPr>
              <p:cNvPr id="26666" name="Group 47"/>
              <p:cNvGrpSpPr/>
              <p:nvPr/>
            </p:nvGrpSpPr>
            <p:grpSpPr>
              <a:xfrm>
                <a:off x="2981" y="769"/>
                <a:ext cx="193" cy="205"/>
                <a:chOff x="1554" y="1732"/>
                <a:chExt cx="353" cy="328"/>
              </a:xfrm>
            </p:grpSpPr>
            <p:sp>
              <p:nvSpPr>
                <p:cNvPr id="26667" name="WordArt 48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26668" name="WordArt 49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</p:grpSp>
        <p:grpSp>
          <p:nvGrpSpPr>
            <p:cNvPr id="26669" name="Group 50"/>
            <p:cNvGrpSpPr/>
            <p:nvPr/>
          </p:nvGrpSpPr>
          <p:grpSpPr>
            <a:xfrm>
              <a:off x="3234" y="3187"/>
              <a:ext cx="152" cy="132"/>
              <a:chOff x="1858" y="3286"/>
              <a:chExt cx="204" cy="172"/>
            </a:xfrm>
          </p:grpSpPr>
          <p:sp>
            <p:nvSpPr>
              <p:cNvPr id="26670" name="WordArt 51"/>
              <p:cNvSpPr>
                <a:spLocks noTextEdit="1"/>
              </p:cNvSpPr>
              <p:nvPr/>
            </p:nvSpPr>
            <p:spPr>
              <a:xfrm>
                <a:off x="1858" y="3286"/>
                <a:ext cx="141" cy="1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b="1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26671" name="WordArt 52"/>
              <p:cNvSpPr>
                <a:spLocks noTextEdit="1"/>
              </p:cNvSpPr>
              <p:nvPr/>
            </p:nvSpPr>
            <p:spPr>
              <a:xfrm>
                <a:off x="1983" y="3375"/>
                <a:ext cx="79" cy="8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63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</p:grpSp>
        <p:sp>
          <p:nvSpPr>
            <p:cNvPr id="26672" name="Line 53"/>
            <p:cNvSpPr/>
            <p:nvPr/>
          </p:nvSpPr>
          <p:spPr>
            <a:xfrm>
              <a:off x="3412" y="3167"/>
              <a:ext cx="0" cy="1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73" name="Line 54"/>
            <p:cNvSpPr/>
            <p:nvPr/>
          </p:nvSpPr>
          <p:spPr>
            <a:xfrm>
              <a:off x="3194" y="3163"/>
              <a:ext cx="0" cy="1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6674" name="Group 55"/>
            <p:cNvGrpSpPr/>
            <p:nvPr/>
          </p:nvGrpSpPr>
          <p:grpSpPr>
            <a:xfrm>
              <a:off x="4765" y="3219"/>
              <a:ext cx="125" cy="44"/>
              <a:chOff x="1260" y="2371"/>
              <a:chExt cx="151" cy="53"/>
            </a:xfrm>
          </p:grpSpPr>
          <p:sp>
            <p:nvSpPr>
              <p:cNvPr id="26675" name="Line 56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76" name="Line 57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677" name="WordArt 58"/>
            <p:cNvSpPr>
              <a:spLocks noTextEdit="1"/>
            </p:cNvSpPr>
            <p:nvPr/>
          </p:nvSpPr>
          <p:spPr>
            <a:xfrm>
              <a:off x="4934" y="3179"/>
              <a:ext cx="75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  <p:grpSp>
          <p:nvGrpSpPr>
            <p:cNvPr id="26678" name="Group 59"/>
            <p:cNvGrpSpPr/>
            <p:nvPr/>
          </p:nvGrpSpPr>
          <p:grpSpPr>
            <a:xfrm>
              <a:off x="4548" y="3190"/>
              <a:ext cx="175" cy="134"/>
              <a:chOff x="3071" y="3339"/>
              <a:chExt cx="245" cy="177"/>
            </a:xfrm>
          </p:grpSpPr>
          <p:sp>
            <p:nvSpPr>
              <p:cNvPr id="26679" name="WordArt 60"/>
              <p:cNvSpPr>
                <a:spLocks noTextEdit="1"/>
              </p:cNvSpPr>
              <p:nvPr/>
            </p:nvSpPr>
            <p:spPr>
              <a:xfrm>
                <a:off x="3071" y="333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26680" name="WordArt 61"/>
              <p:cNvSpPr>
                <a:spLocks noTextEdit="1"/>
              </p:cNvSpPr>
              <p:nvPr/>
            </p:nvSpPr>
            <p:spPr>
              <a:xfrm>
                <a:off x="3236" y="3416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</a:p>
            </p:txBody>
          </p:sp>
        </p:grpSp>
        <p:sp>
          <p:nvSpPr>
            <p:cNvPr id="26681" name="WordArt 62"/>
            <p:cNvSpPr>
              <a:spLocks noTextEdit="1"/>
            </p:cNvSpPr>
            <p:nvPr/>
          </p:nvSpPr>
          <p:spPr>
            <a:xfrm>
              <a:off x="2874" y="3151"/>
              <a:ext cx="1581" cy="19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可从      轴截距上查出,</a:t>
              </a:r>
            </a:p>
          </p:txBody>
        </p:sp>
        <p:sp>
          <p:nvSpPr>
            <p:cNvPr id="26682" name="WordArt 63"/>
            <p:cNvSpPr>
              <a:spLocks noTextEdit="1"/>
            </p:cNvSpPr>
            <p:nvPr/>
          </p:nvSpPr>
          <p:spPr>
            <a:xfrm>
              <a:off x="5027" y="3194"/>
              <a:ext cx="120" cy="1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7708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6683" name="WordArt 64"/>
            <p:cNvSpPr>
              <a:spLocks noTextEdit="1"/>
            </p:cNvSpPr>
            <p:nvPr/>
          </p:nvSpPr>
          <p:spPr>
            <a:xfrm>
              <a:off x="338" y="3137"/>
              <a:ext cx="126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</a:t>
              </a:r>
            </a:p>
          </p:txBody>
        </p:sp>
      </p:grpSp>
      <p:grpSp>
        <p:nvGrpSpPr>
          <p:cNvPr id="18" name="Group 65"/>
          <p:cNvGrpSpPr/>
          <p:nvPr/>
        </p:nvGrpSpPr>
        <p:grpSpPr>
          <a:xfrm>
            <a:off x="479425" y="5384800"/>
            <a:ext cx="6973888" cy="485775"/>
            <a:chOff x="310" y="3354"/>
            <a:chExt cx="4393" cy="306"/>
          </a:xfrm>
        </p:grpSpPr>
        <p:grpSp>
          <p:nvGrpSpPr>
            <p:cNvPr id="26685" name="Group 66"/>
            <p:cNvGrpSpPr/>
            <p:nvPr/>
          </p:nvGrpSpPr>
          <p:grpSpPr>
            <a:xfrm>
              <a:off x="813" y="3459"/>
              <a:ext cx="174" cy="201"/>
              <a:chOff x="1554" y="1732"/>
              <a:chExt cx="353" cy="328"/>
            </a:xfrm>
          </p:grpSpPr>
          <p:sp>
            <p:nvSpPr>
              <p:cNvPr id="26686" name="WordArt 67"/>
              <p:cNvSpPr>
                <a:spLocks noTextEdit="1"/>
              </p:cNvSpPr>
              <p:nvPr/>
            </p:nvSpPr>
            <p:spPr>
              <a:xfrm>
                <a:off x="1558" y="1732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1016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6687" name="WordArt 68"/>
              <p:cNvSpPr>
                <a:spLocks noTextEdit="1"/>
              </p:cNvSpPr>
              <p:nvPr/>
            </p:nvSpPr>
            <p:spPr>
              <a:xfrm>
                <a:off x="1554" y="1740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sp>
          <p:nvSpPr>
            <p:cNvPr id="26688" name="Line 69"/>
            <p:cNvSpPr/>
            <p:nvPr/>
          </p:nvSpPr>
          <p:spPr>
            <a:xfrm>
              <a:off x="2511" y="3354"/>
              <a:ext cx="299" cy="0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6689" name="Group 70"/>
            <p:cNvGrpSpPr/>
            <p:nvPr/>
          </p:nvGrpSpPr>
          <p:grpSpPr>
            <a:xfrm>
              <a:off x="2263" y="3544"/>
              <a:ext cx="141" cy="55"/>
              <a:chOff x="1260" y="2371"/>
              <a:chExt cx="151" cy="53"/>
            </a:xfrm>
          </p:grpSpPr>
          <p:sp>
            <p:nvSpPr>
              <p:cNvPr id="26690" name="Line 71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91" name="Line 72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692" name="WordArt 73"/>
            <p:cNvSpPr>
              <a:spLocks noTextEdit="1"/>
            </p:cNvSpPr>
            <p:nvPr/>
          </p:nvSpPr>
          <p:spPr>
            <a:xfrm>
              <a:off x="310" y="3492"/>
              <a:ext cx="149" cy="1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</a:p>
          </p:txBody>
        </p:sp>
        <p:grpSp>
          <p:nvGrpSpPr>
            <p:cNvPr id="26693" name="Group 74"/>
            <p:cNvGrpSpPr/>
            <p:nvPr/>
          </p:nvGrpSpPr>
          <p:grpSpPr>
            <a:xfrm>
              <a:off x="1056" y="3521"/>
              <a:ext cx="133" cy="52"/>
              <a:chOff x="1260" y="2371"/>
              <a:chExt cx="151" cy="53"/>
            </a:xfrm>
          </p:grpSpPr>
          <p:sp>
            <p:nvSpPr>
              <p:cNvPr id="26694" name="Line 75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95" name="Line 76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696" name="Group 77"/>
            <p:cNvGrpSpPr/>
            <p:nvPr/>
          </p:nvGrpSpPr>
          <p:grpSpPr>
            <a:xfrm>
              <a:off x="1354" y="3502"/>
              <a:ext cx="192" cy="147"/>
              <a:chOff x="3071" y="3339"/>
              <a:chExt cx="245" cy="177"/>
            </a:xfrm>
          </p:grpSpPr>
          <p:sp>
            <p:nvSpPr>
              <p:cNvPr id="26697" name="WordArt 78"/>
              <p:cNvSpPr>
                <a:spLocks noTextEdit="1"/>
              </p:cNvSpPr>
              <p:nvPr/>
            </p:nvSpPr>
            <p:spPr>
              <a:xfrm>
                <a:off x="3071" y="333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26698" name="WordArt 79"/>
              <p:cNvSpPr>
                <a:spLocks noTextEdit="1"/>
              </p:cNvSpPr>
              <p:nvPr/>
            </p:nvSpPr>
            <p:spPr>
              <a:xfrm>
                <a:off x="3236" y="3416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</a:p>
            </p:txBody>
          </p:sp>
        </p:grpSp>
        <p:sp>
          <p:nvSpPr>
            <p:cNvPr id="26699" name="WordArt 80"/>
            <p:cNvSpPr>
              <a:spLocks noTextEdit="1"/>
            </p:cNvSpPr>
            <p:nvPr/>
          </p:nvSpPr>
          <p:spPr>
            <a:xfrm>
              <a:off x="1252" y="3496"/>
              <a:ext cx="86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26700" name="Group 81"/>
            <p:cNvGrpSpPr/>
            <p:nvPr/>
          </p:nvGrpSpPr>
          <p:grpSpPr>
            <a:xfrm>
              <a:off x="2737" y="3479"/>
              <a:ext cx="777" cy="155"/>
              <a:chOff x="2100" y="1412"/>
              <a:chExt cx="1030" cy="193"/>
            </a:xfrm>
          </p:grpSpPr>
          <p:grpSp>
            <p:nvGrpSpPr>
              <p:cNvPr id="26701" name="Group 82"/>
              <p:cNvGrpSpPr/>
              <p:nvPr/>
            </p:nvGrpSpPr>
            <p:grpSpPr>
              <a:xfrm>
                <a:off x="2539" y="1471"/>
                <a:ext cx="114" cy="110"/>
                <a:chOff x="1781" y="2282"/>
                <a:chExt cx="577" cy="577"/>
              </a:xfrm>
            </p:grpSpPr>
            <p:sp>
              <p:nvSpPr>
                <p:cNvPr id="26702" name="Line 8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703" name="Line 8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704" name="WordArt 85"/>
              <p:cNvSpPr>
                <a:spLocks noTextEdit="1"/>
              </p:cNvSpPr>
              <p:nvPr/>
            </p:nvSpPr>
            <p:spPr>
              <a:xfrm>
                <a:off x="2718" y="1447"/>
                <a:ext cx="177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6705" name="WordArt 86"/>
              <p:cNvSpPr>
                <a:spLocks noTextEdit="1"/>
              </p:cNvSpPr>
              <p:nvPr/>
            </p:nvSpPr>
            <p:spPr>
              <a:xfrm>
                <a:off x="3008" y="1412"/>
                <a:ext cx="122" cy="7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sp>
            <p:nvSpPr>
              <p:cNvPr id="26706" name="Line 87"/>
              <p:cNvSpPr/>
              <p:nvPr/>
            </p:nvSpPr>
            <p:spPr>
              <a:xfrm>
                <a:off x="2911" y="1457"/>
                <a:ext cx="7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07" name="WordArt 88"/>
              <p:cNvSpPr>
                <a:spLocks noTextEdit="1"/>
              </p:cNvSpPr>
              <p:nvPr/>
            </p:nvSpPr>
            <p:spPr>
              <a:xfrm>
                <a:off x="2100" y="1438"/>
                <a:ext cx="373" cy="1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1.60</a:t>
                </a:r>
              </a:p>
            </p:txBody>
          </p:sp>
        </p:grpSp>
        <p:grpSp>
          <p:nvGrpSpPr>
            <p:cNvPr id="26708" name="Group 89"/>
            <p:cNvGrpSpPr/>
            <p:nvPr/>
          </p:nvGrpSpPr>
          <p:grpSpPr>
            <a:xfrm>
              <a:off x="1638" y="3535"/>
              <a:ext cx="133" cy="52"/>
              <a:chOff x="1260" y="2371"/>
              <a:chExt cx="151" cy="53"/>
            </a:xfrm>
          </p:grpSpPr>
          <p:sp>
            <p:nvSpPr>
              <p:cNvPr id="26709" name="Line 90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10" name="Line 91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711" name="WordArt 92"/>
            <p:cNvSpPr>
              <a:spLocks noTextEdit="1"/>
            </p:cNvSpPr>
            <p:nvPr/>
          </p:nvSpPr>
          <p:spPr>
            <a:xfrm>
              <a:off x="1845" y="3492"/>
              <a:ext cx="75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6712" name="WordArt 93"/>
            <p:cNvSpPr>
              <a:spLocks noTextEdit="1"/>
            </p:cNvSpPr>
            <p:nvPr/>
          </p:nvSpPr>
          <p:spPr>
            <a:xfrm>
              <a:off x="1993" y="3518"/>
              <a:ext cx="76" cy="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6713" name="WordArt 94"/>
            <p:cNvSpPr>
              <a:spLocks noTextEdit="1"/>
            </p:cNvSpPr>
            <p:nvPr/>
          </p:nvSpPr>
          <p:spPr>
            <a:xfrm>
              <a:off x="2079" y="3490"/>
              <a:ext cx="120" cy="1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7708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6714" name="WordArt 95"/>
            <p:cNvSpPr>
              <a:spLocks noTextEdit="1"/>
            </p:cNvSpPr>
            <p:nvPr/>
          </p:nvSpPr>
          <p:spPr>
            <a:xfrm>
              <a:off x="2465" y="3497"/>
              <a:ext cx="75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  <p:grpSp>
          <p:nvGrpSpPr>
            <p:cNvPr id="26715" name="Group 96"/>
            <p:cNvGrpSpPr/>
            <p:nvPr/>
          </p:nvGrpSpPr>
          <p:grpSpPr>
            <a:xfrm>
              <a:off x="2607" y="3521"/>
              <a:ext cx="88" cy="85"/>
              <a:chOff x="1781" y="2282"/>
              <a:chExt cx="577" cy="577"/>
            </a:xfrm>
          </p:grpSpPr>
          <p:sp>
            <p:nvSpPr>
              <p:cNvPr id="26716" name="Line 97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17" name="Line 98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718" name="Group 99"/>
            <p:cNvGrpSpPr/>
            <p:nvPr/>
          </p:nvGrpSpPr>
          <p:grpSpPr>
            <a:xfrm>
              <a:off x="3575" y="3565"/>
              <a:ext cx="141" cy="55"/>
              <a:chOff x="1260" y="2371"/>
              <a:chExt cx="151" cy="53"/>
            </a:xfrm>
          </p:grpSpPr>
          <p:sp>
            <p:nvSpPr>
              <p:cNvPr id="26719" name="Line 100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20" name="Line 101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721" name="Group 102"/>
            <p:cNvGrpSpPr/>
            <p:nvPr/>
          </p:nvGrpSpPr>
          <p:grpSpPr>
            <a:xfrm>
              <a:off x="3779" y="3492"/>
              <a:ext cx="777" cy="155"/>
              <a:chOff x="3779" y="3492"/>
              <a:chExt cx="777" cy="155"/>
            </a:xfrm>
          </p:grpSpPr>
          <p:grpSp>
            <p:nvGrpSpPr>
              <p:cNvPr id="26722" name="Group 103"/>
              <p:cNvGrpSpPr/>
              <p:nvPr/>
            </p:nvGrpSpPr>
            <p:grpSpPr>
              <a:xfrm>
                <a:off x="4110" y="3539"/>
                <a:ext cx="86" cy="89"/>
                <a:chOff x="1781" y="2282"/>
                <a:chExt cx="577" cy="577"/>
              </a:xfrm>
            </p:grpSpPr>
            <p:sp>
              <p:nvSpPr>
                <p:cNvPr id="26723" name="Line 104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724" name="Line 105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725" name="WordArt 106"/>
              <p:cNvSpPr>
                <a:spLocks noTextEdit="1"/>
              </p:cNvSpPr>
              <p:nvPr/>
            </p:nvSpPr>
            <p:spPr>
              <a:xfrm>
                <a:off x="4245" y="3520"/>
                <a:ext cx="134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6726" name="WordArt 107"/>
              <p:cNvSpPr>
                <a:spLocks noTextEdit="1"/>
              </p:cNvSpPr>
              <p:nvPr/>
            </p:nvSpPr>
            <p:spPr>
              <a:xfrm>
                <a:off x="4464" y="3492"/>
                <a:ext cx="92" cy="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sp>
            <p:nvSpPr>
              <p:cNvPr id="26727" name="Line 108"/>
              <p:cNvSpPr/>
              <p:nvPr/>
            </p:nvSpPr>
            <p:spPr>
              <a:xfrm>
                <a:off x="4391" y="3528"/>
                <a:ext cx="5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28" name="WordArt 109"/>
              <p:cNvSpPr>
                <a:spLocks noTextEdit="1"/>
              </p:cNvSpPr>
              <p:nvPr/>
            </p:nvSpPr>
            <p:spPr>
              <a:xfrm>
                <a:off x="3779" y="3513"/>
                <a:ext cx="281" cy="13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3.20</a:t>
                </a:r>
              </a:p>
            </p:txBody>
          </p:sp>
        </p:grpSp>
        <p:sp>
          <p:nvSpPr>
            <p:cNvPr id="26729" name="WordArt 110"/>
            <p:cNvSpPr>
              <a:spLocks noTextEdit="1"/>
            </p:cNvSpPr>
            <p:nvPr/>
          </p:nvSpPr>
          <p:spPr>
            <a:xfrm>
              <a:off x="4634" y="3506"/>
              <a:ext cx="69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</p:grpSp>
      <p:grpSp>
        <p:nvGrpSpPr>
          <p:cNvPr id="30" name="Group 111"/>
          <p:cNvGrpSpPr/>
          <p:nvPr/>
        </p:nvGrpSpPr>
        <p:grpSpPr>
          <a:xfrm>
            <a:off x="823913" y="6142038"/>
            <a:ext cx="6986587" cy="357187"/>
            <a:chOff x="519" y="3830"/>
            <a:chExt cx="4401" cy="225"/>
          </a:xfrm>
        </p:grpSpPr>
        <p:sp>
          <p:nvSpPr>
            <p:cNvPr id="26731" name="WordArt 112"/>
            <p:cNvSpPr>
              <a:spLocks noTextEdit="1"/>
            </p:cNvSpPr>
            <p:nvPr/>
          </p:nvSpPr>
          <p:spPr>
            <a:xfrm>
              <a:off x="974" y="3863"/>
              <a:ext cx="187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6625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6732" name="Group 113"/>
            <p:cNvGrpSpPr/>
            <p:nvPr/>
          </p:nvGrpSpPr>
          <p:grpSpPr>
            <a:xfrm>
              <a:off x="3694" y="3931"/>
              <a:ext cx="118" cy="52"/>
              <a:chOff x="1260" y="2371"/>
              <a:chExt cx="151" cy="53"/>
            </a:xfrm>
          </p:grpSpPr>
          <p:sp>
            <p:nvSpPr>
              <p:cNvPr id="26733" name="Line 114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34" name="Line 115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735" name="Group 116"/>
            <p:cNvGrpSpPr/>
            <p:nvPr/>
          </p:nvGrpSpPr>
          <p:grpSpPr>
            <a:xfrm>
              <a:off x="519" y="3909"/>
              <a:ext cx="169" cy="146"/>
              <a:chOff x="2152" y="3542"/>
              <a:chExt cx="204" cy="175"/>
            </a:xfrm>
          </p:grpSpPr>
          <p:sp>
            <p:nvSpPr>
              <p:cNvPr id="26736" name="WordArt 117"/>
              <p:cNvSpPr>
                <a:spLocks noTextEdit="1"/>
              </p:cNvSpPr>
              <p:nvPr/>
            </p:nvSpPr>
            <p:spPr>
              <a:xfrm>
                <a:off x="2152" y="3542"/>
                <a:ext cx="130" cy="1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26737" name="WordArt 118"/>
              <p:cNvSpPr>
                <a:spLocks noTextEdit="1"/>
              </p:cNvSpPr>
              <p:nvPr/>
            </p:nvSpPr>
            <p:spPr>
              <a:xfrm>
                <a:off x="2274" y="3625"/>
                <a:ext cx="82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26738" name="WordArt 119"/>
            <p:cNvSpPr>
              <a:spLocks noTextEdit="1"/>
            </p:cNvSpPr>
            <p:nvPr/>
          </p:nvSpPr>
          <p:spPr>
            <a:xfrm>
              <a:off x="1368" y="3879"/>
              <a:ext cx="127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26739" name="Group 120"/>
            <p:cNvGrpSpPr/>
            <p:nvPr/>
          </p:nvGrpSpPr>
          <p:grpSpPr>
            <a:xfrm>
              <a:off x="2740" y="3853"/>
              <a:ext cx="877" cy="179"/>
              <a:chOff x="2819" y="3224"/>
              <a:chExt cx="823" cy="156"/>
            </a:xfrm>
          </p:grpSpPr>
          <p:sp>
            <p:nvSpPr>
              <p:cNvPr id="26740" name="WordArt 121"/>
              <p:cNvSpPr>
                <a:spLocks noTextEdit="1"/>
              </p:cNvSpPr>
              <p:nvPr/>
            </p:nvSpPr>
            <p:spPr>
              <a:xfrm>
                <a:off x="2819" y="3268"/>
                <a:ext cx="271" cy="10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6. 63</a:t>
                </a:r>
              </a:p>
            </p:txBody>
          </p:sp>
          <p:grpSp>
            <p:nvGrpSpPr>
              <p:cNvPr id="26741" name="Group 122"/>
              <p:cNvGrpSpPr/>
              <p:nvPr/>
            </p:nvGrpSpPr>
            <p:grpSpPr>
              <a:xfrm>
                <a:off x="3144" y="3287"/>
                <a:ext cx="97" cy="82"/>
                <a:chOff x="1781" y="2282"/>
                <a:chExt cx="577" cy="577"/>
              </a:xfrm>
            </p:grpSpPr>
            <p:sp>
              <p:nvSpPr>
                <p:cNvPr id="26742" name="Line 12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743" name="Line 12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744" name="Group 125"/>
              <p:cNvGrpSpPr/>
              <p:nvPr/>
            </p:nvGrpSpPr>
            <p:grpSpPr>
              <a:xfrm>
                <a:off x="3296" y="3224"/>
                <a:ext cx="346" cy="156"/>
                <a:chOff x="3280" y="3125"/>
                <a:chExt cx="346" cy="156"/>
              </a:xfrm>
            </p:grpSpPr>
            <p:sp>
              <p:nvSpPr>
                <p:cNvPr id="26745" name="WordArt 126"/>
                <p:cNvSpPr>
                  <a:spLocks noTextEdit="1"/>
                </p:cNvSpPr>
                <p:nvPr/>
              </p:nvSpPr>
              <p:spPr>
                <a:xfrm>
                  <a:off x="3280" y="3170"/>
                  <a:ext cx="152" cy="11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6746" name="WordArt 127"/>
                <p:cNvSpPr>
                  <a:spLocks noTextEdit="1"/>
                </p:cNvSpPr>
                <p:nvPr/>
              </p:nvSpPr>
              <p:spPr>
                <a:xfrm>
                  <a:off x="3521" y="3125"/>
                  <a:ext cx="105" cy="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34</a:t>
                  </a:r>
                </a:p>
              </p:txBody>
            </p:sp>
            <p:sp>
              <p:nvSpPr>
                <p:cNvPr id="26747" name="Line 128"/>
                <p:cNvSpPr/>
                <p:nvPr/>
              </p:nvSpPr>
              <p:spPr>
                <a:xfrm>
                  <a:off x="3437" y="3158"/>
                  <a:ext cx="62" cy="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6748" name="Group 129"/>
            <p:cNvGrpSpPr/>
            <p:nvPr/>
          </p:nvGrpSpPr>
          <p:grpSpPr>
            <a:xfrm>
              <a:off x="768" y="3938"/>
              <a:ext cx="141" cy="55"/>
              <a:chOff x="1260" y="2371"/>
              <a:chExt cx="151" cy="53"/>
            </a:xfrm>
          </p:grpSpPr>
          <p:sp>
            <p:nvSpPr>
              <p:cNvPr id="26749" name="Line 130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50" name="Line 131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751" name="Line 132"/>
            <p:cNvSpPr/>
            <p:nvPr/>
          </p:nvSpPr>
          <p:spPr>
            <a:xfrm flipH="1">
              <a:off x="1198" y="3840"/>
              <a:ext cx="154" cy="21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6752" name="Group 133"/>
            <p:cNvGrpSpPr/>
            <p:nvPr/>
          </p:nvGrpSpPr>
          <p:grpSpPr>
            <a:xfrm>
              <a:off x="1596" y="3928"/>
              <a:ext cx="141" cy="55"/>
              <a:chOff x="1260" y="2371"/>
              <a:chExt cx="151" cy="53"/>
            </a:xfrm>
          </p:grpSpPr>
          <p:sp>
            <p:nvSpPr>
              <p:cNvPr id="26753" name="Line 134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54" name="Line 135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755" name="Group 136"/>
            <p:cNvGrpSpPr/>
            <p:nvPr/>
          </p:nvGrpSpPr>
          <p:grpSpPr>
            <a:xfrm>
              <a:off x="1818" y="3859"/>
              <a:ext cx="777" cy="155"/>
              <a:chOff x="3779" y="3492"/>
              <a:chExt cx="777" cy="155"/>
            </a:xfrm>
          </p:grpSpPr>
          <p:grpSp>
            <p:nvGrpSpPr>
              <p:cNvPr id="26756" name="Group 137"/>
              <p:cNvGrpSpPr/>
              <p:nvPr/>
            </p:nvGrpSpPr>
            <p:grpSpPr>
              <a:xfrm>
                <a:off x="4110" y="3539"/>
                <a:ext cx="86" cy="89"/>
                <a:chOff x="1781" y="2282"/>
                <a:chExt cx="577" cy="577"/>
              </a:xfrm>
            </p:grpSpPr>
            <p:sp>
              <p:nvSpPr>
                <p:cNvPr id="26757" name="Line 138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758" name="Line 139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759" name="WordArt 140"/>
              <p:cNvSpPr>
                <a:spLocks noTextEdit="1"/>
              </p:cNvSpPr>
              <p:nvPr/>
            </p:nvSpPr>
            <p:spPr>
              <a:xfrm>
                <a:off x="4245" y="3520"/>
                <a:ext cx="134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6760" name="WordArt 141"/>
              <p:cNvSpPr>
                <a:spLocks noTextEdit="1"/>
              </p:cNvSpPr>
              <p:nvPr/>
            </p:nvSpPr>
            <p:spPr>
              <a:xfrm>
                <a:off x="4464" y="3492"/>
                <a:ext cx="92" cy="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sp>
            <p:nvSpPr>
              <p:cNvPr id="26761" name="Line 142"/>
              <p:cNvSpPr/>
              <p:nvPr/>
            </p:nvSpPr>
            <p:spPr>
              <a:xfrm>
                <a:off x="4391" y="3528"/>
                <a:ext cx="5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62" name="WordArt 143"/>
              <p:cNvSpPr>
                <a:spLocks noTextEdit="1"/>
              </p:cNvSpPr>
              <p:nvPr/>
            </p:nvSpPr>
            <p:spPr>
              <a:xfrm>
                <a:off x="3779" y="3513"/>
                <a:ext cx="281" cy="13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3.20</a:t>
                </a:r>
              </a:p>
            </p:txBody>
          </p:sp>
        </p:grpSp>
        <p:sp>
          <p:nvSpPr>
            <p:cNvPr id="26763" name="Line 144"/>
            <p:cNvSpPr/>
            <p:nvPr/>
          </p:nvSpPr>
          <p:spPr>
            <a:xfrm flipH="1">
              <a:off x="2571" y="3830"/>
              <a:ext cx="154" cy="21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6764" name="Group 145"/>
            <p:cNvGrpSpPr/>
            <p:nvPr/>
          </p:nvGrpSpPr>
          <p:grpSpPr>
            <a:xfrm>
              <a:off x="3891" y="3859"/>
              <a:ext cx="1029" cy="158"/>
              <a:chOff x="3891" y="3859"/>
              <a:chExt cx="1029" cy="158"/>
            </a:xfrm>
          </p:grpSpPr>
          <p:sp>
            <p:nvSpPr>
              <p:cNvPr id="26765" name="WordArt 146"/>
              <p:cNvSpPr>
                <a:spLocks noTextEdit="1"/>
              </p:cNvSpPr>
              <p:nvPr/>
            </p:nvSpPr>
            <p:spPr>
              <a:xfrm>
                <a:off x="3891" y="3879"/>
                <a:ext cx="313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4.83</a:t>
                </a:r>
              </a:p>
            </p:txBody>
          </p:sp>
          <p:grpSp>
            <p:nvGrpSpPr>
              <p:cNvPr id="26766" name="Group 147"/>
              <p:cNvGrpSpPr/>
              <p:nvPr/>
            </p:nvGrpSpPr>
            <p:grpSpPr>
              <a:xfrm>
                <a:off x="4251" y="3859"/>
                <a:ext cx="447" cy="153"/>
                <a:chOff x="5066" y="3890"/>
                <a:chExt cx="447" cy="153"/>
              </a:xfrm>
            </p:grpSpPr>
            <p:grpSp>
              <p:nvGrpSpPr>
                <p:cNvPr id="26767" name="Group 148"/>
                <p:cNvGrpSpPr/>
                <p:nvPr/>
              </p:nvGrpSpPr>
              <p:grpSpPr>
                <a:xfrm>
                  <a:off x="5066" y="3930"/>
                  <a:ext cx="88" cy="85"/>
                  <a:chOff x="1781" y="2282"/>
                  <a:chExt cx="577" cy="577"/>
                </a:xfrm>
              </p:grpSpPr>
              <p:sp>
                <p:nvSpPr>
                  <p:cNvPr id="26768" name="Line 149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1905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769" name="Line 150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1905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6770" name="WordArt 151"/>
                <p:cNvSpPr>
                  <a:spLocks noTextEdit="1"/>
                </p:cNvSpPr>
                <p:nvPr/>
              </p:nvSpPr>
              <p:spPr>
                <a:xfrm>
                  <a:off x="5213" y="3913"/>
                  <a:ext cx="161" cy="1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6771" name="WordArt 152"/>
                <p:cNvSpPr>
                  <a:spLocks noTextEdit="1"/>
                </p:cNvSpPr>
                <p:nvPr/>
              </p:nvSpPr>
              <p:spPr>
                <a:xfrm>
                  <a:off x="5418" y="3890"/>
                  <a:ext cx="95" cy="5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317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14</a:t>
                  </a:r>
                </a:p>
              </p:txBody>
            </p:sp>
          </p:grpSp>
          <p:sp>
            <p:nvSpPr>
              <p:cNvPr id="26772" name="WordArt 153"/>
              <p:cNvSpPr>
                <a:spLocks noTextEdit="1"/>
              </p:cNvSpPr>
              <p:nvPr/>
            </p:nvSpPr>
            <p:spPr>
              <a:xfrm>
                <a:off x="4748" y="3867"/>
                <a:ext cx="172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Hz</a:t>
                </a:r>
              </a:p>
            </p:txBody>
          </p:sp>
        </p:grpSp>
      </p:grpSp>
      <p:grpSp>
        <p:nvGrpSpPr>
          <p:cNvPr id="204844" name="Group 154"/>
          <p:cNvGrpSpPr/>
          <p:nvPr/>
        </p:nvGrpSpPr>
        <p:grpSpPr>
          <a:xfrm>
            <a:off x="4392613" y="3573463"/>
            <a:ext cx="1633537" cy="250825"/>
            <a:chOff x="3891" y="3859"/>
            <a:chExt cx="1029" cy="158"/>
          </a:xfrm>
        </p:grpSpPr>
        <p:sp>
          <p:nvSpPr>
            <p:cNvPr id="26774" name="WordArt 155"/>
            <p:cNvSpPr>
              <a:spLocks noTextEdit="1"/>
            </p:cNvSpPr>
            <p:nvPr/>
          </p:nvSpPr>
          <p:spPr>
            <a:xfrm>
              <a:off x="3891" y="3879"/>
              <a:ext cx="313" cy="1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4.83</a:t>
              </a:r>
            </a:p>
          </p:txBody>
        </p:sp>
        <p:grpSp>
          <p:nvGrpSpPr>
            <p:cNvPr id="26775" name="Group 156"/>
            <p:cNvGrpSpPr/>
            <p:nvPr/>
          </p:nvGrpSpPr>
          <p:grpSpPr>
            <a:xfrm>
              <a:off x="4251" y="3859"/>
              <a:ext cx="447" cy="153"/>
              <a:chOff x="5066" y="3890"/>
              <a:chExt cx="447" cy="153"/>
            </a:xfrm>
          </p:grpSpPr>
          <p:grpSp>
            <p:nvGrpSpPr>
              <p:cNvPr id="26776" name="Group 157"/>
              <p:cNvGrpSpPr/>
              <p:nvPr/>
            </p:nvGrpSpPr>
            <p:grpSpPr>
              <a:xfrm>
                <a:off x="5066" y="3930"/>
                <a:ext cx="88" cy="85"/>
                <a:chOff x="1781" y="2282"/>
                <a:chExt cx="577" cy="577"/>
              </a:xfrm>
            </p:grpSpPr>
            <p:sp>
              <p:nvSpPr>
                <p:cNvPr id="26777" name="Line 158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1905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778" name="Line 159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1905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779" name="WordArt 160"/>
              <p:cNvSpPr>
                <a:spLocks noTextEdit="1"/>
              </p:cNvSpPr>
              <p:nvPr/>
            </p:nvSpPr>
            <p:spPr>
              <a:xfrm>
                <a:off x="5213" y="3913"/>
                <a:ext cx="161" cy="1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6780" name="WordArt 161"/>
              <p:cNvSpPr>
                <a:spLocks noTextEdit="1"/>
              </p:cNvSpPr>
              <p:nvPr/>
            </p:nvSpPr>
            <p:spPr>
              <a:xfrm>
                <a:off x="5418" y="3890"/>
                <a:ext cx="95" cy="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14</a:t>
                </a:r>
              </a:p>
            </p:txBody>
          </p:sp>
        </p:grpSp>
        <p:sp>
          <p:nvSpPr>
            <p:cNvPr id="26781" name="WordArt 162"/>
            <p:cNvSpPr>
              <a:spLocks noTextEdit="1"/>
            </p:cNvSpPr>
            <p:nvPr/>
          </p:nvSpPr>
          <p:spPr>
            <a:xfrm>
              <a:off x="4748" y="3867"/>
              <a:ext cx="172" cy="1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Hz</a:t>
              </a:r>
            </a:p>
          </p:txBody>
        </p:sp>
      </p:grpSp>
      <p:grpSp>
        <p:nvGrpSpPr>
          <p:cNvPr id="204847" name="Group 163"/>
          <p:cNvGrpSpPr/>
          <p:nvPr/>
        </p:nvGrpSpPr>
        <p:grpSpPr>
          <a:xfrm>
            <a:off x="2459038" y="4127500"/>
            <a:ext cx="1454150" cy="252413"/>
            <a:chOff x="1542" y="2607"/>
            <a:chExt cx="916" cy="159"/>
          </a:xfrm>
        </p:grpSpPr>
        <p:grpSp>
          <p:nvGrpSpPr>
            <p:cNvPr id="26783" name="Group 164"/>
            <p:cNvGrpSpPr/>
            <p:nvPr/>
          </p:nvGrpSpPr>
          <p:grpSpPr>
            <a:xfrm>
              <a:off x="1542" y="2607"/>
              <a:ext cx="777" cy="155"/>
              <a:chOff x="3779" y="3492"/>
              <a:chExt cx="777" cy="155"/>
            </a:xfrm>
          </p:grpSpPr>
          <p:grpSp>
            <p:nvGrpSpPr>
              <p:cNvPr id="26784" name="Group 165"/>
              <p:cNvGrpSpPr/>
              <p:nvPr/>
            </p:nvGrpSpPr>
            <p:grpSpPr>
              <a:xfrm>
                <a:off x="4110" y="3539"/>
                <a:ext cx="86" cy="89"/>
                <a:chOff x="1781" y="2282"/>
                <a:chExt cx="577" cy="577"/>
              </a:xfrm>
            </p:grpSpPr>
            <p:sp>
              <p:nvSpPr>
                <p:cNvPr id="26785" name="Line 166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786" name="Line 167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787" name="WordArt 168"/>
              <p:cNvSpPr>
                <a:spLocks noTextEdit="1"/>
              </p:cNvSpPr>
              <p:nvPr/>
            </p:nvSpPr>
            <p:spPr>
              <a:xfrm>
                <a:off x="4245" y="3520"/>
                <a:ext cx="134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6788" name="WordArt 169"/>
              <p:cNvSpPr>
                <a:spLocks noTextEdit="1"/>
              </p:cNvSpPr>
              <p:nvPr/>
            </p:nvSpPr>
            <p:spPr>
              <a:xfrm>
                <a:off x="4464" y="3492"/>
                <a:ext cx="92" cy="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sp>
            <p:nvSpPr>
              <p:cNvPr id="26789" name="Line 170"/>
              <p:cNvSpPr/>
              <p:nvPr/>
            </p:nvSpPr>
            <p:spPr>
              <a:xfrm>
                <a:off x="4391" y="3528"/>
                <a:ext cx="5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90" name="WordArt 171"/>
              <p:cNvSpPr>
                <a:spLocks noTextEdit="1"/>
              </p:cNvSpPr>
              <p:nvPr/>
            </p:nvSpPr>
            <p:spPr>
              <a:xfrm>
                <a:off x="3779" y="3513"/>
                <a:ext cx="281" cy="13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3.20</a:t>
                </a:r>
              </a:p>
            </p:txBody>
          </p:sp>
        </p:grpSp>
        <p:sp>
          <p:nvSpPr>
            <p:cNvPr id="26791" name="WordArt 172"/>
            <p:cNvSpPr>
              <a:spLocks noTextEdit="1"/>
            </p:cNvSpPr>
            <p:nvPr/>
          </p:nvSpPr>
          <p:spPr>
            <a:xfrm>
              <a:off x="2389" y="2629"/>
              <a:ext cx="69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</p:grpSp>
      <p:grpSp>
        <p:nvGrpSpPr>
          <p:cNvPr id="204850" name="Group 173"/>
          <p:cNvGrpSpPr/>
          <p:nvPr/>
        </p:nvGrpSpPr>
        <p:grpSpPr>
          <a:xfrm>
            <a:off x="198438" y="2581275"/>
            <a:ext cx="5853112" cy="1897063"/>
            <a:chOff x="225" y="1645"/>
            <a:chExt cx="3687" cy="1195"/>
          </a:xfrm>
        </p:grpSpPr>
        <p:sp>
          <p:nvSpPr>
            <p:cNvPr id="26793" name="WordArt 174"/>
            <p:cNvSpPr>
              <a:spLocks noTextEdit="1"/>
            </p:cNvSpPr>
            <p:nvPr/>
          </p:nvSpPr>
          <p:spPr>
            <a:xfrm>
              <a:off x="723" y="1645"/>
              <a:ext cx="2986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在光电效应实验中,测得某金属的遏止电压</a:t>
              </a:r>
            </a:p>
          </p:txBody>
        </p:sp>
        <p:sp>
          <p:nvSpPr>
            <p:cNvPr id="26794" name="WordArt 175"/>
            <p:cNvSpPr>
              <a:spLocks noTextEdit="1"/>
            </p:cNvSpPr>
            <p:nvPr/>
          </p:nvSpPr>
          <p:spPr>
            <a:xfrm>
              <a:off x="642" y="1916"/>
              <a:ext cx="2686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与入射光频率    的关系曲线如图所示,</a:t>
              </a:r>
            </a:p>
          </p:txBody>
        </p:sp>
        <p:grpSp>
          <p:nvGrpSpPr>
            <p:cNvPr id="26795" name="Group 177"/>
            <p:cNvGrpSpPr/>
            <p:nvPr/>
          </p:nvGrpSpPr>
          <p:grpSpPr>
            <a:xfrm>
              <a:off x="3759" y="1676"/>
              <a:ext cx="153" cy="132"/>
              <a:chOff x="1858" y="3286"/>
              <a:chExt cx="204" cy="172"/>
            </a:xfrm>
          </p:grpSpPr>
          <p:sp>
            <p:nvSpPr>
              <p:cNvPr id="26796" name="WordArt 178"/>
              <p:cNvSpPr>
                <a:spLocks noTextEdit="1"/>
              </p:cNvSpPr>
              <p:nvPr/>
            </p:nvSpPr>
            <p:spPr>
              <a:xfrm>
                <a:off x="1858" y="3286"/>
                <a:ext cx="141" cy="1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b="1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26797" name="WordArt 179"/>
              <p:cNvSpPr>
                <a:spLocks noTextEdit="1"/>
              </p:cNvSpPr>
              <p:nvPr/>
            </p:nvSpPr>
            <p:spPr>
              <a:xfrm>
                <a:off x="1983" y="3375"/>
                <a:ext cx="79" cy="8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63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</p:grpSp>
        <p:grpSp>
          <p:nvGrpSpPr>
            <p:cNvPr id="26798" name="Group 182"/>
            <p:cNvGrpSpPr/>
            <p:nvPr/>
          </p:nvGrpSpPr>
          <p:grpSpPr>
            <a:xfrm>
              <a:off x="2335" y="2269"/>
              <a:ext cx="157" cy="164"/>
              <a:chOff x="3126" y="3636"/>
              <a:chExt cx="191" cy="196"/>
            </a:xfrm>
          </p:grpSpPr>
          <p:sp>
            <p:nvSpPr>
              <p:cNvPr id="26799" name="WordArt 183"/>
              <p:cNvSpPr>
                <a:spLocks noTextEdit="1"/>
              </p:cNvSpPr>
              <p:nvPr/>
            </p:nvSpPr>
            <p:spPr>
              <a:xfrm>
                <a:off x="3126" y="3636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26800" name="WordArt 184"/>
              <p:cNvSpPr>
                <a:spLocks noTextEdit="1"/>
              </p:cNvSpPr>
              <p:nvPr/>
            </p:nvSpPr>
            <p:spPr>
              <a:xfrm>
                <a:off x="3237" y="3732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sp>
          <p:nvSpPr>
            <p:cNvPr id="26801" name="WordArt 185"/>
            <p:cNvSpPr>
              <a:spLocks noTextEdit="1"/>
            </p:cNvSpPr>
            <p:nvPr/>
          </p:nvSpPr>
          <p:spPr>
            <a:xfrm>
              <a:off x="225" y="2252"/>
              <a:ext cx="2034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由此可知该金属的红限频率</a:t>
              </a:r>
            </a:p>
          </p:txBody>
        </p:sp>
        <p:sp>
          <p:nvSpPr>
            <p:cNvPr id="26802" name="WordArt 186"/>
            <p:cNvSpPr>
              <a:spLocks noTextEdit="1"/>
            </p:cNvSpPr>
            <p:nvPr/>
          </p:nvSpPr>
          <p:spPr>
            <a:xfrm>
              <a:off x="1661" y="1941"/>
              <a:ext cx="116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grpSp>
          <p:nvGrpSpPr>
            <p:cNvPr id="26803" name="Group 187"/>
            <p:cNvGrpSpPr/>
            <p:nvPr/>
          </p:nvGrpSpPr>
          <p:grpSpPr>
            <a:xfrm>
              <a:off x="2564" y="2325"/>
              <a:ext cx="125" cy="44"/>
              <a:chOff x="1260" y="2371"/>
              <a:chExt cx="151" cy="53"/>
            </a:xfrm>
          </p:grpSpPr>
          <p:sp>
            <p:nvSpPr>
              <p:cNvPr id="26804" name="Line 18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805" name="Line 18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806" name="Line 190"/>
            <p:cNvSpPr/>
            <p:nvPr/>
          </p:nvSpPr>
          <p:spPr>
            <a:xfrm>
              <a:off x="2696" y="2497"/>
              <a:ext cx="1091" cy="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807" name="WordArt 191"/>
            <p:cNvSpPr>
              <a:spLocks noTextEdit="1"/>
            </p:cNvSpPr>
            <p:nvPr/>
          </p:nvSpPr>
          <p:spPr>
            <a:xfrm>
              <a:off x="453" y="2633"/>
              <a:ext cx="514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逸出功</a:t>
              </a:r>
            </a:p>
          </p:txBody>
        </p:sp>
        <p:sp>
          <p:nvSpPr>
            <p:cNvPr id="26808" name="WordArt 192"/>
            <p:cNvSpPr>
              <a:spLocks noTextEdit="1"/>
            </p:cNvSpPr>
            <p:nvPr/>
          </p:nvSpPr>
          <p:spPr>
            <a:xfrm>
              <a:off x="1062" y="2599"/>
              <a:ext cx="187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6625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6809" name="Group 193"/>
            <p:cNvGrpSpPr/>
            <p:nvPr/>
          </p:nvGrpSpPr>
          <p:grpSpPr>
            <a:xfrm>
              <a:off x="1325" y="2676"/>
              <a:ext cx="125" cy="44"/>
              <a:chOff x="1260" y="2371"/>
              <a:chExt cx="151" cy="53"/>
            </a:xfrm>
          </p:grpSpPr>
          <p:sp>
            <p:nvSpPr>
              <p:cNvPr id="26810" name="Line 194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811" name="Line 195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812" name="Line 196"/>
            <p:cNvSpPr/>
            <p:nvPr/>
          </p:nvSpPr>
          <p:spPr>
            <a:xfrm flipV="1">
              <a:off x="1487" y="2831"/>
              <a:ext cx="9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813" name="WordArt 197"/>
            <p:cNvSpPr>
              <a:spLocks noTextEdit="1"/>
            </p:cNvSpPr>
            <p:nvPr/>
          </p:nvSpPr>
          <p:spPr>
            <a:xfrm>
              <a:off x="3858" y="2503"/>
              <a:ext cx="35" cy="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</a:p>
          </p:txBody>
        </p:sp>
        <p:sp>
          <p:nvSpPr>
            <p:cNvPr id="26814" name="WordArt 198"/>
            <p:cNvSpPr>
              <a:spLocks noTextEdit="1"/>
            </p:cNvSpPr>
            <p:nvPr/>
          </p:nvSpPr>
          <p:spPr>
            <a:xfrm>
              <a:off x="2541" y="2786"/>
              <a:ext cx="60" cy="5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</a:p>
          </p:txBody>
        </p:sp>
      </p:grpSp>
      <p:grpSp>
        <p:nvGrpSpPr>
          <p:cNvPr id="26815" name="Group 310"/>
          <p:cNvGrpSpPr/>
          <p:nvPr/>
        </p:nvGrpSpPr>
        <p:grpSpPr>
          <a:xfrm>
            <a:off x="0" y="0"/>
            <a:ext cx="9144000" cy="2298700"/>
            <a:chOff x="0" y="0"/>
            <a:chExt cx="5760" cy="1448"/>
          </a:xfrm>
        </p:grpSpPr>
        <p:grpSp>
          <p:nvGrpSpPr>
            <p:cNvPr id="26816" name="Group 311"/>
            <p:cNvGrpSpPr/>
            <p:nvPr/>
          </p:nvGrpSpPr>
          <p:grpSpPr>
            <a:xfrm>
              <a:off x="0" y="0"/>
              <a:ext cx="5760" cy="1448"/>
              <a:chOff x="0" y="0"/>
              <a:chExt cx="5760" cy="1448"/>
            </a:xfrm>
          </p:grpSpPr>
          <p:sp>
            <p:nvSpPr>
              <p:cNvPr id="26817" name="Rectangle 312" descr="羊皮纸"/>
              <p:cNvSpPr/>
              <p:nvPr/>
            </p:nvSpPr>
            <p:spPr>
              <a:xfrm>
                <a:off x="0" y="0"/>
                <a:ext cx="5760" cy="11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6818" name="Group 313"/>
              <p:cNvGrpSpPr/>
              <p:nvPr/>
            </p:nvGrpSpPr>
            <p:grpSpPr>
              <a:xfrm>
                <a:off x="609" y="183"/>
                <a:ext cx="2445" cy="792"/>
                <a:chOff x="663" y="190"/>
                <a:chExt cx="2184" cy="792"/>
              </a:xfrm>
            </p:grpSpPr>
            <p:sp>
              <p:nvSpPr>
                <p:cNvPr id="26819" name="Rectangle 314"/>
                <p:cNvSpPr/>
                <p:nvPr/>
              </p:nvSpPr>
              <p:spPr>
                <a:xfrm>
                  <a:off x="663" y="426"/>
                  <a:ext cx="2184" cy="556"/>
                </a:xfrm>
                <a:prstGeom prst="rect">
                  <a:avLst/>
                </a:prstGeom>
                <a:noFill/>
                <a:ln w="76200" cap="flat" cmpd="sng">
                  <a:solidFill>
                    <a:srgbClr val="FFC97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6820" name="Group 315"/>
                <p:cNvGrpSpPr/>
                <p:nvPr/>
              </p:nvGrpSpPr>
              <p:grpSpPr>
                <a:xfrm>
                  <a:off x="1594" y="669"/>
                  <a:ext cx="139" cy="77"/>
                  <a:chOff x="2100" y="3050"/>
                  <a:chExt cx="267" cy="103"/>
                </a:xfrm>
              </p:grpSpPr>
              <p:sp>
                <p:nvSpPr>
                  <p:cNvPr id="26821" name="Line 316"/>
                  <p:cNvSpPr/>
                  <p:nvPr/>
                </p:nvSpPr>
                <p:spPr>
                  <a:xfrm>
                    <a:off x="2100" y="3050"/>
                    <a:ext cx="267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822" name="Line 317"/>
                  <p:cNvSpPr/>
                  <p:nvPr/>
                </p:nvSpPr>
                <p:spPr>
                  <a:xfrm flipV="1">
                    <a:off x="2100" y="3152"/>
                    <a:ext cx="265" cy="1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6823" name="Group 318"/>
                <p:cNvGrpSpPr/>
                <p:nvPr/>
              </p:nvGrpSpPr>
              <p:grpSpPr>
                <a:xfrm>
                  <a:off x="874" y="544"/>
                  <a:ext cx="606" cy="344"/>
                  <a:chOff x="3053" y="716"/>
                  <a:chExt cx="602" cy="323"/>
                </a:xfrm>
              </p:grpSpPr>
              <p:sp>
                <p:nvSpPr>
                  <p:cNvPr id="26824" name="WordArt 319"/>
                  <p:cNvSpPr>
                    <a:spLocks noTextEdit="1"/>
                  </p:cNvSpPr>
                  <p:nvPr/>
                </p:nvSpPr>
                <p:spPr>
                  <a:xfrm>
                    <a:off x="3254" y="827"/>
                    <a:ext cx="152" cy="12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26825" name="WordArt 320"/>
                  <p:cNvSpPr>
                    <a:spLocks noTextEdit="1"/>
                  </p:cNvSpPr>
                  <p:nvPr/>
                </p:nvSpPr>
                <p:spPr>
                  <a:xfrm>
                    <a:off x="3100" y="716"/>
                    <a:ext cx="68" cy="11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26826" name="WordArt 321"/>
                  <p:cNvSpPr>
                    <a:spLocks noTextEdit="1"/>
                  </p:cNvSpPr>
                  <p:nvPr/>
                </p:nvSpPr>
                <p:spPr>
                  <a:xfrm>
                    <a:off x="3098" y="928"/>
                    <a:ext cx="78" cy="11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26827" name="Line 322"/>
                  <p:cNvSpPr/>
                  <p:nvPr/>
                </p:nvSpPr>
                <p:spPr>
                  <a:xfrm>
                    <a:off x="3053" y="876"/>
                    <a:ext cx="19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828" name="WordArt 323"/>
                  <p:cNvSpPr>
                    <a:spLocks noTextEdit="1"/>
                  </p:cNvSpPr>
                  <p:nvPr/>
                </p:nvSpPr>
                <p:spPr>
                  <a:xfrm>
                    <a:off x="3573" y="880"/>
                    <a:ext cx="58" cy="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  <p:sp>
                <p:nvSpPr>
                  <p:cNvPr id="26829" name="WordArt 324"/>
                  <p:cNvSpPr>
                    <a:spLocks noTextEdit="1"/>
                  </p:cNvSpPr>
                  <p:nvPr/>
                </p:nvSpPr>
                <p:spPr>
                  <a:xfrm>
                    <a:off x="3448" y="829"/>
                    <a:ext cx="115" cy="11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Book Antiqua" panose="02040602050305030304" charset="0"/>
                        <a:ea typeface="Book Antiqua" panose="02040602050305030304" charset="0"/>
                      </a:rPr>
                      <a:t>v</a:t>
                    </a:r>
                  </a:p>
                </p:txBody>
              </p:sp>
              <p:sp>
                <p:nvSpPr>
                  <p:cNvPr id="26830" name="WordArt 325"/>
                  <p:cNvSpPr>
                    <a:spLocks noTextEdit="1"/>
                  </p:cNvSpPr>
                  <p:nvPr/>
                </p:nvSpPr>
                <p:spPr>
                  <a:xfrm>
                    <a:off x="3592" y="750"/>
                    <a:ext cx="63" cy="7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</p:grpSp>
            <p:grpSp>
              <p:nvGrpSpPr>
                <p:cNvPr id="26831" name="Group 326"/>
                <p:cNvGrpSpPr/>
                <p:nvPr/>
              </p:nvGrpSpPr>
              <p:grpSpPr>
                <a:xfrm>
                  <a:off x="1827" y="563"/>
                  <a:ext cx="783" cy="281"/>
                  <a:chOff x="4384" y="1905"/>
                  <a:chExt cx="783" cy="281"/>
                </a:xfrm>
              </p:grpSpPr>
              <p:grpSp>
                <p:nvGrpSpPr>
                  <p:cNvPr id="26832" name="Group 327"/>
                  <p:cNvGrpSpPr/>
                  <p:nvPr/>
                </p:nvGrpSpPr>
                <p:grpSpPr>
                  <a:xfrm>
                    <a:off x="4384" y="1905"/>
                    <a:ext cx="307" cy="280"/>
                    <a:chOff x="1036" y="1830"/>
                    <a:chExt cx="355" cy="265"/>
                  </a:xfrm>
                </p:grpSpPr>
                <p:sp>
                  <p:nvSpPr>
                    <p:cNvPr id="26833" name="WordArt 328"/>
                    <p:cNvSpPr>
                      <a:spLocks noTextEdit="1"/>
                    </p:cNvSpPr>
                    <p:nvPr/>
                  </p:nvSpPr>
                  <p:spPr>
                    <a:xfrm>
                      <a:off x="1239" y="1908"/>
                      <a:ext cx="152" cy="17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n</a:t>
                      </a:r>
                    </a:p>
                  </p:txBody>
                </p:sp>
                <p:sp>
                  <p:nvSpPr>
                    <p:cNvPr id="26834" name="WordArt 329"/>
                    <p:cNvSpPr>
                      <a:spLocks noTextEdit="1"/>
                    </p:cNvSpPr>
                    <p:nvPr/>
                  </p:nvSpPr>
                  <p:spPr>
                    <a:xfrm>
                      <a:off x="1036" y="1830"/>
                      <a:ext cx="166" cy="2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6835" name="Group 330"/>
                  <p:cNvGrpSpPr/>
                  <p:nvPr/>
                </p:nvGrpSpPr>
                <p:grpSpPr>
                  <a:xfrm>
                    <a:off x="4910" y="1909"/>
                    <a:ext cx="257" cy="277"/>
                    <a:chOff x="1554" y="1732"/>
                    <a:chExt cx="353" cy="328"/>
                  </a:xfrm>
                </p:grpSpPr>
                <p:sp>
                  <p:nvSpPr>
                    <p:cNvPr id="26836" name="WordArt 331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6837" name="WordArt 332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  <p:sp>
                <p:nvSpPr>
                  <p:cNvPr id="26838" name="Line 333"/>
                  <p:cNvSpPr/>
                  <p:nvPr/>
                </p:nvSpPr>
                <p:spPr>
                  <a:xfrm>
                    <a:off x="4745" y="2070"/>
                    <a:ext cx="143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6839" name="WordArt 334"/>
                <p:cNvSpPr>
                  <a:spLocks noTextEdit="1"/>
                </p:cNvSpPr>
                <p:nvPr/>
              </p:nvSpPr>
              <p:spPr>
                <a:xfrm>
                  <a:off x="1028" y="190"/>
                  <a:ext cx="1447" cy="13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光电效应方程</a:t>
                  </a:r>
                </a:p>
              </p:txBody>
            </p:sp>
          </p:grpSp>
          <p:grpSp>
            <p:nvGrpSpPr>
              <p:cNvPr id="26840" name="Group 335"/>
              <p:cNvGrpSpPr/>
              <p:nvPr/>
            </p:nvGrpSpPr>
            <p:grpSpPr>
              <a:xfrm>
                <a:off x="3301" y="276"/>
                <a:ext cx="2208" cy="938"/>
                <a:chOff x="3071" y="207"/>
                <a:chExt cx="2446" cy="953"/>
              </a:xfrm>
            </p:grpSpPr>
            <p:grpSp>
              <p:nvGrpSpPr>
                <p:cNvPr id="26841" name="Group 336"/>
                <p:cNvGrpSpPr/>
                <p:nvPr/>
              </p:nvGrpSpPr>
              <p:grpSpPr>
                <a:xfrm>
                  <a:off x="3181" y="731"/>
                  <a:ext cx="801" cy="210"/>
                  <a:chOff x="2981" y="769"/>
                  <a:chExt cx="801" cy="210"/>
                </a:xfrm>
              </p:grpSpPr>
              <p:grpSp>
                <p:nvGrpSpPr>
                  <p:cNvPr id="26842" name="Group 337"/>
                  <p:cNvGrpSpPr/>
                  <p:nvPr/>
                </p:nvGrpSpPr>
                <p:grpSpPr>
                  <a:xfrm>
                    <a:off x="3248" y="857"/>
                    <a:ext cx="147" cy="53"/>
                    <a:chOff x="1260" y="2371"/>
                    <a:chExt cx="151" cy="53"/>
                  </a:xfrm>
                </p:grpSpPr>
                <p:sp>
                  <p:nvSpPr>
                    <p:cNvPr id="26843" name="Line 338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6844" name="Line 339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6845" name="Group 340"/>
                  <p:cNvGrpSpPr/>
                  <p:nvPr/>
                </p:nvGrpSpPr>
                <p:grpSpPr>
                  <a:xfrm>
                    <a:off x="3456" y="823"/>
                    <a:ext cx="326" cy="156"/>
                    <a:chOff x="3456" y="823"/>
                    <a:chExt cx="326" cy="156"/>
                  </a:xfrm>
                </p:grpSpPr>
                <p:grpSp>
                  <p:nvGrpSpPr>
                    <p:cNvPr id="26846" name="Group 341"/>
                    <p:cNvGrpSpPr/>
                    <p:nvPr/>
                  </p:nvGrpSpPr>
                  <p:grpSpPr>
                    <a:xfrm>
                      <a:off x="3569" y="829"/>
                      <a:ext cx="213" cy="150"/>
                      <a:chOff x="3071" y="3339"/>
                      <a:chExt cx="245" cy="177"/>
                    </a:xfrm>
                  </p:grpSpPr>
                  <p:sp>
                    <p:nvSpPr>
                      <p:cNvPr id="26847" name="WordArt 342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071" y="3339"/>
                        <a:ext cx="200" cy="15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34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26848" name="WordArt 343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236" y="3416"/>
                        <a:ext cx="80" cy="10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k</a:t>
                        </a:r>
                      </a:p>
                    </p:txBody>
                  </p:sp>
                </p:grpSp>
                <p:sp>
                  <p:nvSpPr>
                    <p:cNvPr id="26849" name="WordArt 344"/>
                    <p:cNvSpPr>
                      <a:spLocks noTextEdit="1"/>
                    </p:cNvSpPr>
                    <p:nvPr/>
                  </p:nvSpPr>
                  <p:spPr>
                    <a:xfrm>
                      <a:off x="3456" y="823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  <p:grpSp>
                <p:nvGrpSpPr>
                  <p:cNvPr id="26850" name="Group 345"/>
                  <p:cNvGrpSpPr/>
                  <p:nvPr/>
                </p:nvGrpSpPr>
                <p:grpSpPr>
                  <a:xfrm>
                    <a:off x="2981" y="769"/>
                    <a:ext cx="193" cy="205"/>
                    <a:chOff x="1554" y="1732"/>
                    <a:chExt cx="353" cy="328"/>
                  </a:xfrm>
                </p:grpSpPr>
                <p:sp>
                  <p:nvSpPr>
                    <p:cNvPr id="26851" name="WordArt 346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6852" name="WordArt 347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</p:grpSp>
            <p:sp>
              <p:nvSpPr>
                <p:cNvPr id="26853" name="Rectangle 348"/>
                <p:cNvSpPr/>
                <p:nvPr/>
              </p:nvSpPr>
              <p:spPr>
                <a:xfrm>
                  <a:off x="3071" y="569"/>
                  <a:ext cx="1075" cy="561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CC9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6854" name="Group 349"/>
                <p:cNvGrpSpPr/>
                <p:nvPr/>
              </p:nvGrpSpPr>
              <p:grpSpPr>
                <a:xfrm>
                  <a:off x="4350" y="492"/>
                  <a:ext cx="1167" cy="668"/>
                  <a:chOff x="4383" y="483"/>
                  <a:chExt cx="1167" cy="668"/>
                </a:xfrm>
              </p:grpSpPr>
              <p:grpSp>
                <p:nvGrpSpPr>
                  <p:cNvPr id="26855" name="Group 350"/>
                  <p:cNvGrpSpPr/>
                  <p:nvPr/>
                </p:nvGrpSpPr>
                <p:grpSpPr>
                  <a:xfrm>
                    <a:off x="4485" y="537"/>
                    <a:ext cx="876" cy="203"/>
                    <a:chOff x="3019" y="3823"/>
                    <a:chExt cx="876" cy="203"/>
                  </a:xfrm>
                </p:grpSpPr>
                <p:grpSp>
                  <p:nvGrpSpPr>
                    <p:cNvPr id="26856" name="Group 351"/>
                    <p:cNvGrpSpPr/>
                    <p:nvPr/>
                  </p:nvGrpSpPr>
                  <p:grpSpPr>
                    <a:xfrm>
                      <a:off x="3019" y="3878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6857" name="WordArt 352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6858" name="WordArt 353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grpSp>
                  <p:nvGrpSpPr>
                    <p:cNvPr id="26859" name="Group 354"/>
                    <p:cNvGrpSpPr/>
                    <p:nvPr/>
                  </p:nvGrpSpPr>
                  <p:grpSpPr>
                    <a:xfrm>
                      <a:off x="3245" y="3901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6860" name="Line 355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6861" name="Line 356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26862" name="Group 357"/>
                    <p:cNvGrpSpPr/>
                    <p:nvPr/>
                  </p:nvGrpSpPr>
                  <p:grpSpPr>
                    <a:xfrm>
                      <a:off x="3460" y="3823"/>
                      <a:ext cx="183" cy="171"/>
                      <a:chOff x="1554" y="1732"/>
                      <a:chExt cx="353" cy="328"/>
                    </a:xfrm>
                  </p:grpSpPr>
                  <p:sp>
                    <p:nvSpPr>
                      <p:cNvPr id="26863" name="WordArt 358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8" y="1732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101600" cap="flat" cmpd="sng">
                              <a:solidFill>
                                <a:schemeClr val="bg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26864" name="WordArt 35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4" y="1740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9525" cap="flat" cmpd="sng">
                              <a:solidFill>
                                <a:srgbClr val="FF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</p:grpSp>
                <p:sp>
                  <p:nvSpPr>
                    <p:cNvPr id="26865" name="Line 360"/>
                    <p:cNvSpPr/>
                    <p:nvPr/>
                  </p:nvSpPr>
                  <p:spPr>
                    <a:xfrm flipH="1">
                      <a:off x="3664" y="3824"/>
                      <a:ext cx="107" cy="17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6866" name="WordArt 361"/>
                    <p:cNvSpPr>
                      <a:spLocks noTextEdit="1"/>
                    </p:cNvSpPr>
                    <p:nvPr/>
                  </p:nvSpPr>
                  <p:spPr>
                    <a:xfrm>
                      <a:off x="3780" y="3823"/>
                      <a:ext cx="115" cy="187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6867" name="Group 362"/>
                  <p:cNvGrpSpPr/>
                  <p:nvPr/>
                </p:nvGrpSpPr>
                <p:grpSpPr>
                  <a:xfrm>
                    <a:off x="4472" y="861"/>
                    <a:ext cx="895" cy="238"/>
                    <a:chOff x="4688" y="3809"/>
                    <a:chExt cx="895" cy="238"/>
                  </a:xfrm>
                </p:grpSpPr>
                <p:sp>
                  <p:nvSpPr>
                    <p:cNvPr id="26868" name="WordArt 363"/>
                    <p:cNvSpPr>
                      <a:spLocks noTextEdit="1"/>
                    </p:cNvSpPr>
                    <p:nvPr/>
                  </p:nvSpPr>
                  <p:spPr>
                    <a:xfrm>
                      <a:off x="4903" y="3900"/>
                      <a:ext cx="65" cy="78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26869" name="WordArt 364"/>
                    <p:cNvSpPr>
                      <a:spLocks noTextEdit="1"/>
                    </p:cNvSpPr>
                    <p:nvPr/>
                  </p:nvSpPr>
                  <p:spPr>
                    <a:xfrm>
                      <a:off x="4688" y="3840"/>
                      <a:ext cx="191" cy="14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63968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l</a:t>
                      </a:r>
                    </a:p>
                  </p:txBody>
                </p:sp>
                <p:grpSp>
                  <p:nvGrpSpPr>
                    <p:cNvPr id="26870" name="Group 365"/>
                    <p:cNvGrpSpPr/>
                    <p:nvPr/>
                  </p:nvGrpSpPr>
                  <p:grpSpPr>
                    <a:xfrm>
                      <a:off x="5033" y="3892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6871" name="Line 366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6872" name="Line 367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6873" name="Line 368"/>
                    <p:cNvSpPr/>
                    <p:nvPr/>
                  </p:nvSpPr>
                  <p:spPr>
                    <a:xfrm flipH="1">
                      <a:off x="5268" y="3809"/>
                      <a:ext cx="169" cy="2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26874" name="Group 369"/>
                    <p:cNvGrpSpPr/>
                    <p:nvPr/>
                  </p:nvGrpSpPr>
                  <p:grpSpPr>
                    <a:xfrm>
                      <a:off x="5421" y="3899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6875" name="WordArt 37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6876" name="WordArt 371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sp>
                  <p:nvSpPr>
                    <p:cNvPr id="26877" name="WordArt 372"/>
                    <p:cNvSpPr>
                      <a:spLocks noTextEdit="1"/>
                    </p:cNvSpPr>
                    <p:nvPr/>
                  </p:nvSpPr>
                  <p:spPr>
                    <a:xfrm>
                      <a:off x="5237" y="3831"/>
                      <a:ext cx="8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</a:p>
                  </p:txBody>
                </p:sp>
              </p:grpSp>
              <p:sp>
                <p:nvSpPr>
                  <p:cNvPr id="26878" name="Rectangle 373"/>
                  <p:cNvSpPr/>
                  <p:nvPr/>
                </p:nvSpPr>
                <p:spPr>
                  <a:xfrm>
                    <a:off x="4383" y="483"/>
                    <a:ext cx="1167" cy="668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rgbClr val="00CC99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6879" name="WordArt 374"/>
                <p:cNvSpPr>
                  <a:spLocks noTextEdit="1"/>
                </p:cNvSpPr>
                <p:nvPr/>
              </p:nvSpPr>
              <p:spPr>
                <a:xfrm>
                  <a:off x="3139" y="379"/>
                  <a:ext cx="863" cy="12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逸出电势差</a:t>
                  </a:r>
                </a:p>
              </p:txBody>
            </p:sp>
            <p:sp>
              <p:nvSpPr>
                <p:cNvPr id="26880" name="WordArt 375"/>
                <p:cNvSpPr>
                  <a:spLocks noTextEdit="1"/>
                </p:cNvSpPr>
                <p:nvPr/>
              </p:nvSpPr>
              <p:spPr>
                <a:xfrm>
                  <a:off x="3176" y="223"/>
                  <a:ext cx="824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逸出功与</a:t>
                  </a:r>
                </a:p>
              </p:txBody>
            </p:sp>
            <p:grpSp>
              <p:nvGrpSpPr>
                <p:cNvPr id="26881" name="Group 376"/>
                <p:cNvGrpSpPr/>
                <p:nvPr/>
              </p:nvGrpSpPr>
              <p:grpSpPr>
                <a:xfrm>
                  <a:off x="4487" y="207"/>
                  <a:ext cx="821" cy="227"/>
                  <a:chOff x="4289" y="213"/>
                  <a:chExt cx="844" cy="258"/>
                </a:xfrm>
              </p:grpSpPr>
              <p:sp>
                <p:nvSpPr>
                  <p:cNvPr id="26882" name="WordArt 377"/>
                  <p:cNvSpPr>
                    <a:spLocks noTextEdit="1"/>
                  </p:cNvSpPr>
                  <p:nvPr/>
                </p:nvSpPr>
                <p:spPr>
                  <a:xfrm>
                    <a:off x="4289" y="213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红限频率</a:t>
                    </a:r>
                  </a:p>
                </p:txBody>
              </p:sp>
              <p:sp>
                <p:nvSpPr>
                  <p:cNvPr id="26883" name="WordArt 378"/>
                  <p:cNvSpPr>
                    <a:spLocks noTextEdit="1"/>
                  </p:cNvSpPr>
                  <p:nvPr/>
                </p:nvSpPr>
                <p:spPr>
                  <a:xfrm>
                    <a:off x="4309" y="356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红限波长</a:t>
                    </a:r>
                  </a:p>
                </p:txBody>
              </p:sp>
            </p:grpSp>
          </p:grpSp>
          <p:sp>
            <p:nvSpPr>
              <p:cNvPr id="26884" name="Rectangle 379" descr="羊皮纸"/>
              <p:cNvSpPr/>
              <p:nvPr/>
            </p:nvSpPr>
            <p:spPr>
              <a:xfrm>
                <a:off x="0" y="1376"/>
                <a:ext cx="5760" cy="7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885" name="WordArt 380"/>
              <p:cNvSpPr>
                <a:spLocks noTextEdit="1"/>
              </p:cNvSpPr>
              <p:nvPr/>
            </p:nvSpPr>
            <p:spPr>
              <a:xfrm rot="5400000">
                <a:off x="-180" y="664"/>
                <a:ext cx="848" cy="170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归纳</a:t>
                </a:r>
              </a:p>
            </p:txBody>
          </p:sp>
          <p:sp>
            <p:nvSpPr>
              <p:cNvPr id="26886" name="Rectangle 381" descr="羊皮纸"/>
              <p:cNvSpPr/>
              <p:nvPr/>
            </p:nvSpPr>
            <p:spPr>
              <a:xfrm>
                <a:off x="456" y="0"/>
                <a:ext cx="56" cy="1416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6887" name="Group 382"/>
              <p:cNvGrpSpPr/>
              <p:nvPr/>
            </p:nvGrpSpPr>
            <p:grpSpPr>
              <a:xfrm>
                <a:off x="609" y="1075"/>
                <a:ext cx="2430" cy="254"/>
                <a:chOff x="609" y="1075"/>
                <a:chExt cx="2430" cy="254"/>
              </a:xfrm>
            </p:grpSpPr>
            <p:grpSp>
              <p:nvGrpSpPr>
                <p:cNvPr id="26888" name="Group 383"/>
                <p:cNvGrpSpPr/>
                <p:nvPr/>
              </p:nvGrpSpPr>
              <p:grpSpPr>
                <a:xfrm>
                  <a:off x="904" y="1075"/>
                  <a:ext cx="2135" cy="227"/>
                  <a:chOff x="728" y="1082"/>
                  <a:chExt cx="2135" cy="227"/>
                </a:xfrm>
              </p:grpSpPr>
              <p:grpSp>
                <p:nvGrpSpPr>
                  <p:cNvPr id="26889" name="Group 384"/>
                  <p:cNvGrpSpPr/>
                  <p:nvPr/>
                </p:nvGrpSpPr>
                <p:grpSpPr>
                  <a:xfrm>
                    <a:off x="728" y="1082"/>
                    <a:ext cx="398" cy="227"/>
                    <a:chOff x="1929" y="687"/>
                    <a:chExt cx="489" cy="250"/>
                  </a:xfrm>
                </p:grpSpPr>
                <p:sp>
                  <p:nvSpPr>
                    <p:cNvPr id="26890" name="WordArt 385"/>
                    <p:cNvSpPr>
                      <a:spLocks noTextEdit="1"/>
                    </p:cNvSpPr>
                    <p:nvPr/>
                  </p:nvSpPr>
                  <p:spPr>
                    <a:xfrm>
                      <a:off x="1959" y="844"/>
                      <a:ext cx="81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6891" name="WordArt 386"/>
                    <p:cNvSpPr>
                      <a:spLocks noTextEdit="1"/>
                    </p:cNvSpPr>
                    <p:nvPr/>
                  </p:nvSpPr>
                  <p:spPr>
                    <a:xfrm>
                      <a:off x="1968" y="687"/>
                      <a:ext cx="60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6892" name="Line 387"/>
                    <p:cNvSpPr/>
                    <p:nvPr/>
                  </p:nvSpPr>
                  <p:spPr>
                    <a:xfrm>
                      <a:off x="1929" y="812"/>
                      <a:ext cx="14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6893" name="WordArt 388"/>
                    <p:cNvSpPr>
                      <a:spLocks noTextEdit="1"/>
                    </p:cNvSpPr>
                    <p:nvPr/>
                  </p:nvSpPr>
                  <p:spPr>
                    <a:xfrm>
                      <a:off x="2109" y="762"/>
                      <a:ext cx="136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</a:p>
                  </p:txBody>
                </p:sp>
                <p:sp>
                  <p:nvSpPr>
                    <p:cNvPr id="26894" name="WordArt 389"/>
                    <p:cNvSpPr>
                      <a:spLocks noTextEdit="1"/>
                    </p:cNvSpPr>
                    <p:nvPr/>
                  </p:nvSpPr>
                  <p:spPr>
                    <a:xfrm>
                      <a:off x="2280" y="759"/>
                      <a:ext cx="9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Book Antiqua" panose="02040602050305030304" charset="0"/>
                          <a:ea typeface="Book Antiqua" panose="02040602050305030304" charset="0"/>
                        </a:rPr>
                        <a:t>v</a:t>
                      </a:r>
                    </a:p>
                  </p:txBody>
                </p:sp>
                <p:sp>
                  <p:nvSpPr>
                    <p:cNvPr id="26895" name="WordArt 390"/>
                    <p:cNvSpPr>
                      <a:spLocks noTextEdit="1"/>
                    </p:cNvSpPr>
                    <p:nvPr/>
                  </p:nvSpPr>
                  <p:spPr>
                    <a:xfrm>
                      <a:off x="2382" y="842"/>
                      <a:ext cx="36" cy="6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</p:grpSp>
              <p:grpSp>
                <p:nvGrpSpPr>
                  <p:cNvPr id="26896" name="Group 391"/>
                  <p:cNvGrpSpPr/>
                  <p:nvPr/>
                </p:nvGrpSpPr>
                <p:grpSpPr>
                  <a:xfrm>
                    <a:off x="1829" y="1159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6897" name="Line 392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6898" name="Line 393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6899" name="WordArt 394"/>
                  <p:cNvSpPr>
                    <a:spLocks noTextEdit="1"/>
                  </p:cNvSpPr>
                  <p:nvPr/>
                </p:nvSpPr>
                <p:spPr>
                  <a:xfrm>
                    <a:off x="2027" y="1130"/>
                    <a:ext cx="95" cy="12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26900" name="WordArt 395"/>
                  <p:cNvSpPr>
                    <a:spLocks noTextEdit="1"/>
                  </p:cNvSpPr>
                  <p:nvPr/>
                </p:nvSpPr>
                <p:spPr>
                  <a:xfrm>
                    <a:off x="2200" y="1107"/>
                    <a:ext cx="94" cy="15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k</a:t>
                    </a:r>
                  </a:p>
                </p:txBody>
              </p:sp>
              <p:sp>
                <p:nvSpPr>
                  <p:cNvPr id="26901" name="WordArt 396"/>
                  <p:cNvSpPr>
                    <a:spLocks noTextEdit="1"/>
                  </p:cNvSpPr>
                  <p:nvPr/>
                </p:nvSpPr>
                <p:spPr>
                  <a:xfrm>
                    <a:off x="2326" y="1119"/>
                    <a:ext cx="116" cy="14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  <p:sp>
                <p:nvSpPr>
                  <p:cNvPr id="26902" name="Line 397"/>
                  <p:cNvSpPr/>
                  <p:nvPr/>
                </p:nvSpPr>
                <p:spPr>
                  <a:xfrm>
                    <a:off x="2464" y="1179"/>
                    <a:ext cx="1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6903" name="Group 398"/>
                  <p:cNvGrpSpPr/>
                  <p:nvPr/>
                </p:nvGrpSpPr>
                <p:grpSpPr>
                  <a:xfrm>
                    <a:off x="2612" y="1120"/>
                    <a:ext cx="175" cy="134"/>
                    <a:chOff x="3071" y="3339"/>
                    <a:chExt cx="245" cy="177"/>
                  </a:xfrm>
                </p:grpSpPr>
                <p:sp>
                  <p:nvSpPr>
                    <p:cNvPr id="26904" name="WordArt 399"/>
                    <p:cNvSpPr>
                      <a:spLocks noTextEdit="1"/>
                    </p:cNvSpPr>
                    <p:nvPr/>
                  </p:nvSpPr>
                  <p:spPr>
                    <a:xfrm>
                      <a:off x="3071" y="3339"/>
                      <a:ext cx="200" cy="15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34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</a:p>
                  </p:txBody>
                </p:sp>
                <p:sp>
                  <p:nvSpPr>
                    <p:cNvPr id="26905" name="WordArt 400"/>
                    <p:cNvSpPr>
                      <a:spLocks noTextEdit="1"/>
                    </p:cNvSpPr>
                    <p:nvPr/>
                  </p:nvSpPr>
                  <p:spPr>
                    <a:xfrm>
                      <a:off x="3236" y="3416"/>
                      <a:ext cx="80" cy="10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</a:p>
                  </p:txBody>
                </p:sp>
              </p:grpSp>
              <p:sp>
                <p:nvSpPr>
                  <p:cNvPr id="26906" name="WordArt 401"/>
                  <p:cNvSpPr>
                    <a:spLocks noTextEdit="1"/>
                  </p:cNvSpPr>
                  <p:nvPr/>
                </p:nvSpPr>
                <p:spPr>
                  <a:xfrm>
                    <a:off x="2143" y="111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sp>
                <p:nvSpPr>
                  <p:cNvPr id="26907" name="WordArt 402"/>
                  <p:cNvSpPr>
                    <a:spLocks noTextEdit="1"/>
                  </p:cNvSpPr>
                  <p:nvPr/>
                </p:nvSpPr>
                <p:spPr>
                  <a:xfrm flipH="1">
                    <a:off x="2820" y="110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grpSp>
                <p:nvGrpSpPr>
                  <p:cNvPr id="26908" name="Group 403"/>
                  <p:cNvGrpSpPr/>
                  <p:nvPr/>
                </p:nvGrpSpPr>
                <p:grpSpPr>
                  <a:xfrm>
                    <a:off x="1195" y="1163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6909" name="Line 404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6910" name="Line 405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6911" name="Group 406"/>
                  <p:cNvGrpSpPr/>
                  <p:nvPr/>
                </p:nvGrpSpPr>
                <p:grpSpPr>
                  <a:xfrm>
                    <a:off x="1446" y="1116"/>
                    <a:ext cx="272" cy="132"/>
                    <a:chOff x="1431" y="1117"/>
                    <a:chExt cx="272" cy="132"/>
                  </a:xfrm>
                </p:grpSpPr>
                <p:grpSp>
                  <p:nvGrpSpPr>
                    <p:cNvPr id="26912" name="Group 408"/>
                    <p:cNvGrpSpPr/>
                    <p:nvPr/>
                  </p:nvGrpSpPr>
                  <p:grpSpPr>
                    <a:xfrm>
                      <a:off x="1550" y="1117"/>
                      <a:ext cx="153" cy="132"/>
                      <a:chOff x="1858" y="3286"/>
                      <a:chExt cx="204" cy="172"/>
                    </a:xfrm>
                  </p:grpSpPr>
                  <p:sp>
                    <p:nvSpPr>
                      <p:cNvPr id="26913" name="WordArt 40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858" y="3286"/>
                        <a:ext cx="141" cy="155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b="1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26914" name="WordArt 41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983" y="3375"/>
                        <a:ext cx="79" cy="83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634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o</a:t>
                        </a:r>
                      </a:p>
                    </p:txBody>
                  </p:sp>
                </p:grpSp>
                <p:sp>
                  <p:nvSpPr>
                    <p:cNvPr id="26915" name="WordArt 413"/>
                    <p:cNvSpPr>
                      <a:spLocks noTextEdit="1"/>
                    </p:cNvSpPr>
                    <p:nvPr/>
                  </p:nvSpPr>
                  <p:spPr>
                    <a:xfrm>
                      <a:off x="1431" y="1120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</p:grpSp>
            <p:sp>
              <p:nvSpPr>
                <p:cNvPr id="26916" name="WordArt 414"/>
                <p:cNvSpPr>
                  <a:spLocks noTextEdit="1"/>
                </p:cNvSpPr>
                <p:nvPr/>
              </p:nvSpPr>
              <p:spPr>
                <a:xfrm>
                  <a:off x="609" y="1099"/>
                  <a:ext cx="220" cy="2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实验</a:t>
                  </a:r>
                </a:p>
              </p:txBody>
            </p:sp>
          </p:grpSp>
        </p:grpSp>
        <p:sp>
          <p:nvSpPr>
            <p:cNvPr id="26917" name="WordArt 415"/>
            <p:cNvSpPr>
              <a:spLocks noTextEdit="1"/>
            </p:cNvSpPr>
            <p:nvPr/>
          </p:nvSpPr>
          <p:spPr>
            <a:xfrm>
              <a:off x="1276" y="1055"/>
              <a:ext cx="51" cy="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26918" name="Group 416"/>
          <p:cNvGrpSpPr/>
          <p:nvPr/>
        </p:nvGrpSpPr>
        <p:grpSpPr>
          <a:xfrm>
            <a:off x="0" y="2562225"/>
            <a:ext cx="793750" cy="442913"/>
            <a:chOff x="396" y="441"/>
            <a:chExt cx="619" cy="368"/>
          </a:xfrm>
        </p:grpSpPr>
        <p:sp>
          <p:nvSpPr>
            <p:cNvPr id="26919" name="Oval 417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920" name="WordArt 418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4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4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4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4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458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286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27650" name="Rectangle 110" descr="羊皮纸"/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455"/>
          <p:cNvGrpSpPr/>
          <p:nvPr/>
        </p:nvGrpSpPr>
        <p:grpSpPr>
          <a:xfrm>
            <a:off x="693738" y="2486025"/>
            <a:ext cx="7866062" cy="1471613"/>
            <a:chOff x="437" y="1566"/>
            <a:chExt cx="4955" cy="927"/>
          </a:xfrm>
        </p:grpSpPr>
        <p:sp>
          <p:nvSpPr>
            <p:cNvPr id="27652" name="WordArt 135"/>
            <p:cNvSpPr>
              <a:spLocks noTextEdit="1"/>
            </p:cNvSpPr>
            <p:nvPr/>
          </p:nvSpPr>
          <p:spPr>
            <a:xfrm>
              <a:off x="1470" y="1589"/>
              <a:ext cx="1512" cy="1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某金属的红限波长</a:t>
              </a:r>
            </a:p>
          </p:txBody>
        </p:sp>
        <p:grpSp>
          <p:nvGrpSpPr>
            <p:cNvPr id="27653" name="Group 144"/>
            <p:cNvGrpSpPr/>
            <p:nvPr/>
          </p:nvGrpSpPr>
          <p:grpSpPr>
            <a:xfrm>
              <a:off x="3051" y="1566"/>
              <a:ext cx="1389" cy="200"/>
              <a:chOff x="1290" y="1811"/>
              <a:chExt cx="1212" cy="185"/>
            </a:xfrm>
          </p:grpSpPr>
          <p:grpSp>
            <p:nvGrpSpPr>
              <p:cNvPr id="27654" name="Group 116"/>
              <p:cNvGrpSpPr/>
              <p:nvPr/>
            </p:nvGrpSpPr>
            <p:grpSpPr>
              <a:xfrm>
                <a:off x="1929" y="1884"/>
                <a:ext cx="74" cy="92"/>
                <a:chOff x="1781" y="2282"/>
                <a:chExt cx="577" cy="577"/>
              </a:xfrm>
            </p:grpSpPr>
            <p:sp>
              <p:nvSpPr>
                <p:cNvPr id="27655" name="Line 117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656" name="Line 118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57" name="WordArt 119"/>
              <p:cNvSpPr>
                <a:spLocks noTextEdit="1"/>
              </p:cNvSpPr>
              <p:nvPr/>
            </p:nvSpPr>
            <p:spPr>
              <a:xfrm>
                <a:off x="2046" y="1867"/>
                <a:ext cx="117" cy="12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7658" name="WordArt 120"/>
              <p:cNvSpPr>
                <a:spLocks noTextEdit="1"/>
              </p:cNvSpPr>
              <p:nvPr/>
            </p:nvSpPr>
            <p:spPr>
              <a:xfrm>
                <a:off x="2253" y="1811"/>
                <a:ext cx="57" cy="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7659" name="WordArt 121"/>
              <p:cNvSpPr>
                <a:spLocks noTextEdit="1"/>
              </p:cNvSpPr>
              <p:nvPr/>
            </p:nvSpPr>
            <p:spPr>
              <a:xfrm>
                <a:off x="1704" y="1855"/>
                <a:ext cx="181" cy="14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6.2</a:t>
                </a:r>
              </a:p>
            </p:txBody>
          </p:sp>
          <p:sp>
            <p:nvSpPr>
              <p:cNvPr id="27660" name="Line 122"/>
              <p:cNvSpPr/>
              <p:nvPr/>
            </p:nvSpPr>
            <p:spPr>
              <a:xfrm>
                <a:off x="2177" y="1856"/>
                <a:ext cx="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1" name="WordArt 123"/>
              <p:cNvSpPr>
                <a:spLocks noTextEdit="1"/>
              </p:cNvSpPr>
              <p:nvPr/>
            </p:nvSpPr>
            <p:spPr>
              <a:xfrm>
                <a:off x="2348" y="1888"/>
                <a:ext cx="154" cy="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cm</a:t>
                </a:r>
              </a:p>
            </p:txBody>
          </p:sp>
          <p:grpSp>
            <p:nvGrpSpPr>
              <p:cNvPr id="27662" name="Group 137"/>
              <p:cNvGrpSpPr/>
              <p:nvPr/>
            </p:nvGrpSpPr>
            <p:grpSpPr>
              <a:xfrm>
                <a:off x="1290" y="1837"/>
                <a:ext cx="176" cy="149"/>
                <a:chOff x="439" y="2323"/>
                <a:chExt cx="259" cy="186"/>
              </a:xfrm>
            </p:grpSpPr>
            <p:sp>
              <p:nvSpPr>
                <p:cNvPr id="27663" name="WordArt 138"/>
                <p:cNvSpPr>
                  <a:spLocks noTextEdit="1"/>
                </p:cNvSpPr>
                <p:nvPr/>
              </p:nvSpPr>
              <p:spPr>
                <a:xfrm>
                  <a:off x="439" y="2323"/>
                  <a:ext cx="144" cy="18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  <p:sp>
              <p:nvSpPr>
                <p:cNvPr id="27664" name="WordArt 139"/>
                <p:cNvSpPr>
                  <a:spLocks noTextEdit="1"/>
                </p:cNvSpPr>
                <p:nvPr/>
              </p:nvSpPr>
              <p:spPr>
                <a:xfrm>
                  <a:off x="607" y="2400"/>
                  <a:ext cx="91" cy="10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27665" name="Group 140"/>
              <p:cNvGrpSpPr/>
              <p:nvPr/>
            </p:nvGrpSpPr>
            <p:grpSpPr>
              <a:xfrm>
                <a:off x="1541" y="1907"/>
                <a:ext cx="113" cy="48"/>
                <a:chOff x="1260" y="2371"/>
                <a:chExt cx="151" cy="53"/>
              </a:xfrm>
            </p:grpSpPr>
            <p:sp>
              <p:nvSpPr>
                <p:cNvPr id="27666" name="Line 141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667" name="Line 142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7668" name="Group 157"/>
            <p:cNvGrpSpPr/>
            <p:nvPr/>
          </p:nvGrpSpPr>
          <p:grpSpPr>
            <a:xfrm>
              <a:off x="2444" y="2327"/>
              <a:ext cx="217" cy="156"/>
              <a:chOff x="2032" y="3510"/>
              <a:chExt cx="168" cy="161"/>
            </a:xfrm>
          </p:grpSpPr>
          <p:sp>
            <p:nvSpPr>
              <p:cNvPr id="27669" name="WordArt 158"/>
              <p:cNvSpPr>
                <a:spLocks noTextEdit="1"/>
              </p:cNvSpPr>
              <p:nvPr/>
            </p:nvSpPr>
            <p:spPr>
              <a:xfrm>
                <a:off x="2032" y="3510"/>
                <a:ext cx="116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b="1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27670" name="WordArt 159"/>
              <p:cNvSpPr>
                <a:spLocks noTextEdit="1"/>
              </p:cNvSpPr>
              <p:nvPr/>
            </p:nvSpPr>
            <p:spPr>
              <a:xfrm>
                <a:off x="2135" y="3593"/>
                <a:ext cx="65" cy="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63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</p:grpSp>
        <p:sp>
          <p:nvSpPr>
            <p:cNvPr id="27671" name="WordArt 171"/>
            <p:cNvSpPr>
              <a:spLocks noTextEdit="1"/>
            </p:cNvSpPr>
            <p:nvPr/>
          </p:nvSpPr>
          <p:spPr>
            <a:xfrm>
              <a:off x="864" y="1607"/>
              <a:ext cx="479" cy="1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已知</a:t>
              </a:r>
            </a:p>
          </p:txBody>
        </p:sp>
        <p:grpSp>
          <p:nvGrpSpPr>
            <p:cNvPr id="27672" name="Group 172"/>
            <p:cNvGrpSpPr/>
            <p:nvPr/>
          </p:nvGrpSpPr>
          <p:grpSpPr>
            <a:xfrm>
              <a:off x="1701" y="1973"/>
              <a:ext cx="104" cy="48"/>
              <a:chOff x="2100" y="3050"/>
              <a:chExt cx="267" cy="103"/>
            </a:xfrm>
          </p:grpSpPr>
          <p:sp>
            <p:nvSpPr>
              <p:cNvPr id="27673" name="Line 173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74" name="Line 174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675" name="WordArt 236"/>
            <p:cNvSpPr>
              <a:spLocks noTextEdit="1"/>
            </p:cNvSpPr>
            <p:nvPr/>
          </p:nvSpPr>
          <p:spPr>
            <a:xfrm>
              <a:off x="4509" y="1578"/>
              <a:ext cx="760" cy="20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,则该金属的</a:t>
              </a:r>
            </a:p>
          </p:txBody>
        </p:sp>
        <p:sp>
          <p:nvSpPr>
            <p:cNvPr id="27676" name="WordArt 237"/>
            <p:cNvSpPr>
              <a:spLocks noTextEdit="1"/>
            </p:cNvSpPr>
            <p:nvPr/>
          </p:nvSpPr>
          <p:spPr>
            <a:xfrm>
              <a:off x="529" y="1915"/>
              <a:ext cx="89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电子逸出功</a:t>
              </a:r>
            </a:p>
          </p:txBody>
        </p:sp>
        <p:grpSp>
          <p:nvGrpSpPr>
            <p:cNvPr id="27677" name="Group 238"/>
            <p:cNvGrpSpPr/>
            <p:nvPr/>
          </p:nvGrpSpPr>
          <p:grpSpPr>
            <a:xfrm>
              <a:off x="1462" y="1886"/>
              <a:ext cx="185" cy="189"/>
              <a:chOff x="1554" y="1732"/>
              <a:chExt cx="353" cy="328"/>
            </a:xfrm>
          </p:grpSpPr>
          <p:sp>
            <p:nvSpPr>
              <p:cNvPr id="27678" name="WordArt 239"/>
              <p:cNvSpPr>
                <a:spLocks noTextEdit="1"/>
              </p:cNvSpPr>
              <p:nvPr/>
            </p:nvSpPr>
            <p:spPr>
              <a:xfrm>
                <a:off x="1558" y="1732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1016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7679" name="WordArt 240"/>
              <p:cNvSpPr>
                <a:spLocks noTextEdit="1"/>
              </p:cNvSpPr>
              <p:nvPr/>
            </p:nvSpPr>
            <p:spPr>
              <a:xfrm>
                <a:off x="1554" y="1740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sp>
          <p:nvSpPr>
            <p:cNvPr id="27680" name="Line 241"/>
            <p:cNvSpPr/>
            <p:nvPr/>
          </p:nvSpPr>
          <p:spPr>
            <a:xfrm>
              <a:off x="1866" y="2081"/>
              <a:ext cx="92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81" name="WordArt 242"/>
            <p:cNvSpPr>
              <a:spLocks noTextEdit="1"/>
            </p:cNvSpPr>
            <p:nvPr/>
          </p:nvSpPr>
          <p:spPr>
            <a:xfrm>
              <a:off x="2878" y="2040"/>
              <a:ext cx="60" cy="5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</a:p>
          </p:txBody>
        </p:sp>
        <p:sp>
          <p:nvSpPr>
            <p:cNvPr id="27682" name="WordArt 243"/>
            <p:cNvSpPr>
              <a:spLocks noTextEdit="1"/>
            </p:cNvSpPr>
            <p:nvPr/>
          </p:nvSpPr>
          <p:spPr>
            <a:xfrm>
              <a:off x="3066" y="1928"/>
              <a:ext cx="147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</a:t>
              </a:r>
            </a:p>
          </p:txBody>
        </p:sp>
        <p:sp>
          <p:nvSpPr>
            <p:cNvPr id="27683" name="WordArt 250"/>
            <p:cNvSpPr>
              <a:spLocks noTextEdit="1"/>
            </p:cNvSpPr>
            <p:nvPr/>
          </p:nvSpPr>
          <p:spPr>
            <a:xfrm>
              <a:off x="3675" y="1950"/>
              <a:ext cx="208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3.3</a:t>
              </a:r>
            </a:p>
          </p:txBody>
        </p:sp>
        <p:grpSp>
          <p:nvGrpSpPr>
            <p:cNvPr id="27684" name="Group 443"/>
            <p:cNvGrpSpPr/>
            <p:nvPr/>
          </p:nvGrpSpPr>
          <p:grpSpPr>
            <a:xfrm>
              <a:off x="3956" y="1887"/>
              <a:ext cx="437" cy="197"/>
              <a:chOff x="3956" y="1941"/>
              <a:chExt cx="437" cy="197"/>
            </a:xfrm>
          </p:grpSpPr>
          <p:grpSp>
            <p:nvGrpSpPr>
              <p:cNvPr id="27685" name="Group 245"/>
              <p:cNvGrpSpPr/>
              <p:nvPr/>
            </p:nvGrpSpPr>
            <p:grpSpPr>
              <a:xfrm>
                <a:off x="3956" y="2020"/>
                <a:ext cx="85" cy="99"/>
                <a:chOff x="1781" y="2282"/>
                <a:chExt cx="577" cy="577"/>
              </a:xfrm>
            </p:grpSpPr>
            <p:sp>
              <p:nvSpPr>
                <p:cNvPr id="27686" name="Line 246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687" name="Line 247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88" name="WordArt 248"/>
              <p:cNvSpPr>
                <a:spLocks noTextEdit="1"/>
              </p:cNvSpPr>
              <p:nvPr/>
            </p:nvSpPr>
            <p:spPr>
              <a:xfrm>
                <a:off x="4090" y="2002"/>
                <a:ext cx="134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7689" name="WordArt 249"/>
              <p:cNvSpPr>
                <a:spLocks noTextEdit="1"/>
              </p:cNvSpPr>
              <p:nvPr/>
            </p:nvSpPr>
            <p:spPr>
              <a:xfrm>
                <a:off x="4328" y="1941"/>
                <a:ext cx="65" cy="10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7690" name="Line 251"/>
              <p:cNvSpPr/>
              <p:nvPr/>
            </p:nvSpPr>
            <p:spPr>
              <a:xfrm>
                <a:off x="4241" y="1990"/>
                <a:ext cx="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691" name="WordArt 252"/>
            <p:cNvSpPr>
              <a:spLocks noTextEdit="1"/>
            </p:cNvSpPr>
            <p:nvPr/>
          </p:nvSpPr>
          <p:spPr>
            <a:xfrm>
              <a:off x="4437" y="1970"/>
              <a:ext cx="176" cy="10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cm</a:t>
              </a:r>
            </a:p>
          </p:txBody>
        </p:sp>
        <p:sp>
          <p:nvSpPr>
            <p:cNvPr id="27692" name="WordArt 254"/>
            <p:cNvSpPr>
              <a:spLocks noTextEdit="1"/>
            </p:cNvSpPr>
            <p:nvPr/>
          </p:nvSpPr>
          <p:spPr>
            <a:xfrm>
              <a:off x="3301" y="1938"/>
              <a:ext cx="112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grpSp>
          <p:nvGrpSpPr>
            <p:cNvPr id="27693" name="Group 256"/>
            <p:cNvGrpSpPr/>
            <p:nvPr/>
          </p:nvGrpSpPr>
          <p:grpSpPr>
            <a:xfrm>
              <a:off x="3489" y="1999"/>
              <a:ext cx="129" cy="52"/>
              <a:chOff x="1260" y="2371"/>
              <a:chExt cx="151" cy="53"/>
            </a:xfrm>
          </p:grpSpPr>
          <p:sp>
            <p:nvSpPr>
              <p:cNvPr id="27694" name="Line 257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95" name="Line 258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696" name="WordArt 259"/>
            <p:cNvSpPr>
              <a:spLocks noTextEdit="1"/>
            </p:cNvSpPr>
            <p:nvPr/>
          </p:nvSpPr>
          <p:spPr>
            <a:xfrm>
              <a:off x="4687" y="1918"/>
              <a:ext cx="705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的光照射</a:t>
              </a:r>
            </a:p>
          </p:txBody>
        </p:sp>
        <p:sp>
          <p:nvSpPr>
            <p:cNvPr id="27697" name="WordArt 260"/>
            <p:cNvSpPr>
              <a:spLocks noTextEdit="1"/>
            </p:cNvSpPr>
            <p:nvPr/>
          </p:nvSpPr>
          <p:spPr>
            <a:xfrm>
              <a:off x="437" y="2292"/>
              <a:ext cx="190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时,该金属的遏止电势差</a:t>
              </a:r>
            </a:p>
          </p:txBody>
        </p:sp>
        <p:sp>
          <p:nvSpPr>
            <p:cNvPr id="27698" name="Line 261"/>
            <p:cNvSpPr/>
            <p:nvPr/>
          </p:nvSpPr>
          <p:spPr>
            <a:xfrm>
              <a:off x="2924" y="2493"/>
              <a:ext cx="92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7699" name="Group 262"/>
            <p:cNvGrpSpPr/>
            <p:nvPr/>
          </p:nvGrpSpPr>
          <p:grpSpPr>
            <a:xfrm>
              <a:off x="2728" y="2393"/>
              <a:ext cx="104" cy="48"/>
              <a:chOff x="2100" y="3050"/>
              <a:chExt cx="267" cy="103"/>
            </a:xfrm>
          </p:grpSpPr>
          <p:sp>
            <p:nvSpPr>
              <p:cNvPr id="27700" name="Line 263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01" name="Line 264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702" name="WordArt 265"/>
            <p:cNvSpPr>
              <a:spLocks noTextEdit="1"/>
            </p:cNvSpPr>
            <p:nvPr/>
          </p:nvSpPr>
          <p:spPr>
            <a:xfrm>
              <a:off x="3920" y="2437"/>
              <a:ext cx="60" cy="5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</a:p>
          </p:txBody>
        </p:sp>
      </p:grpSp>
      <p:grpSp>
        <p:nvGrpSpPr>
          <p:cNvPr id="14" name="Group 310"/>
          <p:cNvGrpSpPr/>
          <p:nvPr/>
        </p:nvGrpSpPr>
        <p:grpSpPr>
          <a:xfrm>
            <a:off x="3013075" y="2981325"/>
            <a:ext cx="1320800" cy="247650"/>
            <a:chOff x="4120" y="2889"/>
            <a:chExt cx="901" cy="163"/>
          </a:xfrm>
        </p:grpSpPr>
        <p:sp>
          <p:nvSpPr>
            <p:cNvPr id="27704" name="WordArt 311"/>
            <p:cNvSpPr>
              <a:spLocks noTextEdit="1"/>
            </p:cNvSpPr>
            <p:nvPr/>
          </p:nvSpPr>
          <p:spPr>
            <a:xfrm>
              <a:off x="4120" y="2910"/>
              <a:ext cx="198" cy="11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3.2</a:t>
              </a:r>
            </a:p>
          </p:txBody>
        </p:sp>
        <p:sp>
          <p:nvSpPr>
            <p:cNvPr id="27705" name="WordArt 312"/>
            <p:cNvSpPr>
              <a:spLocks noTextEdit="1"/>
            </p:cNvSpPr>
            <p:nvPr/>
          </p:nvSpPr>
          <p:spPr>
            <a:xfrm>
              <a:off x="4509" y="2912"/>
              <a:ext cx="139" cy="1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7706" name="WordArt 313"/>
            <p:cNvSpPr>
              <a:spLocks noTextEdit="1"/>
            </p:cNvSpPr>
            <p:nvPr/>
          </p:nvSpPr>
          <p:spPr>
            <a:xfrm>
              <a:off x="4756" y="2889"/>
              <a:ext cx="95" cy="7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19</a:t>
              </a:r>
            </a:p>
          </p:txBody>
        </p:sp>
        <p:grpSp>
          <p:nvGrpSpPr>
            <p:cNvPr id="27707" name="Group 314"/>
            <p:cNvGrpSpPr/>
            <p:nvPr/>
          </p:nvGrpSpPr>
          <p:grpSpPr>
            <a:xfrm>
              <a:off x="4368" y="2933"/>
              <a:ext cx="88" cy="84"/>
              <a:chOff x="1781" y="2282"/>
              <a:chExt cx="577" cy="577"/>
            </a:xfrm>
          </p:grpSpPr>
          <p:sp>
            <p:nvSpPr>
              <p:cNvPr id="27708" name="Line 315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09" name="Line 316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710" name="Line 317"/>
            <p:cNvSpPr/>
            <p:nvPr/>
          </p:nvSpPr>
          <p:spPr>
            <a:xfrm>
              <a:off x="4667" y="2918"/>
              <a:ext cx="50" cy="0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11" name="WordArt 318"/>
            <p:cNvSpPr>
              <a:spLocks noTextEdit="1"/>
            </p:cNvSpPr>
            <p:nvPr/>
          </p:nvSpPr>
          <p:spPr>
            <a:xfrm>
              <a:off x="4913" y="2891"/>
              <a:ext cx="108" cy="16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</p:grpSp>
      <p:grpSp>
        <p:nvGrpSpPr>
          <p:cNvPr id="16" name="Group 456"/>
          <p:cNvGrpSpPr/>
          <p:nvPr/>
        </p:nvGrpSpPr>
        <p:grpSpPr>
          <a:xfrm>
            <a:off x="411163" y="4249738"/>
            <a:ext cx="7729537" cy="641350"/>
            <a:chOff x="259" y="2677"/>
            <a:chExt cx="4869" cy="404"/>
          </a:xfrm>
        </p:grpSpPr>
        <p:grpSp>
          <p:nvGrpSpPr>
            <p:cNvPr id="27713" name="Group 319"/>
            <p:cNvGrpSpPr/>
            <p:nvPr/>
          </p:nvGrpSpPr>
          <p:grpSpPr>
            <a:xfrm>
              <a:off x="527" y="2677"/>
              <a:ext cx="4601" cy="404"/>
              <a:chOff x="358" y="2762"/>
              <a:chExt cx="4601" cy="404"/>
            </a:xfrm>
          </p:grpSpPr>
          <p:grpSp>
            <p:nvGrpSpPr>
              <p:cNvPr id="27714" name="Group 280"/>
              <p:cNvGrpSpPr/>
              <p:nvPr/>
            </p:nvGrpSpPr>
            <p:grpSpPr>
              <a:xfrm>
                <a:off x="3119" y="2762"/>
                <a:ext cx="418" cy="160"/>
                <a:chOff x="2874" y="2770"/>
                <a:chExt cx="418" cy="160"/>
              </a:xfrm>
            </p:grpSpPr>
            <p:sp>
              <p:nvSpPr>
                <p:cNvPr id="27715" name="WordArt 127"/>
                <p:cNvSpPr>
                  <a:spLocks noTextEdit="1"/>
                </p:cNvSpPr>
                <p:nvPr/>
              </p:nvSpPr>
              <p:spPr>
                <a:xfrm>
                  <a:off x="2874" y="2804"/>
                  <a:ext cx="54" cy="12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</a:t>
                  </a:r>
                </a:p>
              </p:txBody>
            </p:sp>
            <p:grpSp>
              <p:nvGrpSpPr>
                <p:cNvPr id="27716" name="Group 128"/>
                <p:cNvGrpSpPr/>
                <p:nvPr/>
              </p:nvGrpSpPr>
              <p:grpSpPr>
                <a:xfrm>
                  <a:off x="2983" y="2835"/>
                  <a:ext cx="70" cy="78"/>
                  <a:chOff x="1781" y="2282"/>
                  <a:chExt cx="577" cy="577"/>
                </a:xfrm>
              </p:grpSpPr>
              <p:sp>
                <p:nvSpPr>
                  <p:cNvPr id="27717" name="Line 129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18" name="Line 130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719" name="WordArt 131"/>
                <p:cNvSpPr>
                  <a:spLocks noTextEdit="1"/>
                </p:cNvSpPr>
                <p:nvPr/>
              </p:nvSpPr>
              <p:spPr>
                <a:xfrm>
                  <a:off x="3093" y="2809"/>
                  <a:ext cx="110" cy="10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7720" name="WordArt 133"/>
                <p:cNvSpPr>
                  <a:spLocks noTextEdit="1"/>
                </p:cNvSpPr>
                <p:nvPr/>
              </p:nvSpPr>
              <p:spPr>
                <a:xfrm>
                  <a:off x="3238" y="2770"/>
                  <a:ext cx="54" cy="8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8</a:t>
                  </a:r>
                </a:p>
              </p:txBody>
            </p:sp>
          </p:grpSp>
          <p:grpSp>
            <p:nvGrpSpPr>
              <p:cNvPr id="27721" name="Group 194"/>
              <p:cNvGrpSpPr/>
              <p:nvPr/>
            </p:nvGrpSpPr>
            <p:grpSpPr>
              <a:xfrm>
                <a:off x="358" y="2896"/>
                <a:ext cx="209" cy="177"/>
                <a:chOff x="1554" y="1732"/>
                <a:chExt cx="353" cy="328"/>
              </a:xfrm>
            </p:grpSpPr>
            <p:sp>
              <p:nvSpPr>
                <p:cNvPr id="27722" name="WordArt 195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27723" name="WordArt 196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27724" name="Group 197"/>
              <p:cNvGrpSpPr/>
              <p:nvPr/>
            </p:nvGrpSpPr>
            <p:grpSpPr>
              <a:xfrm>
                <a:off x="624" y="2972"/>
                <a:ext cx="113" cy="49"/>
                <a:chOff x="2100" y="3050"/>
                <a:chExt cx="267" cy="103"/>
              </a:xfrm>
            </p:grpSpPr>
            <p:sp>
              <p:nvSpPr>
                <p:cNvPr id="27725" name="Line 198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26" name="Line 199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27" name="WordArt 200"/>
              <p:cNvSpPr>
                <a:spLocks noTextEdit="1"/>
              </p:cNvSpPr>
              <p:nvPr/>
            </p:nvSpPr>
            <p:spPr>
              <a:xfrm>
                <a:off x="773" y="2902"/>
                <a:ext cx="116" cy="1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27728" name="Group 201"/>
              <p:cNvGrpSpPr/>
              <p:nvPr/>
            </p:nvGrpSpPr>
            <p:grpSpPr>
              <a:xfrm>
                <a:off x="937" y="2935"/>
                <a:ext cx="162" cy="143"/>
                <a:chOff x="4703" y="3019"/>
                <a:chExt cx="163" cy="168"/>
              </a:xfrm>
            </p:grpSpPr>
            <p:sp>
              <p:nvSpPr>
                <p:cNvPr id="27729" name="WordArt 202"/>
                <p:cNvSpPr>
                  <a:spLocks noTextEdit="1"/>
                </p:cNvSpPr>
                <p:nvPr/>
              </p:nvSpPr>
              <p:spPr>
                <a:xfrm>
                  <a:off x="4703" y="3019"/>
                  <a:ext cx="118" cy="14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27730" name="WordArt 203"/>
                <p:cNvSpPr>
                  <a:spLocks noTextEdit="1"/>
                </p:cNvSpPr>
                <p:nvPr/>
              </p:nvSpPr>
              <p:spPr>
                <a:xfrm>
                  <a:off x="4792" y="3099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27731" name="Group 204"/>
              <p:cNvGrpSpPr/>
              <p:nvPr/>
            </p:nvGrpSpPr>
            <p:grpSpPr>
              <a:xfrm>
                <a:off x="1180" y="2960"/>
                <a:ext cx="113" cy="50"/>
                <a:chOff x="2100" y="3050"/>
                <a:chExt cx="267" cy="103"/>
              </a:xfrm>
            </p:grpSpPr>
            <p:sp>
              <p:nvSpPr>
                <p:cNvPr id="27732" name="Line 205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33" name="Line 206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34" name="WordArt 207"/>
              <p:cNvSpPr>
                <a:spLocks noTextEdit="1"/>
              </p:cNvSpPr>
              <p:nvPr/>
            </p:nvSpPr>
            <p:spPr>
              <a:xfrm>
                <a:off x="1329" y="2900"/>
                <a:ext cx="116" cy="1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27735" name="Group 208"/>
              <p:cNvGrpSpPr/>
              <p:nvPr/>
            </p:nvGrpSpPr>
            <p:grpSpPr>
              <a:xfrm>
                <a:off x="1777" y="2951"/>
                <a:ext cx="100" cy="52"/>
                <a:chOff x="2100" y="3050"/>
                <a:chExt cx="267" cy="103"/>
              </a:xfrm>
            </p:grpSpPr>
            <p:sp>
              <p:nvSpPr>
                <p:cNvPr id="27736" name="Line 209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37" name="Line 210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38" name="Line 211"/>
              <p:cNvSpPr/>
              <p:nvPr/>
            </p:nvSpPr>
            <p:spPr>
              <a:xfrm flipV="1">
                <a:off x="1515" y="2984"/>
                <a:ext cx="194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7739" name="Group 212"/>
              <p:cNvGrpSpPr/>
              <p:nvPr/>
            </p:nvGrpSpPr>
            <p:grpSpPr>
              <a:xfrm>
                <a:off x="1514" y="3015"/>
                <a:ext cx="229" cy="151"/>
                <a:chOff x="4209" y="3029"/>
                <a:chExt cx="307" cy="187"/>
              </a:xfrm>
            </p:grpSpPr>
            <p:sp>
              <p:nvSpPr>
                <p:cNvPr id="27740" name="WordArt 213"/>
                <p:cNvSpPr>
                  <a:spLocks noTextEdit="1"/>
                </p:cNvSpPr>
                <p:nvPr/>
              </p:nvSpPr>
              <p:spPr>
                <a:xfrm>
                  <a:off x="4209" y="3029"/>
                  <a:ext cx="213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3968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  <p:sp>
              <p:nvSpPr>
                <p:cNvPr id="27741" name="WordArt 214"/>
                <p:cNvSpPr>
                  <a:spLocks noTextEdit="1"/>
                </p:cNvSpPr>
                <p:nvPr/>
              </p:nvSpPr>
              <p:spPr>
                <a:xfrm>
                  <a:off x="4442" y="3128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7742" name="WordArt 215"/>
              <p:cNvSpPr>
                <a:spLocks noTextEdit="1"/>
              </p:cNvSpPr>
              <p:nvPr/>
            </p:nvSpPr>
            <p:spPr>
              <a:xfrm>
                <a:off x="1584" y="2830"/>
                <a:ext cx="92" cy="1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grpSp>
            <p:nvGrpSpPr>
              <p:cNvPr id="27743" name="Group 309"/>
              <p:cNvGrpSpPr/>
              <p:nvPr/>
            </p:nvGrpSpPr>
            <p:grpSpPr>
              <a:xfrm>
                <a:off x="4127" y="2896"/>
                <a:ext cx="832" cy="156"/>
                <a:chOff x="4120" y="2889"/>
                <a:chExt cx="901" cy="163"/>
              </a:xfrm>
            </p:grpSpPr>
            <p:sp>
              <p:nvSpPr>
                <p:cNvPr id="27744" name="WordArt 221"/>
                <p:cNvSpPr>
                  <a:spLocks noTextEdit="1"/>
                </p:cNvSpPr>
                <p:nvPr/>
              </p:nvSpPr>
              <p:spPr>
                <a:xfrm>
                  <a:off x="4120" y="2910"/>
                  <a:ext cx="198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3.2</a:t>
                  </a:r>
                </a:p>
              </p:txBody>
            </p:sp>
            <p:sp>
              <p:nvSpPr>
                <p:cNvPr id="27745" name="WordArt 222"/>
                <p:cNvSpPr>
                  <a:spLocks noTextEdit="1"/>
                </p:cNvSpPr>
                <p:nvPr/>
              </p:nvSpPr>
              <p:spPr>
                <a:xfrm>
                  <a:off x="4509" y="2912"/>
                  <a:ext cx="139" cy="11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7746" name="WordArt 223"/>
                <p:cNvSpPr>
                  <a:spLocks noTextEdit="1"/>
                </p:cNvSpPr>
                <p:nvPr/>
              </p:nvSpPr>
              <p:spPr>
                <a:xfrm>
                  <a:off x="4756" y="2889"/>
                  <a:ext cx="95" cy="7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19</a:t>
                  </a:r>
                </a:p>
              </p:txBody>
            </p:sp>
            <p:grpSp>
              <p:nvGrpSpPr>
                <p:cNvPr id="27747" name="Group 224"/>
                <p:cNvGrpSpPr/>
                <p:nvPr/>
              </p:nvGrpSpPr>
              <p:grpSpPr>
                <a:xfrm>
                  <a:off x="4368" y="2933"/>
                  <a:ext cx="88" cy="84"/>
                  <a:chOff x="1781" y="2282"/>
                  <a:chExt cx="577" cy="577"/>
                </a:xfrm>
              </p:grpSpPr>
              <p:sp>
                <p:nvSpPr>
                  <p:cNvPr id="27748" name="Line 225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49" name="Line 226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750" name="Line 227"/>
                <p:cNvSpPr/>
                <p:nvPr/>
              </p:nvSpPr>
              <p:spPr>
                <a:xfrm>
                  <a:off x="4667" y="2918"/>
                  <a:ext cx="5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51" name="WordArt 228"/>
                <p:cNvSpPr>
                  <a:spLocks noTextEdit="1"/>
                </p:cNvSpPr>
                <p:nvPr/>
              </p:nvSpPr>
              <p:spPr>
                <a:xfrm>
                  <a:off x="4913" y="2891"/>
                  <a:ext cx="108" cy="16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J</a:t>
                  </a:r>
                </a:p>
              </p:txBody>
            </p:sp>
          </p:grpSp>
          <p:grpSp>
            <p:nvGrpSpPr>
              <p:cNvPr id="27752" name="Group 267"/>
              <p:cNvGrpSpPr/>
              <p:nvPr/>
            </p:nvGrpSpPr>
            <p:grpSpPr>
              <a:xfrm>
                <a:off x="1923" y="2888"/>
                <a:ext cx="678" cy="146"/>
                <a:chOff x="2069" y="1105"/>
                <a:chExt cx="1030" cy="193"/>
              </a:xfrm>
            </p:grpSpPr>
            <p:grpSp>
              <p:nvGrpSpPr>
                <p:cNvPr id="27753" name="Group 268"/>
                <p:cNvGrpSpPr/>
                <p:nvPr/>
              </p:nvGrpSpPr>
              <p:grpSpPr>
                <a:xfrm>
                  <a:off x="2508" y="1164"/>
                  <a:ext cx="114" cy="110"/>
                  <a:chOff x="1781" y="2282"/>
                  <a:chExt cx="577" cy="577"/>
                </a:xfrm>
              </p:grpSpPr>
              <p:sp>
                <p:nvSpPr>
                  <p:cNvPr id="27754" name="Line 269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55" name="Line 270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756" name="WordArt 271"/>
                <p:cNvSpPr>
                  <a:spLocks noTextEdit="1"/>
                </p:cNvSpPr>
                <p:nvPr/>
              </p:nvSpPr>
              <p:spPr>
                <a:xfrm>
                  <a:off x="2687" y="1140"/>
                  <a:ext cx="177" cy="15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7757" name="WordArt 272"/>
                <p:cNvSpPr>
                  <a:spLocks noTextEdit="1"/>
                </p:cNvSpPr>
                <p:nvPr/>
              </p:nvSpPr>
              <p:spPr>
                <a:xfrm>
                  <a:off x="2977" y="1105"/>
                  <a:ext cx="122" cy="7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34</a:t>
                  </a:r>
                </a:p>
              </p:txBody>
            </p:sp>
            <p:sp>
              <p:nvSpPr>
                <p:cNvPr id="27758" name="Line 273"/>
                <p:cNvSpPr/>
                <p:nvPr/>
              </p:nvSpPr>
              <p:spPr>
                <a:xfrm>
                  <a:off x="2880" y="1150"/>
                  <a:ext cx="74" cy="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59" name="WordArt 274"/>
                <p:cNvSpPr>
                  <a:spLocks noTextEdit="1"/>
                </p:cNvSpPr>
                <p:nvPr/>
              </p:nvSpPr>
              <p:spPr>
                <a:xfrm>
                  <a:off x="2069" y="1131"/>
                  <a:ext cx="373" cy="16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6.63</a:t>
                  </a:r>
                </a:p>
              </p:txBody>
            </p:sp>
          </p:grpSp>
          <p:grpSp>
            <p:nvGrpSpPr>
              <p:cNvPr id="27760" name="Group 275"/>
              <p:cNvGrpSpPr/>
              <p:nvPr/>
            </p:nvGrpSpPr>
            <p:grpSpPr>
              <a:xfrm>
                <a:off x="2653" y="2930"/>
                <a:ext cx="88" cy="84"/>
                <a:chOff x="1781" y="2282"/>
                <a:chExt cx="577" cy="577"/>
              </a:xfrm>
            </p:grpSpPr>
            <p:sp>
              <p:nvSpPr>
                <p:cNvPr id="27761" name="Line 276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62" name="Line 277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63" name="Line 278"/>
              <p:cNvSpPr/>
              <p:nvPr/>
            </p:nvSpPr>
            <p:spPr>
              <a:xfrm flipV="1">
                <a:off x="2803" y="2967"/>
                <a:ext cx="1053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7764" name="Group 282"/>
              <p:cNvGrpSpPr/>
              <p:nvPr/>
            </p:nvGrpSpPr>
            <p:grpSpPr>
              <a:xfrm>
                <a:off x="3015" y="3056"/>
                <a:ext cx="68" cy="73"/>
                <a:chOff x="1781" y="2282"/>
                <a:chExt cx="577" cy="577"/>
              </a:xfrm>
            </p:grpSpPr>
            <p:sp>
              <p:nvSpPr>
                <p:cNvPr id="27765" name="Line 28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66" name="Line 28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67" name="WordArt 287"/>
              <p:cNvSpPr>
                <a:spLocks noTextEdit="1"/>
              </p:cNvSpPr>
              <p:nvPr/>
            </p:nvSpPr>
            <p:spPr>
              <a:xfrm>
                <a:off x="2808" y="3033"/>
                <a:ext cx="167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6.2</a:t>
                </a:r>
              </a:p>
            </p:txBody>
          </p:sp>
          <p:grpSp>
            <p:nvGrpSpPr>
              <p:cNvPr id="27768" name="Group 300"/>
              <p:cNvGrpSpPr/>
              <p:nvPr/>
            </p:nvGrpSpPr>
            <p:grpSpPr>
              <a:xfrm>
                <a:off x="3122" y="2998"/>
                <a:ext cx="243" cy="145"/>
                <a:chOff x="3122" y="2998"/>
                <a:chExt cx="243" cy="145"/>
              </a:xfrm>
            </p:grpSpPr>
            <p:sp>
              <p:nvSpPr>
                <p:cNvPr id="27769" name="WordArt 285"/>
                <p:cNvSpPr>
                  <a:spLocks noTextEdit="1"/>
                </p:cNvSpPr>
                <p:nvPr/>
              </p:nvSpPr>
              <p:spPr>
                <a:xfrm>
                  <a:off x="3122" y="3043"/>
                  <a:ext cx="108" cy="10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7770" name="WordArt 286"/>
                <p:cNvSpPr>
                  <a:spLocks noTextEdit="1"/>
                </p:cNvSpPr>
                <p:nvPr/>
              </p:nvSpPr>
              <p:spPr>
                <a:xfrm>
                  <a:off x="3313" y="2998"/>
                  <a:ext cx="52" cy="7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27771" name="Line 288"/>
                <p:cNvSpPr/>
                <p:nvPr/>
              </p:nvSpPr>
              <p:spPr>
                <a:xfrm>
                  <a:off x="3243" y="3034"/>
                  <a:ext cx="49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7772" name="Group 297"/>
              <p:cNvGrpSpPr/>
              <p:nvPr/>
            </p:nvGrpSpPr>
            <p:grpSpPr>
              <a:xfrm>
                <a:off x="3411" y="3036"/>
                <a:ext cx="88" cy="84"/>
                <a:chOff x="1781" y="2282"/>
                <a:chExt cx="577" cy="577"/>
              </a:xfrm>
            </p:grpSpPr>
            <p:sp>
              <p:nvSpPr>
                <p:cNvPr id="27773" name="Line 298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74" name="Line 299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75" name="WordArt 302"/>
              <p:cNvSpPr>
                <a:spLocks noTextEdit="1"/>
              </p:cNvSpPr>
              <p:nvPr/>
            </p:nvSpPr>
            <p:spPr>
              <a:xfrm>
                <a:off x="3565" y="3041"/>
                <a:ext cx="108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7776" name="WordArt 303"/>
              <p:cNvSpPr>
                <a:spLocks noTextEdit="1"/>
              </p:cNvSpPr>
              <p:nvPr/>
            </p:nvSpPr>
            <p:spPr>
              <a:xfrm>
                <a:off x="3756" y="2996"/>
                <a:ext cx="52" cy="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7777" name="Line 304"/>
              <p:cNvSpPr/>
              <p:nvPr/>
            </p:nvSpPr>
            <p:spPr>
              <a:xfrm>
                <a:off x="3686" y="3032"/>
                <a:ext cx="49" cy="0"/>
              </a:xfrm>
              <a:prstGeom prst="line">
                <a:avLst/>
              </a:prstGeom>
              <a:ln w="1905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7778" name="Group 305"/>
              <p:cNvGrpSpPr/>
              <p:nvPr/>
            </p:nvGrpSpPr>
            <p:grpSpPr>
              <a:xfrm>
                <a:off x="3940" y="2933"/>
                <a:ext cx="100" cy="52"/>
                <a:chOff x="2100" y="3050"/>
                <a:chExt cx="267" cy="103"/>
              </a:xfrm>
            </p:grpSpPr>
            <p:sp>
              <p:nvSpPr>
                <p:cNvPr id="27779" name="Line 306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80" name="Line 307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7781" name="WordArt 353"/>
            <p:cNvSpPr>
              <a:spLocks noTextEdit="1"/>
            </p:cNvSpPr>
            <p:nvPr/>
          </p:nvSpPr>
          <p:spPr>
            <a:xfrm>
              <a:off x="259" y="2846"/>
              <a:ext cx="14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</a:t>
              </a:r>
            </a:p>
          </p:txBody>
        </p:sp>
      </p:grpSp>
      <p:grpSp>
        <p:nvGrpSpPr>
          <p:cNvPr id="206083" name="Group 457"/>
          <p:cNvGrpSpPr/>
          <p:nvPr/>
        </p:nvGrpSpPr>
        <p:grpSpPr>
          <a:xfrm>
            <a:off x="384175" y="5167313"/>
            <a:ext cx="7672388" cy="1414462"/>
            <a:chOff x="242" y="3255"/>
            <a:chExt cx="4833" cy="891"/>
          </a:xfrm>
        </p:grpSpPr>
        <p:grpSp>
          <p:nvGrpSpPr>
            <p:cNvPr id="27783" name="Group 338"/>
            <p:cNvGrpSpPr/>
            <p:nvPr/>
          </p:nvGrpSpPr>
          <p:grpSpPr>
            <a:xfrm>
              <a:off x="525" y="3341"/>
              <a:ext cx="1016" cy="194"/>
              <a:chOff x="3702" y="1830"/>
              <a:chExt cx="1323" cy="224"/>
            </a:xfrm>
          </p:grpSpPr>
          <p:grpSp>
            <p:nvGrpSpPr>
              <p:cNvPr id="27784" name="Group 339"/>
              <p:cNvGrpSpPr/>
              <p:nvPr/>
            </p:nvGrpSpPr>
            <p:grpSpPr>
              <a:xfrm>
                <a:off x="4153" y="1914"/>
                <a:ext cx="121" cy="55"/>
                <a:chOff x="2100" y="3050"/>
                <a:chExt cx="267" cy="103"/>
              </a:xfrm>
            </p:grpSpPr>
            <p:sp>
              <p:nvSpPr>
                <p:cNvPr id="27785" name="Line 340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86" name="Line 341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7787" name="Group 342"/>
              <p:cNvGrpSpPr/>
              <p:nvPr/>
            </p:nvGrpSpPr>
            <p:grpSpPr>
              <a:xfrm>
                <a:off x="4356" y="1839"/>
                <a:ext cx="266" cy="199"/>
                <a:chOff x="1036" y="1830"/>
                <a:chExt cx="355" cy="265"/>
              </a:xfrm>
            </p:grpSpPr>
            <p:sp>
              <p:nvSpPr>
                <p:cNvPr id="27788" name="WordArt 343"/>
                <p:cNvSpPr>
                  <a:spLocks noTextEdit="1"/>
                </p:cNvSpPr>
                <p:nvPr/>
              </p:nvSpPr>
              <p:spPr>
                <a:xfrm>
                  <a:off x="1239" y="1908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27789" name="WordArt 344"/>
                <p:cNvSpPr>
                  <a:spLocks noTextEdit="1"/>
                </p:cNvSpPr>
                <p:nvPr/>
              </p:nvSpPr>
              <p:spPr>
                <a:xfrm>
                  <a:off x="1036" y="1830"/>
                  <a:ext cx="166" cy="2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</p:grpSp>
          <p:grpSp>
            <p:nvGrpSpPr>
              <p:cNvPr id="27790" name="Group 345"/>
              <p:cNvGrpSpPr/>
              <p:nvPr/>
            </p:nvGrpSpPr>
            <p:grpSpPr>
              <a:xfrm>
                <a:off x="4801" y="1830"/>
                <a:ext cx="224" cy="197"/>
                <a:chOff x="1554" y="1732"/>
                <a:chExt cx="353" cy="328"/>
              </a:xfrm>
            </p:grpSpPr>
            <p:sp>
              <p:nvSpPr>
                <p:cNvPr id="27791" name="WordArt 346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27792" name="WordArt 347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27793" name="Line 348"/>
              <p:cNvSpPr/>
              <p:nvPr/>
            </p:nvSpPr>
            <p:spPr>
              <a:xfrm>
                <a:off x="4669" y="1956"/>
                <a:ext cx="12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7794" name="Group 349"/>
              <p:cNvGrpSpPr/>
              <p:nvPr/>
            </p:nvGrpSpPr>
            <p:grpSpPr>
              <a:xfrm>
                <a:off x="3702" y="1888"/>
                <a:ext cx="405" cy="166"/>
                <a:chOff x="3482" y="3365"/>
                <a:chExt cx="307" cy="134"/>
              </a:xfrm>
            </p:grpSpPr>
            <p:sp>
              <p:nvSpPr>
                <p:cNvPr id="27795" name="WordArt 350"/>
                <p:cNvSpPr>
                  <a:spLocks noTextEdit="1"/>
                </p:cNvSpPr>
                <p:nvPr/>
              </p:nvSpPr>
              <p:spPr>
                <a:xfrm>
                  <a:off x="3621" y="3365"/>
                  <a:ext cx="116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b="1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U</a:t>
                  </a:r>
                </a:p>
              </p:txBody>
            </p:sp>
            <p:sp>
              <p:nvSpPr>
                <p:cNvPr id="27796" name="WordArt 351"/>
                <p:cNvSpPr>
                  <a:spLocks noTextEdit="1"/>
                </p:cNvSpPr>
                <p:nvPr/>
              </p:nvSpPr>
              <p:spPr>
                <a:xfrm>
                  <a:off x="3724" y="3434"/>
                  <a:ext cx="65" cy="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634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o</a:t>
                  </a:r>
                </a:p>
              </p:txBody>
            </p:sp>
            <p:sp>
              <p:nvSpPr>
                <p:cNvPr id="27797" name="WordArt 352"/>
                <p:cNvSpPr>
                  <a:spLocks noTextEdit="1"/>
                </p:cNvSpPr>
                <p:nvPr/>
              </p:nvSpPr>
              <p:spPr>
                <a:xfrm>
                  <a:off x="3482" y="3375"/>
                  <a:ext cx="110" cy="9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</p:grpSp>
        </p:grpSp>
        <p:sp>
          <p:nvSpPr>
            <p:cNvPr id="27798" name="WordArt 354"/>
            <p:cNvSpPr>
              <a:spLocks noTextEdit="1"/>
            </p:cNvSpPr>
            <p:nvPr/>
          </p:nvSpPr>
          <p:spPr>
            <a:xfrm>
              <a:off x="242" y="3381"/>
              <a:ext cx="14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</a:t>
              </a:r>
            </a:p>
          </p:txBody>
        </p:sp>
        <p:grpSp>
          <p:nvGrpSpPr>
            <p:cNvPr id="27799" name="Group 374"/>
            <p:cNvGrpSpPr/>
            <p:nvPr/>
          </p:nvGrpSpPr>
          <p:grpSpPr>
            <a:xfrm>
              <a:off x="1376" y="3954"/>
              <a:ext cx="116" cy="55"/>
              <a:chOff x="1260" y="2371"/>
              <a:chExt cx="151" cy="53"/>
            </a:xfrm>
          </p:grpSpPr>
          <p:sp>
            <p:nvSpPr>
              <p:cNvPr id="27800" name="Line 375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801" name="Line 376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802" name="Group 378"/>
            <p:cNvGrpSpPr/>
            <p:nvPr/>
          </p:nvGrpSpPr>
          <p:grpSpPr>
            <a:xfrm>
              <a:off x="4267" y="3910"/>
              <a:ext cx="209" cy="78"/>
              <a:chOff x="2100" y="3050"/>
              <a:chExt cx="267" cy="103"/>
            </a:xfrm>
          </p:grpSpPr>
          <p:sp>
            <p:nvSpPr>
              <p:cNvPr id="27803" name="Line 379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804" name="Line 380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805" name="WordArt 381"/>
            <p:cNvSpPr>
              <a:spLocks noTextEdit="1"/>
            </p:cNvSpPr>
            <p:nvPr/>
          </p:nvSpPr>
          <p:spPr>
            <a:xfrm>
              <a:off x="4576" y="3890"/>
              <a:ext cx="499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1.77 V</a:t>
              </a:r>
            </a:p>
          </p:txBody>
        </p:sp>
        <p:sp>
          <p:nvSpPr>
            <p:cNvPr id="27806" name="Line 383"/>
            <p:cNvSpPr/>
            <p:nvPr/>
          </p:nvSpPr>
          <p:spPr>
            <a:xfrm flipV="1">
              <a:off x="1571" y="3966"/>
              <a:ext cx="1751" cy="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807" name="WordArt 384"/>
            <p:cNvSpPr>
              <a:spLocks noTextEdit="1"/>
            </p:cNvSpPr>
            <p:nvPr/>
          </p:nvSpPr>
          <p:spPr>
            <a:xfrm>
              <a:off x="1653" y="4021"/>
              <a:ext cx="167" cy="11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3.3</a:t>
              </a:r>
            </a:p>
          </p:txBody>
        </p:sp>
        <p:sp>
          <p:nvSpPr>
            <p:cNvPr id="27808" name="WordArt 385"/>
            <p:cNvSpPr>
              <a:spLocks noTextEdit="1"/>
            </p:cNvSpPr>
            <p:nvPr/>
          </p:nvSpPr>
          <p:spPr>
            <a:xfrm>
              <a:off x="2335" y="4027"/>
              <a:ext cx="107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7809" name="WordArt 386"/>
            <p:cNvSpPr>
              <a:spLocks noTextEdit="1"/>
            </p:cNvSpPr>
            <p:nvPr/>
          </p:nvSpPr>
          <p:spPr>
            <a:xfrm>
              <a:off x="2513" y="4007"/>
              <a:ext cx="39" cy="6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27810" name="Group 387"/>
            <p:cNvGrpSpPr/>
            <p:nvPr/>
          </p:nvGrpSpPr>
          <p:grpSpPr>
            <a:xfrm>
              <a:off x="2224" y="4044"/>
              <a:ext cx="65" cy="90"/>
              <a:chOff x="1781" y="2282"/>
              <a:chExt cx="577" cy="577"/>
            </a:xfrm>
          </p:grpSpPr>
          <p:sp>
            <p:nvSpPr>
              <p:cNvPr id="27811" name="Line 388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812" name="Line 389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813" name="Line 401"/>
            <p:cNvSpPr/>
            <p:nvPr/>
          </p:nvSpPr>
          <p:spPr>
            <a:xfrm>
              <a:off x="2454" y="4039"/>
              <a:ext cx="38" cy="0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7814" name="Group 451"/>
            <p:cNvGrpSpPr/>
            <p:nvPr/>
          </p:nvGrpSpPr>
          <p:grpSpPr>
            <a:xfrm>
              <a:off x="1850" y="3762"/>
              <a:ext cx="1199" cy="163"/>
              <a:chOff x="1635" y="3746"/>
              <a:chExt cx="1199" cy="163"/>
            </a:xfrm>
          </p:grpSpPr>
          <p:grpSp>
            <p:nvGrpSpPr>
              <p:cNvPr id="27815" name="Group 390"/>
              <p:cNvGrpSpPr/>
              <p:nvPr/>
            </p:nvGrpSpPr>
            <p:grpSpPr>
              <a:xfrm>
                <a:off x="1918" y="3797"/>
                <a:ext cx="74" cy="97"/>
                <a:chOff x="1781" y="2282"/>
                <a:chExt cx="577" cy="577"/>
              </a:xfrm>
            </p:grpSpPr>
            <p:sp>
              <p:nvSpPr>
                <p:cNvPr id="27816" name="Line 391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817" name="Line 392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818" name="WordArt 393"/>
              <p:cNvSpPr>
                <a:spLocks noTextEdit="1"/>
              </p:cNvSpPr>
              <p:nvPr/>
            </p:nvSpPr>
            <p:spPr>
              <a:xfrm>
                <a:off x="2027" y="3792"/>
                <a:ext cx="116" cy="1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7819" name="WordArt 394"/>
              <p:cNvSpPr>
                <a:spLocks noTextEdit="1"/>
              </p:cNvSpPr>
              <p:nvPr/>
            </p:nvSpPr>
            <p:spPr>
              <a:xfrm>
                <a:off x="1635" y="3785"/>
                <a:ext cx="235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6.63</a:t>
                </a:r>
              </a:p>
            </p:txBody>
          </p:sp>
          <p:grpSp>
            <p:nvGrpSpPr>
              <p:cNvPr id="27820" name="Group 395"/>
              <p:cNvGrpSpPr/>
              <p:nvPr/>
            </p:nvGrpSpPr>
            <p:grpSpPr>
              <a:xfrm>
                <a:off x="2319" y="3801"/>
                <a:ext cx="74" cy="97"/>
                <a:chOff x="1781" y="2282"/>
                <a:chExt cx="577" cy="577"/>
              </a:xfrm>
            </p:grpSpPr>
            <p:sp>
              <p:nvSpPr>
                <p:cNvPr id="27821" name="Line 396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822" name="Line 397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7823" name="Group 398"/>
              <p:cNvGrpSpPr/>
              <p:nvPr/>
            </p:nvGrpSpPr>
            <p:grpSpPr>
              <a:xfrm>
                <a:off x="2163" y="3751"/>
                <a:ext cx="125" cy="70"/>
                <a:chOff x="3873" y="3155"/>
                <a:chExt cx="134" cy="73"/>
              </a:xfrm>
            </p:grpSpPr>
            <p:sp>
              <p:nvSpPr>
                <p:cNvPr id="27824" name="WordArt 399"/>
                <p:cNvSpPr>
                  <a:spLocks noTextEdit="1"/>
                </p:cNvSpPr>
                <p:nvPr/>
              </p:nvSpPr>
              <p:spPr>
                <a:xfrm>
                  <a:off x="3924" y="3155"/>
                  <a:ext cx="83" cy="7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34</a:t>
                  </a:r>
                </a:p>
              </p:txBody>
            </p:sp>
            <p:sp>
              <p:nvSpPr>
                <p:cNvPr id="27825" name="Line 400"/>
                <p:cNvSpPr/>
                <p:nvPr/>
              </p:nvSpPr>
              <p:spPr>
                <a:xfrm>
                  <a:off x="3873" y="3184"/>
                  <a:ext cx="51" cy="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7826" name="Group 402"/>
              <p:cNvGrpSpPr/>
              <p:nvPr/>
            </p:nvGrpSpPr>
            <p:grpSpPr>
              <a:xfrm>
                <a:off x="2533" y="3799"/>
                <a:ext cx="65" cy="90"/>
                <a:chOff x="1781" y="2282"/>
                <a:chExt cx="577" cy="577"/>
              </a:xfrm>
            </p:grpSpPr>
            <p:sp>
              <p:nvSpPr>
                <p:cNvPr id="27827" name="Line 40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828" name="Line 40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7829" name="Group 405"/>
              <p:cNvGrpSpPr/>
              <p:nvPr/>
            </p:nvGrpSpPr>
            <p:grpSpPr>
              <a:xfrm>
                <a:off x="2643" y="3746"/>
                <a:ext cx="191" cy="150"/>
                <a:chOff x="3296" y="3733"/>
                <a:chExt cx="233" cy="144"/>
              </a:xfrm>
            </p:grpSpPr>
            <p:sp>
              <p:nvSpPr>
                <p:cNvPr id="27830" name="WordArt 406"/>
                <p:cNvSpPr>
                  <a:spLocks noTextEdit="1"/>
                </p:cNvSpPr>
                <p:nvPr/>
              </p:nvSpPr>
              <p:spPr>
                <a:xfrm>
                  <a:off x="3296" y="3759"/>
                  <a:ext cx="126" cy="11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7831" name="WordArt 407"/>
                <p:cNvSpPr>
                  <a:spLocks noTextEdit="1"/>
                </p:cNvSpPr>
                <p:nvPr/>
              </p:nvSpPr>
              <p:spPr>
                <a:xfrm>
                  <a:off x="3464" y="3733"/>
                  <a:ext cx="65" cy="7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8</a:t>
                  </a:r>
                </a:p>
              </p:txBody>
            </p:sp>
          </p:grpSp>
          <p:sp>
            <p:nvSpPr>
              <p:cNvPr id="27832" name="WordArt 408"/>
              <p:cNvSpPr>
                <a:spLocks noTextEdit="1"/>
              </p:cNvSpPr>
              <p:nvPr/>
            </p:nvSpPr>
            <p:spPr>
              <a:xfrm>
                <a:off x="2434" y="3784"/>
                <a:ext cx="58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27833" name="Line 409"/>
            <p:cNvSpPr/>
            <p:nvPr/>
          </p:nvSpPr>
          <p:spPr>
            <a:xfrm>
              <a:off x="3360" y="3956"/>
              <a:ext cx="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834" name="WordArt 411"/>
            <p:cNvSpPr>
              <a:spLocks noTextEdit="1"/>
            </p:cNvSpPr>
            <p:nvPr/>
          </p:nvSpPr>
          <p:spPr>
            <a:xfrm>
              <a:off x="3575" y="3795"/>
              <a:ext cx="159" cy="11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3.2</a:t>
              </a:r>
            </a:p>
          </p:txBody>
        </p:sp>
        <p:sp>
          <p:nvSpPr>
            <p:cNvPr id="27835" name="WordArt 412"/>
            <p:cNvSpPr>
              <a:spLocks noTextEdit="1"/>
            </p:cNvSpPr>
            <p:nvPr/>
          </p:nvSpPr>
          <p:spPr>
            <a:xfrm>
              <a:off x="3877" y="3798"/>
              <a:ext cx="104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7836" name="WordArt 413"/>
            <p:cNvSpPr>
              <a:spLocks noTextEdit="1"/>
            </p:cNvSpPr>
            <p:nvPr/>
          </p:nvSpPr>
          <p:spPr>
            <a:xfrm>
              <a:off x="4062" y="3773"/>
              <a:ext cx="71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19</a:t>
              </a:r>
            </a:p>
          </p:txBody>
        </p:sp>
        <p:grpSp>
          <p:nvGrpSpPr>
            <p:cNvPr id="27837" name="Group 414"/>
            <p:cNvGrpSpPr/>
            <p:nvPr/>
          </p:nvGrpSpPr>
          <p:grpSpPr>
            <a:xfrm>
              <a:off x="3772" y="3820"/>
              <a:ext cx="66" cy="90"/>
              <a:chOff x="1781" y="2282"/>
              <a:chExt cx="577" cy="577"/>
            </a:xfrm>
          </p:grpSpPr>
          <p:sp>
            <p:nvSpPr>
              <p:cNvPr id="27838" name="Line 415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839" name="Line 416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840" name="Line 417"/>
            <p:cNvSpPr/>
            <p:nvPr/>
          </p:nvSpPr>
          <p:spPr>
            <a:xfrm>
              <a:off x="3996" y="3804"/>
              <a:ext cx="37" cy="0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7841" name="Group 418"/>
            <p:cNvGrpSpPr/>
            <p:nvPr/>
          </p:nvGrpSpPr>
          <p:grpSpPr>
            <a:xfrm>
              <a:off x="2737" y="3997"/>
              <a:ext cx="571" cy="135"/>
              <a:chOff x="4163" y="3292"/>
              <a:chExt cx="735" cy="142"/>
            </a:xfrm>
          </p:grpSpPr>
          <p:sp>
            <p:nvSpPr>
              <p:cNvPr id="27842" name="WordArt 419"/>
              <p:cNvSpPr>
                <a:spLocks noTextEdit="1"/>
              </p:cNvSpPr>
              <p:nvPr/>
            </p:nvSpPr>
            <p:spPr>
              <a:xfrm>
                <a:off x="4163" y="3313"/>
                <a:ext cx="250" cy="1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1.60</a:t>
                </a:r>
              </a:p>
            </p:txBody>
          </p:sp>
          <p:sp>
            <p:nvSpPr>
              <p:cNvPr id="27843" name="WordArt 420"/>
              <p:cNvSpPr>
                <a:spLocks noTextEdit="1"/>
              </p:cNvSpPr>
              <p:nvPr/>
            </p:nvSpPr>
            <p:spPr>
              <a:xfrm>
                <a:off x="4587" y="3316"/>
                <a:ext cx="12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7844" name="WordArt 421"/>
              <p:cNvSpPr>
                <a:spLocks noTextEdit="1"/>
              </p:cNvSpPr>
              <p:nvPr/>
            </p:nvSpPr>
            <p:spPr>
              <a:xfrm>
                <a:off x="4812" y="3292"/>
                <a:ext cx="86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7845" name="Group 422"/>
              <p:cNvGrpSpPr/>
              <p:nvPr/>
            </p:nvGrpSpPr>
            <p:grpSpPr>
              <a:xfrm>
                <a:off x="4459" y="3337"/>
                <a:ext cx="80" cy="86"/>
                <a:chOff x="1781" y="2282"/>
                <a:chExt cx="577" cy="577"/>
              </a:xfrm>
            </p:grpSpPr>
            <p:sp>
              <p:nvSpPr>
                <p:cNvPr id="27846" name="Line 42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847" name="Line 42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848" name="Line 425"/>
              <p:cNvSpPr/>
              <p:nvPr/>
            </p:nvSpPr>
            <p:spPr>
              <a:xfrm>
                <a:off x="4731" y="3322"/>
                <a:ext cx="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849" name="Group 429"/>
            <p:cNvGrpSpPr/>
            <p:nvPr/>
          </p:nvGrpSpPr>
          <p:grpSpPr>
            <a:xfrm>
              <a:off x="2614" y="4022"/>
              <a:ext cx="66" cy="90"/>
              <a:chOff x="1781" y="2282"/>
              <a:chExt cx="577" cy="577"/>
            </a:xfrm>
          </p:grpSpPr>
          <p:sp>
            <p:nvSpPr>
              <p:cNvPr id="27850" name="Line 430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851" name="Line 431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852" name="Group 432"/>
            <p:cNvGrpSpPr/>
            <p:nvPr/>
          </p:nvGrpSpPr>
          <p:grpSpPr>
            <a:xfrm>
              <a:off x="3560" y="3997"/>
              <a:ext cx="571" cy="135"/>
              <a:chOff x="4163" y="3292"/>
              <a:chExt cx="735" cy="142"/>
            </a:xfrm>
          </p:grpSpPr>
          <p:sp>
            <p:nvSpPr>
              <p:cNvPr id="27853" name="WordArt 433"/>
              <p:cNvSpPr>
                <a:spLocks noTextEdit="1"/>
              </p:cNvSpPr>
              <p:nvPr/>
            </p:nvSpPr>
            <p:spPr>
              <a:xfrm>
                <a:off x="4163" y="3313"/>
                <a:ext cx="250" cy="1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1.60</a:t>
                </a:r>
              </a:p>
            </p:txBody>
          </p:sp>
          <p:sp>
            <p:nvSpPr>
              <p:cNvPr id="27854" name="WordArt 434"/>
              <p:cNvSpPr>
                <a:spLocks noTextEdit="1"/>
              </p:cNvSpPr>
              <p:nvPr/>
            </p:nvSpPr>
            <p:spPr>
              <a:xfrm>
                <a:off x="4587" y="3316"/>
                <a:ext cx="12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7855" name="WordArt 435"/>
              <p:cNvSpPr>
                <a:spLocks noTextEdit="1"/>
              </p:cNvSpPr>
              <p:nvPr/>
            </p:nvSpPr>
            <p:spPr>
              <a:xfrm>
                <a:off x="4812" y="3292"/>
                <a:ext cx="86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7856" name="Group 436"/>
              <p:cNvGrpSpPr/>
              <p:nvPr/>
            </p:nvGrpSpPr>
            <p:grpSpPr>
              <a:xfrm>
                <a:off x="4459" y="3337"/>
                <a:ext cx="80" cy="86"/>
                <a:chOff x="1781" y="2282"/>
                <a:chExt cx="577" cy="577"/>
              </a:xfrm>
            </p:grpSpPr>
            <p:sp>
              <p:nvSpPr>
                <p:cNvPr id="27857" name="Line 437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858" name="Line 438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859" name="Line 439"/>
              <p:cNvSpPr/>
              <p:nvPr/>
            </p:nvSpPr>
            <p:spPr>
              <a:xfrm>
                <a:off x="4731" y="3322"/>
                <a:ext cx="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860" name="Line 440"/>
            <p:cNvSpPr/>
            <p:nvPr/>
          </p:nvSpPr>
          <p:spPr>
            <a:xfrm>
              <a:off x="3510" y="3966"/>
              <a:ext cx="6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7861" name="Group 453"/>
            <p:cNvGrpSpPr/>
            <p:nvPr/>
          </p:nvGrpSpPr>
          <p:grpSpPr>
            <a:xfrm>
              <a:off x="1838" y="3255"/>
              <a:ext cx="2706" cy="383"/>
              <a:chOff x="1684" y="3255"/>
              <a:chExt cx="2706" cy="383"/>
            </a:xfrm>
          </p:grpSpPr>
          <p:grpSp>
            <p:nvGrpSpPr>
              <p:cNvPr id="27862" name="Group 320"/>
              <p:cNvGrpSpPr/>
              <p:nvPr/>
            </p:nvGrpSpPr>
            <p:grpSpPr>
              <a:xfrm>
                <a:off x="2008" y="3266"/>
                <a:ext cx="1054" cy="342"/>
                <a:chOff x="3590" y="2122"/>
                <a:chExt cx="1376" cy="396"/>
              </a:xfrm>
            </p:grpSpPr>
            <p:grpSp>
              <p:nvGrpSpPr>
                <p:cNvPr id="27863" name="Group 321"/>
                <p:cNvGrpSpPr/>
                <p:nvPr/>
              </p:nvGrpSpPr>
              <p:grpSpPr>
                <a:xfrm>
                  <a:off x="3967" y="2315"/>
                  <a:ext cx="121" cy="55"/>
                  <a:chOff x="2100" y="3050"/>
                  <a:chExt cx="267" cy="103"/>
                </a:xfrm>
              </p:grpSpPr>
              <p:sp>
                <p:nvSpPr>
                  <p:cNvPr id="27864" name="Line 322"/>
                  <p:cNvSpPr/>
                  <p:nvPr/>
                </p:nvSpPr>
                <p:spPr>
                  <a:xfrm>
                    <a:off x="2100" y="3050"/>
                    <a:ext cx="267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65" name="Line 323"/>
                  <p:cNvSpPr/>
                  <p:nvPr/>
                </p:nvSpPr>
                <p:spPr>
                  <a:xfrm flipV="1">
                    <a:off x="2100" y="3152"/>
                    <a:ext cx="265" cy="1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7866" name="Group 324"/>
                <p:cNvGrpSpPr/>
                <p:nvPr/>
              </p:nvGrpSpPr>
              <p:grpSpPr>
                <a:xfrm>
                  <a:off x="3590" y="2235"/>
                  <a:ext cx="287" cy="220"/>
                  <a:chOff x="3612" y="2289"/>
                  <a:chExt cx="222" cy="166"/>
                </a:xfrm>
              </p:grpSpPr>
              <p:sp>
                <p:nvSpPr>
                  <p:cNvPr id="27867" name="WordArt 325"/>
                  <p:cNvSpPr>
                    <a:spLocks noTextEdit="1"/>
                  </p:cNvSpPr>
                  <p:nvPr/>
                </p:nvSpPr>
                <p:spPr>
                  <a:xfrm>
                    <a:off x="3612" y="2289"/>
                    <a:ext cx="153" cy="15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b="1" i="1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U</a:t>
                    </a:r>
                  </a:p>
                </p:txBody>
              </p:sp>
              <p:sp>
                <p:nvSpPr>
                  <p:cNvPr id="27868" name="WordArt 326"/>
                  <p:cNvSpPr>
                    <a:spLocks noTextEdit="1"/>
                  </p:cNvSpPr>
                  <p:nvPr/>
                </p:nvSpPr>
                <p:spPr>
                  <a:xfrm>
                    <a:off x="3748" y="2374"/>
                    <a:ext cx="86" cy="8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634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o</a:t>
                    </a:r>
                  </a:p>
                </p:txBody>
              </p:sp>
            </p:grpSp>
            <p:grpSp>
              <p:nvGrpSpPr>
                <p:cNvPr id="27869" name="Group 327"/>
                <p:cNvGrpSpPr/>
                <p:nvPr/>
              </p:nvGrpSpPr>
              <p:grpSpPr>
                <a:xfrm>
                  <a:off x="4195" y="2122"/>
                  <a:ext cx="771" cy="396"/>
                  <a:chOff x="4054" y="2133"/>
                  <a:chExt cx="771" cy="396"/>
                </a:xfrm>
              </p:grpSpPr>
              <p:grpSp>
                <p:nvGrpSpPr>
                  <p:cNvPr id="27870" name="Group 328"/>
                  <p:cNvGrpSpPr/>
                  <p:nvPr/>
                </p:nvGrpSpPr>
                <p:grpSpPr>
                  <a:xfrm>
                    <a:off x="4105" y="2133"/>
                    <a:ext cx="669" cy="208"/>
                    <a:chOff x="4083" y="2155"/>
                    <a:chExt cx="669" cy="208"/>
                  </a:xfrm>
                </p:grpSpPr>
                <p:grpSp>
                  <p:nvGrpSpPr>
                    <p:cNvPr id="27871" name="Group 329"/>
                    <p:cNvGrpSpPr/>
                    <p:nvPr/>
                  </p:nvGrpSpPr>
                  <p:grpSpPr>
                    <a:xfrm>
                      <a:off x="4083" y="2164"/>
                      <a:ext cx="266" cy="199"/>
                      <a:chOff x="1036" y="1830"/>
                      <a:chExt cx="355" cy="265"/>
                    </a:xfrm>
                  </p:grpSpPr>
                  <p:sp>
                    <p:nvSpPr>
                      <p:cNvPr id="27872" name="WordArt 33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239" y="1908"/>
                        <a:ext cx="152" cy="17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chemeClr val="accent2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accent2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7873" name="WordArt 331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036" y="1830"/>
                        <a:ext cx="166" cy="265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chemeClr val="accent2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accent2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h</a:t>
                        </a:r>
                      </a:p>
                    </p:txBody>
                  </p:sp>
                </p:grpSp>
                <p:grpSp>
                  <p:nvGrpSpPr>
                    <p:cNvPr id="27874" name="Group 332"/>
                    <p:cNvGrpSpPr/>
                    <p:nvPr/>
                  </p:nvGrpSpPr>
                  <p:grpSpPr>
                    <a:xfrm>
                      <a:off x="4528" y="2155"/>
                      <a:ext cx="224" cy="197"/>
                      <a:chOff x="1554" y="1732"/>
                      <a:chExt cx="353" cy="328"/>
                    </a:xfrm>
                  </p:grpSpPr>
                  <p:sp>
                    <p:nvSpPr>
                      <p:cNvPr id="27875" name="WordArt 333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8" y="1732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101600" cap="flat" cmpd="sng">
                              <a:solidFill>
                                <a:schemeClr val="bg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27876" name="WordArt 334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4" y="1740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9525" cap="flat" cmpd="sng">
                              <a:solidFill>
                                <a:srgbClr val="FF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</p:grpSp>
                <p:sp>
                  <p:nvSpPr>
                    <p:cNvPr id="27877" name="Line 335"/>
                    <p:cNvSpPr/>
                    <p:nvPr/>
                  </p:nvSpPr>
                  <p:spPr>
                    <a:xfrm>
                      <a:off x="4396" y="2281"/>
                      <a:ext cx="124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878" name="WordArt 336"/>
                  <p:cNvSpPr>
                    <a:spLocks noTextEdit="1"/>
                  </p:cNvSpPr>
                  <p:nvPr/>
                </p:nvSpPr>
                <p:spPr>
                  <a:xfrm>
                    <a:off x="4356" y="2397"/>
                    <a:ext cx="111" cy="13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27879" name="Line 337"/>
                  <p:cNvSpPr/>
                  <p:nvPr/>
                </p:nvSpPr>
                <p:spPr>
                  <a:xfrm>
                    <a:off x="4054" y="2369"/>
                    <a:ext cx="77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880" name="Group 452"/>
              <p:cNvGrpSpPr/>
              <p:nvPr/>
            </p:nvGrpSpPr>
            <p:grpSpPr>
              <a:xfrm>
                <a:off x="1684" y="3255"/>
                <a:ext cx="2706" cy="383"/>
                <a:chOff x="1684" y="3255"/>
                <a:chExt cx="2706" cy="383"/>
              </a:xfrm>
            </p:grpSpPr>
            <p:sp>
              <p:nvSpPr>
                <p:cNvPr id="27881" name="WordArt 355"/>
                <p:cNvSpPr>
                  <a:spLocks noTextEdit="1"/>
                </p:cNvSpPr>
                <p:nvPr/>
              </p:nvSpPr>
              <p:spPr>
                <a:xfrm>
                  <a:off x="1684" y="3386"/>
                  <a:ext cx="184" cy="11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得</a:t>
                  </a:r>
                </a:p>
              </p:txBody>
            </p:sp>
            <p:grpSp>
              <p:nvGrpSpPr>
                <p:cNvPr id="27882" name="Group 357"/>
                <p:cNvGrpSpPr/>
                <p:nvPr/>
              </p:nvGrpSpPr>
              <p:grpSpPr>
                <a:xfrm>
                  <a:off x="3174" y="3433"/>
                  <a:ext cx="108" cy="55"/>
                  <a:chOff x="1260" y="2371"/>
                  <a:chExt cx="151" cy="53"/>
                </a:xfrm>
              </p:grpSpPr>
              <p:sp>
                <p:nvSpPr>
                  <p:cNvPr id="27883" name="Line 358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84" name="Line 359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885" name="Line 360"/>
                <p:cNvSpPr/>
                <p:nvPr/>
              </p:nvSpPr>
              <p:spPr>
                <a:xfrm>
                  <a:off x="4049" y="3461"/>
                  <a:ext cx="25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886" name="Line 362"/>
                <p:cNvSpPr/>
                <p:nvPr/>
              </p:nvSpPr>
              <p:spPr>
                <a:xfrm>
                  <a:off x="3888" y="3457"/>
                  <a:ext cx="93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887" name="WordArt 365"/>
                <p:cNvSpPr>
                  <a:spLocks noTextEdit="1"/>
                </p:cNvSpPr>
                <p:nvPr/>
              </p:nvSpPr>
              <p:spPr>
                <a:xfrm>
                  <a:off x="4062" y="3255"/>
                  <a:ext cx="187" cy="15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27888" name="WordArt 366"/>
                <p:cNvSpPr>
                  <a:spLocks noTextEdit="1"/>
                </p:cNvSpPr>
                <p:nvPr/>
              </p:nvSpPr>
              <p:spPr>
                <a:xfrm>
                  <a:off x="3508" y="3268"/>
                  <a:ext cx="93" cy="15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  <p:sp>
              <p:nvSpPr>
                <p:cNvPr id="27889" name="WordArt 367"/>
                <p:cNvSpPr>
                  <a:spLocks noTextEdit="1"/>
                </p:cNvSpPr>
                <p:nvPr/>
              </p:nvSpPr>
              <p:spPr>
                <a:xfrm>
                  <a:off x="3650" y="3304"/>
                  <a:ext cx="76" cy="11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27890" name="Line 368"/>
                <p:cNvSpPr/>
                <p:nvPr/>
              </p:nvSpPr>
              <p:spPr>
                <a:xfrm>
                  <a:off x="3449" y="3459"/>
                  <a:ext cx="382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891" name="WordArt 369"/>
                <p:cNvSpPr>
                  <a:spLocks noTextEdit="1"/>
                </p:cNvSpPr>
                <p:nvPr/>
              </p:nvSpPr>
              <p:spPr>
                <a:xfrm>
                  <a:off x="3467" y="3498"/>
                  <a:ext cx="157" cy="1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3968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  <p:sp>
              <p:nvSpPr>
                <p:cNvPr id="27892" name="WordArt 370"/>
                <p:cNvSpPr>
                  <a:spLocks noTextEdit="1"/>
                </p:cNvSpPr>
                <p:nvPr/>
              </p:nvSpPr>
              <p:spPr>
                <a:xfrm>
                  <a:off x="3643" y="3514"/>
                  <a:ext cx="105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27893" name="WordArt 372"/>
                <p:cNvSpPr>
                  <a:spLocks noTextEdit="1"/>
                </p:cNvSpPr>
                <p:nvPr/>
              </p:nvSpPr>
              <p:spPr>
                <a:xfrm flipV="1">
                  <a:off x="3362" y="3359"/>
                  <a:ext cx="55" cy="22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27894" name="WordArt 373"/>
                <p:cNvSpPr>
                  <a:spLocks noTextEdit="1"/>
                </p:cNvSpPr>
                <p:nvPr/>
              </p:nvSpPr>
              <p:spPr>
                <a:xfrm flipH="1" flipV="1">
                  <a:off x="4335" y="3371"/>
                  <a:ext cx="55" cy="22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27895" name="WordArt 442"/>
                <p:cNvSpPr>
                  <a:spLocks noTextEdit="1"/>
                </p:cNvSpPr>
                <p:nvPr/>
              </p:nvSpPr>
              <p:spPr>
                <a:xfrm>
                  <a:off x="4113" y="3509"/>
                  <a:ext cx="105" cy="10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</p:grpSp>
        </p:grpSp>
        <p:grpSp>
          <p:nvGrpSpPr>
            <p:cNvPr id="27896" name="Group 444"/>
            <p:cNvGrpSpPr/>
            <p:nvPr/>
          </p:nvGrpSpPr>
          <p:grpSpPr>
            <a:xfrm>
              <a:off x="1866" y="3998"/>
              <a:ext cx="306" cy="148"/>
              <a:chOff x="3956" y="1941"/>
              <a:chExt cx="437" cy="197"/>
            </a:xfrm>
          </p:grpSpPr>
          <p:grpSp>
            <p:nvGrpSpPr>
              <p:cNvPr id="27897" name="Group 445"/>
              <p:cNvGrpSpPr/>
              <p:nvPr/>
            </p:nvGrpSpPr>
            <p:grpSpPr>
              <a:xfrm>
                <a:off x="3956" y="2020"/>
                <a:ext cx="85" cy="99"/>
                <a:chOff x="1781" y="2282"/>
                <a:chExt cx="577" cy="577"/>
              </a:xfrm>
            </p:grpSpPr>
            <p:sp>
              <p:nvSpPr>
                <p:cNvPr id="27898" name="Line 446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899" name="Line 447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900" name="WordArt 448"/>
              <p:cNvSpPr>
                <a:spLocks noTextEdit="1"/>
              </p:cNvSpPr>
              <p:nvPr/>
            </p:nvSpPr>
            <p:spPr>
              <a:xfrm>
                <a:off x="4090" y="2002"/>
                <a:ext cx="134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7901" name="WordArt 449"/>
              <p:cNvSpPr>
                <a:spLocks noTextEdit="1"/>
              </p:cNvSpPr>
              <p:nvPr/>
            </p:nvSpPr>
            <p:spPr>
              <a:xfrm>
                <a:off x="4328" y="1941"/>
                <a:ext cx="65" cy="10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7902" name="Line 450"/>
              <p:cNvSpPr/>
              <p:nvPr/>
            </p:nvSpPr>
            <p:spPr>
              <a:xfrm>
                <a:off x="4241" y="1990"/>
                <a:ext cx="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3" name="WordArt 454"/>
          <p:cNvSpPr>
            <a:spLocks noTextEdit="1"/>
          </p:cNvSpPr>
          <p:nvPr/>
        </p:nvSpPr>
        <p:spPr>
          <a:xfrm>
            <a:off x="4968875" y="3622675"/>
            <a:ext cx="815975" cy="206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1.77 V</a:t>
            </a:r>
          </a:p>
        </p:txBody>
      </p:sp>
      <p:grpSp>
        <p:nvGrpSpPr>
          <p:cNvPr id="27904" name="Group 459"/>
          <p:cNvGrpSpPr/>
          <p:nvPr/>
        </p:nvGrpSpPr>
        <p:grpSpPr>
          <a:xfrm>
            <a:off x="0" y="0"/>
            <a:ext cx="9144000" cy="2298700"/>
            <a:chOff x="0" y="0"/>
            <a:chExt cx="5760" cy="1448"/>
          </a:xfrm>
        </p:grpSpPr>
        <p:grpSp>
          <p:nvGrpSpPr>
            <p:cNvPr id="27905" name="Group 460"/>
            <p:cNvGrpSpPr/>
            <p:nvPr/>
          </p:nvGrpSpPr>
          <p:grpSpPr>
            <a:xfrm>
              <a:off x="0" y="0"/>
              <a:ext cx="5760" cy="1448"/>
              <a:chOff x="0" y="0"/>
              <a:chExt cx="5760" cy="1448"/>
            </a:xfrm>
          </p:grpSpPr>
          <p:sp>
            <p:nvSpPr>
              <p:cNvPr id="27906" name="Rectangle 461" descr="羊皮纸"/>
              <p:cNvSpPr/>
              <p:nvPr/>
            </p:nvSpPr>
            <p:spPr>
              <a:xfrm>
                <a:off x="0" y="0"/>
                <a:ext cx="5760" cy="11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7907" name="Group 462"/>
              <p:cNvGrpSpPr/>
              <p:nvPr/>
            </p:nvGrpSpPr>
            <p:grpSpPr>
              <a:xfrm>
                <a:off x="609" y="183"/>
                <a:ext cx="2445" cy="792"/>
                <a:chOff x="663" y="190"/>
                <a:chExt cx="2184" cy="792"/>
              </a:xfrm>
            </p:grpSpPr>
            <p:sp>
              <p:nvSpPr>
                <p:cNvPr id="27908" name="Rectangle 463"/>
                <p:cNvSpPr/>
                <p:nvPr/>
              </p:nvSpPr>
              <p:spPr>
                <a:xfrm>
                  <a:off x="663" y="426"/>
                  <a:ext cx="2184" cy="556"/>
                </a:xfrm>
                <a:prstGeom prst="rect">
                  <a:avLst/>
                </a:prstGeom>
                <a:noFill/>
                <a:ln w="76200" cap="flat" cmpd="sng">
                  <a:solidFill>
                    <a:srgbClr val="FFC97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7909" name="Group 464"/>
                <p:cNvGrpSpPr/>
                <p:nvPr/>
              </p:nvGrpSpPr>
              <p:grpSpPr>
                <a:xfrm>
                  <a:off x="1594" y="669"/>
                  <a:ext cx="139" cy="77"/>
                  <a:chOff x="2100" y="3050"/>
                  <a:chExt cx="267" cy="103"/>
                </a:xfrm>
              </p:grpSpPr>
              <p:sp>
                <p:nvSpPr>
                  <p:cNvPr id="27910" name="Line 465"/>
                  <p:cNvSpPr/>
                  <p:nvPr/>
                </p:nvSpPr>
                <p:spPr>
                  <a:xfrm>
                    <a:off x="2100" y="3050"/>
                    <a:ext cx="267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11" name="Line 466"/>
                  <p:cNvSpPr/>
                  <p:nvPr/>
                </p:nvSpPr>
                <p:spPr>
                  <a:xfrm flipV="1">
                    <a:off x="2100" y="3152"/>
                    <a:ext cx="265" cy="1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7912" name="Group 467"/>
                <p:cNvGrpSpPr/>
                <p:nvPr/>
              </p:nvGrpSpPr>
              <p:grpSpPr>
                <a:xfrm>
                  <a:off x="874" y="544"/>
                  <a:ext cx="606" cy="344"/>
                  <a:chOff x="3053" y="716"/>
                  <a:chExt cx="602" cy="323"/>
                </a:xfrm>
              </p:grpSpPr>
              <p:sp>
                <p:nvSpPr>
                  <p:cNvPr id="27913" name="WordArt 468"/>
                  <p:cNvSpPr>
                    <a:spLocks noTextEdit="1"/>
                  </p:cNvSpPr>
                  <p:nvPr/>
                </p:nvSpPr>
                <p:spPr>
                  <a:xfrm>
                    <a:off x="3254" y="827"/>
                    <a:ext cx="152" cy="12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27914" name="WordArt 469"/>
                  <p:cNvSpPr>
                    <a:spLocks noTextEdit="1"/>
                  </p:cNvSpPr>
                  <p:nvPr/>
                </p:nvSpPr>
                <p:spPr>
                  <a:xfrm>
                    <a:off x="3100" y="716"/>
                    <a:ext cx="68" cy="11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27915" name="WordArt 470"/>
                  <p:cNvSpPr>
                    <a:spLocks noTextEdit="1"/>
                  </p:cNvSpPr>
                  <p:nvPr/>
                </p:nvSpPr>
                <p:spPr>
                  <a:xfrm>
                    <a:off x="3098" y="928"/>
                    <a:ext cx="78" cy="11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27916" name="Line 471"/>
                  <p:cNvSpPr/>
                  <p:nvPr/>
                </p:nvSpPr>
                <p:spPr>
                  <a:xfrm>
                    <a:off x="3053" y="876"/>
                    <a:ext cx="19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17" name="WordArt 472"/>
                  <p:cNvSpPr>
                    <a:spLocks noTextEdit="1"/>
                  </p:cNvSpPr>
                  <p:nvPr/>
                </p:nvSpPr>
                <p:spPr>
                  <a:xfrm>
                    <a:off x="3573" y="880"/>
                    <a:ext cx="58" cy="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  <p:sp>
                <p:nvSpPr>
                  <p:cNvPr id="27918" name="WordArt 473"/>
                  <p:cNvSpPr>
                    <a:spLocks noTextEdit="1"/>
                  </p:cNvSpPr>
                  <p:nvPr/>
                </p:nvSpPr>
                <p:spPr>
                  <a:xfrm>
                    <a:off x="3448" y="829"/>
                    <a:ext cx="115" cy="11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Book Antiqua" panose="02040602050305030304" charset="0"/>
                        <a:ea typeface="Book Antiqua" panose="02040602050305030304" charset="0"/>
                      </a:rPr>
                      <a:t>v</a:t>
                    </a:r>
                  </a:p>
                </p:txBody>
              </p:sp>
              <p:sp>
                <p:nvSpPr>
                  <p:cNvPr id="27919" name="WordArt 474"/>
                  <p:cNvSpPr>
                    <a:spLocks noTextEdit="1"/>
                  </p:cNvSpPr>
                  <p:nvPr/>
                </p:nvSpPr>
                <p:spPr>
                  <a:xfrm>
                    <a:off x="3592" y="750"/>
                    <a:ext cx="63" cy="7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</p:grpSp>
            <p:grpSp>
              <p:nvGrpSpPr>
                <p:cNvPr id="27920" name="Group 475"/>
                <p:cNvGrpSpPr/>
                <p:nvPr/>
              </p:nvGrpSpPr>
              <p:grpSpPr>
                <a:xfrm>
                  <a:off x="1827" y="563"/>
                  <a:ext cx="783" cy="281"/>
                  <a:chOff x="4384" y="1905"/>
                  <a:chExt cx="783" cy="281"/>
                </a:xfrm>
              </p:grpSpPr>
              <p:grpSp>
                <p:nvGrpSpPr>
                  <p:cNvPr id="27921" name="Group 476"/>
                  <p:cNvGrpSpPr/>
                  <p:nvPr/>
                </p:nvGrpSpPr>
                <p:grpSpPr>
                  <a:xfrm>
                    <a:off x="4384" y="1905"/>
                    <a:ext cx="307" cy="280"/>
                    <a:chOff x="1036" y="1830"/>
                    <a:chExt cx="355" cy="265"/>
                  </a:xfrm>
                </p:grpSpPr>
                <p:sp>
                  <p:nvSpPr>
                    <p:cNvPr id="27922" name="WordArt 477"/>
                    <p:cNvSpPr>
                      <a:spLocks noTextEdit="1"/>
                    </p:cNvSpPr>
                    <p:nvPr/>
                  </p:nvSpPr>
                  <p:spPr>
                    <a:xfrm>
                      <a:off x="1239" y="1908"/>
                      <a:ext cx="152" cy="17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n</a:t>
                      </a:r>
                    </a:p>
                  </p:txBody>
                </p:sp>
                <p:sp>
                  <p:nvSpPr>
                    <p:cNvPr id="27923" name="WordArt 478"/>
                    <p:cNvSpPr>
                      <a:spLocks noTextEdit="1"/>
                    </p:cNvSpPr>
                    <p:nvPr/>
                  </p:nvSpPr>
                  <p:spPr>
                    <a:xfrm>
                      <a:off x="1036" y="1830"/>
                      <a:ext cx="166" cy="2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7924" name="Group 479"/>
                  <p:cNvGrpSpPr/>
                  <p:nvPr/>
                </p:nvGrpSpPr>
                <p:grpSpPr>
                  <a:xfrm>
                    <a:off x="4910" y="1909"/>
                    <a:ext cx="257" cy="277"/>
                    <a:chOff x="1554" y="1732"/>
                    <a:chExt cx="353" cy="328"/>
                  </a:xfrm>
                </p:grpSpPr>
                <p:sp>
                  <p:nvSpPr>
                    <p:cNvPr id="27925" name="WordArt 480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7926" name="WordArt 481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  <p:sp>
                <p:nvSpPr>
                  <p:cNvPr id="27927" name="Line 482"/>
                  <p:cNvSpPr/>
                  <p:nvPr/>
                </p:nvSpPr>
                <p:spPr>
                  <a:xfrm>
                    <a:off x="4745" y="2070"/>
                    <a:ext cx="143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928" name="WordArt 483"/>
                <p:cNvSpPr>
                  <a:spLocks noTextEdit="1"/>
                </p:cNvSpPr>
                <p:nvPr/>
              </p:nvSpPr>
              <p:spPr>
                <a:xfrm>
                  <a:off x="1028" y="190"/>
                  <a:ext cx="1447" cy="13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光电效应方程</a:t>
                  </a:r>
                </a:p>
              </p:txBody>
            </p:sp>
          </p:grpSp>
          <p:grpSp>
            <p:nvGrpSpPr>
              <p:cNvPr id="27929" name="Group 484"/>
              <p:cNvGrpSpPr/>
              <p:nvPr/>
            </p:nvGrpSpPr>
            <p:grpSpPr>
              <a:xfrm>
                <a:off x="3301" y="276"/>
                <a:ext cx="2208" cy="938"/>
                <a:chOff x="3071" y="207"/>
                <a:chExt cx="2446" cy="953"/>
              </a:xfrm>
            </p:grpSpPr>
            <p:grpSp>
              <p:nvGrpSpPr>
                <p:cNvPr id="27930" name="Group 485"/>
                <p:cNvGrpSpPr/>
                <p:nvPr/>
              </p:nvGrpSpPr>
              <p:grpSpPr>
                <a:xfrm>
                  <a:off x="3181" y="731"/>
                  <a:ext cx="801" cy="210"/>
                  <a:chOff x="2981" y="769"/>
                  <a:chExt cx="801" cy="210"/>
                </a:xfrm>
              </p:grpSpPr>
              <p:grpSp>
                <p:nvGrpSpPr>
                  <p:cNvPr id="27931" name="Group 486"/>
                  <p:cNvGrpSpPr/>
                  <p:nvPr/>
                </p:nvGrpSpPr>
                <p:grpSpPr>
                  <a:xfrm>
                    <a:off x="3248" y="857"/>
                    <a:ext cx="147" cy="53"/>
                    <a:chOff x="1260" y="2371"/>
                    <a:chExt cx="151" cy="53"/>
                  </a:xfrm>
                </p:grpSpPr>
                <p:sp>
                  <p:nvSpPr>
                    <p:cNvPr id="27932" name="Line 487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933" name="Line 488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7934" name="Group 489"/>
                  <p:cNvGrpSpPr/>
                  <p:nvPr/>
                </p:nvGrpSpPr>
                <p:grpSpPr>
                  <a:xfrm>
                    <a:off x="3456" y="823"/>
                    <a:ext cx="326" cy="156"/>
                    <a:chOff x="3456" y="823"/>
                    <a:chExt cx="326" cy="156"/>
                  </a:xfrm>
                </p:grpSpPr>
                <p:grpSp>
                  <p:nvGrpSpPr>
                    <p:cNvPr id="27935" name="Group 490"/>
                    <p:cNvGrpSpPr/>
                    <p:nvPr/>
                  </p:nvGrpSpPr>
                  <p:grpSpPr>
                    <a:xfrm>
                      <a:off x="3569" y="829"/>
                      <a:ext cx="213" cy="150"/>
                      <a:chOff x="3071" y="3339"/>
                      <a:chExt cx="245" cy="177"/>
                    </a:xfrm>
                  </p:grpSpPr>
                  <p:sp>
                    <p:nvSpPr>
                      <p:cNvPr id="27936" name="WordArt 491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071" y="3339"/>
                        <a:ext cx="200" cy="15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34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27937" name="WordArt 492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236" y="3416"/>
                        <a:ext cx="80" cy="10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k</a:t>
                        </a:r>
                      </a:p>
                    </p:txBody>
                  </p:sp>
                </p:grpSp>
                <p:sp>
                  <p:nvSpPr>
                    <p:cNvPr id="27938" name="WordArt 493"/>
                    <p:cNvSpPr>
                      <a:spLocks noTextEdit="1"/>
                    </p:cNvSpPr>
                    <p:nvPr/>
                  </p:nvSpPr>
                  <p:spPr>
                    <a:xfrm>
                      <a:off x="3456" y="823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  <p:grpSp>
                <p:nvGrpSpPr>
                  <p:cNvPr id="27939" name="Group 494"/>
                  <p:cNvGrpSpPr/>
                  <p:nvPr/>
                </p:nvGrpSpPr>
                <p:grpSpPr>
                  <a:xfrm>
                    <a:off x="2981" y="769"/>
                    <a:ext cx="193" cy="205"/>
                    <a:chOff x="1554" y="1732"/>
                    <a:chExt cx="353" cy="328"/>
                  </a:xfrm>
                </p:grpSpPr>
                <p:sp>
                  <p:nvSpPr>
                    <p:cNvPr id="27940" name="WordArt 495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7941" name="WordArt 496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</p:grpSp>
            <p:sp>
              <p:nvSpPr>
                <p:cNvPr id="27942" name="Rectangle 497"/>
                <p:cNvSpPr/>
                <p:nvPr/>
              </p:nvSpPr>
              <p:spPr>
                <a:xfrm>
                  <a:off x="3071" y="569"/>
                  <a:ext cx="1075" cy="561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CC9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7943" name="Group 498"/>
                <p:cNvGrpSpPr/>
                <p:nvPr/>
              </p:nvGrpSpPr>
              <p:grpSpPr>
                <a:xfrm>
                  <a:off x="4350" y="492"/>
                  <a:ext cx="1167" cy="668"/>
                  <a:chOff x="4383" y="483"/>
                  <a:chExt cx="1167" cy="668"/>
                </a:xfrm>
              </p:grpSpPr>
              <p:grpSp>
                <p:nvGrpSpPr>
                  <p:cNvPr id="27944" name="Group 499"/>
                  <p:cNvGrpSpPr/>
                  <p:nvPr/>
                </p:nvGrpSpPr>
                <p:grpSpPr>
                  <a:xfrm>
                    <a:off x="4485" y="537"/>
                    <a:ext cx="876" cy="203"/>
                    <a:chOff x="3019" y="3823"/>
                    <a:chExt cx="876" cy="203"/>
                  </a:xfrm>
                </p:grpSpPr>
                <p:grpSp>
                  <p:nvGrpSpPr>
                    <p:cNvPr id="27945" name="Group 500"/>
                    <p:cNvGrpSpPr/>
                    <p:nvPr/>
                  </p:nvGrpSpPr>
                  <p:grpSpPr>
                    <a:xfrm>
                      <a:off x="3019" y="3878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7946" name="WordArt 501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7947" name="WordArt 502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grpSp>
                  <p:nvGrpSpPr>
                    <p:cNvPr id="27948" name="Group 503"/>
                    <p:cNvGrpSpPr/>
                    <p:nvPr/>
                  </p:nvGrpSpPr>
                  <p:grpSpPr>
                    <a:xfrm>
                      <a:off x="3245" y="3901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7949" name="Line 504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950" name="Line 505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27951" name="Group 506"/>
                    <p:cNvGrpSpPr/>
                    <p:nvPr/>
                  </p:nvGrpSpPr>
                  <p:grpSpPr>
                    <a:xfrm>
                      <a:off x="3460" y="3823"/>
                      <a:ext cx="183" cy="171"/>
                      <a:chOff x="1554" y="1732"/>
                      <a:chExt cx="353" cy="328"/>
                    </a:xfrm>
                  </p:grpSpPr>
                  <p:sp>
                    <p:nvSpPr>
                      <p:cNvPr id="27952" name="WordArt 507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8" y="1732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101600" cap="flat" cmpd="sng">
                              <a:solidFill>
                                <a:schemeClr val="bg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27953" name="WordArt 508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4" y="1740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9525" cap="flat" cmpd="sng">
                              <a:solidFill>
                                <a:srgbClr val="FF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</p:grpSp>
                <p:sp>
                  <p:nvSpPr>
                    <p:cNvPr id="27954" name="Line 509"/>
                    <p:cNvSpPr/>
                    <p:nvPr/>
                  </p:nvSpPr>
                  <p:spPr>
                    <a:xfrm flipH="1">
                      <a:off x="3664" y="3824"/>
                      <a:ext cx="107" cy="17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955" name="WordArt 510"/>
                    <p:cNvSpPr>
                      <a:spLocks noTextEdit="1"/>
                    </p:cNvSpPr>
                    <p:nvPr/>
                  </p:nvSpPr>
                  <p:spPr>
                    <a:xfrm>
                      <a:off x="3780" y="3823"/>
                      <a:ext cx="115" cy="187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7956" name="Group 511"/>
                  <p:cNvGrpSpPr/>
                  <p:nvPr/>
                </p:nvGrpSpPr>
                <p:grpSpPr>
                  <a:xfrm>
                    <a:off x="4472" y="861"/>
                    <a:ext cx="895" cy="238"/>
                    <a:chOff x="4688" y="3809"/>
                    <a:chExt cx="895" cy="238"/>
                  </a:xfrm>
                </p:grpSpPr>
                <p:sp>
                  <p:nvSpPr>
                    <p:cNvPr id="27957" name="WordArt 512"/>
                    <p:cNvSpPr>
                      <a:spLocks noTextEdit="1"/>
                    </p:cNvSpPr>
                    <p:nvPr/>
                  </p:nvSpPr>
                  <p:spPr>
                    <a:xfrm>
                      <a:off x="4903" y="3900"/>
                      <a:ext cx="65" cy="78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27958" name="WordArt 513"/>
                    <p:cNvSpPr>
                      <a:spLocks noTextEdit="1"/>
                    </p:cNvSpPr>
                    <p:nvPr/>
                  </p:nvSpPr>
                  <p:spPr>
                    <a:xfrm>
                      <a:off x="4688" y="3840"/>
                      <a:ext cx="191" cy="14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63968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l</a:t>
                      </a:r>
                    </a:p>
                  </p:txBody>
                </p:sp>
                <p:grpSp>
                  <p:nvGrpSpPr>
                    <p:cNvPr id="27959" name="Group 514"/>
                    <p:cNvGrpSpPr/>
                    <p:nvPr/>
                  </p:nvGrpSpPr>
                  <p:grpSpPr>
                    <a:xfrm>
                      <a:off x="5033" y="3892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7960" name="Line 515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961" name="Line 516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7962" name="Line 517"/>
                    <p:cNvSpPr/>
                    <p:nvPr/>
                  </p:nvSpPr>
                  <p:spPr>
                    <a:xfrm flipH="1">
                      <a:off x="5268" y="3809"/>
                      <a:ext cx="169" cy="2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27963" name="Group 518"/>
                    <p:cNvGrpSpPr/>
                    <p:nvPr/>
                  </p:nvGrpSpPr>
                  <p:grpSpPr>
                    <a:xfrm>
                      <a:off x="5421" y="3899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7964" name="WordArt 51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7965" name="WordArt 52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sp>
                  <p:nvSpPr>
                    <p:cNvPr id="27966" name="WordArt 521"/>
                    <p:cNvSpPr>
                      <a:spLocks noTextEdit="1"/>
                    </p:cNvSpPr>
                    <p:nvPr/>
                  </p:nvSpPr>
                  <p:spPr>
                    <a:xfrm>
                      <a:off x="5237" y="3831"/>
                      <a:ext cx="8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</a:p>
                  </p:txBody>
                </p:sp>
              </p:grpSp>
              <p:sp>
                <p:nvSpPr>
                  <p:cNvPr id="27967" name="Rectangle 522"/>
                  <p:cNvSpPr/>
                  <p:nvPr/>
                </p:nvSpPr>
                <p:spPr>
                  <a:xfrm>
                    <a:off x="4383" y="483"/>
                    <a:ext cx="1167" cy="668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rgbClr val="00CC99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7968" name="WordArt 523"/>
                <p:cNvSpPr>
                  <a:spLocks noTextEdit="1"/>
                </p:cNvSpPr>
                <p:nvPr/>
              </p:nvSpPr>
              <p:spPr>
                <a:xfrm>
                  <a:off x="3139" y="379"/>
                  <a:ext cx="863" cy="12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逸出电势差</a:t>
                  </a:r>
                </a:p>
              </p:txBody>
            </p:sp>
            <p:sp>
              <p:nvSpPr>
                <p:cNvPr id="27969" name="WordArt 524"/>
                <p:cNvSpPr>
                  <a:spLocks noTextEdit="1"/>
                </p:cNvSpPr>
                <p:nvPr/>
              </p:nvSpPr>
              <p:spPr>
                <a:xfrm>
                  <a:off x="3176" y="223"/>
                  <a:ext cx="824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逸出功与</a:t>
                  </a:r>
                </a:p>
              </p:txBody>
            </p:sp>
            <p:grpSp>
              <p:nvGrpSpPr>
                <p:cNvPr id="27970" name="Group 525"/>
                <p:cNvGrpSpPr/>
                <p:nvPr/>
              </p:nvGrpSpPr>
              <p:grpSpPr>
                <a:xfrm>
                  <a:off x="4487" y="207"/>
                  <a:ext cx="821" cy="227"/>
                  <a:chOff x="4289" y="213"/>
                  <a:chExt cx="844" cy="258"/>
                </a:xfrm>
              </p:grpSpPr>
              <p:sp>
                <p:nvSpPr>
                  <p:cNvPr id="27971" name="WordArt 526"/>
                  <p:cNvSpPr>
                    <a:spLocks noTextEdit="1"/>
                  </p:cNvSpPr>
                  <p:nvPr/>
                </p:nvSpPr>
                <p:spPr>
                  <a:xfrm>
                    <a:off x="4289" y="213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红限频率</a:t>
                    </a:r>
                  </a:p>
                </p:txBody>
              </p:sp>
              <p:sp>
                <p:nvSpPr>
                  <p:cNvPr id="27972" name="WordArt 527"/>
                  <p:cNvSpPr>
                    <a:spLocks noTextEdit="1"/>
                  </p:cNvSpPr>
                  <p:nvPr/>
                </p:nvSpPr>
                <p:spPr>
                  <a:xfrm>
                    <a:off x="4309" y="356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红限波长</a:t>
                    </a:r>
                  </a:p>
                </p:txBody>
              </p:sp>
            </p:grpSp>
          </p:grpSp>
          <p:sp>
            <p:nvSpPr>
              <p:cNvPr id="27973" name="Rectangle 528" descr="羊皮纸"/>
              <p:cNvSpPr/>
              <p:nvPr/>
            </p:nvSpPr>
            <p:spPr>
              <a:xfrm>
                <a:off x="0" y="1376"/>
                <a:ext cx="5760" cy="7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974" name="WordArt 529"/>
              <p:cNvSpPr>
                <a:spLocks noTextEdit="1"/>
              </p:cNvSpPr>
              <p:nvPr/>
            </p:nvSpPr>
            <p:spPr>
              <a:xfrm rot="5400000">
                <a:off x="-180" y="664"/>
                <a:ext cx="848" cy="170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归纳</a:t>
                </a:r>
              </a:p>
            </p:txBody>
          </p:sp>
          <p:sp>
            <p:nvSpPr>
              <p:cNvPr id="27975" name="Rectangle 530" descr="羊皮纸"/>
              <p:cNvSpPr/>
              <p:nvPr/>
            </p:nvSpPr>
            <p:spPr>
              <a:xfrm>
                <a:off x="456" y="0"/>
                <a:ext cx="56" cy="1416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7976" name="Group 531"/>
              <p:cNvGrpSpPr/>
              <p:nvPr/>
            </p:nvGrpSpPr>
            <p:grpSpPr>
              <a:xfrm>
                <a:off x="609" y="1075"/>
                <a:ext cx="2430" cy="254"/>
                <a:chOff x="609" y="1075"/>
                <a:chExt cx="2430" cy="254"/>
              </a:xfrm>
            </p:grpSpPr>
            <p:grpSp>
              <p:nvGrpSpPr>
                <p:cNvPr id="27977" name="Group 532"/>
                <p:cNvGrpSpPr/>
                <p:nvPr/>
              </p:nvGrpSpPr>
              <p:grpSpPr>
                <a:xfrm>
                  <a:off x="904" y="1075"/>
                  <a:ext cx="2135" cy="227"/>
                  <a:chOff x="728" y="1082"/>
                  <a:chExt cx="2135" cy="227"/>
                </a:xfrm>
              </p:grpSpPr>
              <p:grpSp>
                <p:nvGrpSpPr>
                  <p:cNvPr id="27978" name="Group 533"/>
                  <p:cNvGrpSpPr/>
                  <p:nvPr/>
                </p:nvGrpSpPr>
                <p:grpSpPr>
                  <a:xfrm>
                    <a:off x="728" y="1082"/>
                    <a:ext cx="398" cy="227"/>
                    <a:chOff x="1929" y="687"/>
                    <a:chExt cx="489" cy="250"/>
                  </a:xfrm>
                </p:grpSpPr>
                <p:sp>
                  <p:nvSpPr>
                    <p:cNvPr id="27979" name="WordArt 534"/>
                    <p:cNvSpPr>
                      <a:spLocks noTextEdit="1"/>
                    </p:cNvSpPr>
                    <p:nvPr/>
                  </p:nvSpPr>
                  <p:spPr>
                    <a:xfrm>
                      <a:off x="1959" y="844"/>
                      <a:ext cx="81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7980" name="WordArt 535"/>
                    <p:cNvSpPr>
                      <a:spLocks noTextEdit="1"/>
                    </p:cNvSpPr>
                    <p:nvPr/>
                  </p:nvSpPr>
                  <p:spPr>
                    <a:xfrm>
                      <a:off x="1968" y="687"/>
                      <a:ext cx="60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7981" name="Line 536"/>
                    <p:cNvSpPr/>
                    <p:nvPr/>
                  </p:nvSpPr>
                  <p:spPr>
                    <a:xfrm>
                      <a:off x="1929" y="812"/>
                      <a:ext cx="14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982" name="WordArt 537"/>
                    <p:cNvSpPr>
                      <a:spLocks noTextEdit="1"/>
                    </p:cNvSpPr>
                    <p:nvPr/>
                  </p:nvSpPr>
                  <p:spPr>
                    <a:xfrm>
                      <a:off x="2109" y="762"/>
                      <a:ext cx="136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</a:p>
                  </p:txBody>
                </p:sp>
                <p:sp>
                  <p:nvSpPr>
                    <p:cNvPr id="27983" name="WordArt 538"/>
                    <p:cNvSpPr>
                      <a:spLocks noTextEdit="1"/>
                    </p:cNvSpPr>
                    <p:nvPr/>
                  </p:nvSpPr>
                  <p:spPr>
                    <a:xfrm>
                      <a:off x="2280" y="759"/>
                      <a:ext cx="9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Book Antiqua" panose="02040602050305030304" charset="0"/>
                          <a:ea typeface="Book Antiqua" panose="02040602050305030304" charset="0"/>
                        </a:rPr>
                        <a:t>v</a:t>
                      </a:r>
                    </a:p>
                  </p:txBody>
                </p:sp>
                <p:sp>
                  <p:nvSpPr>
                    <p:cNvPr id="27984" name="WordArt 539"/>
                    <p:cNvSpPr>
                      <a:spLocks noTextEdit="1"/>
                    </p:cNvSpPr>
                    <p:nvPr/>
                  </p:nvSpPr>
                  <p:spPr>
                    <a:xfrm>
                      <a:off x="2382" y="842"/>
                      <a:ext cx="36" cy="6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</p:grpSp>
              <p:grpSp>
                <p:nvGrpSpPr>
                  <p:cNvPr id="27985" name="Group 540"/>
                  <p:cNvGrpSpPr/>
                  <p:nvPr/>
                </p:nvGrpSpPr>
                <p:grpSpPr>
                  <a:xfrm>
                    <a:off x="1829" y="1159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7986" name="Line 541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987" name="Line 542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988" name="WordArt 543"/>
                  <p:cNvSpPr>
                    <a:spLocks noTextEdit="1"/>
                  </p:cNvSpPr>
                  <p:nvPr/>
                </p:nvSpPr>
                <p:spPr>
                  <a:xfrm>
                    <a:off x="2027" y="1130"/>
                    <a:ext cx="95" cy="12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27989" name="WordArt 544"/>
                  <p:cNvSpPr>
                    <a:spLocks noTextEdit="1"/>
                  </p:cNvSpPr>
                  <p:nvPr/>
                </p:nvSpPr>
                <p:spPr>
                  <a:xfrm>
                    <a:off x="2200" y="1107"/>
                    <a:ext cx="94" cy="15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k</a:t>
                    </a:r>
                  </a:p>
                </p:txBody>
              </p:sp>
              <p:sp>
                <p:nvSpPr>
                  <p:cNvPr id="27990" name="WordArt 545"/>
                  <p:cNvSpPr>
                    <a:spLocks noTextEdit="1"/>
                  </p:cNvSpPr>
                  <p:nvPr/>
                </p:nvSpPr>
                <p:spPr>
                  <a:xfrm>
                    <a:off x="2326" y="1119"/>
                    <a:ext cx="116" cy="14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  <p:sp>
                <p:nvSpPr>
                  <p:cNvPr id="27991" name="Line 546"/>
                  <p:cNvSpPr/>
                  <p:nvPr/>
                </p:nvSpPr>
                <p:spPr>
                  <a:xfrm>
                    <a:off x="2464" y="1179"/>
                    <a:ext cx="1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7992" name="Group 547"/>
                  <p:cNvGrpSpPr/>
                  <p:nvPr/>
                </p:nvGrpSpPr>
                <p:grpSpPr>
                  <a:xfrm>
                    <a:off x="2612" y="1120"/>
                    <a:ext cx="175" cy="134"/>
                    <a:chOff x="3071" y="3339"/>
                    <a:chExt cx="245" cy="177"/>
                  </a:xfrm>
                </p:grpSpPr>
                <p:sp>
                  <p:nvSpPr>
                    <p:cNvPr id="27993" name="WordArt 548"/>
                    <p:cNvSpPr>
                      <a:spLocks noTextEdit="1"/>
                    </p:cNvSpPr>
                    <p:nvPr/>
                  </p:nvSpPr>
                  <p:spPr>
                    <a:xfrm>
                      <a:off x="3071" y="3339"/>
                      <a:ext cx="200" cy="15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34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</a:p>
                  </p:txBody>
                </p:sp>
                <p:sp>
                  <p:nvSpPr>
                    <p:cNvPr id="27994" name="WordArt 549"/>
                    <p:cNvSpPr>
                      <a:spLocks noTextEdit="1"/>
                    </p:cNvSpPr>
                    <p:nvPr/>
                  </p:nvSpPr>
                  <p:spPr>
                    <a:xfrm>
                      <a:off x="3236" y="3416"/>
                      <a:ext cx="80" cy="10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</a:p>
                  </p:txBody>
                </p:sp>
              </p:grpSp>
              <p:sp>
                <p:nvSpPr>
                  <p:cNvPr id="27995" name="WordArt 550"/>
                  <p:cNvSpPr>
                    <a:spLocks noTextEdit="1"/>
                  </p:cNvSpPr>
                  <p:nvPr/>
                </p:nvSpPr>
                <p:spPr>
                  <a:xfrm>
                    <a:off x="2143" y="111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sp>
                <p:nvSpPr>
                  <p:cNvPr id="27996" name="WordArt 551"/>
                  <p:cNvSpPr>
                    <a:spLocks noTextEdit="1"/>
                  </p:cNvSpPr>
                  <p:nvPr/>
                </p:nvSpPr>
                <p:spPr>
                  <a:xfrm flipH="1">
                    <a:off x="2820" y="110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grpSp>
                <p:nvGrpSpPr>
                  <p:cNvPr id="27997" name="Group 552"/>
                  <p:cNvGrpSpPr/>
                  <p:nvPr/>
                </p:nvGrpSpPr>
                <p:grpSpPr>
                  <a:xfrm>
                    <a:off x="1195" y="1163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7998" name="Line 553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999" name="Line 554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8000" name="Group 555"/>
                  <p:cNvGrpSpPr/>
                  <p:nvPr/>
                </p:nvGrpSpPr>
                <p:grpSpPr>
                  <a:xfrm>
                    <a:off x="1379" y="1116"/>
                    <a:ext cx="339" cy="132"/>
                    <a:chOff x="1364" y="1117"/>
                    <a:chExt cx="339" cy="132"/>
                  </a:xfrm>
                </p:grpSpPr>
                <p:grpSp>
                  <p:nvGrpSpPr>
                    <p:cNvPr id="28001" name="Group 557"/>
                    <p:cNvGrpSpPr/>
                    <p:nvPr/>
                  </p:nvGrpSpPr>
                  <p:grpSpPr>
                    <a:xfrm>
                      <a:off x="1550" y="1117"/>
                      <a:ext cx="153" cy="132"/>
                      <a:chOff x="1858" y="3286"/>
                      <a:chExt cx="204" cy="172"/>
                    </a:xfrm>
                  </p:grpSpPr>
                  <p:sp>
                    <p:nvSpPr>
                      <p:cNvPr id="28002" name="WordArt 558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858" y="3286"/>
                        <a:ext cx="141" cy="155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b="1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28003" name="WordArt 55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983" y="3375"/>
                        <a:ext cx="79" cy="83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634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o</a:t>
                        </a:r>
                      </a:p>
                    </p:txBody>
                  </p:sp>
                </p:grpSp>
                <p:sp>
                  <p:nvSpPr>
                    <p:cNvPr id="28004" name="WordArt 562"/>
                    <p:cNvSpPr>
                      <a:spLocks noTextEdit="1"/>
                    </p:cNvSpPr>
                    <p:nvPr/>
                  </p:nvSpPr>
                  <p:spPr>
                    <a:xfrm>
                      <a:off x="1364" y="1120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</p:grpSp>
            <p:sp>
              <p:nvSpPr>
                <p:cNvPr id="28005" name="WordArt 563"/>
                <p:cNvSpPr>
                  <a:spLocks noTextEdit="1"/>
                </p:cNvSpPr>
                <p:nvPr/>
              </p:nvSpPr>
              <p:spPr>
                <a:xfrm>
                  <a:off x="609" y="1099"/>
                  <a:ext cx="220" cy="2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实验</a:t>
                  </a:r>
                </a:p>
              </p:txBody>
            </p:sp>
          </p:grpSp>
        </p:grpSp>
        <p:sp>
          <p:nvSpPr>
            <p:cNvPr id="28006" name="WordArt 564"/>
            <p:cNvSpPr>
              <a:spLocks noTextEdit="1"/>
            </p:cNvSpPr>
            <p:nvPr/>
          </p:nvSpPr>
          <p:spPr>
            <a:xfrm>
              <a:off x="1276" y="1055"/>
              <a:ext cx="51" cy="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28007" name="Group 565"/>
          <p:cNvGrpSpPr/>
          <p:nvPr/>
        </p:nvGrpSpPr>
        <p:grpSpPr>
          <a:xfrm>
            <a:off x="219075" y="2451100"/>
            <a:ext cx="793750" cy="442913"/>
            <a:chOff x="396" y="441"/>
            <a:chExt cx="619" cy="368"/>
          </a:xfrm>
        </p:grpSpPr>
        <p:sp>
          <p:nvSpPr>
            <p:cNvPr id="28008" name="Oval 566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009" name="WordArt 567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566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19208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7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28674" name="Rectangle 366" descr="羊皮纸"/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64"/>
          <p:cNvGrpSpPr/>
          <p:nvPr/>
        </p:nvGrpSpPr>
        <p:grpSpPr>
          <a:xfrm>
            <a:off x="0" y="2236788"/>
            <a:ext cx="3167063" cy="4621212"/>
            <a:chOff x="0" y="1409"/>
            <a:chExt cx="1995" cy="2911"/>
          </a:xfrm>
        </p:grpSpPr>
        <p:sp>
          <p:nvSpPr>
            <p:cNvPr id="28676" name="WordArt 169"/>
            <p:cNvSpPr>
              <a:spLocks noTextEdit="1"/>
            </p:cNvSpPr>
            <p:nvPr/>
          </p:nvSpPr>
          <p:spPr>
            <a:xfrm>
              <a:off x="913" y="1630"/>
              <a:ext cx="484" cy="1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已知</a:t>
              </a:r>
            </a:p>
          </p:txBody>
        </p:sp>
        <p:sp>
          <p:nvSpPr>
            <p:cNvPr id="28677" name="WordArt 215"/>
            <p:cNvSpPr>
              <a:spLocks noTextEdit="1"/>
            </p:cNvSpPr>
            <p:nvPr/>
          </p:nvSpPr>
          <p:spPr>
            <a:xfrm>
              <a:off x="338" y="2224"/>
              <a:ext cx="37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4.2eV</a:t>
              </a:r>
            </a:p>
          </p:txBody>
        </p:sp>
        <p:sp>
          <p:nvSpPr>
            <p:cNvPr id="28678" name="WordArt 233"/>
            <p:cNvSpPr>
              <a:spLocks noTextEdit="1"/>
            </p:cNvSpPr>
            <p:nvPr/>
          </p:nvSpPr>
          <p:spPr>
            <a:xfrm>
              <a:off x="229" y="1922"/>
              <a:ext cx="1631" cy="1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某金属移出一个电子需要</a:t>
              </a:r>
            </a:p>
          </p:txBody>
        </p:sp>
        <p:grpSp>
          <p:nvGrpSpPr>
            <p:cNvPr id="28679" name="Group 373"/>
            <p:cNvGrpSpPr/>
            <p:nvPr/>
          </p:nvGrpSpPr>
          <p:grpSpPr>
            <a:xfrm>
              <a:off x="273" y="2487"/>
              <a:ext cx="761" cy="150"/>
              <a:chOff x="849" y="2857"/>
              <a:chExt cx="1137" cy="211"/>
            </a:xfrm>
          </p:grpSpPr>
          <p:sp>
            <p:nvSpPr>
              <p:cNvPr id="28680" name="WordArt 234"/>
              <p:cNvSpPr>
                <a:spLocks noTextEdit="1"/>
              </p:cNvSpPr>
              <p:nvPr/>
            </p:nvSpPr>
            <p:spPr>
              <a:xfrm>
                <a:off x="1284" y="2868"/>
                <a:ext cx="311" cy="1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200</a:t>
                </a:r>
              </a:p>
            </p:txBody>
          </p:sp>
          <p:sp>
            <p:nvSpPr>
              <p:cNvPr id="28681" name="WordArt 235"/>
              <p:cNvSpPr>
                <a:spLocks noTextEdit="1"/>
              </p:cNvSpPr>
              <p:nvPr/>
            </p:nvSpPr>
            <p:spPr>
              <a:xfrm>
                <a:off x="1655" y="2889"/>
                <a:ext cx="331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nm</a:t>
                </a:r>
              </a:p>
            </p:txBody>
          </p:sp>
          <p:sp>
            <p:nvSpPr>
              <p:cNvPr id="28682" name="WordArt 236"/>
              <p:cNvSpPr>
                <a:spLocks noTextEdit="1"/>
              </p:cNvSpPr>
              <p:nvPr/>
            </p:nvSpPr>
            <p:spPr>
              <a:xfrm>
                <a:off x="849" y="2857"/>
                <a:ext cx="142" cy="2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grpSp>
            <p:nvGrpSpPr>
              <p:cNvPr id="28683" name="Group 237"/>
              <p:cNvGrpSpPr/>
              <p:nvPr/>
            </p:nvGrpSpPr>
            <p:grpSpPr>
              <a:xfrm>
                <a:off x="1029" y="2910"/>
                <a:ext cx="189" cy="78"/>
                <a:chOff x="1260" y="2371"/>
                <a:chExt cx="151" cy="53"/>
              </a:xfrm>
            </p:grpSpPr>
            <p:sp>
              <p:nvSpPr>
                <p:cNvPr id="28684" name="Line 238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685" name="Line 239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8686" name="WordArt 372"/>
            <p:cNvSpPr>
              <a:spLocks noTextEdit="1"/>
            </p:cNvSpPr>
            <p:nvPr/>
          </p:nvSpPr>
          <p:spPr>
            <a:xfrm>
              <a:off x="806" y="2196"/>
              <a:ext cx="932" cy="1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的能量,今用</a:t>
              </a:r>
            </a:p>
          </p:txBody>
        </p:sp>
        <p:sp>
          <p:nvSpPr>
            <p:cNvPr id="28687" name="WordArt 375"/>
            <p:cNvSpPr>
              <a:spLocks noTextEdit="1"/>
            </p:cNvSpPr>
            <p:nvPr/>
          </p:nvSpPr>
          <p:spPr>
            <a:xfrm>
              <a:off x="1101" y="2456"/>
              <a:ext cx="671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的光照射</a:t>
              </a:r>
            </a:p>
          </p:txBody>
        </p:sp>
        <p:sp>
          <p:nvSpPr>
            <p:cNvPr id="28688" name="WordArt 228"/>
            <p:cNvSpPr>
              <a:spLocks noTextEdit="1"/>
            </p:cNvSpPr>
            <p:nvPr/>
          </p:nvSpPr>
          <p:spPr>
            <a:xfrm>
              <a:off x="907" y="2795"/>
              <a:ext cx="311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求</a:t>
              </a:r>
            </a:p>
          </p:txBody>
        </p:sp>
        <p:sp>
          <p:nvSpPr>
            <p:cNvPr id="28689" name="WordArt 229"/>
            <p:cNvSpPr>
              <a:spLocks noTextEdit="1"/>
            </p:cNvSpPr>
            <p:nvPr/>
          </p:nvSpPr>
          <p:spPr>
            <a:xfrm>
              <a:off x="503" y="3331"/>
              <a:ext cx="943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遏止电势差</a:t>
              </a:r>
            </a:p>
          </p:txBody>
        </p:sp>
        <p:sp>
          <p:nvSpPr>
            <p:cNvPr id="28690" name="WordArt 256"/>
            <p:cNvSpPr>
              <a:spLocks noTextEdit="1"/>
            </p:cNvSpPr>
            <p:nvPr/>
          </p:nvSpPr>
          <p:spPr>
            <a:xfrm>
              <a:off x="504" y="3065"/>
              <a:ext cx="1240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光电子最大动能</a:t>
              </a:r>
            </a:p>
          </p:txBody>
        </p:sp>
        <p:grpSp>
          <p:nvGrpSpPr>
            <p:cNvPr id="28691" name="Group 376"/>
            <p:cNvGrpSpPr/>
            <p:nvPr/>
          </p:nvGrpSpPr>
          <p:grpSpPr>
            <a:xfrm>
              <a:off x="268" y="3099"/>
              <a:ext cx="181" cy="122"/>
              <a:chOff x="3887" y="3555"/>
              <a:chExt cx="292" cy="164"/>
            </a:xfrm>
          </p:grpSpPr>
          <p:sp>
            <p:nvSpPr>
              <p:cNvPr id="28692" name="WordArt 377"/>
              <p:cNvSpPr>
                <a:spLocks noTextEdit="1"/>
              </p:cNvSpPr>
              <p:nvPr/>
            </p:nvSpPr>
            <p:spPr>
              <a:xfrm>
                <a:off x="3999" y="3561"/>
                <a:ext cx="75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8693" name="WordArt 378"/>
              <p:cNvSpPr>
                <a:spLocks noTextEdit="1"/>
              </p:cNvSpPr>
              <p:nvPr/>
            </p:nvSpPr>
            <p:spPr>
              <a:xfrm flipH="1">
                <a:off x="4118" y="3555"/>
                <a:ext cx="61" cy="16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8694" name="WordArt 379"/>
              <p:cNvSpPr>
                <a:spLocks noTextEdit="1"/>
              </p:cNvSpPr>
              <p:nvPr/>
            </p:nvSpPr>
            <p:spPr>
              <a:xfrm>
                <a:off x="3887" y="3555"/>
                <a:ext cx="61" cy="16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</p:grpSp>
        <p:grpSp>
          <p:nvGrpSpPr>
            <p:cNvPr id="28695" name="Group 380"/>
            <p:cNvGrpSpPr/>
            <p:nvPr/>
          </p:nvGrpSpPr>
          <p:grpSpPr>
            <a:xfrm>
              <a:off x="262" y="3363"/>
              <a:ext cx="195" cy="123"/>
              <a:chOff x="293" y="2568"/>
              <a:chExt cx="264" cy="145"/>
            </a:xfrm>
          </p:grpSpPr>
          <p:sp>
            <p:nvSpPr>
              <p:cNvPr id="28696" name="WordArt 381"/>
              <p:cNvSpPr>
                <a:spLocks noTextEdit="1"/>
              </p:cNvSpPr>
              <p:nvPr/>
            </p:nvSpPr>
            <p:spPr>
              <a:xfrm>
                <a:off x="383" y="2573"/>
                <a:ext cx="87" cy="1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8697" name="WordArt 382"/>
              <p:cNvSpPr>
                <a:spLocks noTextEdit="1"/>
              </p:cNvSpPr>
              <p:nvPr/>
            </p:nvSpPr>
            <p:spPr>
              <a:xfrm flipH="1">
                <a:off x="502" y="2568"/>
                <a:ext cx="55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8698" name="WordArt 383"/>
              <p:cNvSpPr>
                <a:spLocks noTextEdit="1"/>
              </p:cNvSpPr>
              <p:nvPr/>
            </p:nvSpPr>
            <p:spPr>
              <a:xfrm>
                <a:off x="293" y="2568"/>
                <a:ext cx="55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</p:grpSp>
        <p:grpSp>
          <p:nvGrpSpPr>
            <p:cNvPr id="28699" name="Group 384"/>
            <p:cNvGrpSpPr/>
            <p:nvPr/>
          </p:nvGrpSpPr>
          <p:grpSpPr>
            <a:xfrm>
              <a:off x="267" y="3665"/>
              <a:ext cx="195" cy="137"/>
              <a:chOff x="301" y="3056"/>
              <a:chExt cx="264" cy="145"/>
            </a:xfrm>
          </p:grpSpPr>
          <p:sp>
            <p:nvSpPr>
              <p:cNvPr id="28700" name="WordArt 385"/>
              <p:cNvSpPr>
                <a:spLocks noTextEdit="1"/>
              </p:cNvSpPr>
              <p:nvPr/>
            </p:nvSpPr>
            <p:spPr>
              <a:xfrm>
                <a:off x="391" y="3066"/>
                <a:ext cx="93" cy="1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537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8701" name="WordArt 386"/>
              <p:cNvSpPr>
                <a:spLocks noTextEdit="1"/>
              </p:cNvSpPr>
              <p:nvPr/>
            </p:nvSpPr>
            <p:spPr>
              <a:xfrm flipH="1">
                <a:off x="510" y="3056"/>
                <a:ext cx="55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8702" name="WordArt 387"/>
              <p:cNvSpPr>
                <a:spLocks noTextEdit="1"/>
              </p:cNvSpPr>
              <p:nvPr/>
            </p:nvSpPr>
            <p:spPr>
              <a:xfrm>
                <a:off x="301" y="3056"/>
                <a:ext cx="55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</p:grpSp>
        <p:sp>
          <p:nvSpPr>
            <p:cNvPr id="28703" name="WordArt 407"/>
            <p:cNvSpPr>
              <a:spLocks noTextEdit="1"/>
            </p:cNvSpPr>
            <p:nvPr/>
          </p:nvSpPr>
          <p:spPr>
            <a:xfrm>
              <a:off x="518" y="3632"/>
              <a:ext cx="1147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该金属的红限波长</a:t>
              </a:r>
            </a:p>
          </p:txBody>
        </p:sp>
        <p:sp>
          <p:nvSpPr>
            <p:cNvPr id="28704" name="Rectangle 408" descr="羊皮纸"/>
            <p:cNvSpPr/>
            <p:nvPr/>
          </p:nvSpPr>
          <p:spPr>
            <a:xfrm>
              <a:off x="1941" y="1409"/>
              <a:ext cx="54" cy="2911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5" name="Rectangle 425" descr="羊皮纸"/>
            <p:cNvSpPr/>
            <p:nvPr/>
          </p:nvSpPr>
          <p:spPr>
            <a:xfrm>
              <a:off x="0" y="3918"/>
              <a:ext cx="1982" cy="47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6" name="WordArt 426"/>
            <p:cNvSpPr>
              <a:spLocks noTextEdit="1"/>
            </p:cNvSpPr>
            <p:nvPr/>
          </p:nvSpPr>
          <p:spPr>
            <a:xfrm>
              <a:off x="297" y="4034"/>
              <a:ext cx="230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1eV</a:t>
              </a:r>
            </a:p>
          </p:txBody>
        </p:sp>
        <p:grpSp>
          <p:nvGrpSpPr>
            <p:cNvPr id="28707" name="Group 427"/>
            <p:cNvGrpSpPr/>
            <p:nvPr/>
          </p:nvGrpSpPr>
          <p:grpSpPr>
            <a:xfrm>
              <a:off x="599" y="4081"/>
              <a:ext cx="123" cy="55"/>
              <a:chOff x="1260" y="2371"/>
              <a:chExt cx="151" cy="53"/>
            </a:xfrm>
          </p:grpSpPr>
          <p:sp>
            <p:nvSpPr>
              <p:cNvPr id="28708" name="Line 42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09" name="Line 42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710" name="Group 430"/>
            <p:cNvGrpSpPr/>
            <p:nvPr/>
          </p:nvGrpSpPr>
          <p:grpSpPr>
            <a:xfrm>
              <a:off x="813" y="4025"/>
              <a:ext cx="650" cy="127"/>
              <a:chOff x="3425" y="3439"/>
              <a:chExt cx="723" cy="142"/>
            </a:xfrm>
          </p:grpSpPr>
          <p:sp>
            <p:nvSpPr>
              <p:cNvPr id="28711" name="WordArt 431"/>
              <p:cNvSpPr>
                <a:spLocks noTextEdit="1"/>
              </p:cNvSpPr>
              <p:nvPr/>
            </p:nvSpPr>
            <p:spPr>
              <a:xfrm>
                <a:off x="3425" y="3460"/>
                <a:ext cx="250" cy="1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1.60</a:t>
                </a:r>
              </a:p>
            </p:txBody>
          </p:sp>
          <p:sp>
            <p:nvSpPr>
              <p:cNvPr id="28712" name="WordArt 432"/>
              <p:cNvSpPr>
                <a:spLocks noTextEdit="1"/>
              </p:cNvSpPr>
              <p:nvPr/>
            </p:nvSpPr>
            <p:spPr>
              <a:xfrm>
                <a:off x="3837" y="3463"/>
                <a:ext cx="12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8713" name="WordArt 433"/>
              <p:cNvSpPr>
                <a:spLocks noTextEdit="1"/>
              </p:cNvSpPr>
              <p:nvPr/>
            </p:nvSpPr>
            <p:spPr>
              <a:xfrm>
                <a:off x="4062" y="3439"/>
                <a:ext cx="86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8714" name="Group 434"/>
              <p:cNvGrpSpPr/>
              <p:nvPr/>
            </p:nvGrpSpPr>
            <p:grpSpPr>
              <a:xfrm>
                <a:off x="3709" y="3484"/>
                <a:ext cx="80" cy="86"/>
                <a:chOff x="1781" y="2282"/>
                <a:chExt cx="577" cy="577"/>
              </a:xfrm>
            </p:grpSpPr>
            <p:sp>
              <p:nvSpPr>
                <p:cNvPr id="28715" name="Line 435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716" name="Line 436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717" name="Line 437"/>
              <p:cNvSpPr/>
              <p:nvPr/>
            </p:nvSpPr>
            <p:spPr>
              <a:xfrm>
                <a:off x="3981" y="3469"/>
                <a:ext cx="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718" name="WordArt 438"/>
            <p:cNvSpPr>
              <a:spLocks noTextEdit="1"/>
            </p:cNvSpPr>
            <p:nvPr/>
          </p:nvSpPr>
          <p:spPr>
            <a:xfrm>
              <a:off x="1535" y="4045"/>
              <a:ext cx="66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</p:grpSp>
      <p:grpSp>
        <p:nvGrpSpPr>
          <p:cNvPr id="11" name="Group 563"/>
          <p:cNvGrpSpPr/>
          <p:nvPr/>
        </p:nvGrpSpPr>
        <p:grpSpPr>
          <a:xfrm>
            <a:off x="3371850" y="2476500"/>
            <a:ext cx="5148263" cy="1603375"/>
            <a:chOff x="2124" y="1560"/>
            <a:chExt cx="3243" cy="1010"/>
          </a:xfrm>
        </p:grpSpPr>
        <p:grpSp>
          <p:nvGrpSpPr>
            <p:cNvPr id="28720" name="Group 414"/>
            <p:cNvGrpSpPr/>
            <p:nvPr/>
          </p:nvGrpSpPr>
          <p:grpSpPr>
            <a:xfrm>
              <a:off x="2494" y="1579"/>
              <a:ext cx="530" cy="288"/>
              <a:chOff x="2825" y="1709"/>
              <a:chExt cx="446" cy="288"/>
            </a:xfrm>
          </p:grpSpPr>
          <p:sp>
            <p:nvSpPr>
              <p:cNvPr id="28721" name="WordArt 20"/>
              <p:cNvSpPr>
                <a:spLocks noTextEdit="1"/>
              </p:cNvSpPr>
              <p:nvPr/>
            </p:nvSpPr>
            <p:spPr>
              <a:xfrm>
                <a:off x="2974" y="1816"/>
                <a:ext cx="112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28722" name="WordArt 21"/>
              <p:cNvSpPr>
                <a:spLocks noTextEdit="1"/>
              </p:cNvSpPr>
              <p:nvPr/>
            </p:nvSpPr>
            <p:spPr>
              <a:xfrm>
                <a:off x="2860" y="1709"/>
                <a:ext cx="50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8723" name="WordArt 22"/>
              <p:cNvSpPr>
                <a:spLocks noTextEdit="1"/>
              </p:cNvSpPr>
              <p:nvPr/>
            </p:nvSpPr>
            <p:spPr>
              <a:xfrm>
                <a:off x="2858" y="1890"/>
                <a:ext cx="58" cy="1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8724" name="Line 23"/>
              <p:cNvSpPr/>
              <p:nvPr/>
            </p:nvSpPr>
            <p:spPr>
              <a:xfrm>
                <a:off x="2825" y="1865"/>
                <a:ext cx="14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25" name="WordArt 24"/>
              <p:cNvSpPr>
                <a:spLocks noTextEdit="1"/>
              </p:cNvSpPr>
              <p:nvPr/>
            </p:nvSpPr>
            <p:spPr>
              <a:xfrm>
                <a:off x="3210" y="1868"/>
                <a:ext cx="42" cy="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8726" name="WordArt 25"/>
              <p:cNvSpPr>
                <a:spLocks noTextEdit="1"/>
              </p:cNvSpPr>
              <p:nvPr/>
            </p:nvSpPr>
            <p:spPr>
              <a:xfrm>
                <a:off x="3118" y="1819"/>
                <a:ext cx="84" cy="11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28727" name="WordArt 26"/>
              <p:cNvSpPr>
                <a:spLocks noTextEdit="1"/>
              </p:cNvSpPr>
              <p:nvPr/>
            </p:nvSpPr>
            <p:spPr>
              <a:xfrm>
                <a:off x="3225" y="1742"/>
                <a:ext cx="46" cy="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28728" name="WordArt 10"/>
            <p:cNvSpPr>
              <a:spLocks noTextEdit="1"/>
            </p:cNvSpPr>
            <p:nvPr/>
          </p:nvSpPr>
          <p:spPr>
            <a:xfrm>
              <a:off x="3443" y="1630"/>
              <a:ext cx="116" cy="14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grpSp>
          <p:nvGrpSpPr>
            <p:cNvPr id="28729" name="Group 11"/>
            <p:cNvGrpSpPr/>
            <p:nvPr/>
          </p:nvGrpSpPr>
          <p:grpSpPr>
            <a:xfrm>
              <a:off x="3708" y="1596"/>
              <a:ext cx="214" cy="174"/>
              <a:chOff x="1554" y="1732"/>
              <a:chExt cx="353" cy="328"/>
            </a:xfrm>
          </p:grpSpPr>
          <p:sp>
            <p:nvSpPr>
              <p:cNvPr id="28730" name="WordArt 12"/>
              <p:cNvSpPr>
                <a:spLocks noTextEdit="1"/>
              </p:cNvSpPr>
              <p:nvPr/>
            </p:nvSpPr>
            <p:spPr>
              <a:xfrm>
                <a:off x="1558" y="1732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1016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8731" name="WordArt 13"/>
              <p:cNvSpPr>
                <a:spLocks noTextEdit="1"/>
              </p:cNvSpPr>
              <p:nvPr/>
            </p:nvSpPr>
            <p:spPr>
              <a:xfrm>
                <a:off x="1554" y="1740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sp>
          <p:nvSpPr>
            <p:cNvPr id="28732" name="WordArt 14"/>
            <p:cNvSpPr>
              <a:spLocks noTextEdit="1"/>
            </p:cNvSpPr>
            <p:nvPr/>
          </p:nvSpPr>
          <p:spPr>
            <a:xfrm>
              <a:off x="3290" y="1608"/>
              <a:ext cx="115" cy="1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8733" name="Line 15"/>
            <p:cNvSpPr/>
            <p:nvPr/>
          </p:nvSpPr>
          <p:spPr>
            <a:xfrm>
              <a:off x="3582" y="1707"/>
              <a:ext cx="12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8734" name="Group 16"/>
            <p:cNvGrpSpPr/>
            <p:nvPr/>
          </p:nvGrpSpPr>
          <p:grpSpPr>
            <a:xfrm>
              <a:off x="3112" y="1688"/>
              <a:ext cx="126" cy="52"/>
              <a:chOff x="2100" y="3050"/>
              <a:chExt cx="267" cy="103"/>
            </a:xfrm>
          </p:grpSpPr>
          <p:sp>
            <p:nvSpPr>
              <p:cNvPr id="28735" name="Line 17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36" name="Line 18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737" name="Group 31"/>
            <p:cNvGrpSpPr/>
            <p:nvPr/>
          </p:nvGrpSpPr>
          <p:grpSpPr>
            <a:xfrm>
              <a:off x="3970" y="1664"/>
              <a:ext cx="125" cy="51"/>
              <a:chOff x="2100" y="3050"/>
              <a:chExt cx="267" cy="103"/>
            </a:xfrm>
          </p:grpSpPr>
          <p:sp>
            <p:nvSpPr>
              <p:cNvPr id="28738" name="Line 32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39" name="Line 33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740" name="Group 34"/>
            <p:cNvGrpSpPr/>
            <p:nvPr/>
          </p:nvGrpSpPr>
          <p:grpSpPr>
            <a:xfrm>
              <a:off x="4157" y="1560"/>
              <a:ext cx="333" cy="294"/>
              <a:chOff x="4886" y="2321"/>
              <a:chExt cx="376" cy="338"/>
            </a:xfrm>
          </p:grpSpPr>
          <p:sp>
            <p:nvSpPr>
              <p:cNvPr id="28741" name="WordArt 35"/>
              <p:cNvSpPr>
                <a:spLocks noTextEdit="1"/>
              </p:cNvSpPr>
              <p:nvPr/>
            </p:nvSpPr>
            <p:spPr>
              <a:xfrm>
                <a:off x="4886" y="2370"/>
                <a:ext cx="130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28742" name="WordArt 36"/>
              <p:cNvSpPr>
                <a:spLocks noTextEdit="1"/>
              </p:cNvSpPr>
              <p:nvPr/>
            </p:nvSpPr>
            <p:spPr>
              <a:xfrm>
                <a:off x="5108" y="2321"/>
                <a:ext cx="102" cy="1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28743" name="Line 37"/>
              <p:cNvSpPr/>
              <p:nvPr/>
            </p:nvSpPr>
            <p:spPr>
              <a:xfrm>
                <a:off x="5048" y="2484"/>
                <a:ext cx="21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44" name="WordArt 38"/>
              <p:cNvSpPr>
                <a:spLocks noTextEdit="1"/>
              </p:cNvSpPr>
              <p:nvPr/>
            </p:nvSpPr>
            <p:spPr>
              <a:xfrm>
                <a:off x="5059" y="2508"/>
                <a:ext cx="169" cy="15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3968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</p:grpSp>
        <p:sp>
          <p:nvSpPr>
            <p:cNvPr id="28745" name="WordArt 39"/>
            <p:cNvSpPr>
              <a:spLocks noTextEdit="1"/>
            </p:cNvSpPr>
            <p:nvPr/>
          </p:nvSpPr>
          <p:spPr>
            <a:xfrm>
              <a:off x="4594" y="1596"/>
              <a:ext cx="212" cy="1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6625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8746" name="Line 40"/>
            <p:cNvSpPr/>
            <p:nvPr/>
          </p:nvSpPr>
          <p:spPr>
            <a:xfrm flipV="1">
              <a:off x="4519" y="1680"/>
              <a:ext cx="102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8747" name="Group 51"/>
            <p:cNvGrpSpPr/>
            <p:nvPr/>
          </p:nvGrpSpPr>
          <p:grpSpPr>
            <a:xfrm>
              <a:off x="3579" y="1928"/>
              <a:ext cx="466" cy="149"/>
              <a:chOff x="3929" y="2700"/>
              <a:chExt cx="488" cy="139"/>
            </a:xfrm>
          </p:grpSpPr>
          <p:grpSp>
            <p:nvGrpSpPr>
              <p:cNvPr id="28748" name="Group 52"/>
              <p:cNvGrpSpPr/>
              <p:nvPr/>
            </p:nvGrpSpPr>
            <p:grpSpPr>
              <a:xfrm>
                <a:off x="4057" y="2744"/>
                <a:ext cx="73" cy="83"/>
                <a:chOff x="1781" y="2282"/>
                <a:chExt cx="577" cy="577"/>
              </a:xfrm>
            </p:grpSpPr>
            <p:sp>
              <p:nvSpPr>
                <p:cNvPr id="28749" name="Line 5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750" name="Line 5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8751" name="Group 55"/>
              <p:cNvGrpSpPr/>
              <p:nvPr/>
            </p:nvGrpSpPr>
            <p:grpSpPr>
              <a:xfrm>
                <a:off x="4207" y="2700"/>
                <a:ext cx="210" cy="139"/>
                <a:chOff x="3296" y="3733"/>
                <a:chExt cx="233" cy="144"/>
              </a:xfrm>
            </p:grpSpPr>
            <p:sp>
              <p:nvSpPr>
                <p:cNvPr id="28752" name="WordArt 56"/>
                <p:cNvSpPr>
                  <a:spLocks noTextEdit="1"/>
                </p:cNvSpPr>
                <p:nvPr/>
              </p:nvSpPr>
              <p:spPr>
                <a:xfrm>
                  <a:off x="3296" y="3759"/>
                  <a:ext cx="126" cy="11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8753" name="WordArt 57"/>
                <p:cNvSpPr>
                  <a:spLocks noTextEdit="1"/>
                </p:cNvSpPr>
                <p:nvPr/>
              </p:nvSpPr>
              <p:spPr>
                <a:xfrm>
                  <a:off x="3464" y="3733"/>
                  <a:ext cx="65" cy="7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8</a:t>
                  </a:r>
                </a:p>
              </p:txBody>
            </p:sp>
          </p:grpSp>
          <p:sp>
            <p:nvSpPr>
              <p:cNvPr id="28754" name="WordArt 58"/>
              <p:cNvSpPr>
                <a:spLocks noTextEdit="1"/>
              </p:cNvSpPr>
              <p:nvPr/>
            </p:nvSpPr>
            <p:spPr>
              <a:xfrm>
                <a:off x="3929" y="2728"/>
                <a:ext cx="64" cy="1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28755" name="Group 440"/>
            <p:cNvGrpSpPr/>
            <p:nvPr/>
          </p:nvGrpSpPr>
          <p:grpSpPr>
            <a:xfrm>
              <a:off x="2503" y="2045"/>
              <a:ext cx="716" cy="150"/>
              <a:chOff x="2787" y="1937"/>
              <a:chExt cx="716" cy="150"/>
            </a:xfrm>
          </p:grpSpPr>
          <p:sp>
            <p:nvSpPr>
              <p:cNvPr id="28756" name="Line 41"/>
              <p:cNvSpPr/>
              <p:nvPr/>
            </p:nvSpPr>
            <p:spPr>
              <a:xfrm>
                <a:off x="3349" y="1974"/>
                <a:ext cx="49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8757" name="Group 42"/>
              <p:cNvGrpSpPr/>
              <p:nvPr/>
            </p:nvGrpSpPr>
            <p:grpSpPr>
              <a:xfrm>
                <a:off x="3101" y="1985"/>
                <a:ext cx="75" cy="89"/>
                <a:chOff x="1781" y="2282"/>
                <a:chExt cx="577" cy="577"/>
              </a:xfrm>
            </p:grpSpPr>
            <p:sp>
              <p:nvSpPr>
                <p:cNvPr id="28758" name="Line 4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759" name="Line 4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760" name="WordArt 45"/>
              <p:cNvSpPr>
                <a:spLocks noTextEdit="1"/>
              </p:cNvSpPr>
              <p:nvPr/>
            </p:nvSpPr>
            <p:spPr>
              <a:xfrm>
                <a:off x="3219" y="1965"/>
                <a:ext cx="119" cy="12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8761" name="WordArt 46"/>
              <p:cNvSpPr>
                <a:spLocks noTextEdit="1"/>
              </p:cNvSpPr>
              <p:nvPr/>
            </p:nvSpPr>
            <p:spPr>
              <a:xfrm>
                <a:off x="3423" y="1937"/>
                <a:ext cx="80" cy="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34</a:t>
                </a:r>
              </a:p>
            </p:txBody>
          </p:sp>
          <p:sp>
            <p:nvSpPr>
              <p:cNvPr id="28762" name="WordArt 47"/>
              <p:cNvSpPr>
                <a:spLocks noTextEdit="1"/>
              </p:cNvSpPr>
              <p:nvPr/>
            </p:nvSpPr>
            <p:spPr>
              <a:xfrm>
                <a:off x="2787" y="1957"/>
                <a:ext cx="257" cy="1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6.63</a:t>
                </a:r>
              </a:p>
            </p:txBody>
          </p:sp>
        </p:grpSp>
        <p:grpSp>
          <p:nvGrpSpPr>
            <p:cNvPr id="28763" name="Group 48"/>
            <p:cNvGrpSpPr/>
            <p:nvPr/>
          </p:nvGrpSpPr>
          <p:grpSpPr>
            <a:xfrm>
              <a:off x="3274" y="2108"/>
              <a:ext cx="76" cy="89"/>
              <a:chOff x="1781" y="2282"/>
              <a:chExt cx="577" cy="577"/>
            </a:xfrm>
          </p:grpSpPr>
          <p:sp>
            <p:nvSpPr>
              <p:cNvPr id="28764" name="Line 49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65" name="Line 50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766" name="WordArt 60"/>
            <p:cNvSpPr>
              <a:spLocks noTextEdit="1"/>
            </p:cNvSpPr>
            <p:nvPr/>
          </p:nvSpPr>
          <p:spPr>
            <a:xfrm>
              <a:off x="4392" y="2090"/>
              <a:ext cx="168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4.2</a:t>
              </a:r>
            </a:p>
          </p:txBody>
        </p:sp>
        <p:grpSp>
          <p:nvGrpSpPr>
            <p:cNvPr id="28767" name="Group 444"/>
            <p:cNvGrpSpPr/>
            <p:nvPr/>
          </p:nvGrpSpPr>
          <p:grpSpPr>
            <a:xfrm>
              <a:off x="4717" y="2076"/>
              <a:ext cx="650" cy="158"/>
              <a:chOff x="4870" y="2068"/>
              <a:chExt cx="650" cy="158"/>
            </a:xfrm>
          </p:grpSpPr>
          <p:sp>
            <p:nvSpPr>
              <p:cNvPr id="28768" name="WordArt 62"/>
              <p:cNvSpPr>
                <a:spLocks noTextEdit="1"/>
              </p:cNvSpPr>
              <p:nvPr/>
            </p:nvSpPr>
            <p:spPr>
              <a:xfrm>
                <a:off x="4870" y="2091"/>
                <a:ext cx="225" cy="12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1.60</a:t>
                </a:r>
              </a:p>
            </p:txBody>
          </p:sp>
          <p:sp>
            <p:nvSpPr>
              <p:cNvPr id="28769" name="WordArt 63"/>
              <p:cNvSpPr>
                <a:spLocks noTextEdit="1"/>
              </p:cNvSpPr>
              <p:nvPr/>
            </p:nvSpPr>
            <p:spPr>
              <a:xfrm>
                <a:off x="5240" y="2095"/>
                <a:ext cx="114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8770" name="WordArt 64"/>
              <p:cNvSpPr>
                <a:spLocks noTextEdit="1"/>
              </p:cNvSpPr>
              <p:nvPr/>
            </p:nvSpPr>
            <p:spPr>
              <a:xfrm>
                <a:off x="5443" y="2068"/>
                <a:ext cx="77" cy="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8771" name="Group 65"/>
              <p:cNvGrpSpPr/>
              <p:nvPr/>
            </p:nvGrpSpPr>
            <p:grpSpPr>
              <a:xfrm>
                <a:off x="5125" y="2118"/>
                <a:ext cx="72" cy="96"/>
                <a:chOff x="1781" y="2282"/>
                <a:chExt cx="577" cy="577"/>
              </a:xfrm>
            </p:grpSpPr>
            <p:sp>
              <p:nvSpPr>
                <p:cNvPr id="28772" name="Line 66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773" name="Line 67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774" name="Line 68"/>
              <p:cNvSpPr/>
              <p:nvPr/>
            </p:nvSpPr>
            <p:spPr>
              <a:xfrm>
                <a:off x="5370" y="2101"/>
                <a:ext cx="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775" name="Group 69"/>
            <p:cNvGrpSpPr/>
            <p:nvPr/>
          </p:nvGrpSpPr>
          <p:grpSpPr>
            <a:xfrm>
              <a:off x="2274" y="2122"/>
              <a:ext cx="125" cy="54"/>
              <a:chOff x="1260" y="2371"/>
              <a:chExt cx="151" cy="53"/>
            </a:xfrm>
          </p:grpSpPr>
          <p:sp>
            <p:nvSpPr>
              <p:cNvPr id="28776" name="Line 70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77" name="Line 71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778" name="Group 72"/>
            <p:cNvGrpSpPr/>
            <p:nvPr/>
          </p:nvGrpSpPr>
          <p:grpSpPr>
            <a:xfrm>
              <a:off x="3502" y="2155"/>
              <a:ext cx="639" cy="140"/>
              <a:chOff x="3176" y="2929"/>
              <a:chExt cx="682" cy="141"/>
            </a:xfrm>
          </p:grpSpPr>
          <p:sp>
            <p:nvSpPr>
              <p:cNvPr id="28779" name="WordArt 73"/>
              <p:cNvSpPr>
                <a:spLocks noTextEdit="1"/>
              </p:cNvSpPr>
              <p:nvPr/>
            </p:nvSpPr>
            <p:spPr>
              <a:xfrm>
                <a:off x="3176" y="2958"/>
                <a:ext cx="243" cy="1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200</a:t>
                </a:r>
              </a:p>
            </p:txBody>
          </p:sp>
          <p:sp>
            <p:nvSpPr>
              <p:cNvPr id="28780" name="WordArt 74"/>
              <p:cNvSpPr>
                <a:spLocks noTextEdit="1"/>
              </p:cNvSpPr>
              <p:nvPr/>
            </p:nvSpPr>
            <p:spPr>
              <a:xfrm>
                <a:off x="3589" y="2955"/>
                <a:ext cx="122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8781" name="WordArt 75"/>
              <p:cNvSpPr>
                <a:spLocks noTextEdit="1"/>
              </p:cNvSpPr>
              <p:nvPr/>
            </p:nvSpPr>
            <p:spPr>
              <a:xfrm>
                <a:off x="3807" y="2929"/>
                <a:ext cx="51" cy="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9</a:t>
                </a:r>
              </a:p>
            </p:txBody>
          </p:sp>
          <p:grpSp>
            <p:nvGrpSpPr>
              <p:cNvPr id="28782" name="Group 76"/>
              <p:cNvGrpSpPr/>
              <p:nvPr/>
            </p:nvGrpSpPr>
            <p:grpSpPr>
              <a:xfrm>
                <a:off x="3476" y="2976"/>
                <a:ext cx="78" cy="83"/>
                <a:chOff x="1781" y="2282"/>
                <a:chExt cx="577" cy="577"/>
              </a:xfrm>
            </p:grpSpPr>
            <p:sp>
              <p:nvSpPr>
                <p:cNvPr id="28783" name="Line 77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784" name="Line 78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785" name="Line 79"/>
              <p:cNvSpPr/>
              <p:nvPr/>
            </p:nvSpPr>
            <p:spPr>
              <a:xfrm>
                <a:off x="3738" y="2958"/>
                <a:ext cx="4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786" name="Line 80"/>
            <p:cNvSpPr/>
            <p:nvPr/>
          </p:nvSpPr>
          <p:spPr>
            <a:xfrm flipV="1">
              <a:off x="4255" y="2141"/>
              <a:ext cx="102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87" name="Line 81"/>
            <p:cNvSpPr/>
            <p:nvPr/>
          </p:nvSpPr>
          <p:spPr>
            <a:xfrm>
              <a:off x="3415" y="2138"/>
              <a:ext cx="770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8788" name="Group 82"/>
            <p:cNvGrpSpPr/>
            <p:nvPr/>
          </p:nvGrpSpPr>
          <p:grpSpPr>
            <a:xfrm>
              <a:off x="2269" y="2490"/>
              <a:ext cx="142" cy="44"/>
              <a:chOff x="2100" y="3050"/>
              <a:chExt cx="267" cy="103"/>
            </a:xfrm>
          </p:grpSpPr>
          <p:sp>
            <p:nvSpPr>
              <p:cNvPr id="28789" name="Line 83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90" name="Line 84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791" name="WordArt 91"/>
            <p:cNvSpPr>
              <a:spLocks noTextEdit="1"/>
            </p:cNvSpPr>
            <p:nvPr/>
          </p:nvSpPr>
          <p:spPr>
            <a:xfrm>
              <a:off x="3550" y="2438"/>
              <a:ext cx="292" cy="1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2.00</a:t>
              </a:r>
            </a:p>
          </p:txBody>
        </p:sp>
        <p:sp>
          <p:nvSpPr>
            <p:cNvPr id="28792" name="WordArt 92"/>
            <p:cNvSpPr>
              <a:spLocks noTextEdit="1"/>
            </p:cNvSpPr>
            <p:nvPr/>
          </p:nvSpPr>
          <p:spPr>
            <a:xfrm>
              <a:off x="3907" y="2423"/>
              <a:ext cx="195" cy="1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eV</a:t>
              </a:r>
            </a:p>
          </p:txBody>
        </p:sp>
        <p:grpSp>
          <p:nvGrpSpPr>
            <p:cNvPr id="28793" name="Group 409"/>
            <p:cNvGrpSpPr/>
            <p:nvPr/>
          </p:nvGrpSpPr>
          <p:grpSpPr>
            <a:xfrm>
              <a:off x="2124" y="1683"/>
              <a:ext cx="181" cy="122"/>
              <a:chOff x="3887" y="3555"/>
              <a:chExt cx="292" cy="164"/>
            </a:xfrm>
          </p:grpSpPr>
          <p:sp>
            <p:nvSpPr>
              <p:cNvPr id="28794" name="WordArt 410"/>
              <p:cNvSpPr>
                <a:spLocks noTextEdit="1"/>
              </p:cNvSpPr>
              <p:nvPr/>
            </p:nvSpPr>
            <p:spPr>
              <a:xfrm>
                <a:off x="3999" y="3561"/>
                <a:ext cx="75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8795" name="WordArt 411"/>
              <p:cNvSpPr>
                <a:spLocks noTextEdit="1"/>
              </p:cNvSpPr>
              <p:nvPr/>
            </p:nvSpPr>
            <p:spPr>
              <a:xfrm flipH="1">
                <a:off x="4118" y="3555"/>
                <a:ext cx="61" cy="16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8796" name="WordArt 412"/>
              <p:cNvSpPr>
                <a:spLocks noTextEdit="1"/>
              </p:cNvSpPr>
              <p:nvPr/>
            </p:nvSpPr>
            <p:spPr>
              <a:xfrm>
                <a:off x="3887" y="3555"/>
                <a:ext cx="61" cy="16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</p:grpSp>
        <p:grpSp>
          <p:nvGrpSpPr>
            <p:cNvPr id="28797" name="Group 441"/>
            <p:cNvGrpSpPr/>
            <p:nvPr/>
          </p:nvGrpSpPr>
          <p:grpSpPr>
            <a:xfrm>
              <a:off x="4593" y="2108"/>
              <a:ext cx="72" cy="96"/>
              <a:chOff x="1781" y="2282"/>
              <a:chExt cx="577" cy="577"/>
            </a:xfrm>
          </p:grpSpPr>
          <p:sp>
            <p:nvSpPr>
              <p:cNvPr id="28798" name="Line 442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99" name="Line 443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800" name="Group 457"/>
            <p:cNvGrpSpPr/>
            <p:nvPr/>
          </p:nvGrpSpPr>
          <p:grpSpPr>
            <a:xfrm>
              <a:off x="2472" y="2412"/>
              <a:ext cx="681" cy="158"/>
              <a:chOff x="2472" y="2412"/>
              <a:chExt cx="681" cy="158"/>
            </a:xfrm>
          </p:grpSpPr>
          <p:sp>
            <p:nvSpPr>
              <p:cNvPr id="28801" name="WordArt 446"/>
              <p:cNvSpPr>
                <a:spLocks noTextEdit="1"/>
              </p:cNvSpPr>
              <p:nvPr/>
            </p:nvSpPr>
            <p:spPr>
              <a:xfrm>
                <a:off x="2472" y="2429"/>
                <a:ext cx="264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3.21</a:t>
                </a:r>
              </a:p>
            </p:txBody>
          </p:sp>
          <p:sp>
            <p:nvSpPr>
              <p:cNvPr id="28802" name="WordArt 447"/>
              <p:cNvSpPr>
                <a:spLocks noTextEdit="1"/>
              </p:cNvSpPr>
              <p:nvPr/>
            </p:nvSpPr>
            <p:spPr>
              <a:xfrm>
                <a:off x="2873" y="2439"/>
                <a:ext cx="114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8803" name="WordArt 448"/>
              <p:cNvSpPr>
                <a:spLocks noTextEdit="1"/>
              </p:cNvSpPr>
              <p:nvPr/>
            </p:nvSpPr>
            <p:spPr>
              <a:xfrm>
                <a:off x="3076" y="2412"/>
                <a:ext cx="77" cy="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8804" name="Group 449"/>
              <p:cNvGrpSpPr/>
              <p:nvPr/>
            </p:nvGrpSpPr>
            <p:grpSpPr>
              <a:xfrm>
                <a:off x="2773" y="2455"/>
                <a:ext cx="72" cy="96"/>
                <a:chOff x="1781" y="2282"/>
                <a:chExt cx="577" cy="577"/>
              </a:xfrm>
            </p:grpSpPr>
            <p:sp>
              <p:nvSpPr>
                <p:cNvPr id="28805" name="Line 450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806" name="Line 451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807" name="Line 452"/>
              <p:cNvSpPr/>
              <p:nvPr/>
            </p:nvSpPr>
            <p:spPr>
              <a:xfrm>
                <a:off x="3003" y="2445"/>
                <a:ext cx="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808" name="WordArt 453"/>
            <p:cNvSpPr>
              <a:spLocks noTextEdit="1"/>
            </p:cNvSpPr>
            <p:nvPr/>
          </p:nvSpPr>
          <p:spPr>
            <a:xfrm>
              <a:off x="3202" y="2448"/>
              <a:ext cx="90" cy="1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  <p:grpSp>
          <p:nvGrpSpPr>
            <p:cNvPr id="28809" name="Group 454"/>
            <p:cNvGrpSpPr/>
            <p:nvPr/>
          </p:nvGrpSpPr>
          <p:grpSpPr>
            <a:xfrm>
              <a:off x="3350" y="2487"/>
              <a:ext cx="142" cy="44"/>
              <a:chOff x="2100" y="3050"/>
              <a:chExt cx="267" cy="103"/>
            </a:xfrm>
          </p:grpSpPr>
          <p:sp>
            <p:nvSpPr>
              <p:cNvPr id="28810" name="Line 455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811" name="Line 456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" name="Group 562"/>
          <p:cNvGrpSpPr/>
          <p:nvPr/>
        </p:nvGrpSpPr>
        <p:grpSpPr>
          <a:xfrm>
            <a:off x="3338513" y="4252913"/>
            <a:ext cx="5484812" cy="555625"/>
            <a:chOff x="2126" y="2656"/>
            <a:chExt cx="3455" cy="350"/>
          </a:xfrm>
        </p:grpSpPr>
        <p:sp>
          <p:nvSpPr>
            <p:cNvPr id="28813" name="Line 59"/>
            <p:cNvSpPr/>
            <p:nvPr/>
          </p:nvSpPr>
          <p:spPr>
            <a:xfrm>
              <a:off x="4064" y="2841"/>
              <a:ext cx="83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8814" name="Group 88"/>
            <p:cNvGrpSpPr/>
            <p:nvPr/>
          </p:nvGrpSpPr>
          <p:grpSpPr>
            <a:xfrm>
              <a:off x="3842" y="2821"/>
              <a:ext cx="142" cy="44"/>
              <a:chOff x="2100" y="3050"/>
              <a:chExt cx="267" cy="103"/>
            </a:xfrm>
          </p:grpSpPr>
          <p:sp>
            <p:nvSpPr>
              <p:cNvPr id="28815" name="Line 89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816" name="Line 90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817" name="Group 127"/>
            <p:cNvGrpSpPr/>
            <p:nvPr/>
          </p:nvGrpSpPr>
          <p:grpSpPr>
            <a:xfrm>
              <a:off x="2475" y="2788"/>
              <a:ext cx="209" cy="156"/>
              <a:chOff x="3014" y="3487"/>
              <a:chExt cx="204" cy="172"/>
            </a:xfrm>
          </p:grpSpPr>
          <p:sp>
            <p:nvSpPr>
              <p:cNvPr id="28818" name="WordArt 128"/>
              <p:cNvSpPr>
                <a:spLocks noTextEdit="1"/>
              </p:cNvSpPr>
              <p:nvPr/>
            </p:nvSpPr>
            <p:spPr>
              <a:xfrm>
                <a:off x="3014" y="3487"/>
                <a:ext cx="141" cy="1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b="1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28819" name="WordArt 129"/>
              <p:cNvSpPr>
                <a:spLocks noTextEdit="1"/>
              </p:cNvSpPr>
              <p:nvPr/>
            </p:nvSpPr>
            <p:spPr>
              <a:xfrm>
                <a:off x="3139" y="3576"/>
                <a:ext cx="79" cy="8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63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</p:grpSp>
        <p:grpSp>
          <p:nvGrpSpPr>
            <p:cNvPr id="28820" name="Group 130"/>
            <p:cNvGrpSpPr/>
            <p:nvPr/>
          </p:nvGrpSpPr>
          <p:grpSpPr>
            <a:xfrm>
              <a:off x="2764" y="2826"/>
              <a:ext cx="123" cy="55"/>
              <a:chOff x="1260" y="2371"/>
              <a:chExt cx="151" cy="53"/>
            </a:xfrm>
          </p:grpSpPr>
          <p:sp>
            <p:nvSpPr>
              <p:cNvPr id="28821" name="Line 131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822" name="Line 132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823" name="Group 422"/>
            <p:cNvGrpSpPr/>
            <p:nvPr/>
          </p:nvGrpSpPr>
          <p:grpSpPr>
            <a:xfrm>
              <a:off x="3019" y="2725"/>
              <a:ext cx="723" cy="247"/>
              <a:chOff x="2988" y="2710"/>
              <a:chExt cx="746" cy="262"/>
            </a:xfrm>
          </p:grpSpPr>
          <p:sp>
            <p:nvSpPr>
              <p:cNvPr id="28824" name="WordArt 134"/>
              <p:cNvSpPr>
                <a:spLocks noTextEdit="1"/>
              </p:cNvSpPr>
              <p:nvPr/>
            </p:nvSpPr>
            <p:spPr>
              <a:xfrm>
                <a:off x="3149" y="2808"/>
                <a:ext cx="122" cy="1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28825" name="WordArt 135"/>
              <p:cNvSpPr>
                <a:spLocks noTextEdit="1"/>
              </p:cNvSpPr>
              <p:nvPr/>
            </p:nvSpPr>
            <p:spPr>
              <a:xfrm>
                <a:off x="3026" y="2710"/>
                <a:ext cx="54" cy="10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8826" name="WordArt 136"/>
              <p:cNvSpPr>
                <a:spLocks noTextEdit="1"/>
              </p:cNvSpPr>
              <p:nvPr/>
            </p:nvSpPr>
            <p:spPr>
              <a:xfrm>
                <a:off x="3024" y="2874"/>
                <a:ext cx="63" cy="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8827" name="Line 137"/>
              <p:cNvSpPr/>
              <p:nvPr/>
            </p:nvSpPr>
            <p:spPr>
              <a:xfrm>
                <a:off x="2988" y="2852"/>
                <a:ext cx="15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828" name="WordArt 138"/>
              <p:cNvSpPr>
                <a:spLocks noTextEdit="1"/>
              </p:cNvSpPr>
              <p:nvPr/>
            </p:nvSpPr>
            <p:spPr>
              <a:xfrm>
                <a:off x="3405" y="2855"/>
                <a:ext cx="46" cy="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8829" name="WordArt 139"/>
              <p:cNvSpPr>
                <a:spLocks noTextEdit="1"/>
              </p:cNvSpPr>
              <p:nvPr/>
            </p:nvSpPr>
            <p:spPr>
              <a:xfrm>
                <a:off x="3305" y="2810"/>
                <a:ext cx="92" cy="10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28830" name="WordArt 140"/>
              <p:cNvSpPr>
                <a:spLocks noTextEdit="1"/>
              </p:cNvSpPr>
              <p:nvPr/>
            </p:nvSpPr>
            <p:spPr>
              <a:xfrm>
                <a:off x="3421" y="2740"/>
                <a:ext cx="50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8831" name="Line 145"/>
              <p:cNvSpPr/>
              <p:nvPr/>
            </p:nvSpPr>
            <p:spPr>
              <a:xfrm flipV="1">
                <a:off x="3490" y="2730"/>
                <a:ext cx="125" cy="20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832" name="WordArt 146"/>
              <p:cNvSpPr>
                <a:spLocks noTextEdit="1"/>
              </p:cNvSpPr>
              <p:nvPr/>
            </p:nvSpPr>
            <p:spPr>
              <a:xfrm>
                <a:off x="3601" y="2773"/>
                <a:ext cx="133" cy="1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</p:grpSp>
        <p:grpSp>
          <p:nvGrpSpPr>
            <p:cNvPr id="28833" name="Group 418"/>
            <p:cNvGrpSpPr/>
            <p:nvPr/>
          </p:nvGrpSpPr>
          <p:grpSpPr>
            <a:xfrm>
              <a:off x="2126" y="2791"/>
              <a:ext cx="195" cy="123"/>
              <a:chOff x="293" y="2568"/>
              <a:chExt cx="264" cy="145"/>
            </a:xfrm>
          </p:grpSpPr>
          <p:sp>
            <p:nvSpPr>
              <p:cNvPr id="28834" name="WordArt 419"/>
              <p:cNvSpPr>
                <a:spLocks noTextEdit="1"/>
              </p:cNvSpPr>
              <p:nvPr/>
            </p:nvSpPr>
            <p:spPr>
              <a:xfrm>
                <a:off x="383" y="2573"/>
                <a:ext cx="87" cy="1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8835" name="WordArt 420"/>
              <p:cNvSpPr>
                <a:spLocks noTextEdit="1"/>
              </p:cNvSpPr>
              <p:nvPr/>
            </p:nvSpPr>
            <p:spPr>
              <a:xfrm flipH="1">
                <a:off x="502" y="2568"/>
                <a:ext cx="55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8836" name="WordArt 421"/>
              <p:cNvSpPr>
                <a:spLocks noTextEdit="1"/>
              </p:cNvSpPr>
              <p:nvPr/>
            </p:nvSpPr>
            <p:spPr>
              <a:xfrm>
                <a:off x="293" y="2568"/>
                <a:ext cx="55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</p:grpSp>
        <p:grpSp>
          <p:nvGrpSpPr>
            <p:cNvPr id="28837" name="Group 458"/>
            <p:cNvGrpSpPr/>
            <p:nvPr/>
          </p:nvGrpSpPr>
          <p:grpSpPr>
            <a:xfrm>
              <a:off x="4121" y="2656"/>
              <a:ext cx="704" cy="150"/>
              <a:chOff x="2472" y="2412"/>
              <a:chExt cx="681" cy="158"/>
            </a:xfrm>
          </p:grpSpPr>
          <p:sp>
            <p:nvSpPr>
              <p:cNvPr id="28838" name="WordArt 459"/>
              <p:cNvSpPr>
                <a:spLocks noTextEdit="1"/>
              </p:cNvSpPr>
              <p:nvPr/>
            </p:nvSpPr>
            <p:spPr>
              <a:xfrm>
                <a:off x="2472" y="2429"/>
                <a:ext cx="264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3.21</a:t>
                </a:r>
              </a:p>
            </p:txBody>
          </p:sp>
          <p:sp>
            <p:nvSpPr>
              <p:cNvPr id="28839" name="WordArt 460"/>
              <p:cNvSpPr>
                <a:spLocks noTextEdit="1"/>
              </p:cNvSpPr>
              <p:nvPr/>
            </p:nvSpPr>
            <p:spPr>
              <a:xfrm>
                <a:off x="2873" y="2439"/>
                <a:ext cx="114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8840" name="WordArt 461"/>
              <p:cNvSpPr>
                <a:spLocks noTextEdit="1"/>
              </p:cNvSpPr>
              <p:nvPr/>
            </p:nvSpPr>
            <p:spPr>
              <a:xfrm>
                <a:off x="3076" y="2412"/>
                <a:ext cx="77" cy="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8841" name="Group 462"/>
              <p:cNvGrpSpPr/>
              <p:nvPr/>
            </p:nvGrpSpPr>
            <p:grpSpPr>
              <a:xfrm>
                <a:off x="2773" y="2455"/>
                <a:ext cx="72" cy="96"/>
                <a:chOff x="1781" y="2282"/>
                <a:chExt cx="577" cy="577"/>
              </a:xfrm>
            </p:grpSpPr>
            <p:sp>
              <p:nvSpPr>
                <p:cNvPr id="28842" name="Line 46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843" name="Line 46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844" name="Line 465"/>
              <p:cNvSpPr/>
              <p:nvPr/>
            </p:nvSpPr>
            <p:spPr>
              <a:xfrm>
                <a:off x="3003" y="2445"/>
                <a:ext cx="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845" name="Group 466"/>
            <p:cNvGrpSpPr/>
            <p:nvPr/>
          </p:nvGrpSpPr>
          <p:grpSpPr>
            <a:xfrm>
              <a:off x="4113" y="2879"/>
              <a:ext cx="704" cy="127"/>
              <a:chOff x="3425" y="3439"/>
              <a:chExt cx="723" cy="142"/>
            </a:xfrm>
          </p:grpSpPr>
          <p:sp>
            <p:nvSpPr>
              <p:cNvPr id="28846" name="WordArt 467"/>
              <p:cNvSpPr>
                <a:spLocks noTextEdit="1"/>
              </p:cNvSpPr>
              <p:nvPr/>
            </p:nvSpPr>
            <p:spPr>
              <a:xfrm>
                <a:off x="3425" y="3460"/>
                <a:ext cx="250" cy="1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1.60</a:t>
                </a:r>
              </a:p>
            </p:txBody>
          </p:sp>
          <p:sp>
            <p:nvSpPr>
              <p:cNvPr id="28847" name="WordArt 468"/>
              <p:cNvSpPr>
                <a:spLocks noTextEdit="1"/>
              </p:cNvSpPr>
              <p:nvPr/>
            </p:nvSpPr>
            <p:spPr>
              <a:xfrm>
                <a:off x="3837" y="3463"/>
                <a:ext cx="12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8848" name="WordArt 469"/>
              <p:cNvSpPr>
                <a:spLocks noTextEdit="1"/>
              </p:cNvSpPr>
              <p:nvPr/>
            </p:nvSpPr>
            <p:spPr>
              <a:xfrm>
                <a:off x="4062" y="3439"/>
                <a:ext cx="86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8849" name="Group 470"/>
              <p:cNvGrpSpPr/>
              <p:nvPr/>
            </p:nvGrpSpPr>
            <p:grpSpPr>
              <a:xfrm>
                <a:off x="3709" y="3484"/>
                <a:ext cx="80" cy="86"/>
                <a:chOff x="1781" y="2282"/>
                <a:chExt cx="577" cy="577"/>
              </a:xfrm>
            </p:grpSpPr>
            <p:sp>
              <p:nvSpPr>
                <p:cNvPr id="28850" name="Line 471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851" name="Line 472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852" name="Line 473"/>
              <p:cNvSpPr/>
              <p:nvPr/>
            </p:nvSpPr>
            <p:spPr>
              <a:xfrm>
                <a:off x="3981" y="3469"/>
                <a:ext cx="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8853" name="Group 474"/>
            <p:cNvGrpSpPr/>
            <p:nvPr/>
          </p:nvGrpSpPr>
          <p:grpSpPr>
            <a:xfrm>
              <a:off x="4976" y="2803"/>
              <a:ext cx="142" cy="44"/>
              <a:chOff x="2100" y="3050"/>
              <a:chExt cx="267" cy="103"/>
            </a:xfrm>
          </p:grpSpPr>
          <p:sp>
            <p:nvSpPr>
              <p:cNvPr id="28854" name="Line 475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855" name="Line 476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856" name="WordArt 477"/>
            <p:cNvSpPr>
              <a:spLocks noTextEdit="1"/>
            </p:cNvSpPr>
            <p:nvPr/>
          </p:nvSpPr>
          <p:spPr>
            <a:xfrm>
              <a:off x="5176" y="2758"/>
              <a:ext cx="269" cy="1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2.00</a:t>
              </a:r>
            </a:p>
          </p:txBody>
        </p:sp>
        <p:sp>
          <p:nvSpPr>
            <p:cNvPr id="28857" name="WordArt 478"/>
            <p:cNvSpPr>
              <a:spLocks noTextEdit="1"/>
            </p:cNvSpPr>
            <p:nvPr/>
          </p:nvSpPr>
          <p:spPr>
            <a:xfrm>
              <a:off x="5463" y="2760"/>
              <a:ext cx="118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</a:p>
          </p:txBody>
        </p:sp>
      </p:grpSp>
      <p:grpSp>
        <p:nvGrpSpPr>
          <p:cNvPr id="4" name="Group 565"/>
          <p:cNvGrpSpPr/>
          <p:nvPr/>
        </p:nvGrpSpPr>
        <p:grpSpPr>
          <a:xfrm>
            <a:off x="3368675" y="5018088"/>
            <a:ext cx="5138738" cy="1493837"/>
            <a:chOff x="2122" y="3161"/>
            <a:chExt cx="3237" cy="941"/>
          </a:xfrm>
        </p:grpSpPr>
        <p:grpSp>
          <p:nvGrpSpPr>
            <p:cNvPr id="28859" name="Group 561"/>
            <p:cNvGrpSpPr/>
            <p:nvPr/>
          </p:nvGrpSpPr>
          <p:grpSpPr>
            <a:xfrm>
              <a:off x="2122" y="3161"/>
              <a:ext cx="1125" cy="191"/>
              <a:chOff x="2145" y="3130"/>
              <a:chExt cx="1125" cy="191"/>
            </a:xfrm>
          </p:grpSpPr>
          <p:grpSp>
            <p:nvGrpSpPr>
              <p:cNvPr id="28860" name="Group 479"/>
              <p:cNvGrpSpPr/>
              <p:nvPr/>
            </p:nvGrpSpPr>
            <p:grpSpPr>
              <a:xfrm>
                <a:off x="2145" y="3157"/>
                <a:ext cx="195" cy="137"/>
                <a:chOff x="301" y="3056"/>
                <a:chExt cx="264" cy="145"/>
              </a:xfrm>
            </p:grpSpPr>
            <p:sp>
              <p:nvSpPr>
                <p:cNvPr id="28861" name="WordArt 480"/>
                <p:cNvSpPr>
                  <a:spLocks noTextEdit="1"/>
                </p:cNvSpPr>
                <p:nvPr/>
              </p:nvSpPr>
              <p:spPr>
                <a:xfrm>
                  <a:off x="391" y="3066"/>
                  <a:ext cx="93" cy="1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537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28862" name="WordArt 481"/>
                <p:cNvSpPr>
                  <a:spLocks noTextEdit="1"/>
                </p:cNvSpPr>
                <p:nvPr/>
              </p:nvSpPr>
              <p:spPr>
                <a:xfrm flipH="1">
                  <a:off x="510" y="3056"/>
                  <a:ext cx="55" cy="14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28863" name="WordArt 482"/>
                <p:cNvSpPr>
                  <a:spLocks noTextEdit="1"/>
                </p:cNvSpPr>
                <p:nvPr/>
              </p:nvSpPr>
              <p:spPr>
                <a:xfrm>
                  <a:off x="301" y="3056"/>
                  <a:ext cx="55" cy="14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</p:grpSp>
          <p:grpSp>
            <p:nvGrpSpPr>
              <p:cNvPr id="28864" name="Group 484"/>
              <p:cNvGrpSpPr/>
              <p:nvPr/>
            </p:nvGrpSpPr>
            <p:grpSpPr>
              <a:xfrm>
                <a:off x="2473" y="3153"/>
                <a:ext cx="146" cy="146"/>
                <a:chOff x="2152" y="3542"/>
                <a:chExt cx="204" cy="175"/>
              </a:xfrm>
            </p:grpSpPr>
            <p:sp>
              <p:nvSpPr>
                <p:cNvPr id="28865" name="WordArt 485"/>
                <p:cNvSpPr>
                  <a:spLocks noTextEdit="1"/>
                </p:cNvSpPr>
                <p:nvPr/>
              </p:nvSpPr>
              <p:spPr>
                <a:xfrm>
                  <a:off x="2152" y="3542"/>
                  <a:ext cx="130" cy="15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28866" name="WordArt 486"/>
                <p:cNvSpPr>
                  <a:spLocks noTextEdit="1"/>
                </p:cNvSpPr>
                <p:nvPr/>
              </p:nvSpPr>
              <p:spPr>
                <a:xfrm>
                  <a:off x="2274" y="3625"/>
                  <a:ext cx="82" cy="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28867" name="Group 487"/>
              <p:cNvGrpSpPr/>
              <p:nvPr/>
            </p:nvGrpSpPr>
            <p:grpSpPr>
              <a:xfrm>
                <a:off x="2677" y="3176"/>
                <a:ext cx="141" cy="55"/>
                <a:chOff x="1260" y="2371"/>
                <a:chExt cx="151" cy="53"/>
              </a:xfrm>
            </p:grpSpPr>
            <p:sp>
              <p:nvSpPr>
                <p:cNvPr id="28868" name="Line 488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869" name="Line 489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8870" name="Group 490"/>
              <p:cNvGrpSpPr/>
              <p:nvPr/>
            </p:nvGrpSpPr>
            <p:grpSpPr>
              <a:xfrm>
                <a:off x="2848" y="3153"/>
                <a:ext cx="165" cy="168"/>
                <a:chOff x="1554" y="1732"/>
                <a:chExt cx="353" cy="328"/>
              </a:xfrm>
            </p:grpSpPr>
            <p:sp>
              <p:nvSpPr>
                <p:cNvPr id="28871" name="WordArt 491"/>
                <p:cNvSpPr>
                  <a:spLocks noTextEdit="1"/>
                </p:cNvSpPr>
                <p:nvPr/>
              </p:nvSpPr>
              <p:spPr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1016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28872" name="WordArt 492"/>
                <p:cNvSpPr>
                  <a:spLocks noTextEdit="1"/>
                </p:cNvSpPr>
                <p:nvPr/>
              </p:nvSpPr>
              <p:spPr>
                <a:xfrm>
                  <a:off x="1554" y="1740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28873" name="Line 493"/>
              <p:cNvSpPr/>
              <p:nvPr/>
            </p:nvSpPr>
            <p:spPr>
              <a:xfrm flipH="1">
                <a:off x="3055" y="3130"/>
                <a:ext cx="96" cy="17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874" name="WordArt 494"/>
              <p:cNvSpPr>
                <a:spLocks noTextEdit="1"/>
              </p:cNvSpPr>
              <p:nvPr/>
            </p:nvSpPr>
            <p:spPr>
              <a:xfrm>
                <a:off x="3166" y="3137"/>
                <a:ext cx="10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</p:grpSp>
        <p:grpSp>
          <p:nvGrpSpPr>
            <p:cNvPr id="28875" name="Group 560"/>
            <p:cNvGrpSpPr/>
            <p:nvPr/>
          </p:nvGrpSpPr>
          <p:grpSpPr>
            <a:xfrm>
              <a:off x="2159" y="3442"/>
              <a:ext cx="3200" cy="377"/>
              <a:chOff x="2159" y="3381"/>
              <a:chExt cx="3200" cy="377"/>
            </a:xfrm>
          </p:grpSpPr>
          <p:grpSp>
            <p:nvGrpSpPr>
              <p:cNvPr id="28876" name="Group 170"/>
              <p:cNvGrpSpPr/>
              <p:nvPr/>
            </p:nvGrpSpPr>
            <p:grpSpPr>
              <a:xfrm>
                <a:off x="2498" y="3562"/>
                <a:ext cx="137" cy="47"/>
                <a:chOff x="2100" y="3050"/>
                <a:chExt cx="267" cy="103"/>
              </a:xfrm>
            </p:grpSpPr>
            <p:sp>
              <p:nvSpPr>
                <p:cNvPr id="28877" name="Line 171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878" name="Line 172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8879" name="Group 173"/>
              <p:cNvGrpSpPr/>
              <p:nvPr/>
            </p:nvGrpSpPr>
            <p:grpSpPr>
              <a:xfrm>
                <a:off x="2159" y="3499"/>
                <a:ext cx="286" cy="196"/>
                <a:chOff x="4209" y="3029"/>
                <a:chExt cx="307" cy="187"/>
              </a:xfrm>
            </p:grpSpPr>
            <p:sp>
              <p:nvSpPr>
                <p:cNvPr id="28880" name="WordArt 174"/>
                <p:cNvSpPr>
                  <a:spLocks noTextEdit="1"/>
                </p:cNvSpPr>
                <p:nvPr/>
              </p:nvSpPr>
              <p:spPr>
                <a:xfrm>
                  <a:off x="4209" y="3029"/>
                  <a:ext cx="213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3968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  <p:sp>
              <p:nvSpPr>
                <p:cNvPr id="28881" name="WordArt 175"/>
                <p:cNvSpPr>
                  <a:spLocks noTextEdit="1"/>
                </p:cNvSpPr>
                <p:nvPr/>
              </p:nvSpPr>
              <p:spPr>
                <a:xfrm>
                  <a:off x="4442" y="3128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8882" name="Line 176"/>
              <p:cNvSpPr/>
              <p:nvPr/>
            </p:nvSpPr>
            <p:spPr>
              <a:xfrm flipV="1">
                <a:off x="2691" y="3589"/>
                <a:ext cx="224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8883" name="Group 177"/>
              <p:cNvGrpSpPr/>
              <p:nvPr/>
            </p:nvGrpSpPr>
            <p:grpSpPr>
              <a:xfrm>
                <a:off x="2735" y="3630"/>
                <a:ext cx="158" cy="128"/>
                <a:chOff x="4703" y="3019"/>
                <a:chExt cx="163" cy="168"/>
              </a:xfrm>
            </p:grpSpPr>
            <p:sp>
              <p:nvSpPr>
                <p:cNvPr id="28884" name="WordArt 178"/>
                <p:cNvSpPr>
                  <a:spLocks noTextEdit="1"/>
                </p:cNvSpPr>
                <p:nvPr/>
              </p:nvSpPr>
              <p:spPr>
                <a:xfrm>
                  <a:off x="4703" y="3019"/>
                  <a:ext cx="118" cy="14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Symbol" panose="05050102010706020507" charset="0"/>
                      <a:ea typeface="Symbol" panose="05050102010706020507" charset="0"/>
                    </a:rPr>
                    <a:t>n</a:t>
                  </a:r>
                </a:p>
              </p:txBody>
            </p:sp>
            <p:sp>
              <p:nvSpPr>
                <p:cNvPr id="28885" name="WordArt 179"/>
                <p:cNvSpPr>
                  <a:spLocks noTextEdit="1"/>
                </p:cNvSpPr>
                <p:nvPr/>
              </p:nvSpPr>
              <p:spPr>
                <a:xfrm>
                  <a:off x="4792" y="3099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8886" name="WordArt 180"/>
              <p:cNvSpPr>
                <a:spLocks noTextEdit="1"/>
              </p:cNvSpPr>
              <p:nvPr/>
            </p:nvSpPr>
            <p:spPr>
              <a:xfrm>
                <a:off x="2753" y="3425"/>
                <a:ext cx="105" cy="9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grpSp>
            <p:nvGrpSpPr>
              <p:cNvPr id="28887" name="Group 181"/>
              <p:cNvGrpSpPr/>
              <p:nvPr/>
            </p:nvGrpSpPr>
            <p:grpSpPr>
              <a:xfrm>
                <a:off x="2963" y="3562"/>
                <a:ext cx="126" cy="61"/>
                <a:chOff x="2100" y="3050"/>
                <a:chExt cx="267" cy="103"/>
              </a:xfrm>
            </p:grpSpPr>
            <p:sp>
              <p:nvSpPr>
                <p:cNvPr id="28888" name="Line 182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889" name="Line 183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8890" name="Group 216"/>
              <p:cNvGrpSpPr/>
              <p:nvPr/>
            </p:nvGrpSpPr>
            <p:grpSpPr>
              <a:xfrm>
                <a:off x="3716" y="3573"/>
                <a:ext cx="121" cy="55"/>
                <a:chOff x="2100" y="3050"/>
                <a:chExt cx="267" cy="103"/>
              </a:xfrm>
            </p:grpSpPr>
            <p:sp>
              <p:nvSpPr>
                <p:cNvPr id="28891" name="Line 217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892" name="Line 218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893" name="Line 496"/>
              <p:cNvSpPr/>
              <p:nvPr/>
            </p:nvSpPr>
            <p:spPr>
              <a:xfrm flipV="1">
                <a:off x="3156" y="3593"/>
                <a:ext cx="507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894" name="WordArt 499"/>
              <p:cNvSpPr>
                <a:spLocks noTextEdit="1"/>
              </p:cNvSpPr>
              <p:nvPr/>
            </p:nvSpPr>
            <p:spPr>
              <a:xfrm>
                <a:off x="3291" y="3615"/>
                <a:ext cx="155" cy="14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8895" name="WordArt 500"/>
              <p:cNvSpPr>
                <a:spLocks noTextEdit="1"/>
              </p:cNvSpPr>
              <p:nvPr/>
            </p:nvSpPr>
            <p:spPr>
              <a:xfrm>
                <a:off x="3456" y="3470"/>
                <a:ext cx="105" cy="9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28896" name="WordArt 501"/>
              <p:cNvSpPr>
                <a:spLocks noTextEdit="1"/>
              </p:cNvSpPr>
              <p:nvPr/>
            </p:nvSpPr>
            <p:spPr>
              <a:xfrm>
                <a:off x="3295" y="3381"/>
                <a:ext cx="10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28897" name="Line 503"/>
              <p:cNvSpPr/>
              <p:nvPr/>
            </p:nvSpPr>
            <p:spPr>
              <a:xfrm flipV="1">
                <a:off x="3930" y="3591"/>
                <a:ext cx="1429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8898" name="Group 504"/>
              <p:cNvGrpSpPr/>
              <p:nvPr/>
            </p:nvGrpSpPr>
            <p:grpSpPr>
              <a:xfrm>
                <a:off x="3998" y="3387"/>
                <a:ext cx="716" cy="150"/>
                <a:chOff x="2787" y="1937"/>
                <a:chExt cx="716" cy="150"/>
              </a:xfrm>
            </p:grpSpPr>
            <p:sp>
              <p:nvSpPr>
                <p:cNvPr id="28899" name="Line 505"/>
                <p:cNvSpPr/>
                <p:nvPr/>
              </p:nvSpPr>
              <p:spPr>
                <a:xfrm>
                  <a:off x="3349" y="1974"/>
                  <a:ext cx="49" cy="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28900" name="Group 506"/>
                <p:cNvGrpSpPr/>
                <p:nvPr/>
              </p:nvGrpSpPr>
              <p:grpSpPr>
                <a:xfrm>
                  <a:off x="3101" y="1985"/>
                  <a:ext cx="75" cy="89"/>
                  <a:chOff x="1781" y="2282"/>
                  <a:chExt cx="577" cy="577"/>
                </a:xfrm>
              </p:grpSpPr>
              <p:sp>
                <p:nvSpPr>
                  <p:cNvPr id="28901" name="Line 507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2" name="Line 508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903" name="WordArt 509"/>
                <p:cNvSpPr>
                  <a:spLocks noTextEdit="1"/>
                </p:cNvSpPr>
                <p:nvPr/>
              </p:nvSpPr>
              <p:spPr>
                <a:xfrm>
                  <a:off x="3219" y="1965"/>
                  <a:ext cx="119" cy="12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8904" name="WordArt 510"/>
                <p:cNvSpPr>
                  <a:spLocks noTextEdit="1"/>
                </p:cNvSpPr>
                <p:nvPr/>
              </p:nvSpPr>
              <p:spPr>
                <a:xfrm>
                  <a:off x="3423" y="1937"/>
                  <a:ext cx="80" cy="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34</a:t>
                  </a:r>
                </a:p>
              </p:txBody>
            </p:sp>
            <p:sp>
              <p:nvSpPr>
                <p:cNvPr id="28905" name="WordArt 511"/>
                <p:cNvSpPr>
                  <a:spLocks noTextEdit="1"/>
                </p:cNvSpPr>
                <p:nvPr/>
              </p:nvSpPr>
              <p:spPr>
                <a:xfrm>
                  <a:off x="2787" y="1957"/>
                  <a:ext cx="257" cy="12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6.63</a:t>
                  </a:r>
                </a:p>
              </p:txBody>
            </p:sp>
          </p:grpSp>
          <p:sp>
            <p:nvSpPr>
              <p:cNvPr id="28906" name="WordArt 513"/>
              <p:cNvSpPr>
                <a:spLocks noTextEdit="1"/>
              </p:cNvSpPr>
              <p:nvPr/>
            </p:nvSpPr>
            <p:spPr>
              <a:xfrm>
                <a:off x="4889" y="3426"/>
                <a:ext cx="73" cy="1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8907" name="WordArt 514"/>
              <p:cNvSpPr>
                <a:spLocks noTextEdit="1"/>
              </p:cNvSpPr>
              <p:nvPr/>
            </p:nvSpPr>
            <p:spPr>
              <a:xfrm>
                <a:off x="5136" y="3411"/>
                <a:ext cx="114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8908" name="WordArt 515"/>
              <p:cNvSpPr>
                <a:spLocks noTextEdit="1"/>
              </p:cNvSpPr>
              <p:nvPr/>
            </p:nvSpPr>
            <p:spPr>
              <a:xfrm>
                <a:off x="5271" y="3399"/>
                <a:ext cx="69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8</a:t>
                </a:r>
              </a:p>
            </p:txBody>
          </p:sp>
          <p:grpSp>
            <p:nvGrpSpPr>
              <p:cNvPr id="28909" name="Group 516"/>
              <p:cNvGrpSpPr/>
              <p:nvPr/>
            </p:nvGrpSpPr>
            <p:grpSpPr>
              <a:xfrm>
                <a:off x="4745" y="3450"/>
                <a:ext cx="72" cy="96"/>
                <a:chOff x="1781" y="2282"/>
                <a:chExt cx="577" cy="577"/>
              </a:xfrm>
            </p:grpSpPr>
            <p:sp>
              <p:nvSpPr>
                <p:cNvPr id="28910" name="Line 517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911" name="Line 518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8912" name="Group 528"/>
              <p:cNvGrpSpPr/>
              <p:nvPr/>
            </p:nvGrpSpPr>
            <p:grpSpPr>
              <a:xfrm>
                <a:off x="5019" y="3432"/>
                <a:ext cx="72" cy="96"/>
                <a:chOff x="1781" y="2282"/>
                <a:chExt cx="577" cy="577"/>
              </a:xfrm>
            </p:grpSpPr>
            <p:sp>
              <p:nvSpPr>
                <p:cNvPr id="28913" name="Line 529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914" name="Line 530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915" name="WordArt 531"/>
              <p:cNvSpPr>
                <a:spLocks noTextEdit="1"/>
              </p:cNvSpPr>
              <p:nvPr/>
            </p:nvSpPr>
            <p:spPr>
              <a:xfrm>
                <a:off x="4107" y="3626"/>
                <a:ext cx="199" cy="1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4.2</a:t>
                </a:r>
              </a:p>
            </p:txBody>
          </p:sp>
          <p:grpSp>
            <p:nvGrpSpPr>
              <p:cNvPr id="28916" name="Group 532"/>
              <p:cNvGrpSpPr/>
              <p:nvPr/>
            </p:nvGrpSpPr>
            <p:grpSpPr>
              <a:xfrm>
                <a:off x="4381" y="3640"/>
                <a:ext cx="72" cy="96"/>
                <a:chOff x="1781" y="2282"/>
                <a:chExt cx="577" cy="577"/>
              </a:xfrm>
            </p:grpSpPr>
            <p:sp>
              <p:nvSpPr>
                <p:cNvPr id="28917" name="Line 53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918" name="Line 53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8919" name="Group 535"/>
              <p:cNvGrpSpPr/>
              <p:nvPr/>
            </p:nvGrpSpPr>
            <p:grpSpPr>
              <a:xfrm>
                <a:off x="4551" y="3631"/>
                <a:ext cx="650" cy="127"/>
                <a:chOff x="3425" y="3439"/>
                <a:chExt cx="723" cy="142"/>
              </a:xfrm>
            </p:grpSpPr>
            <p:sp>
              <p:nvSpPr>
                <p:cNvPr id="28920" name="WordArt 536"/>
                <p:cNvSpPr>
                  <a:spLocks noTextEdit="1"/>
                </p:cNvSpPr>
                <p:nvPr/>
              </p:nvSpPr>
              <p:spPr>
                <a:xfrm>
                  <a:off x="3425" y="3460"/>
                  <a:ext cx="250" cy="1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1.60</a:t>
                  </a:r>
                </a:p>
              </p:txBody>
            </p:sp>
            <p:sp>
              <p:nvSpPr>
                <p:cNvPr id="28921" name="WordArt 537"/>
                <p:cNvSpPr>
                  <a:spLocks noTextEdit="1"/>
                </p:cNvSpPr>
                <p:nvPr/>
              </p:nvSpPr>
              <p:spPr>
                <a:xfrm>
                  <a:off x="3837" y="3463"/>
                  <a:ext cx="126" cy="11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8922" name="WordArt 538"/>
                <p:cNvSpPr>
                  <a:spLocks noTextEdit="1"/>
                </p:cNvSpPr>
                <p:nvPr/>
              </p:nvSpPr>
              <p:spPr>
                <a:xfrm>
                  <a:off x="4062" y="3439"/>
                  <a:ext cx="86" cy="7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19</a:t>
                  </a:r>
                </a:p>
              </p:txBody>
            </p:sp>
            <p:grpSp>
              <p:nvGrpSpPr>
                <p:cNvPr id="28923" name="Group 539"/>
                <p:cNvGrpSpPr/>
                <p:nvPr/>
              </p:nvGrpSpPr>
              <p:grpSpPr>
                <a:xfrm>
                  <a:off x="3709" y="3484"/>
                  <a:ext cx="80" cy="86"/>
                  <a:chOff x="1781" y="2282"/>
                  <a:chExt cx="577" cy="577"/>
                </a:xfrm>
              </p:grpSpPr>
              <p:sp>
                <p:nvSpPr>
                  <p:cNvPr id="28924" name="Line 540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25" name="Line 541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926" name="Line 542"/>
                <p:cNvSpPr/>
                <p:nvPr/>
              </p:nvSpPr>
              <p:spPr>
                <a:xfrm>
                  <a:off x="3981" y="3469"/>
                  <a:ext cx="45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927" name="Group 559"/>
            <p:cNvGrpSpPr/>
            <p:nvPr/>
          </p:nvGrpSpPr>
          <p:grpSpPr>
            <a:xfrm>
              <a:off x="2523" y="3939"/>
              <a:ext cx="2060" cy="163"/>
              <a:chOff x="2523" y="3939"/>
              <a:chExt cx="2060" cy="163"/>
            </a:xfrm>
          </p:grpSpPr>
          <p:grpSp>
            <p:nvGrpSpPr>
              <p:cNvPr id="28928" name="Group 502"/>
              <p:cNvGrpSpPr/>
              <p:nvPr/>
            </p:nvGrpSpPr>
            <p:grpSpPr>
              <a:xfrm>
                <a:off x="2714" y="3939"/>
                <a:ext cx="965" cy="163"/>
                <a:chOff x="2352" y="3877"/>
                <a:chExt cx="1080" cy="187"/>
              </a:xfrm>
            </p:grpSpPr>
            <p:grpSp>
              <p:nvGrpSpPr>
                <p:cNvPr id="28929" name="Group 184"/>
                <p:cNvGrpSpPr/>
                <p:nvPr/>
              </p:nvGrpSpPr>
              <p:grpSpPr>
                <a:xfrm>
                  <a:off x="2776" y="3935"/>
                  <a:ext cx="106" cy="107"/>
                  <a:chOff x="1781" y="2282"/>
                  <a:chExt cx="577" cy="577"/>
                </a:xfrm>
              </p:grpSpPr>
              <p:sp>
                <p:nvSpPr>
                  <p:cNvPr id="28930" name="Line 185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31" name="Line 186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932" name="WordArt 187"/>
                <p:cNvSpPr>
                  <a:spLocks noTextEdit="1"/>
                </p:cNvSpPr>
                <p:nvPr/>
              </p:nvSpPr>
              <p:spPr>
                <a:xfrm>
                  <a:off x="2352" y="3918"/>
                  <a:ext cx="332" cy="14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2.96</a:t>
                  </a:r>
                </a:p>
              </p:txBody>
            </p:sp>
            <p:grpSp>
              <p:nvGrpSpPr>
                <p:cNvPr id="28933" name="Group 188"/>
                <p:cNvGrpSpPr/>
                <p:nvPr/>
              </p:nvGrpSpPr>
              <p:grpSpPr>
                <a:xfrm>
                  <a:off x="2941" y="3877"/>
                  <a:ext cx="337" cy="183"/>
                  <a:chOff x="1835" y="1697"/>
                  <a:chExt cx="337" cy="183"/>
                </a:xfrm>
              </p:grpSpPr>
              <p:sp>
                <p:nvSpPr>
                  <p:cNvPr id="28934" name="WordArt 189"/>
                  <p:cNvSpPr>
                    <a:spLocks noTextEdit="1"/>
                  </p:cNvSpPr>
                  <p:nvPr/>
                </p:nvSpPr>
                <p:spPr>
                  <a:xfrm>
                    <a:off x="1835" y="1750"/>
                    <a:ext cx="150" cy="13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28935" name="WordArt 190"/>
                  <p:cNvSpPr>
                    <a:spLocks noTextEdit="1"/>
                  </p:cNvSpPr>
                  <p:nvPr/>
                </p:nvSpPr>
                <p:spPr>
                  <a:xfrm>
                    <a:off x="2098" y="1697"/>
                    <a:ext cx="74" cy="10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4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28936" name="Line 191"/>
                  <p:cNvSpPr/>
                  <p:nvPr/>
                </p:nvSpPr>
                <p:spPr>
                  <a:xfrm>
                    <a:off x="2012" y="1747"/>
                    <a:ext cx="7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937" name="WordArt 192"/>
                <p:cNvSpPr>
                  <a:spLocks noTextEdit="1"/>
                </p:cNvSpPr>
                <p:nvPr/>
              </p:nvSpPr>
              <p:spPr>
                <a:xfrm>
                  <a:off x="3300" y="3957"/>
                  <a:ext cx="132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m</a:t>
                  </a:r>
                </a:p>
              </p:txBody>
            </p:sp>
          </p:grpSp>
          <p:grpSp>
            <p:nvGrpSpPr>
              <p:cNvPr id="28938" name="Group 543"/>
              <p:cNvGrpSpPr/>
              <p:nvPr/>
            </p:nvGrpSpPr>
            <p:grpSpPr>
              <a:xfrm>
                <a:off x="2523" y="4008"/>
                <a:ext cx="121" cy="55"/>
                <a:chOff x="2100" y="3050"/>
                <a:chExt cx="267" cy="103"/>
              </a:xfrm>
            </p:grpSpPr>
            <p:sp>
              <p:nvSpPr>
                <p:cNvPr id="28939" name="Line 544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940" name="Line 545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8941" name="Group 546"/>
              <p:cNvGrpSpPr/>
              <p:nvPr/>
            </p:nvGrpSpPr>
            <p:grpSpPr>
              <a:xfrm>
                <a:off x="3780" y="3998"/>
                <a:ext cx="121" cy="55"/>
                <a:chOff x="2100" y="3050"/>
                <a:chExt cx="267" cy="103"/>
              </a:xfrm>
            </p:grpSpPr>
            <p:sp>
              <p:nvSpPr>
                <p:cNvPr id="28942" name="Line 547"/>
                <p:cNvSpPr/>
                <p:nvPr/>
              </p:nvSpPr>
              <p:spPr>
                <a:xfrm>
                  <a:off x="2100" y="3050"/>
                  <a:ext cx="26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8943" name="Line 548"/>
                <p:cNvSpPr/>
                <p:nvPr/>
              </p:nvSpPr>
              <p:spPr>
                <a:xfrm flipV="1">
                  <a:off x="2100" y="3152"/>
                  <a:ext cx="26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944" name="WordArt 553"/>
              <p:cNvSpPr>
                <a:spLocks noTextEdit="1"/>
              </p:cNvSpPr>
              <p:nvPr/>
            </p:nvSpPr>
            <p:spPr>
              <a:xfrm>
                <a:off x="3979" y="3965"/>
                <a:ext cx="297" cy="1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296</a:t>
                </a:r>
              </a:p>
            </p:txBody>
          </p:sp>
          <p:sp>
            <p:nvSpPr>
              <p:cNvPr id="28945" name="WordArt 558"/>
              <p:cNvSpPr>
                <a:spLocks noTextEdit="1"/>
              </p:cNvSpPr>
              <p:nvPr/>
            </p:nvSpPr>
            <p:spPr>
              <a:xfrm>
                <a:off x="4327" y="3984"/>
                <a:ext cx="256" cy="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nm</a:t>
                </a:r>
              </a:p>
            </p:txBody>
          </p:sp>
        </p:grpSp>
      </p:grpSp>
      <p:grpSp>
        <p:nvGrpSpPr>
          <p:cNvPr id="28946" name="Group 567"/>
          <p:cNvGrpSpPr/>
          <p:nvPr/>
        </p:nvGrpSpPr>
        <p:grpSpPr>
          <a:xfrm>
            <a:off x="0" y="0"/>
            <a:ext cx="9144000" cy="2298700"/>
            <a:chOff x="0" y="0"/>
            <a:chExt cx="5760" cy="1448"/>
          </a:xfrm>
        </p:grpSpPr>
        <p:grpSp>
          <p:nvGrpSpPr>
            <p:cNvPr id="28947" name="Group 568"/>
            <p:cNvGrpSpPr/>
            <p:nvPr/>
          </p:nvGrpSpPr>
          <p:grpSpPr>
            <a:xfrm>
              <a:off x="0" y="0"/>
              <a:ext cx="5760" cy="1448"/>
              <a:chOff x="0" y="0"/>
              <a:chExt cx="5760" cy="1448"/>
            </a:xfrm>
          </p:grpSpPr>
          <p:sp>
            <p:nvSpPr>
              <p:cNvPr id="28948" name="Rectangle 569" descr="羊皮纸"/>
              <p:cNvSpPr/>
              <p:nvPr/>
            </p:nvSpPr>
            <p:spPr>
              <a:xfrm>
                <a:off x="0" y="0"/>
                <a:ext cx="5760" cy="11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8949" name="Group 570"/>
              <p:cNvGrpSpPr/>
              <p:nvPr/>
            </p:nvGrpSpPr>
            <p:grpSpPr>
              <a:xfrm>
                <a:off x="609" y="183"/>
                <a:ext cx="2445" cy="792"/>
                <a:chOff x="663" y="190"/>
                <a:chExt cx="2184" cy="792"/>
              </a:xfrm>
            </p:grpSpPr>
            <p:sp>
              <p:nvSpPr>
                <p:cNvPr id="28950" name="Rectangle 571"/>
                <p:cNvSpPr/>
                <p:nvPr/>
              </p:nvSpPr>
              <p:spPr>
                <a:xfrm>
                  <a:off x="663" y="426"/>
                  <a:ext cx="2184" cy="556"/>
                </a:xfrm>
                <a:prstGeom prst="rect">
                  <a:avLst/>
                </a:prstGeom>
                <a:noFill/>
                <a:ln w="76200" cap="flat" cmpd="sng">
                  <a:solidFill>
                    <a:srgbClr val="FFC97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8951" name="Group 572"/>
                <p:cNvGrpSpPr/>
                <p:nvPr/>
              </p:nvGrpSpPr>
              <p:grpSpPr>
                <a:xfrm>
                  <a:off x="1594" y="669"/>
                  <a:ext cx="139" cy="77"/>
                  <a:chOff x="2100" y="3050"/>
                  <a:chExt cx="267" cy="103"/>
                </a:xfrm>
              </p:grpSpPr>
              <p:sp>
                <p:nvSpPr>
                  <p:cNvPr id="28952" name="Line 573"/>
                  <p:cNvSpPr/>
                  <p:nvPr/>
                </p:nvSpPr>
                <p:spPr>
                  <a:xfrm>
                    <a:off x="2100" y="3050"/>
                    <a:ext cx="267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53" name="Line 574"/>
                  <p:cNvSpPr/>
                  <p:nvPr/>
                </p:nvSpPr>
                <p:spPr>
                  <a:xfrm flipV="1">
                    <a:off x="2100" y="3152"/>
                    <a:ext cx="265" cy="1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8954" name="Group 575"/>
                <p:cNvGrpSpPr/>
                <p:nvPr/>
              </p:nvGrpSpPr>
              <p:grpSpPr>
                <a:xfrm>
                  <a:off x="874" y="544"/>
                  <a:ext cx="606" cy="344"/>
                  <a:chOff x="3053" y="716"/>
                  <a:chExt cx="602" cy="323"/>
                </a:xfrm>
              </p:grpSpPr>
              <p:sp>
                <p:nvSpPr>
                  <p:cNvPr id="28955" name="WordArt 576"/>
                  <p:cNvSpPr>
                    <a:spLocks noTextEdit="1"/>
                  </p:cNvSpPr>
                  <p:nvPr/>
                </p:nvSpPr>
                <p:spPr>
                  <a:xfrm>
                    <a:off x="3254" y="827"/>
                    <a:ext cx="152" cy="12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28956" name="WordArt 577"/>
                  <p:cNvSpPr>
                    <a:spLocks noTextEdit="1"/>
                  </p:cNvSpPr>
                  <p:nvPr/>
                </p:nvSpPr>
                <p:spPr>
                  <a:xfrm>
                    <a:off x="3100" y="716"/>
                    <a:ext cx="68" cy="11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28957" name="WordArt 578"/>
                  <p:cNvSpPr>
                    <a:spLocks noTextEdit="1"/>
                  </p:cNvSpPr>
                  <p:nvPr/>
                </p:nvSpPr>
                <p:spPr>
                  <a:xfrm>
                    <a:off x="3098" y="928"/>
                    <a:ext cx="78" cy="11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28958" name="Line 579"/>
                  <p:cNvSpPr/>
                  <p:nvPr/>
                </p:nvSpPr>
                <p:spPr>
                  <a:xfrm>
                    <a:off x="3053" y="876"/>
                    <a:ext cx="19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59" name="WordArt 580"/>
                  <p:cNvSpPr>
                    <a:spLocks noTextEdit="1"/>
                  </p:cNvSpPr>
                  <p:nvPr/>
                </p:nvSpPr>
                <p:spPr>
                  <a:xfrm>
                    <a:off x="3573" y="880"/>
                    <a:ext cx="58" cy="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  <p:sp>
                <p:nvSpPr>
                  <p:cNvPr id="28960" name="WordArt 581"/>
                  <p:cNvSpPr>
                    <a:spLocks noTextEdit="1"/>
                  </p:cNvSpPr>
                  <p:nvPr/>
                </p:nvSpPr>
                <p:spPr>
                  <a:xfrm>
                    <a:off x="3448" y="829"/>
                    <a:ext cx="115" cy="11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Book Antiqua" panose="02040602050305030304" charset="0"/>
                        <a:ea typeface="Book Antiqua" panose="02040602050305030304" charset="0"/>
                      </a:rPr>
                      <a:t>v</a:t>
                    </a:r>
                  </a:p>
                </p:txBody>
              </p:sp>
              <p:sp>
                <p:nvSpPr>
                  <p:cNvPr id="28961" name="WordArt 582"/>
                  <p:cNvSpPr>
                    <a:spLocks noTextEdit="1"/>
                  </p:cNvSpPr>
                  <p:nvPr/>
                </p:nvSpPr>
                <p:spPr>
                  <a:xfrm>
                    <a:off x="3592" y="750"/>
                    <a:ext cx="63" cy="7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</p:grpSp>
            <p:grpSp>
              <p:nvGrpSpPr>
                <p:cNvPr id="28962" name="Group 583"/>
                <p:cNvGrpSpPr/>
                <p:nvPr/>
              </p:nvGrpSpPr>
              <p:grpSpPr>
                <a:xfrm>
                  <a:off x="1827" y="563"/>
                  <a:ext cx="783" cy="281"/>
                  <a:chOff x="4384" y="1905"/>
                  <a:chExt cx="783" cy="281"/>
                </a:xfrm>
              </p:grpSpPr>
              <p:grpSp>
                <p:nvGrpSpPr>
                  <p:cNvPr id="28963" name="Group 584"/>
                  <p:cNvGrpSpPr/>
                  <p:nvPr/>
                </p:nvGrpSpPr>
                <p:grpSpPr>
                  <a:xfrm>
                    <a:off x="4384" y="1905"/>
                    <a:ext cx="307" cy="280"/>
                    <a:chOff x="1036" y="1830"/>
                    <a:chExt cx="355" cy="265"/>
                  </a:xfrm>
                </p:grpSpPr>
                <p:sp>
                  <p:nvSpPr>
                    <p:cNvPr id="28964" name="WordArt 585"/>
                    <p:cNvSpPr>
                      <a:spLocks noTextEdit="1"/>
                    </p:cNvSpPr>
                    <p:nvPr/>
                  </p:nvSpPr>
                  <p:spPr>
                    <a:xfrm>
                      <a:off x="1239" y="1908"/>
                      <a:ext cx="152" cy="17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n</a:t>
                      </a:r>
                    </a:p>
                  </p:txBody>
                </p:sp>
                <p:sp>
                  <p:nvSpPr>
                    <p:cNvPr id="28965" name="WordArt 586"/>
                    <p:cNvSpPr>
                      <a:spLocks noTextEdit="1"/>
                    </p:cNvSpPr>
                    <p:nvPr/>
                  </p:nvSpPr>
                  <p:spPr>
                    <a:xfrm>
                      <a:off x="1036" y="1830"/>
                      <a:ext cx="166" cy="2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8966" name="Group 587"/>
                  <p:cNvGrpSpPr/>
                  <p:nvPr/>
                </p:nvGrpSpPr>
                <p:grpSpPr>
                  <a:xfrm>
                    <a:off x="4910" y="1909"/>
                    <a:ext cx="257" cy="277"/>
                    <a:chOff x="1554" y="1732"/>
                    <a:chExt cx="353" cy="328"/>
                  </a:xfrm>
                </p:grpSpPr>
                <p:sp>
                  <p:nvSpPr>
                    <p:cNvPr id="28967" name="WordArt 588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8968" name="WordArt 589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  <p:sp>
                <p:nvSpPr>
                  <p:cNvPr id="28969" name="Line 590"/>
                  <p:cNvSpPr/>
                  <p:nvPr/>
                </p:nvSpPr>
                <p:spPr>
                  <a:xfrm>
                    <a:off x="4745" y="2070"/>
                    <a:ext cx="143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970" name="WordArt 591"/>
                <p:cNvSpPr>
                  <a:spLocks noTextEdit="1"/>
                </p:cNvSpPr>
                <p:nvPr/>
              </p:nvSpPr>
              <p:spPr>
                <a:xfrm>
                  <a:off x="1028" y="190"/>
                  <a:ext cx="1447" cy="13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光电效应方程</a:t>
                  </a:r>
                </a:p>
              </p:txBody>
            </p:sp>
          </p:grpSp>
          <p:grpSp>
            <p:nvGrpSpPr>
              <p:cNvPr id="28971" name="Group 592"/>
              <p:cNvGrpSpPr/>
              <p:nvPr/>
            </p:nvGrpSpPr>
            <p:grpSpPr>
              <a:xfrm>
                <a:off x="3301" y="276"/>
                <a:ext cx="2208" cy="938"/>
                <a:chOff x="3071" y="207"/>
                <a:chExt cx="2446" cy="953"/>
              </a:xfrm>
            </p:grpSpPr>
            <p:grpSp>
              <p:nvGrpSpPr>
                <p:cNvPr id="28972" name="Group 593"/>
                <p:cNvGrpSpPr/>
                <p:nvPr/>
              </p:nvGrpSpPr>
              <p:grpSpPr>
                <a:xfrm>
                  <a:off x="3181" y="731"/>
                  <a:ext cx="801" cy="210"/>
                  <a:chOff x="2981" y="769"/>
                  <a:chExt cx="801" cy="210"/>
                </a:xfrm>
              </p:grpSpPr>
              <p:grpSp>
                <p:nvGrpSpPr>
                  <p:cNvPr id="28973" name="Group 594"/>
                  <p:cNvGrpSpPr/>
                  <p:nvPr/>
                </p:nvGrpSpPr>
                <p:grpSpPr>
                  <a:xfrm>
                    <a:off x="3248" y="857"/>
                    <a:ext cx="147" cy="53"/>
                    <a:chOff x="1260" y="2371"/>
                    <a:chExt cx="151" cy="53"/>
                  </a:xfrm>
                </p:grpSpPr>
                <p:sp>
                  <p:nvSpPr>
                    <p:cNvPr id="28974" name="Line 595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975" name="Line 596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8976" name="Group 597"/>
                  <p:cNvGrpSpPr/>
                  <p:nvPr/>
                </p:nvGrpSpPr>
                <p:grpSpPr>
                  <a:xfrm>
                    <a:off x="3456" y="823"/>
                    <a:ext cx="326" cy="156"/>
                    <a:chOff x="3456" y="823"/>
                    <a:chExt cx="326" cy="156"/>
                  </a:xfrm>
                </p:grpSpPr>
                <p:grpSp>
                  <p:nvGrpSpPr>
                    <p:cNvPr id="28977" name="Group 598"/>
                    <p:cNvGrpSpPr/>
                    <p:nvPr/>
                  </p:nvGrpSpPr>
                  <p:grpSpPr>
                    <a:xfrm>
                      <a:off x="3569" y="829"/>
                      <a:ext cx="213" cy="150"/>
                      <a:chOff x="3071" y="3339"/>
                      <a:chExt cx="245" cy="177"/>
                    </a:xfrm>
                  </p:grpSpPr>
                  <p:sp>
                    <p:nvSpPr>
                      <p:cNvPr id="28978" name="WordArt 59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071" y="3339"/>
                        <a:ext cx="200" cy="15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34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28979" name="WordArt 60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236" y="3416"/>
                        <a:ext cx="80" cy="10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k</a:t>
                        </a:r>
                      </a:p>
                    </p:txBody>
                  </p:sp>
                </p:grpSp>
                <p:sp>
                  <p:nvSpPr>
                    <p:cNvPr id="28980" name="WordArt 601"/>
                    <p:cNvSpPr>
                      <a:spLocks noTextEdit="1"/>
                    </p:cNvSpPr>
                    <p:nvPr/>
                  </p:nvSpPr>
                  <p:spPr>
                    <a:xfrm>
                      <a:off x="3456" y="823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  <p:grpSp>
                <p:nvGrpSpPr>
                  <p:cNvPr id="28981" name="Group 602"/>
                  <p:cNvGrpSpPr/>
                  <p:nvPr/>
                </p:nvGrpSpPr>
                <p:grpSpPr>
                  <a:xfrm>
                    <a:off x="2981" y="769"/>
                    <a:ext cx="193" cy="205"/>
                    <a:chOff x="1554" y="1732"/>
                    <a:chExt cx="353" cy="328"/>
                  </a:xfrm>
                </p:grpSpPr>
                <p:sp>
                  <p:nvSpPr>
                    <p:cNvPr id="28982" name="WordArt 603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8983" name="WordArt 604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</p:grpSp>
            <p:sp>
              <p:nvSpPr>
                <p:cNvPr id="28984" name="Rectangle 605"/>
                <p:cNvSpPr/>
                <p:nvPr/>
              </p:nvSpPr>
              <p:spPr>
                <a:xfrm>
                  <a:off x="3071" y="569"/>
                  <a:ext cx="1075" cy="561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CC9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8985" name="Group 606"/>
                <p:cNvGrpSpPr/>
                <p:nvPr/>
              </p:nvGrpSpPr>
              <p:grpSpPr>
                <a:xfrm>
                  <a:off x="4350" y="492"/>
                  <a:ext cx="1167" cy="668"/>
                  <a:chOff x="4383" y="483"/>
                  <a:chExt cx="1167" cy="668"/>
                </a:xfrm>
              </p:grpSpPr>
              <p:grpSp>
                <p:nvGrpSpPr>
                  <p:cNvPr id="28986" name="Group 607"/>
                  <p:cNvGrpSpPr/>
                  <p:nvPr/>
                </p:nvGrpSpPr>
                <p:grpSpPr>
                  <a:xfrm>
                    <a:off x="4485" y="537"/>
                    <a:ext cx="876" cy="203"/>
                    <a:chOff x="3019" y="3823"/>
                    <a:chExt cx="876" cy="203"/>
                  </a:xfrm>
                </p:grpSpPr>
                <p:grpSp>
                  <p:nvGrpSpPr>
                    <p:cNvPr id="28987" name="Group 608"/>
                    <p:cNvGrpSpPr/>
                    <p:nvPr/>
                  </p:nvGrpSpPr>
                  <p:grpSpPr>
                    <a:xfrm>
                      <a:off x="3019" y="3878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8988" name="WordArt 60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8989" name="WordArt 61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grpSp>
                  <p:nvGrpSpPr>
                    <p:cNvPr id="28990" name="Group 611"/>
                    <p:cNvGrpSpPr/>
                    <p:nvPr/>
                  </p:nvGrpSpPr>
                  <p:grpSpPr>
                    <a:xfrm>
                      <a:off x="3245" y="3901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8991" name="Line 612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992" name="Line 613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28993" name="Group 614"/>
                    <p:cNvGrpSpPr/>
                    <p:nvPr/>
                  </p:nvGrpSpPr>
                  <p:grpSpPr>
                    <a:xfrm>
                      <a:off x="3460" y="3823"/>
                      <a:ext cx="183" cy="171"/>
                      <a:chOff x="1554" y="1732"/>
                      <a:chExt cx="353" cy="328"/>
                    </a:xfrm>
                  </p:grpSpPr>
                  <p:sp>
                    <p:nvSpPr>
                      <p:cNvPr id="28994" name="WordArt 615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8" y="1732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101600" cap="flat" cmpd="sng">
                              <a:solidFill>
                                <a:schemeClr val="bg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28995" name="WordArt 616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4" y="1740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9525" cap="flat" cmpd="sng">
                              <a:solidFill>
                                <a:srgbClr val="FF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</p:grpSp>
                <p:sp>
                  <p:nvSpPr>
                    <p:cNvPr id="28996" name="Line 617"/>
                    <p:cNvSpPr/>
                    <p:nvPr/>
                  </p:nvSpPr>
                  <p:spPr>
                    <a:xfrm flipH="1">
                      <a:off x="3664" y="3824"/>
                      <a:ext cx="107" cy="17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997" name="WordArt 618"/>
                    <p:cNvSpPr>
                      <a:spLocks noTextEdit="1"/>
                    </p:cNvSpPr>
                    <p:nvPr/>
                  </p:nvSpPr>
                  <p:spPr>
                    <a:xfrm>
                      <a:off x="3780" y="3823"/>
                      <a:ext cx="115" cy="187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8998" name="Group 619"/>
                  <p:cNvGrpSpPr/>
                  <p:nvPr/>
                </p:nvGrpSpPr>
                <p:grpSpPr>
                  <a:xfrm>
                    <a:off x="4472" y="861"/>
                    <a:ext cx="895" cy="238"/>
                    <a:chOff x="4688" y="3809"/>
                    <a:chExt cx="895" cy="238"/>
                  </a:xfrm>
                </p:grpSpPr>
                <p:sp>
                  <p:nvSpPr>
                    <p:cNvPr id="28999" name="WordArt 620"/>
                    <p:cNvSpPr>
                      <a:spLocks noTextEdit="1"/>
                    </p:cNvSpPr>
                    <p:nvPr/>
                  </p:nvSpPr>
                  <p:spPr>
                    <a:xfrm>
                      <a:off x="4903" y="3900"/>
                      <a:ext cx="65" cy="78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29000" name="WordArt 621"/>
                    <p:cNvSpPr>
                      <a:spLocks noTextEdit="1"/>
                    </p:cNvSpPr>
                    <p:nvPr/>
                  </p:nvSpPr>
                  <p:spPr>
                    <a:xfrm>
                      <a:off x="4688" y="3840"/>
                      <a:ext cx="191" cy="14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63968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l</a:t>
                      </a:r>
                    </a:p>
                  </p:txBody>
                </p:sp>
                <p:grpSp>
                  <p:nvGrpSpPr>
                    <p:cNvPr id="29001" name="Group 622"/>
                    <p:cNvGrpSpPr/>
                    <p:nvPr/>
                  </p:nvGrpSpPr>
                  <p:grpSpPr>
                    <a:xfrm>
                      <a:off x="5033" y="3892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9002" name="Line 623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003" name="Line 624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9004" name="Line 625"/>
                    <p:cNvSpPr/>
                    <p:nvPr/>
                  </p:nvSpPr>
                  <p:spPr>
                    <a:xfrm flipH="1">
                      <a:off x="5268" y="3809"/>
                      <a:ext cx="169" cy="2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29005" name="Group 626"/>
                    <p:cNvGrpSpPr/>
                    <p:nvPr/>
                  </p:nvGrpSpPr>
                  <p:grpSpPr>
                    <a:xfrm>
                      <a:off x="5421" y="3899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9006" name="WordArt 627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9007" name="WordArt 628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sp>
                  <p:nvSpPr>
                    <p:cNvPr id="29008" name="WordArt 629"/>
                    <p:cNvSpPr>
                      <a:spLocks noTextEdit="1"/>
                    </p:cNvSpPr>
                    <p:nvPr/>
                  </p:nvSpPr>
                  <p:spPr>
                    <a:xfrm>
                      <a:off x="5237" y="3831"/>
                      <a:ext cx="8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</a:p>
                  </p:txBody>
                </p:sp>
              </p:grpSp>
              <p:sp>
                <p:nvSpPr>
                  <p:cNvPr id="29009" name="Rectangle 630"/>
                  <p:cNvSpPr/>
                  <p:nvPr/>
                </p:nvSpPr>
                <p:spPr>
                  <a:xfrm>
                    <a:off x="4383" y="483"/>
                    <a:ext cx="1167" cy="668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rgbClr val="00CC99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9010" name="WordArt 631"/>
                <p:cNvSpPr>
                  <a:spLocks noTextEdit="1"/>
                </p:cNvSpPr>
                <p:nvPr/>
              </p:nvSpPr>
              <p:spPr>
                <a:xfrm>
                  <a:off x="3139" y="379"/>
                  <a:ext cx="863" cy="12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逸出电势差</a:t>
                  </a:r>
                </a:p>
              </p:txBody>
            </p:sp>
            <p:sp>
              <p:nvSpPr>
                <p:cNvPr id="29011" name="WordArt 632"/>
                <p:cNvSpPr>
                  <a:spLocks noTextEdit="1"/>
                </p:cNvSpPr>
                <p:nvPr/>
              </p:nvSpPr>
              <p:spPr>
                <a:xfrm>
                  <a:off x="3176" y="223"/>
                  <a:ext cx="824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逸出功与</a:t>
                  </a:r>
                </a:p>
              </p:txBody>
            </p:sp>
            <p:grpSp>
              <p:nvGrpSpPr>
                <p:cNvPr id="29012" name="Group 633"/>
                <p:cNvGrpSpPr/>
                <p:nvPr/>
              </p:nvGrpSpPr>
              <p:grpSpPr>
                <a:xfrm>
                  <a:off x="4487" y="207"/>
                  <a:ext cx="821" cy="227"/>
                  <a:chOff x="4289" y="213"/>
                  <a:chExt cx="844" cy="258"/>
                </a:xfrm>
              </p:grpSpPr>
              <p:sp>
                <p:nvSpPr>
                  <p:cNvPr id="29013" name="WordArt 634"/>
                  <p:cNvSpPr>
                    <a:spLocks noTextEdit="1"/>
                  </p:cNvSpPr>
                  <p:nvPr/>
                </p:nvSpPr>
                <p:spPr>
                  <a:xfrm>
                    <a:off x="4289" y="213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红限频率</a:t>
                    </a:r>
                  </a:p>
                </p:txBody>
              </p:sp>
              <p:sp>
                <p:nvSpPr>
                  <p:cNvPr id="29014" name="WordArt 635"/>
                  <p:cNvSpPr>
                    <a:spLocks noTextEdit="1"/>
                  </p:cNvSpPr>
                  <p:nvPr/>
                </p:nvSpPr>
                <p:spPr>
                  <a:xfrm>
                    <a:off x="4309" y="356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红限波长</a:t>
                    </a:r>
                  </a:p>
                </p:txBody>
              </p:sp>
            </p:grpSp>
          </p:grpSp>
          <p:sp>
            <p:nvSpPr>
              <p:cNvPr id="29015" name="Rectangle 636" descr="羊皮纸"/>
              <p:cNvSpPr/>
              <p:nvPr/>
            </p:nvSpPr>
            <p:spPr>
              <a:xfrm>
                <a:off x="0" y="1376"/>
                <a:ext cx="5760" cy="7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016" name="WordArt 637"/>
              <p:cNvSpPr>
                <a:spLocks noTextEdit="1"/>
              </p:cNvSpPr>
              <p:nvPr/>
            </p:nvSpPr>
            <p:spPr>
              <a:xfrm rot="5400000">
                <a:off x="-180" y="664"/>
                <a:ext cx="848" cy="170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归纳</a:t>
                </a:r>
              </a:p>
            </p:txBody>
          </p:sp>
          <p:sp>
            <p:nvSpPr>
              <p:cNvPr id="29017" name="Rectangle 638" descr="羊皮纸"/>
              <p:cNvSpPr/>
              <p:nvPr/>
            </p:nvSpPr>
            <p:spPr>
              <a:xfrm>
                <a:off x="456" y="0"/>
                <a:ext cx="56" cy="1416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9018" name="Group 639"/>
              <p:cNvGrpSpPr/>
              <p:nvPr/>
            </p:nvGrpSpPr>
            <p:grpSpPr>
              <a:xfrm>
                <a:off x="609" y="1075"/>
                <a:ext cx="2430" cy="254"/>
                <a:chOff x="609" y="1075"/>
                <a:chExt cx="2430" cy="254"/>
              </a:xfrm>
            </p:grpSpPr>
            <p:grpSp>
              <p:nvGrpSpPr>
                <p:cNvPr id="29019" name="Group 640"/>
                <p:cNvGrpSpPr/>
                <p:nvPr/>
              </p:nvGrpSpPr>
              <p:grpSpPr>
                <a:xfrm>
                  <a:off x="904" y="1075"/>
                  <a:ext cx="2135" cy="227"/>
                  <a:chOff x="728" y="1082"/>
                  <a:chExt cx="2135" cy="227"/>
                </a:xfrm>
              </p:grpSpPr>
              <p:grpSp>
                <p:nvGrpSpPr>
                  <p:cNvPr id="29020" name="Group 641"/>
                  <p:cNvGrpSpPr/>
                  <p:nvPr/>
                </p:nvGrpSpPr>
                <p:grpSpPr>
                  <a:xfrm>
                    <a:off x="728" y="1082"/>
                    <a:ext cx="398" cy="227"/>
                    <a:chOff x="1929" y="687"/>
                    <a:chExt cx="489" cy="250"/>
                  </a:xfrm>
                </p:grpSpPr>
                <p:sp>
                  <p:nvSpPr>
                    <p:cNvPr id="29021" name="WordArt 642"/>
                    <p:cNvSpPr>
                      <a:spLocks noTextEdit="1"/>
                    </p:cNvSpPr>
                    <p:nvPr/>
                  </p:nvSpPr>
                  <p:spPr>
                    <a:xfrm>
                      <a:off x="1959" y="844"/>
                      <a:ext cx="81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9022" name="WordArt 643"/>
                    <p:cNvSpPr>
                      <a:spLocks noTextEdit="1"/>
                    </p:cNvSpPr>
                    <p:nvPr/>
                  </p:nvSpPr>
                  <p:spPr>
                    <a:xfrm>
                      <a:off x="1968" y="687"/>
                      <a:ext cx="60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9023" name="Line 644"/>
                    <p:cNvSpPr/>
                    <p:nvPr/>
                  </p:nvSpPr>
                  <p:spPr>
                    <a:xfrm>
                      <a:off x="1929" y="812"/>
                      <a:ext cx="14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9024" name="WordArt 645"/>
                    <p:cNvSpPr>
                      <a:spLocks noTextEdit="1"/>
                    </p:cNvSpPr>
                    <p:nvPr/>
                  </p:nvSpPr>
                  <p:spPr>
                    <a:xfrm>
                      <a:off x="2109" y="762"/>
                      <a:ext cx="136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</a:p>
                  </p:txBody>
                </p:sp>
                <p:sp>
                  <p:nvSpPr>
                    <p:cNvPr id="29025" name="WordArt 646"/>
                    <p:cNvSpPr>
                      <a:spLocks noTextEdit="1"/>
                    </p:cNvSpPr>
                    <p:nvPr/>
                  </p:nvSpPr>
                  <p:spPr>
                    <a:xfrm>
                      <a:off x="2280" y="759"/>
                      <a:ext cx="9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Book Antiqua" panose="02040602050305030304" charset="0"/>
                          <a:ea typeface="Book Antiqua" panose="02040602050305030304" charset="0"/>
                        </a:rPr>
                        <a:t>v</a:t>
                      </a:r>
                    </a:p>
                  </p:txBody>
                </p:sp>
                <p:sp>
                  <p:nvSpPr>
                    <p:cNvPr id="29026" name="WordArt 647"/>
                    <p:cNvSpPr>
                      <a:spLocks noTextEdit="1"/>
                    </p:cNvSpPr>
                    <p:nvPr/>
                  </p:nvSpPr>
                  <p:spPr>
                    <a:xfrm>
                      <a:off x="2382" y="842"/>
                      <a:ext cx="36" cy="6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</p:grpSp>
              <p:grpSp>
                <p:nvGrpSpPr>
                  <p:cNvPr id="29027" name="Group 648"/>
                  <p:cNvGrpSpPr/>
                  <p:nvPr/>
                </p:nvGrpSpPr>
                <p:grpSpPr>
                  <a:xfrm>
                    <a:off x="1829" y="1159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9028" name="Line 649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9029" name="Line 650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9030" name="WordArt 651"/>
                  <p:cNvSpPr>
                    <a:spLocks noTextEdit="1"/>
                  </p:cNvSpPr>
                  <p:nvPr/>
                </p:nvSpPr>
                <p:spPr>
                  <a:xfrm>
                    <a:off x="2027" y="1130"/>
                    <a:ext cx="95" cy="12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29031" name="WordArt 652"/>
                  <p:cNvSpPr>
                    <a:spLocks noTextEdit="1"/>
                  </p:cNvSpPr>
                  <p:nvPr/>
                </p:nvSpPr>
                <p:spPr>
                  <a:xfrm>
                    <a:off x="2200" y="1107"/>
                    <a:ext cx="94" cy="15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k</a:t>
                    </a:r>
                  </a:p>
                </p:txBody>
              </p:sp>
              <p:sp>
                <p:nvSpPr>
                  <p:cNvPr id="29032" name="WordArt 653"/>
                  <p:cNvSpPr>
                    <a:spLocks noTextEdit="1"/>
                  </p:cNvSpPr>
                  <p:nvPr/>
                </p:nvSpPr>
                <p:spPr>
                  <a:xfrm>
                    <a:off x="2326" y="1119"/>
                    <a:ext cx="116" cy="14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  <p:sp>
                <p:nvSpPr>
                  <p:cNvPr id="29033" name="Line 654"/>
                  <p:cNvSpPr/>
                  <p:nvPr/>
                </p:nvSpPr>
                <p:spPr>
                  <a:xfrm>
                    <a:off x="2464" y="1179"/>
                    <a:ext cx="1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9034" name="Group 655"/>
                  <p:cNvGrpSpPr/>
                  <p:nvPr/>
                </p:nvGrpSpPr>
                <p:grpSpPr>
                  <a:xfrm>
                    <a:off x="2612" y="1120"/>
                    <a:ext cx="175" cy="134"/>
                    <a:chOff x="3071" y="3339"/>
                    <a:chExt cx="245" cy="177"/>
                  </a:xfrm>
                </p:grpSpPr>
                <p:sp>
                  <p:nvSpPr>
                    <p:cNvPr id="29035" name="WordArt 656"/>
                    <p:cNvSpPr>
                      <a:spLocks noTextEdit="1"/>
                    </p:cNvSpPr>
                    <p:nvPr/>
                  </p:nvSpPr>
                  <p:spPr>
                    <a:xfrm>
                      <a:off x="3071" y="3339"/>
                      <a:ext cx="200" cy="15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34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</a:p>
                  </p:txBody>
                </p:sp>
                <p:sp>
                  <p:nvSpPr>
                    <p:cNvPr id="29036" name="WordArt 657"/>
                    <p:cNvSpPr>
                      <a:spLocks noTextEdit="1"/>
                    </p:cNvSpPr>
                    <p:nvPr/>
                  </p:nvSpPr>
                  <p:spPr>
                    <a:xfrm>
                      <a:off x="3236" y="3416"/>
                      <a:ext cx="80" cy="10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</a:p>
                  </p:txBody>
                </p:sp>
              </p:grpSp>
              <p:sp>
                <p:nvSpPr>
                  <p:cNvPr id="29037" name="WordArt 658"/>
                  <p:cNvSpPr>
                    <a:spLocks noTextEdit="1"/>
                  </p:cNvSpPr>
                  <p:nvPr/>
                </p:nvSpPr>
                <p:spPr>
                  <a:xfrm>
                    <a:off x="2143" y="111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sp>
                <p:nvSpPr>
                  <p:cNvPr id="29038" name="WordArt 659"/>
                  <p:cNvSpPr>
                    <a:spLocks noTextEdit="1"/>
                  </p:cNvSpPr>
                  <p:nvPr/>
                </p:nvSpPr>
                <p:spPr>
                  <a:xfrm flipH="1">
                    <a:off x="2820" y="110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grpSp>
                <p:nvGrpSpPr>
                  <p:cNvPr id="29039" name="Group 660"/>
                  <p:cNvGrpSpPr/>
                  <p:nvPr/>
                </p:nvGrpSpPr>
                <p:grpSpPr>
                  <a:xfrm>
                    <a:off x="1195" y="1163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9040" name="Line 661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9041" name="Line 662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9042" name="Group 663"/>
                  <p:cNvGrpSpPr/>
                  <p:nvPr/>
                </p:nvGrpSpPr>
                <p:grpSpPr>
                  <a:xfrm>
                    <a:off x="1379" y="1116"/>
                    <a:ext cx="339" cy="132"/>
                    <a:chOff x="1364" y="1117"/>
                    <a:chExt cx="339" cy="132"/>
                  </a:xfrm>
                </p:grpSpPr>
                <p:grpSp>
                  <p:nvGrpSpPr>
                    <p:cNvPr id="29043" name="Group 665"/>
                    <p:cNvGrpSpPr/>
                    <p:nvPr/>
                  </p:nvGrpSpPr>
                  <p:grpSpPr>
                    <a:xfrm>
                      <a:off x="1550" y="1117"/>
                      <a:ext cx="153" cy="132"/>
                      <a:chOff x="1858" y="3286"/>
                      <a:chExt cx="204" cy="172"/>
                    </a:xfrm>
                  </p:grpSpPr>
                  <p:sp>
                    <p:nvSpPr>
                      <p:cNvPr id="29044" name="WordArt 666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858" y="3286"/>
                        <a:ext cx="141" cy="155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b="1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29045" name="WordArt 667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983" y="3375"/>
                        <a:ext cx="79" cy="83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634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o</a:t>
                        </a:r>
                      </a:p>
                    </p:txBody>
                  </p:sp>
                </p:grpSp>
                <p:sp>
                  <p:nvSpPr>
                    <p:cNvPr id="29046" name="WordArt 670"/>
                    <p:cNvSpPr>
                      <a:spLocks noTextEdit="1"/>
                    </p:cNvSpPr>
                    <p:nvPr/>
                  </p:nvSpPr>
                  <p:spPr>
                    <a:xfrm>
                      <a:off x="1364" y="1120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</p:grpSp>
            <p:sp>
              <p:nvSpPr>
                <p:cNvPr id="29047" name="WordArt 671"/>
                <p:cNvSpPr>
                  <a:spLocks noTextEdit="1"/>
                </p:cNvSpPr>
                <p:nvPr/>
              </p:nvSpPr>
              <p:spPr>
                <a:xfrm>
                  <a:off x="609" y="1099"/>
                  <a:ext cx="220" cy="2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实验</a:t>
                  </a:r>
                </a:p>
              </p:txBody>
            </p:sp>
          </p:grpSp>
        </p:grpSp>
        <p:sp>
          <p:nvSpPr>
            <p:cNvPr id="29048" name="WordArt 672"/>
            <p:cNvSpPr>
              <a:spLocks noTextEdit="1"/>
            </p:cNvSpPr>
            <p:nvPr/>
          </p:nvSpPr>
          <p:spPr>
            <a:xfrm>
              <a:off x="1276" y="1055"/>
              <a:ext cx="51" cy="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29049" name="Group 673"/>
          <p:cNvGrpSpPr/>
          <p:nvPr/>
        </p:nvGrpSpPr>
        <p:grpSpPr>
          <a:xfrm>
            <a:off x="192088" y="2397125"/>
            <a:ext cx="793750" cy="442913"/>
            <a:chOff x="396" y="441"/>
            <a:chExt cx="619" cy="368"/>
          </a:xfrm>
        </p:grpSpPr>
        <p:sp>
          <p:nvSpPr>
            <p:cNvPr id="29050" name="Oval 674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051" name="WordArt 675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414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159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29698" name="Rectangle 110" descr="羊皮纸"/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415"/>
          <p:cNvGrpSpPr/>
          <p:nvPr/>
        </p:nvGrpSpPr>
        <p:grpSpPr>
          <a:xfrm>
            <a:off x="0" y="2574925"/>
            <a:ext cx="3146425" cy="4062413"/>
            <a:chOff x="0" y="1622"/>
            <a:chExt cx="1982" cy="2559"/>
          </a:xfrm>
        </p:grpSpPr>
        <p:sp>
          <p:nvSpPr>
            <p:cNvPr id="29700" name="WordArt 117"/>
            <p:cNvSpPr>
              <a:spLocks noTextEdit="1"/>
            </p:cNvSpPr>
            <p:nvPr/>
          </p:nvSpPr>
          <p:spPr>
            <a:xfrm>
              <a:off x="913" y="1622"/>
              <a:ext cx="484" cy="1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已知</a:t>
              </a:r>
            </a:p>
          </p:txBody>
        </p:sp>
        <p:sp>
          <p:nvSpPr>
            <p:cNvPr id="29701" name="WordArt 119"/>
            <p:cNvSpPr>
              <a:spLocks noTextEdit="1"/>
            </p:cNvSpPr>
            <p:nvPr/>
          </p:nvSpPr>
          <p:spPr>
            <a:xfrm>
              <a:off x="313" y="1906"/>
              <a:ext cx="579" cy="1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以波长</a:t>
              </a:r>
            </a:p>
          </p:txBody>
        </p:sp>
        <p:grpSp>
          <p:nvGrpSpPr>
            <p:cNvPr id="29702" name="Group 120"/>
            <p:cNvGrpSpPr/>
            <p:nvPr/>
          </p:nvGrpSpPr>
          <p:grpSpPr>
            <a:xfrm>
              <a:off x="956" y="1918"/>
              <a:ext cx="761" cy="150"/>
              <a:chOff x="849" y="2857"/>
              <a:chExt cx="1137" cy="211"/>
            </a:xfrm>
          </p:grpSpPr>
          <p:sp>
            <p:nvSpPr>
              <p:cNvPr id="29703" name="WordArt 121"/>
              <p:cNvSpPr>
                <a:spLocks noTextEdit="1"/>
              </p:cNvSpPr>
              <p:nvPr/>
            </p:nvSpPr>
            <p:spPr>
              <a:xfrm>
                <a:off x="1284" y="2868"/>
                <a:ext cx="311" cy="1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410</a:t>
                </a:r>
              </a:p>
            </p:txBody>
          </p:sp>
          <p:sp>
            <p:nvSpPr>
              <p:cNvPr id="29704" name="WordArt 122"/>
              <p:cNvSpPr>
                <a:spLocks noTextEdit="1"/>
              </p:cNvSpPr>
              <p:nvPr/>
            </p:nvSpPr>
            <p:spPr>
              <a:xfrm>
                <a:off x="1655" y="2889"/>
                <a:ext cx="331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nm</a:t>
                </a:r>
              </a:p>
            </p:txBody>
          </p:sp>
          <p:sp>
            <p:nvSpPr>
              <p:cNvPr id="29705" name="WordArt 123"/>
              <p:cNvSpPr>
                <a:spLocks noTextEdit="1"/>
              </p:cNvSpPr>
              <p:nvPr/>
            </p:nvSpPr>
            <p:spPr>
              <a:xfrm>
                <a:off x="849" y="2857"/>
                <a:ext cx="142" cy="2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grpSp>
            <p:nvGrpSpPr>
              <p:cNvPr id="29706" name="Group 124"/>
              <p:cNvGrpSpPr/>
              <p:nvPr/>
            </p:nvGrpSpPr>
            <p:grpSpPr>
              <a:xfrm>
                <a:off x="1029" y="2910"/>
                <a:ext cx="189" cy="78"/>
                <a:chOff x="1260" y="2371"/>
                <a:chExt cx="151" cy="53"/>
              </a:xfrm>
            </p:grpSpPr>
            <p:sp>
              <p:nvSpPr>
                <p:cNvPr id="29707" name="Line 125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708" name="Line 126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9709" name="WordArt 127"/>
            <p:cNvSpPr>
              <a:spLocks noTextEdit="1"/>
            </p:cNvSpPr>
            <p:nvPr/>
          </p:nvSpPr>
          <p:spPr>
            <a:xfrm>
              <a:off x="153" y="2196"/>
              <a:ext cx="1677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的单色光照射某金属,</a:t>
              </a:r>
            </a:p>
          </p:txBody>
        </p:sp>
        <p:sp>
          <p:nvSpPr>
            <p:cNvPr id="29710" name="WordArt 128"/>
            <p:cNvSpPr>
              <a:spLocks noTextEdit="1"/>
            </p:cNvSpPr>
            <p:nvPr/>
          </p:nvSpPr>
          <p:spPr>
            <a:xfrm>
              <a:off x="179" y="2464"/>
              <a:ext cx="1669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产生的光电子最大动能</a:t>
              </a:r>
            </a:p>
          </p:txBody>
        </p:sp>
        <p:sp>
          <p:nvSpPr>
            <p:cNvPr id="29711" name="WordArt 129"/>
            <p:cNvSpPr>
              <a:spLocks noTextEdit="1"/>
            </p:cNvSpPr>
            <p:nvPr/>
          </p:nvSpPr>
          <p:spPr>
            <a:xfrm>
              <a:off x="762" y="3025"/>
              <a:ext cx="311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求</a:t>
              </a:r>
            </a:p>
          </p:txBody>
        </p:sp>
        <p:sp>
          <p:nvSpPr>
            <p:cNvPr id="29712" name="WordArt 131"/>
            <p:cNvSpPr>
              <a:spLocks noTextEdit="1"/>
            </p:cNvSpPr>
            <p:nvPr/>
          </p:nvSpPr>
          <p:spPr>
            <a:xfrm>
              <a:off x="259" y="3280"/>
              <a:ext cx="1440" cy="18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能使该金属产生</a:t>
              </a:r>
            </a:p>
          </p:txBody>
        </p:sp>
        <p:sp>
          <p:nvSpPr>
            <p:cNvPr id="29713" name="Rectangle 146" descr="羊皮纸"/>
            <p:cNvSpPr/>
            <p:nvPr/>
          </p:nvSpPr>
          <p:spPr>
            <a:xfrm>
              <a:off x="0" y="3918"/>
              <a:ext cx="1982" cy="47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4" name="WordArt 147"/>
            <p:cNvSpPr>
              <a:spLocks noTextEdit="1"/>
            </p:cNvSpPr>
            <p:nvPr/>
          </p:nvSpPr>
          <p:spPr>
            <a:xfrm>
              <a:off x="297" y="4034"/>
              <a:ext cx="230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1eV</a:t>
              </a:r>
            </a:p>
          </p:txBody>
        </p:sp>
        <p:grpSp>
          <p:nvGrpSpPr>
            <p:cNvPr id="29715" name="Group 148"/>
            <p:cNvGrpSpPr/>
            <p:nvPr/>
          </p:nvGrpSpPr>
          <p:grpSpPr>
            <a:xfrm>
              <a:off x="599" y="4081"/>
              <a:ext cx="123" cy="55"/>
              <a:chOff x="1260" y="2371"/>
              <a:chExt cx="151" cy="53"/>
            </a:xfrm>
          </p:grpSpPr>
          <p:sp>
            <p:nvSpPr>
              <p:cNvPr id="29716" name="Line 149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17" name="Line 150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9718" name="Group 151"/>
            <p:cNvGrpSpPr/>
            <p:nvPr/>
          </p:nvGrpSpPr>
          <p:grpSpPr>
            <a:xfrm>
              <a:off x="813" y="4025"/>
              <a:ext cx="650" cy="127"/>
              <a:chOff x="3425" y="3439"/>
              <a:chExt cx="723" cy="142"/>
            </a:xfrm>
          </p:grpSpPr>
          <p:sp>
            <p:nvSpPr>
              <p:cNvPr id="29719" name="WordArt 152"/>
              <p:cNvSpPr>
                <a:spLocks noTextEdit="1"/>
              </p:cNvSpPr>
              <p:nvPr/>
            </p:nvSpPr>
            <p:spPr>
              <a:xfrm>
                <a:off x="3425" y="3460"/>
                <a:ext cx="250" cy="1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1.60</a:t>
                </a:r>
              </a:p>
            </p:txBody>
          </p:sp>
          <p:sp>
            <p:nvSpPr>
              <p:cNvPr id="29720" name="WordArt 153"/>
              <p:cNvSpPr>
                <a:spLocks noTextEdit="1"/>
              </p:cNvSpPr>
              <p:nvPr/>
            </p:nvSpPr>
            <p:spPr>
              <a:xfrm>
                <a:off x="3837" y="3463"/>
                <a:ext cx="12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9721" name="WordArt 154"/>
              <p:cNvSpPr>
                <a:spLocks noTextEdit="1"/>
              </p:cNvSpPr>
              <p:nvPr/>
            </p:nvSpPr>
            <p:spPr>
              <a:xfrm>
                <a:off x="4062" y="3439"/>
                <a:ext cx="86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9722" name="Group 155"/>
              <p:cNvGrpSpPr/>
              <p:nvPr/>
            </p:nvGrpSpPr>
            <p:grpSpPr>
              <a:xfrm>
                <a:off x="3709" y="3484"/>
                <a:ext cx="80" cy="86"/>
                <a:chOff x="1781" y="2282"/>
                <a:chExt cx="577" cy="577"/>
              </a:xfrm>
            </p:grpSpPr>
            <p:sp>
              <p:nvSpPr>
                <p:cNvPr id="29723" name="Line 156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724" name="Line 157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9725" name="Line 158"/>
              <p:cNvSpPr/>
              <p:nvPr/>
            </p:nvSpPr>
            <p:spPr>
              <a:xfrm>
                <a:off x="3981" y="3469"/>
                <a:ext cx="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726" name="WordArt 159"/>
            <p:cNvSpPr>
              <a:spLocks noTextEdit="1"/>
            </p:cNvSpPr>
            <p:nvPr/>
          </p:nvSpPr>
          <p:spPr>
            <a:xfrm>
              <a:off x="1535" y="4045"/>
              <a:ext cx="66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  <p:grpSp>
          <p:nvGrpSpPr>
            <p:cNvPr id="29727" name="Group 307"/>
            <p:cNvGrpSpPr/>
            <p:nvPr/>
          </p:nvGrpSpPr>
          <p:grpSpPr>
            <a:xfrm>
              <a:off x="174" y="2766"/>
              <a:ext cx="194" cy="155"/>
              <a:chOff x="174" y="2766"/>
              <a:chExt cx="194" cy="155"/>
            </a:xfrm>
          </p:grpSpPr>
          <p:sp>
            <p:nvSpPr>
              <p:cNvPr id="29728" name="WordArt 160"/>
              <p:cNvSpPr>
                <a:spLocks noTextEdit="1"/>
              </p:cNvSpPr>
              <p:nvPr/>
            </p:nvSpPr>
            <p:spPr>
              <a:xfrm>
                <a:off x="174" y="2766"/>
                <a:ext cx="117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29729" name="WordArt 161"/>
              <p:cNvSpPr>
                <a:spLocks noTextEdit="1"/>
              </p:cNvSpPr>
              <p:nvPr/>
            </p:nvSpPr>
            <p:spPr>
              <a:xfrm>
                <a:off x="308" y="2840"/>
                <a:ext cx="60" cy="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</a:t>
                </a:r>
              </a:p>
            </p:txBody>
          </p:sp>
        </p:grpSp>
        <p:grpSp>
          <p:nvGrpSpPr>
            <p:cNvPr id="29730" name="Group 162"/>
            <p:cNvGrpSpPr/>
            <p:nvPr/>
          </p:nvGrpSpPr>
          <p:grpSpPr>
            <a:xfrm>
              <a:off x="420" y="2811"/>
              <a:ext cx="123" cy="55"/>
              <a:chOff x="1260" y="2371"/>
              <a:chExt cx="151" cy="53"/>
            </a:xfrm>
          </p:grpSpPr>
          <p:sp>
            <p:nvSpPr>
              <p:cNvPr id="29731" name="Line 163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32" name="Line 164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733" name="WordArt 166"/>
            <p:cNvSpPr>
              <a:spLocks noTextEdit="1"/>
            </p:cNvSpPr>
            <p:nvPr/>
          </p:nvSpPr>
          <p:spPr>
            <a:xfrm>
              <a:off x="617" y="2749"/>
              <a:ext cx="230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1eV</a:t>
              </a:r>
            </a:p>
          </p:txBody>
        </p:sp>
        <p:sp>
          <p:nvSpPr>
            <p:cNvPr id="29734" name="WordArt 167"/>
            <p:cNvSpPr>
              <a:spLocks noTextEdit="1"/>
            </p:cNvSpPr>
            <p:nvPr/>
          </p:nvSpPr>
          <p:spPr>
            <a:xfrm>
              <a:off x="134" y="3538"/>
              <a:ext cx="1685" cy="19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光电效应的最大波长.</a:t>
              </a:r>
            </a:p>
          </p:txBody>
        </p:sp>
      </p:grpSp>
      <p:sp>
        <p:nvSpPr>
          <p:cNvPr id="29735" name="Rectangle 145" descr="羊皮纸"/>
          <p:cNvSpPr/>
          <p:nvPr/>
        </p:nvSpPr>
        <p:spPr>
          <a:xfrm>
            <a:off x="3081338" y="2236788"/>
            <a:ext cx="85725" cy="4621212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" name="Group 526"/>
          <p:cNvGrpSpPr/>
          <p:nvPr/>
        </p:nvGrpSpPr>
        <p:grpSpPr>
          <a:xfrm>
            <a:off x="3444875" y="2530475"/>
            <a:ext cx="3619500" cy="385763"/>
            <a:chOff x="2170" y="1594"/>
            <a:chExt cx="2280" cy="243"/>
          </a:xfrm>
        </p:grpSpPr>
        <p:grpSp>
          <p:nvGrpSpPr>
            <p:cNvPr id="29737" name="Group 170"/>
            <p:cNvGrpSpPr/>
            <p:nvPr/>
          </p:nvGrpSpPr>
          <p:grpSpPr>
            <a:xfrm>
              <a:off x="3578" y="1682"/>
              <a:ext cx="120" cy="54"/>
              <a:chOff x="2100" y="3050"/>
              <a:chExt cx="267" cy="103"/>
            </a:xfrm>
          </p:grpSpPr>
          <p:sp>
            <p:nvSpPr>
              <p:cNvPr id="29738" name="Line 171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39" name="Line 172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9740" name="Group 173"/>
            <p:cNvGrpSpPr/>
            <p:nvPr/>
          </p:nvGrpSpPr>
          <p:grpSpPr>
            <a:xfrm>
              <a:off x="2960" y="1594"/>
              <a:ext cx="520" cy="243"/>
              <a:chOff x="3053" y="716"/>
              <a:chExt cx="602" cy="323"/>
            </a:xfrm>
          </p:grpSpPr>
          <p:sp>
            <p:nvSpPr>
              <p:cNvPr id="29741" name="WordArt 174"/>
              <p:cNvSpPr>
                <a:spLocks noTextEdit="1"/>
              </p:cNvSpPr>
              <p:nvPr/>
            </p:nvSpPr>
            <p:spPr>
              <a:xfrm>
                <a:off x="3254" y="827"/>
                <a:ext cx="15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29742" name="WordArt 175"/>
              <p:cNvSpPr>
                <a:spLocks noTextEdit="1"/>
              </p:cNvSpPr>
              <p:nvPr/>
            </p:nvSpPr>
            <p:spPr>
              <a:xfrm>
                <a:off x="3100" y="716"/>
                <a:ext cx="68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9743" name="WordArt 176"/>
              <p:cNvSpPr>
                <a:spLocks noTextEdit="1"/>
              </p:cNvSpPr>
              <p:nvPr/>
            </p:nvSpPr>
            <p:spPr>
              <a:xfrm>
                <a:off x="3098" y="928"/>
                <a:ext cx="78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9744" name="Line 177"/>
              <p:cNvSpPr/>
              <p:nvPr/>
            </p:nvSpPr>
            <p:spPr>
              <a:xfrm>
                <a:off x="3053" y="876"/>
                <a:ext cx="19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45" name="WordArt 178"/>
              <p:cNvSpPr>
                <a:spLocks noTextEdit="1"/>
              </p:cNvSpPr>
              <p:nvPr/>
            </p:nvSpPr>
            <p:spPr>
              <a:xfrm>
                <a:off x="3573" y="880"/>
                <a:ext cx="58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9746" name="WordArt 179"/>
              <p:cNvSpPr>
                <a:spLocks noTextEdit="1"/>
              </p:cNvSpPr>
              <p:nvPr/>
            </p:nvSpPr>
            <p:spPr>
              <a:xfrm>
                <a:off x="3448" y="829"/>
                <a:ext cx="115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29747" name="WordArt 180"/>
              <p:cNvSpPr>
                <a:spLocks noTextEdit="1"/>
              </p:cNvSpPr>
              <p:nvPr/>
            </p:nvSpPr>
            <p:spPr>
              <a:xfrm>
                <a:off x="3592" y="750"/>
                <a:ext cx="63" cy="7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29748" name="WordArt 183"/>
            <p:cNvSpPr>
              <a:spLocks noTextEdit="1"/>
            </p:cNvSpPr>
            <p:nvPr/>
          </p:nvSpPr>
          <p:spPr>
            <a:xfrm>
              <a:off x="3929" y="1665"/>
              <a:ext cx="113" cy="1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sp>
          <p:nvSpPr>
            <p:cNvPr id="29749" name="WordArt 184"/>
            <p:cNvSpPr>
              <a:spLocks noTextEdit="1"/>
            </p:cNvSpPr>
            <p:nvPr/>
          </p:nvSpPr>
          <p:spPr>
            <a:xfrm>
              <a:off x="3778" y="1607"/>
              <a:ext cx="123" cy="19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29750" name="Group 185"/>
            <p:cNvGrpSpPr/>
            <p:nvPr/>
          </p:nvGrpSpPr>
          <p:grpSpPr>
            <a:xfrm>
              <a:off x="4230" y="1609"/>
              <a:ext cx="220" cy="197"/>
              <a:chOff x="1554" y="1732"/>
              <a:chExt cx="353" cy="328"/>
            </a:xfrm>
          </p:grpSpPr>
          <p:sp>
            <p:nvSpPr>
              <p:cNvPr id="29751" name="WordArt 186"/>
              <p:cNvSpPr>
                <a:spLocks noTextEdit="1"/>
              </p:cNvSpPr>
              <p:nvPr/>
            </p:nvSpPr>
            <p:spPr>
              <a:xfrm>
                <a:off x="1558" y="1732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1016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9752" name="WordArt 187"/>
              <p:cNvSpPr>
                <a:spLocks noTextEdit="1"/>
              </p:cNvSpPr>
              <p:nvPr/>
            </p:nvSpPr>
            <p:spPr>
              <a:xfrm>
                <a:off x="1554" y="1740"/>
                <a:ext cx="349" cy="3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662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sp>
          <p:nvSpPr>
            <p:cNvPr id="29753" name="Line 188"/>
            <p:cNvSpPr/>
            <p:nvPr/>
          </p:nvSpPr>
          <p:spPr>
            <a:xfrm>
              <a:off x="4087" y="1724"/>
              <a:ext cx="1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54" name="WordArt 192"/>
            <p:cNvSpPr>
              <a:spLocks noTextEdit="1"/>
            </p:cNvSpPr>
            <p:nvPr/>
          </p:nvSpPr>
          <p:spPr>
            <a:xfrm>
              <a:off x="2170" y="1650"/>
              <a:ext cx="165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</a:t>
              </a:r>
            </a:p>
          </p:txBody>
        </p:sp>
      </p:grpSp>
      <p:grpSp>
        <p:nvGrpSpPr>
          <p:cNvPr id="14" name="Group 413"/>
          <p:cNvGrpSpPr/>
          <p:nvPr/>
        </p:nvGrpSpPr>
        <p:grpSpPr>
          <a:xfrm>
            <a:off x="3378200" y="3227388"/>
            <a:ext cx="5072063" cy="1470025"/>
            <a:chOff x="2175" y="1987"/>
            <a:chExt cx="3195" cy="926"/>
          </a:xfrm>
        </p:grpSpPr>
        <p:sp>
          <p:nvSpPr>
            <p:cNvPr id="29756" name="WordArt 197"/>
            <p:cNvSpPr>
              <a:spLocks noTextEdit="1"/>
            </p:cNvSpPr>
            <p:nvPr/>
          </p:nvSpPr>
          <p:spPr>
            <a:xfrm>
              <a:off x="4463" y="2424"/>
              <a:ext cx="47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9757" name="WordArt 203"/>
            <p:cNvSpPr>
              <a:spLocks noTextEdit="1"/>
            </p:cNvSpPr>
            <p:nvPr/>
          </p:nvSpPr>
          <p:spPr>
            <a:xfrm>
              <a:off x="3463" y="2532"/>
              <a:ext cx="208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410</a:t>
              </a:r>
            </a:p>
          </p:txBody>
        </p:sp>
        <p:sp>
          <p:nvSpPr>
            <p:cNvPr id="29758" name="WordArt 244"/>
            <p:cNvSpPr>
              <a:spLocks noTextEdit="1"/>
            </p:cNvSpPr>
            <p:nvPr/>
          </p:nvSpPr>
          <p:spPr>
            <a:xfrm>
              <a:off x="2175" y="2069"/>
              <a:ext cx="196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</a:p>
          </p:txBody>
        </p:sp>
        <p:grpSp>
          <p:nvGrpSpPr>
            <p:cNvPr id="29759" name="Group 260"/>
            <p:cNvGrpSpPr/>
            <p:nvPr/>
          </p:nvGrpSpPr>
          <p:grpSpPr>
            <a:xfrm>
              <a:off x="2492" y="2807"/>
              <a:ext cx="120" cy="54"/>
              <a:chOff x="2100" y="3050"/>
              <a:chExt cx="267" cy="103"/>
            </a:xfrm>
          </p:grpSpPr>
          <p:sp>
            <p:nvSpPr>
              <p:cNvPr id="29760" name="Line 261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61" name="Line 262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9762" name="Group 269"/>
            <p:cNvGrpSpPr/>
            <p:nvPr/>
          </p:nvGrpSpPr>
          <p:grpSpPr>
            <a:xfrm>
              <a:off x="4136" y="1987"/>
              <a:ext cx="401" cy="291"/>
              <a:chOff x="3238" y="2780"/>
              <a:chExt cx="431" cy="337"/>
            </a:xfrm>
          </p:grpSpPr>
          <p:sp>
            <p:nvSpPr>
              <p:cNvPr id="29763" name="WordArt 263"/>
              <p:cNvSpPr>
                <a:spLocks noTextEdit="1"/>
              </p:cNvSpPr>
              <p:nvPr/>
            </p:nvSpPr>
            <p:spPr>
              <a:xfrm>
                <a:off x="3238" y="2818"/>
                <a:ext cx="123" cy="1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29764" name="Group 265"/>
              <p:cNvGrpSpPr/>
              <p:nvPr/>
            </p:nvGrpSpPr>
            <p:grpSpPr>
              <a:xfrm>
                <a:off x="3415" y="2780"/>
                <a:ext cx="254" cy="337"/>
                <a:chOff x="3817" y="2022"/>
                <a:chExt cx="254" cy="337"/>
              </a:xfrm>
            </p:grpSpPr>
            <p:sp>
              <p:nvSpPr>
                <p:cNvPr id="29765" name="Line 266"/>
                <p:cNvSpPr/>
                <p:nvPr/>
              </p:nvSpPr>
              <p:spPr>
                <a:xfrm>
                  <a:off x="3817" y="2165"/>
                  <a:ext cx="25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766" name="WordArt 267"/>
                <p:cNvSpPr>
                  <a:spLocks noTextEdit="1"/>
                </p:cNvSpPr>
                <p:nvPr/>
              </p:nvSpPr>
              <p:spPr>
                <a:xfrm>
                  <a:off x="3912" y="2022"/>
                  <a:ext cx="90" cy="11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29767" name="WordArt 268"/>
                <p:cNvSpPr>
                  <a:spLocks noTextEdit="1"/>
                </p:cNvSpPr>
                <p:nvPr/>
              </p:nvSpPr>
              <p:spPr>
                <a:xfrm>
                  <a:off x="3903" y="2209"/>
                  <a:ext cx="95" cy="15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</p:grpSp>
        </p:grpSp>
        <p:sp>
          <p:nvSpPr>
            <p:cNvPr id="29768" name="WordArt 283"/>
            <p:cNvSpPr>
              <a:spLocks noTextEdit="1"/>
            </p:cNvSpPr>
            <p:nvPr/>
          </p:nvSpPr>
          <p:spPr>
            <a:xfrm>
              <a:off x="2453" y="2031"/>
              <a:ext cx="188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6625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9769" name="Group 284"/>
            <p:cNvGrpSpPr/>
            <p:nvPr/>
          </p:nvGrpSpPr>
          <p:grpSpPr>
            <a:xfrm>
              <a:off x="2699" y="2070"/>
              <a:ext cx="120" cy="54"/>
              <a:chOff x="2100" y="3050"/>
              <a:chExt cx="267" cy="103"/>
            </a:xfrm>
          </p:grpSpPr>
          <p:sp>
            <p:nvSpPr>
              <p:cNvPr id="29770" name="Line 285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71" name="Line 286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9772" name="Group 289"/>
            <p:cNvGrpSpPr/>
            <p:nvPr/>
          </p:nvGrpSpPr>
          <p:grpSpPr>
            <a:xfrm>
              <a:off x="2885" y="2011"/>
              <a:ext cx="249" cy="175"/>
              <a:chOff x="2754" y="3163"/>
              <a:chExt cx="264" cy="198"/>
            </a:xfrm>
          </p:grpSpPr>
          <p:sp>
            <p:nvSpPr>
              <p:cNvPr id="29773" name="WordArt 287"/>
              <p:cNvSpPr>
                <a:spLocks noTextEdit="1"/>
              </p:cNvSpPr>
              <p:nvPr/>
            </p:nvSpPr>
            <p:spPr>
              <a:xfrm>
                <a:off x="2905" y="3221"/>
                <a:ext cx="113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29774" name="WordArt 288"/>
              <p:cNvSpPr>
                <a:spLocks noTextEdit="1"/>
              </p:cNvSpPr>
              <p:nvPr/>
            </p:nvSpPr>
            <p:spPr>
              <a:xfrm>
                <a:off x="2754" y="3163"/>
                <a:ext cx="123" cy="1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29775" name="Line 290"/>
            <p:cNvSpPr/>
            <p:nvPr/>
          </p:nvSpPr>
          <p:spPr>
            <a:xfrm>
              <a:off x="3163" y="2113"/>
              <a:ext cx="1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9776" name="Group 291"/>
            <p:cNvGrpSpPr/>
            <p:nvPr/>
          </p:nvGrpSpPr>
          <p:grpSpPr>
            <a:xfrm>
              <a:off x="3348" y="1999"/>
              <a:ext cx="520" cy="243"/>
              <a:chOff x="3053" y="716"/>
              <a:chExt cx="602" cy="323"/>
            </a:xfrm>
          </p:grpSpPr>
          <p:sp>
            <p:nvSpPr>
              <p:cNvPr id="29777" name="WordArt 292"/>
              <p:cNvSpPr>
                <a:spLocks noTextEdit="1"/>
              </p:cNvSpPr>
              <p:nvPr/>
            </p:nvSpPr>
            <p:spPr>
              <a:xfrm>
                <a:off x="3254" y="827"/>
                <a:ext cx="15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29778" name="WordArt 293"/>
              <p:cNvSpPr>
                <a:spLocks noTextEdit="1"/>
              </p:cNvSpPr>
              <p:nvPr/>
            </p:nvSpPr>
            <p:spPr>
              <a:xfrm>
                <a:off x="3100" y="716"/>
                <a:ext cx="68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9779" name="WordArt 294"/>
              <p:cNvSpPr>
                <a:spLocks noTextEdit="1"/>
              </p:cNvSpPr>
              <p:nvPr/>
            </p:nvSpPr>
            <p:spPr>
              <a:xfrm>
                <a:off x="3098" y="928"/>
                <a:ext cx="78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9780" name="Line 295"/>
              <p:cNvSpPr/>
              <p:nvPr/>
            </p:nvSpPr>
            <p:spPr>
              <a:xfrm>
                <a:off x="3053" y="876"/>
                <a:ext cx="19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81" name="WordArt 296"/>
              <p:cNvSpPr>
                <a:spLocks noTextEdit="1"/>
              </p:cNvSpPr>
              <p:nvPr/>
            </p:nvSpPr>
            <p:spPr>
              <a:xfrm>
                <a:off x="3573" y="880"/>
                <a:ext cx="58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9782" name="WordArt 297"/>
              <p:cNvSpPr>
                <a:spLocks noTextEdit="1"/>
              </p:cNvSpPr>
              <p:nvPr/>
            </p:nvSpPr>
            <p:spPr>
              <a:xfrm>
                <a:off x="3448" y="829"/>
                <a:ext cx="115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29783" name="WordArt 298"/>
              <p:cNvSpPr>
                <a:spLocks noTextEdit="1"/>
              </p:cNvSpPr>
              <p:nvPr/>
            </p:nvSpPr>
            <p:spPr>
              <a:xfrm>
                <a:off x="3592" y="750"/>
                <a:ext cx="63" cy="7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29784" name="Group 299"/>
            <p:cNvGrpSpPr/>
            <p:nvPr/>
          </p:nvGrpSpPr>
          <p:grpSpPr>
            <a:xfrm>
              <a:off x="3949" y="2075"/>
              <a:ext cx="120" cy="54"/>
              <a:chOff x="2100" y="3050"/>
              <a:chExt cx="267" cy="103"/>
            </a:xfrm>
          </p:grpSpPr>
          <p:sp>
            <p:nvSpPr>
              <p:cNvPr id="29785" name="Line 300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86" name="Line 301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787" name="Line 306"/>
            <p:cNvSpPr/>
            <p:nvPr/>
          </p:nvSpPr>
          <p:spPr>
            <a:xfrm>
              <a:off x="4574" y="2110"/>
              <a:ext cx="1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9788" name="Group 308"/>
            <p:cNvGrpSpPr/>
            <p:nvPr/>
          </p:nvGrpSpPr>
          <p:grpSpPr>
            <a:xfrm>
              <a:off x="4764" y="2018"/>
              <a:ext cx="194" cy="155"/>
              <a:chOff x="174" y="2766"/>
              <a:chExt cx="194" cy="155"/>
            </a:xfrm>
          </p:grpSpPr>
          <p:sp>
            <p:nvSpPr>
              <p:cNvPr id="29789" name="WordArt 309"/>
              <p:cNvSpPr>
                <a:spLocks noTextEdit="1"/>
              </p:cNvSpPr>
              <p:nvPr/>
            </p:nvSpPr>
            <p:spPr>
              <a:xfrm>
                <a:off x="174" y="2766"/>
                <a:ext cx="117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29790" name="WordArt 310"/>
              <p:cNvSpPr>
                <a:spLocks noTextEdit="1"/>
              </p:cNvSpPr>
              <p:nvPr/>
            </p:nvSpPr>
            <p:spPr>
              <a:xfrm>
                <a:off x="308" y="2840"/>
                <a:ext cx="60" cy="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</a:t>
                </a:r>
              </a:p>
            </p:txBody>
          </p:sp>
        </p:grpSp>
        <p:grpSp>
          <p:nvGrpSpPr>
            <p:cNvPr id="29791" name="Group 311"/>
            <p:cNvGrpSpPr/>
            <p:nvPr/>
          </p:nvGrpSpPr>
          <p:grpSpPr>
            <a:xfrm>
              <a:off x="2510" y="2487"/>
              <a:ext cx="120" cy="54"/>
              <a:chOff x="2100" y="3050"/>
              <a:chExt cx="267" cy="103"/>
            </a:xfrm>
          </p:grpSpPr>
          <p:sp>
            <p:nvSpPr>
              <p:cNvPr id="29792" name="Line 312"/>
              <p:cNvSpPr/>
              <p:nvPr/>
            </p:nvSpPr>
            <p:spPr>
              <a:xfrm>
                <a:off x="2100" y="3050"/>
                <a:ext cx="2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93" name="Line 313"/>
              <p:cNvSpPr/>
              <p:nvPr/>
            </p:nvSpPr>
            <p:spPr>
              <a:xfrm flipV="1">
                <a:off x="2100" y="3152"/>
                <a:ext cx="265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9794" name="Group 366"/>
            <p:cNvGrpSpPr/>
            <p:nvPr/>
          </p:nvGrpSpPr>
          <p:grpSpPr>
            <a:xfrm>
              <a:off x="2689" y="2402"/>
              <a:ext cx="707" cy="140"/>
              <a:chOff x="2689" y="2402"/>
              <a:chExt cx="707" cy="140"/>
            </a:xfrm>
          </p:grpSpPr>
          <p:grpSp>
            <p:nvGrpSpPr>
              <p:cNvPr id="29795" name="Group 315"/>
              <p:cNvGrpSpPr/>
              <p:nvPr/>
            </p:nvGrpSpPr>
            <p:grpSpPr>
              <a:xfrm>
                <a:off x="2990" y="2445"/>
                <a:ext cx="79" cy="80"/>
                <a:chOff x="1781" y="2282"/>
                <a:chExt cx="577" cy="577"/>
              </a:xfrm>
            </p:grpSpPr>
            <p:sp>
              <p:nvSpPr>
                <p:cNvPr id="29796" name="Line 316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797" name="Line 317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9798" name="Group 332"/>
              <p:cNvGrpSpPr/>
              <p:nvPr/>
            </p:nvGrpSpPr>
            <p:grpSpPr>
              <a:xfrm>
                <a:off x="3113" y="2402"/>
                <a:ext cx="283" cy="134"/>
                <a:chOff x="2860" y="3186"/>
                <a:chExt cx="283" cy="134"/>
              </a:xfrm>
            </p:grpSpPr>
            <p:sp>
              <p:nvSpPr>
                <p:cNvPr id="29799" name="WordArt 318"/>
                <p:cNvSpPr>
                  <a:spLocks noTextEdit="1"/>
                </p:cNvSpPr>
                <p:nvPr/>
              </p:nvSpPr>
              <p:spPr>
                <a:xfrm>
                  <a:off x="2860" y="3211"/>
                  <a:ext cx="122" cy="10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9800" name="WordArt 319"/>
                <p:cNvSpPr>
                  <a:spLocks noTextEdit="1"/>
                </p:cNvSpPr>
                <p:nvPr/>
              </p:nvSpPr>
              <p:spPr>
                <a:xfrm>
                  <a:off x="3059" y="3186"/>
                  <a:ext cx="84" cy="5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34</a:t>
                  </a:r>
                </a:p>
              </p:txBody>
            </p:sp>
            <p:sp>
              <p:nvSpPr>
                <p:cNvPr id="29801" name="Line 320"/>
                <p:cNvSpPr/>
                <p:nvPr/>
              </p:nvSpPr>
              <p:spPr>
                <a:xfrm>
                  <a:off x="2993" y="3219"/>
                  <a:ext cx="50" cy="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9802" name="WordArt 321"/>
              <p:cNvSpPr>
                <a:spLocks noTextEdit="1"/>
              </p:cNvSpPr>
              <p:nvPr/>
            </p:nvSpPr>
            <p:spPr>
              <a:xfrm>
                <a:off x="2689" y="2421"/>
                <a:ext cx="256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6.63</a:t>
                </a:r>
              </a:p>
            </p:txBody>
          </p:sp>
        </p:grpSp>
        <p:grpSp>
          <p:nvGrpSpPr>
            <p:cNvPr id="29803" name="Group 330"/>
            <p:cNvGrpSpPr/>
            <p:nvPr/>
          </p:nvGrpSpPr>
          <p:grpSpPr>
            <a:xfrm>
              <a:off x="3627" y="2304"/>
              <a:ext cx="437" cy="163"/>
              <a:chOff x="3240" y="3092"/>
              <a:chExt cx="437" cy="163"/>
            </a:xfrm>
          </p:grpSpPr>
          <p:grpSp>
            <p:nvGrpSpPr>
              <p:cNvPr id="29804" name="Group 323"/>
              <p:cNvGrpSpPr/>
              <p:nvPr/>
            </p:nvGrpSpPr>
            <p:grpSpPr>
              <a:xfrm>
                <a:off x="3357" y="3166"/>
                <a:ext cx="79" cy="80"/>
                <a:chOff x="1781" y="2282"/>
                <a:chExt cx="577" cy="577"/>
              </a:xfrm>
            </p:grpSpPr>
            <p:sp>
              <p:nvSpPr>
                <p:cNvPr id="29805" name="Line 324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806" name="Line 325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9807" name="WordArt 326"/>
              <p:cNvSpPr>
                <a:spLocks noTextEdit="1"/>
              </p:cNvSpPr>
              <p:nvPr/>
            </p:nvSpPr>
            <p:spPr>
              <a:xfrm>
                <a:off x="3472" y="3140"/>
                <a:ext cx="122" cy="10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9808" name="WordArt 327"/>
              <p:cNvSpPr>
                <a:spLocks noTextEdit="1"/>
              </p:cNvSpPr>
              <p:nvPr/>
            </p:nvSpPr>
            <p:spPr>
              <a:xfrm>
                <a:off x="3617" y="3092"/>
                <a:ext cx="60" cy="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29809" name="WordArt 329"/>
              <p:cNvSpPr>
                <a:spLocks noTextEdit="1"/>
              </p:cNvSpPr>
              <p:nvPr/>
            </p:nvSpPr>
            <p:spPr>
              <a:xfrm>
                <a:off x="3240" y="3126"/>
                <a:ext cx="64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29810" name="Line 331"/>
            <p:cNvSpPr/>
            <p:nvPr/>
          </p:nvSpPr>
          <p:spPr>
            <a:xfrm>
              <a:off x="3463" y="2495"/>
              <a:ext cx="7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811" name="WordArt 334"/>
            <p:cNvSpPr>
              <a:spLocks noTextEdit="1"/>
            </p:cNvSpPr>
            <p:nvPr/>
          </p:nvSpPr>
          <p:spPr>
            <a:xfrm>
              <a:off x="3885" y="2539"/>
              <a:ext cx="122" cy="1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9812" name="WordArt 335"/>
            <p:cNvSpPr>
              <a:spLocks noTextEdit="1"/>
            </p:cNvSpPr>
            <p:nvPr/>
          </p:nvSpPr>
          <p:spPr>
            <a:xfrm>
              <a:off x="4084" y="2514"/>
              <a:ext cx="48" cy="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9813" name="Line 336"/>
            <p:cNvSpPr/>
            <p:nvPr/>
          </p:nvSpPr>
          <p:spPr>
            <a:xfrm>
              <a:off x="4018" y="2547"/>
              <a:ext cx="5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9814" name="Group 337"/>
            <p:cNvGrpSpPr/>
            <p:nvPr/>
          </p:nvGrpSpPr>
          <p:grpSpPr>
            <a:xfrm>
              <a:off x="3737" y="2549"/>
              <a:ext cx="79" cy="80"/>
              <a:chOff x="1781" y="2282"/>
              <a:chExt cx="577" cy="577"/>
            </a:xfrm>
          </p:grpSpPr>
          <p:sp>
            <p:nvSpPr>
              <p:cNvPr id="29815" name="Line 338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816" name="Line 339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817" name="Line 340"/>
            <p:cNvSpPr/>
            <p:nvPr/>
          </p:nvSpPr>
          <p:spPr>
            <a:xfrm>
              <a:off x="4282" y="2490"/>
              <a:ext cx="1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9818" name="Group 341"/>
            <p:cNvGrpSpPr/>
            <p:nvPr/>
          </p:nvGrpSpPr>
          <p:grpSpPr>
            <a:xfrm>
              <a:off x="4564" y="2439"/>
              <a:ext cx="79" cy="80"/>
              <a:chOff x="1781" y="2282"/>
              <a:chExt cx="577" cy="577"/>
            </a:xfrm>
          </p:grpSpPr>
          <p:sp>
            <p:nvSpPr>
              <p:cNvPr id="29819" name="Line 342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820" name="Line 343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9821" name="Group 344"/>
            <p:cNvGrpSpPr/>
            <p:nvPr/>
          </p:nvGrpSpPr>
          <p:grpSpPr>
            <a:xfrm>
              <a:off x="4704" y="2394"/>
              <a:ext cx="666" cy="158"/>
              <a:chOff x="3425" y="3439"/>
              <a:chExt cx="723" cy="142"/>
            </a:xfrm>
          </p:grpSpPr>
          <p:sp>
            <p:nvSpPr>
              <p:cNvPr id="29822" name="WordArt 345"/>
              <p:cNvSpPr>
                <a:spLocks noTextEdit="1"/>
              </p:cNvSpPr>
              <p:nvPr/>
            </p:nvSpPr>
            <p:spPr>
              <a:xfrm>
                <a:off x="3425" y="3460"/>
                <a:ext cx="250" cy="1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1.60</a:t>
                </a:r>
              </a:p>
            </p:txBody>
          </p:sp>
          <p:sp>
            <p:nvSpPr>
              <p:cNvPr id="29823" name="WordArt 346"/>
              <p:cNvSpPr>
                <a:spLocks noTextEdit="1"/>
              </p:cNvSpPr>
              <p:nvPr/>
            </p:nvSpPr>
            <p:spPr>
              <a:xfrm>
                <a:off x="3837" y="3463"/>
                <a:ext cx="12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9824" name="WordArt 347"/>
              <p:cNvSpPr>
                <a:spLocks noTextEdit="1"/>
              </p:cNvSpPr>
              <p:nvPr/>
            </p:nvSpPr>
            <p:spPr>
              <a:xfrm>
                <a:off x="4062" y="3439"/>
                <a:ext cx="86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9825" name="Group 348"/>
              <p:cNvGrpSpPr/>
              <p:nvPr/>
            </p:nvGrpSpPr>
            <p:grpSpPr>
              <a:xfrm>
                <a:off x="3709" y="3484"/>
                <a:ext cx="80" cy="86"/>
                <a:chOff x="1781" y="2282"/>
                <a:chExt cx="577" cy="577"/>
              </a:xfrm>
            </p:grpSpPr>
            <p:sp>
              <p:nvSpPr>
                <p:cNvPr id="29826" name="Line 349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827" name="Line 350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9828" name="Line 351"/>
              <p:cNvSpPr/>
              <p:nvPr/>
            </p:nvSpPr>
            <p:spPr>
              <a:xfrm>
                <a:off x="3981" y="3469"/>
                <a:ext cx="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9829" name="Group 352"/>
            <p:cNvGrpSpPr/>
            <p:nvPr/>
          </p:nvGrpSpPr>
          <p:grpSpPr>
            <a:xfrm>
              <a:off x="2723" y="2763"/>
              <a:ext cx="719" cy="150"/>
              <a:chOff x="3425" y="3439"/>
              <a:chExt cx="723" cy="142"/>
            </a:xfrm>
          </p:grpSpPr>
          <p:sp>
            <p:nvSpPr>
              <p:cNvPr id="29830" name="WordArt 353"/>
              <p:cNvSpPr>
                <a:spLocks noTextEdit="1"/>
              </p:cNvSpPr>
              <p:nvPr/>
            </p:nvSpPr>
            <p:spPr>
              <a:xfrm>
                <a:off x="3425" y="3460"/>
                <a:ext cx="250" cy="1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3.25</a:t>
                </a:r>
              </a:p>
            </p:txBody>
          </p:sp>
          <p:sp>
            <p:nvSpPr>
              <p:cNvPr id="29831" name="WordArt 354"/>
              <p:cNvSpPr>
                <a:spLocks noTextEdit="1"/>
              </p:cNvSpPr>
              <p:nvPr/>
            </p:nvSpPr>
            <p:spPr>
              <a:xfrm>
                <a:off x="3837" y="3463"/>
                <a:ext cx="12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9832" name="WordArt 355"/>
              <p:cNvSpPr>
                <a:spLocks noTextEdit="1"/>
              </p:cNvSpPr>
              <p:nvPr/>
            </p:nvSpPr>
            <p:spPr>
              <a:xfrm>
                <a:off x="4062" y="3439"/>
                <a:ext cx="86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9833" name="Group 356"/>
              <p:cNvGrpSpPr/>
              <p:nvPr/>
            </p:nvGrpSpPr>
            <p:grpSpPr>
              <a:xfrm>
                <a:off x="3709" y="3484"/>
                <a:ext cx="80" cy="86"/>
                <a:chOff x="1781" y="2282"/>
                <a:chExt cx="577" cy="577"/>
              </a:xfrm>
            </p:grpSpPr>
            <p:sp>
              <p:nvSpPr>
                <p:cNvPr id="29834" name="Line 357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835" name="Line 358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9836" name="Line 359"/>
              <p:cNvSpPr/>
              <p:nvPr/>
            </p:nvSpPr>
            <p:spPr>
              <a:xfrm>
                <a:off x="3981" y="3469"/>
                <a:ext cx="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837" name="WordArt 360"/>
            <p:cNvSpPr>
              <a:spLocks noTextEdit="1"/>
            </p:cNvSpPr>
            <p:nvPr/>
          </p:nvSpPr>
          <p:spPr>
            <a:xfrm>
              <a:off x="3513" y="2775"/>
              <a:ext cx="66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</p:grpSp>
      <p:grpSp>
        <p:nvGrpSpPr>
          <p:cNvPr id="209059" name="Group 412"/>
          <p:cNvGrpSpPr/>
          <p:nvPr/>
        </p:nvGrpSpPr>
        <p:grpSpPr>
          <a:xfrm>
            <a:off x="3382963" y="5021263"/>
            <a:ext cx="5018087" cy="1247775"/>
            <a:chOff x="2161" y="3070"/>
            <a:chExt cx="3161" cy="786"/>
          </a:xfrm>
        </p:grpSpPr>
        <p:sp>
          <p:nvSpPr>
            <p:cNvPr id="29839" name="WordArt 204"/>
            <p:cNvSpPr>
              <a:spLocks noTextEdit="1"/>
            </p:cNvSpPr>
            <p:nvPr/>
          </p:nvSpPr>
          <p:spPr>
            <a:xfrm>
              <a:off x="3422" y="3763"/>
              <a:ext cx="138" cy="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m</a:t>
              </a:r>
            </a:p>
          </p:txBody>
        </p:sp>
        <p:grpSp>
          <p:nvGrpSpPr>
            <p:cNvPr id="29840" name="Group 214"/>
            <p:cNvGrpSpPr/>
            <p:nvPr/>
          </p:nvGrpSpPr>
          <p:grpSpPr>
            <a:xfrm>
              <a:off x="2720" y="3343"/>
              <a:ext cx="162" cy="146"/>
              <a:chOff x="2152" y="3542"/>
              <a:chExt cx="204" cy="175"/>
            </a:xfrm>
          </p:grpSpPr>
          <p:sp>
            <p:nvSpPr>
              <p:cNvPr id="29841" name="WordArt 215"/>
              <p:cNvSpPr>
                <a:spLocks noTextEdit="1"/>
              </p:cNvSpPr>
              <p:nvPr/>
            </p:nvSpPr>
            <p:spPr>
              <a:xfrm>
                <a:off x="2152" y="3542"/>
                <a:ext cx="130" cy="1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n</a:t>
                </a:r>
              </a:p>
            </p:txBody>
          </p:sp>
          <p:sp>
            <p:nvSpPr>
              <p:cNvPr id="29842" name="WordArt 216"/>
              <p:cNvSpPr>
                <a:spLocks noTextEdit="1"/>
              </p:cNvSpPr>
              <p:nvPr/>
            </p:nvSpPr>
            <p:spPr>
              <a:xfrm>
                <a:off x="2274" y="3625"/>
                <a:ext cx="82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29843" name="Group 217"/>
            <p:cNvGrpSpPr/>
            <p:nvPr/>
          </p:nvGrpSpPr>
          <p:grpSpPr>
            <a:xfrm>
              <a:off x="3669" y="3265"/>
              <a:ext cx="141" cy="55"/>
              <a:chOff x="1260" y="2371"/>
              <a:chExt cx="151" cy="53"/>
            </a:xfrm>
          </p:grpSpPr>
          <p:sp>
            <p:nvSpPr>
              <p:cNvPr id="29844" name="Line 21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845" name="Line 21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846" name="WordArt 239"/>
            <p:cNvSpPr>
              <a:spLocks noTextEdit="1"/>
            </p:cNvSpPr>
            <p:nvPr/>
          </p:nvSpPr>
          <p:spPr>
            <a:xfrm>
              <a:off x="3261" y="3322"/>
              <a:ext cx="150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6625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9847" name="Group 246"/>
            <p:cNvGrpSpPr/>
            <p:nvPr/>
          </p:nvGrpSpPr>
          <p:grpSpPr>
            <a:xfrm>
              <a:off x="2161" y="3200"/>
              <a:ext cx="262" cy="161"/>
              <a:chOff x="5082" y="2410"/>
              <a:chExt cx="262" cy="161"/>
            </a:xfrm>
          </p:grpSpPr>
          <p:sp>
            <p:nvSpPr>
              <p:cNvPr id="29848" name="WordArt 247"/>
              <p:cNvSpPr>
                <a:spLocks noTextEdit="1"/>
              </p:cNvSpPr>
              <p:nvPr/>
            </p:nvSpPr>
            <p:spPr>
              <a:xfrm>
                <a:off x="5285" y="2485"/>
                <a:ext cx="59" cy="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9849" name="WordArt 248"/>
              <p:cNvSpPr>
                <a:spLocks noTextEdit="1"/>
              </p:cNvSpPr>
              <p:nvPr/>
            </p:nvSpPr>
            <p:spPr>
              <a:xfrm>
                <a:off x="5082" y="2410"/>
                <a:ext cx="195" cy="16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3968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</p:grpSp>
        <p:grpSp>
          <p:nvGrpSpPr>
            <p:cNvPr id="29850" name="Group 249"/>
            <p:cNvGrpSpPr/>
            <p:nvPr/>
          </p:nvGrpSpPr>
          <p:grpSpPr>
            <a:xfrm>
              <a:off x="2488" y="3267"/>
              <a:ext cx="141" cy="55"/>
              <a:chOff x="1260" y="2371"/>
              <a:chExt cx="151" cy="53"/>
            </a:xfrm>
          </p:grpSpPr>
          <p:sp>
            <p:nvSpPr>
              <p:cNvPr id="29851" name="Line 250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852" name="Line 251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853" name="Line 271"/>
            <p:cNvSpPr/>
            <p:nvPr/>
          </p:nvSpPr>
          <p:spPr>
            <a:xfrm>
              <a:off x="3125" y="3280"/>
              <a:ext cx="49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854" name="Line 277"/>
            <p:cNvSpPr/>
            <p:nvPr/>
          </p:nvSpPr>
          <p:spPr>
            <a:xfrm flipH="1" flipV="1">
              <a:off x="2678" y="3301"/>
              <a:ext cx="183" cy="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855" name="WordArt 278"/>
            <p:cNvSpPr>
              <a:spLocks noTextEdit="1"/>
            </p:cNvSpPr>
            <p:nvPr/>
          </p:nvSpPr>
          <p:spPr>
            <a:xfrm>
              <a:off x="2736" y="3138"/>
              <a:ext cx="72" cy="10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9856" name="WordArt 279"/>
            <p:cNvSpPr>
              <a:spLocks noTextEdit="1"/>
            </p:cNvSpPr>
            <p:nvPr/>
          </p:nvSpPr>
          <p:spPr>
            <a:xfrm>
              <a:off x="3248" y="3095"/>
              <a:ext cx="104" cy="16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29857" name="Group 362"/>
            <p:cNvGrpSpPr/>
            <p:nvPr/>
          </p:nvGrpSpPr>
          <p:grpSpPr>
            <a:xfrm>
              <a:off x="2932" y="3266"/>
              <a:ext cx="141" cy="55"/>
              <a:chOff x="1260" y="2371"/>
              <a:chExt cx="151" cy="53"/>
            </a:xfrm>
          </p:grpSpPr>
          <p:sp>
            <p:nvSpPr>
              <p:cNvPr id="29858" name="Line 363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859" name="Line 364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860" name="WordArt 365"/>
            <p:cNvSpPr>
              <a:spLocks noTextEdit="1"/>
            </p:cNvSpPr>
            <p:nvPr/>
          </p:nvSpPr>
          <p:spPr>
            <a:xfrm>
              <a:off x="3395" y="3143"/>
              <a:ext cx="72" cy="10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</a:p>
          </p:txBody>
        </p:sp>
        <p:grpSp>
          <p:nvGrpSpPr>
            <p:cNvPr id="29861" name="Group 367"/>
            <p:cNvGrpSpPr/>
            <p:nvPr/>
          </p:nvGrpSpPr>
          <p:grpSpPr>
            <a:xfrm>
              <a:off x="3931" y="3099"/>
              <a:ext cx="707" cy="140"/>
              <a:chOff x="2689" y="2402"/>
              <a:chExt cx="707" cy="140"/>
            </a:xfrm>
          </p:grpSpPr>
          <p:grpSp>
            <p:nvGrpSpPr>
              <p:cNvPr id="29862" name="Group 368"/>
              <p:cNvGrpSpPr/>
              <p:nvPr/>
            </p:nvGrpSpPr>
            <p:grpSpPr>
              <a:xfrm>
                <a:off x="2990" y="2445"/>
                <a:ext cx="79" cy="80"/>
                <a:chOff x="1781" y="2282"/>
                <a:chExt cx="577" cy="577"/>
              </a:xfrm>
            </p:grpSpPr>
            <p:sp>
              <p:nvSpPr>
                <p:cNvPr id="29863" name="Line 369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864" name="Line 370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9865" name="Group 371"/>
              <p:cNvGrpSpPr/>
              <p:nvPr/>
            </p:nvGrpSpPr>
            <p:grpSpPr>
              <a:xfrm>
                <a:off x="3113" y="2402"/>
                <a:ext cx="283" cy="134"/>
                <a:chOff x="2860" y="3186"/>
                <a:chExt cx="283" cy="134"/>
              </a:xfrm>
            </p:grpSpPr>
            <p:sp>
              <p:nvSpPr>
                <p:cNvPr id="29866" name="WordArt 372"/>
                <p:cNvSpPr>
                  <a:spLocks noTextEdit="1"/>
                </p:cNvSpPr>
                <p:nvPr/>
              </p:nvSpPr>
              <p:spPr>
                <a:xfrm>
                  <a:off x="2860" y="3211"/>
                  <a:ext cx="122" cy="10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29867" name="WordArt 373"/>
                <p:cNvSpPr>
                  <a:spLocks noTextEdit="1"/>
                </p:cNvSpPr>
                <p:nvPr/>
              </p:nvSpPr>
              <p:spPr>
                <a:xfrm>
                  <a:off x="3059" y="3186"/>
                  <a:ext cx="84" cy="5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34</a:t>
                  </a:r>
                </a:p>
              </p:txBody>
            </p:sp>
            <p:sp>
              <p:nvSpPr>
                <p:cNvPr id="29868" name="Line 374"/>
                <p:cNvSpPr/>
                <p:nvPr/>
              </p:nvSpPr>
              <p:spPr>
                <a:xfrm>
                  <a:off x="2993" y="3219"/>
                  <a:ext cx="50" cy="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9869" name="WordArt 375"/>
              <p:cNvSpPr>
                <a:spLocks noTextEdit="1"/>
              </p:cNvSpPr>
              <p:nvPr/>
            </p:nvSpPr>
            <p:spPr>
              <a:xfrm>
                <a:off x="2689" y="2421"/>
                <a:ext cx="256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6.63</a:t>
                </a:r>
              </a:p>
            </p:txBody>
          </p:sp>
        </p:grpSp>
        <p:grpSp>
          <p:nvGrpSpPr>
            <p:cNvPr id="29870" name="Group 376"/>
            <p:cNvGrpSpPr/>
            <p:nvPr/>
          </p:nvGrpSpPr>
          <p:grpSpPr>
            <a:xfrm>
              <a:off x="4700" y="3159"/>
              <a:ext cx="79" cy="80"/>
              <a:chOff x="1781" y="2282"/>
              <a:chExt cx="577" cy="577"/>
            </a:xfrm>
          </p:grpSpPr>
          <p:sp>
            <p:nvSpPr>
              <p:cNvPr id="29871" name="Line 377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872" name="Line 378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9873" name="Group 379"/>
            <p:cNvGrpSpPr/>
            <p:nvPr/>
          </p:nvGrpSpPr>
          <p:grpSpPr>
            <a:xfrm>
              <a:off x="4838" y="3070"/>
              <a:ext cx="437" cy="163"/>
              <a:chOff x="3240" y="3092"/>
              <a:chExt cx="437" cy="163"/>
            </a:xfrm>
          </p:grpSpPr>
          <p:grpSp>
            <p:nvGrpSpPr>
              <p:cNvPr id="29874" name="Group 380"/>
              <p:cNvGrpSpPr/>
              <p:nvPr/>
            </p:nvGrpSpPr>
            <p:grpSpPr>
              <a:xfrm>
                <a:off x="3357" y="3166"/>
                <a:ext cx="79" cy="80"/>
                <a:chOff x="1781" y="2282"/>
                <a:chExt cx="577" cy="577"/>
              </a:xfrm>
            </p:grpSpPr>
            <p:sp>
              <p:nvSpPr>
                <p:cNvPr id="29875" name="Line 381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876" name="Line 382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9877" name="WordArt 383"/>
              <p:cNvSpPr>
                <a:spLocks noTextEdit="1"/>
              </p:cNvSpPr>
              <p:nvPr/>
            </p:nvSpPr>
            <p:spPr>
              <a:xfrm>
                <a:off x="3472" y="3140"/>
                <a:ext cx="122" cy="10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9878" name="WordArt 384"/>
              <p:cNvSpPr>
                <a:spLocks noTextEdit="1"/>
              </p:cNvSpPr>
              <p:nvPr/>
            </p:nvSpPr>
            <p:spPr>
              <a:xfrm>
                <a:off x="3617" y="3092"/>
                <a:ext cx="60" cy="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29879" name="WordArt 385"/>
              <p:cNvSpPr>
                <a:spLocks noTextEdit="1"/>
              </p:cNvSpPr>
              <p:nvPr/>
            </p:nvSpPr>
            <p:spPr>
              <a:xfrm>
                <a:off x="3240" y="3126"/>
                <a:ext cx="64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29880" name="Line 386"/>
            <p:cNvSpPr/>
            <p:nvPr/>
          </p:nvSpPr>
          <p:spPr>
            <a:xfrm>
              <a:off x="3878" y="3295"/>
              <a:ext cx="14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9881" name="Group 387"/>
            <p:cNvGrpSpPr/>
            <p:nvPr/>
          </p:nvGrpSpPr>
          <p:grpSpPr>
            <a:xfrm>
              <a:off x="4234" y="3344"/>
              <a:ext cx="719" cy="150"/>
              <a:chOff x="3425" y="3439"/>
              <a:chExt cx="723" cy="142"/>
            </a:xfrm>
          </p:grpSpPr>
          <p:sp>
            <p:nvSpPr>
              <p:cNvPr id="29882" name="WordArt 388"/>
              <p:cNvSpPr>
                <a:spLocks noTextEdit="1"/>
              </p:cNvSpPr>
              <p:nvPr/>
            </p:nvSpPr>
            <p:spPr>
              <a:xfrm>
                <a:off x="3425" y="3460"/>
                <a:ext cx="250" cy="1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3.25</a:t>
                </a:r>
              </a:p>
            </p:txBody>
          </p:sp>
          <p:sp>
            <p:nvSpPr>
              <p:cNvPr id="29883" name="WordArt 389"/>
              <p:cNvSpPr>
                <a:spLocks noTextEdit="1"/>
              </p:cNvSpPr>
              <p:nvPr/>
            </p:nvSpPr>
            <p:spPr>
              <a:xfrm>
                <a:off x="3837" y="3463"/>
                <a:ext cx="12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9884" name="WordArt 390"/>
              <p:cNvSpPr>
                <a:spLocks noTextEdit="1"/>
              </p:cNvSpPr>
              <p:nvPr/>
            </p:nvSpPr>
            <p:spPr>
              <a:xfrm>
                <a:off x="4062" y="3439"/>
                <a:ext cx="86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grpSp>
            <p:nvGrpSpPr>
              <p:cNvPr id="29885" name="Group 391"/>
              <p:cNvGrpSpPr/>
              <p:nvPr/>
            </p:nvGrpSpPr>
            <p:grpSpPr>
              <a:xfrm>
                <a:off x="3709" y="3484"/>
                <a:ext cx="80" cy="86"/>
                <a:chOff x="1781" y="2282"/>
                <a:chExt cx="577" cy="577"/>
              </a:xfrm>
            </p:grpSpPr>
            <p:sp>
              <p:nvSpPr>
                <p:cNvPr id="29886" name="Line 392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887" name="Line 393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9888" name="Line 394"/>
              <p:cNvSpPr/>
              <p:nvPr/>
            </p:nvSpPr>
            <p:spPr>
              <a:xfrm>
                <a:off x="3981" y="3469"/>
                <a:ext cx="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9889" name="Group 395"/>
            <p:cNvGrpSpPr/>
            <p:nvPr/>
          </p:nvGrpSpPr>
          <p:grpSpPr>
            <a:xfrm>
              <a:off x="2477" y="3771"/>
              <a:ext cx="141" cy="55"/>
              <a:chOff x="1260" y="2371"/>
              <a:chExt cx="151" cy="53"/>
            </a:xfrm>
          </p:grpSpPr>
          <p:sp>
            <p:nvSpPr>
              <p:cNvPr id="29890" name="Line 396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891" name="Line 397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892" name="WordArt 399"/>
            <p:cNvSpPr>
              <a:spLocks noTextEdit="1"/>
            </p:cNvSpPr>
            <p:nvPr/>
          </p:nvSpPr>
          <p:spPr>
            <a:xfrm>
              <a:off x="2685" y="3727"/>
              <a:ext cx="248" cy="1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6.12</a:t>
              </a:r>
            </a:p>
          </p:txBody>
        </p:sp>
        <p:sp>
          <p:nvSpPr>
            <p:cNvPr id="29893" name="WordArt 400"/>
            <p:cNvSpPr>
              <a:spLocks noTextEdit="1"/>
            </p:cNvSpPr>
            <p:nvPr/>
          </p:nvSpPr>
          <p:spPr>
            <a:xfrm>
              <a:off x="3110" y="3719"/>
              <a:ext cx="123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9894" name="WordArt 401"/>
            <p:cNvSpPr>
              <a:spLocks noTextEdit="1"/>
            </p:cNvSpPr>
            <p:nvPr/>
          </p:nvSpPr>
          <p:spPr>
            <a:xfrm>
              <a:off x="3329" y="3693"/>
              <a:ext cx="60" cy="8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7</a:t>
              </a:r>
            </a:p>
          </p:txBody>
        </p:sp>
        <p:grpSp>
          <p:nvGrpSpPr>
            <p:cNvPr id="29895" name="Group 402"/>
            <p:cNvGrpSpPr/>
            <p:nvPr/>
          </p:nvGrpSpPr>
          <p:grpSpPr>
            <a:xfrm>
              <a:off x="2986" y="3743"/>
              <a:ext cx="78" cy="96"/>
              <a:chOff x="1781" y="2282"/>
              <a:chExt cx="577" cy="577"/>
            </a:xfrm>
          </p:grpSpPr>
          <p:sp>
            <p:nvSpPr>
              <p:cNvPr id="29896" name="Line 403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897" name="Line 404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898" name="Line 405"/>
            <p:cNvSpPr/>
            <p:nvPr/>
          </p:nvSpPr>
          <p:spPr>
            <a:xfrm>
              <a:off x="3250" y="3727"/>
              <a:ext cx="4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899" name="WordArt 407"/>
            <p:cNvSpPr>
              <a:spLocks noTextEdit="1"/>
            </p:cNvSpPr>
            <p:nvPr/>
          </p:nvSpPr>
          <p:spPr>
            <a:xfrm>
              <a:off x="4172" y="3737"/>
              <a:ext cx="222" cy="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nm</a:t>
              </a:r>
            </a:p>
          </p:txBody>
        </p:sp>
        <p:grpSp>
          <p:nvGrpSpPr>
            <p:cNvPr id="29900" name="Group 408"/>
            <p:cNvGrpSpPr/>
            <p:nvPr/>
          </p:nvGrpSpPr>
          <p:grpSpPr>
            <a:xfrm>
              <a:off x="3627" y="3768"/>
              <a:ext cx="141" cy="55"/>
              <a:chOff x="1260" y="2371"/>
              <a:chExt cx="151" cy="53"/>
            </a:xfrm>
          </p:grpSpPr>
          <p:sp>
            <p:nvSpPr>
              <p:cNvPr id="29901" name="Line 409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902" name="Line 410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903" name="WordArt 411"/>
            <p:cNvSpPr>
              <a:spLocks noTextEdit="1"/>
            </p:cNvSpPr>
            <p:nvPr/>
          </p:nvSpPr>
          <p:spPr>
            <a:xfrm>
              <a:off x="3843" y="3725"/>
              <a:ext cx="248" cy="1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612</a:t>
              </a:r>
            </a:p>
          </p:txBody>
        </p:sp>
      </p:grpSp>
      <p:grpSp>
        <p:nvGrpSpPr>
          <p:cNvPr id="29904" name="Group 417"/>
          <p:cNvGrpSpPr/>
          <p:nvPr/>
        </p:nvGrpSpPr>
        <p:grpSpPr>
          <a:xfrm>
            <a:off x="0" y="0"/>
            <a:ext cx="9144000" cy="2298700"/>
            <a:chOff x="0" y="0"/>
            <a:chExt cx="5760" cy="1448"/>
          </a:xfrm>
        </p:grpSpPr>
        <p:grpSp>
          <p:nvGrpSpPr>
            <p:cNvPr id="29905" name="Group 418"/>
            <p:cNvGrpSpPr/>
            <p:nvPr/>
          </p:nvGrpSpPr>
          <p:grpSpPr>
            <a:xfrm>
              <a:off x="0" y="0"/>
              <a:ext cx="5760" cy="1448"/>
              <a:chOff x="0" y="0"/>
              <a:chExt cx="5760" cy="1448"/>
            </a:xfrm>
          </p:grpSpPr>
          <p:sp>
            <p:nvSpPr>
              <p:cNvPr id="29906" name="Rectangle 419" descr="羊皮纸"/>
              <p:cNvSpPr/>
              <p:nvPr/>
            </p:nvSpPr>
            <p:spPr>
              <a:xfrm>
                <a:off x="0" y="0"/>
                <a:ext cx="5760" cy="11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9907" name="Group 420"/>
              <p:cNvGrpSpPr/>
              <p:nvPr/>
            </p:nvGrpSpPr>
            <p:grpSpPr>
              <a:xfrm>
                <a:off x="609" y="183"/>
                <a:ext cx="2445" cy="792"/>
                <a:chOff x="663" y="190"/>
                <a:chExt cx="2184" cy="792"/>
              </a:xfrm>
            </p:grpSpPr>
            <p:sp>
              <p:nvSpPr>
                <p:cNvPr id="29908" name="Rectangle 421"/>
                <p:cNvSpPr/>
                <p:nvPr/>
              </p:nvSpPr>
              <p:spPr>
                <a:xfrm>
                  <a:off x="663" y="426"/>
                  <a:ext cx="2184" cy="556"/>
                </a:xfrm>
                <a:prstGeom prst="rect">
                  <a:avLst/>
                </a:prstGeom>
                <a:noFill/>
                <a:ln w="76200" cap="flat" cmpd="sng">
                  <a:solidFill>
                    <a:srgbClr val="FFC97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9909" name="Group 422"/>
                <p:cNvGrpSpPr/>
                <p:nvPr/>
              </p:nvGrpSpPr>
              <p:grpSpPr>
                <a:xfrm>
                  <a:off x="1594" y="669"/>
                  <a:ext cx="139" cy="77"/>
                  <a:chOff x="2100" y="3050"/>
                  <a:chExt cx="267" cy="103"/>
                </a:xfrm>
              </p:grpSpPr>
              <p:sp>
                <p:nvSpPr>
                  <p:cNvPr id="29910" name="Line 423"/>
                  <p:cNvSpPr/>
                  <p:nvPr/>
                </p:nvSpPr>
                <p:spPr>
                  <a:xfrm>
                    <a:off x="2100" y="3050"/>
                    <a:ext cx="267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911" name="Line 424"/>
                  <p:cNvSpPr/>
                  <p:nvPr/>
                </p:nvSpPr>
                <p:spPr>
                  <a:xfrm flipV="1">
                    <a:off x="2100" y="3152"/>
                    <a:ext cx="265" cy="1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912" name="Group 425"/>
                <p:cNvGrpSpPr/>
                <p:nvPr/>
              </p:nvGrpSpPr>
              <p:grpSpPr>
                <a:xfrm>
                  <a:off x="874" y="544"/>
                  <a:ext cx="606" cy="344"/>
                  <a:chOff x="3053" y="716"/>
                  <a:chExt cx="602" cy="323"/>
                </a:xfrm>
              </p:grpSpPr>
              <p:sp>
                <p:nvSpPr>
                  <p:cNvPr id="29913" name="WordArt 426"/>
                  <p:cNvSpPr>
                    <a:spLocks noTextEdit="1"/>
                  </p:cNvSpPr>
                  <p:nvPr/>
                </p:nvSpPr>
                <p:spPr>
                  <a:xfrm>
                    <a:off x="3254" y="827"/>
                    <a:ext cx="152" cy="12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29914" name="WordArt 427"/>
                  <p:cNvSpPr>
                    <a:spLocks noTextEdit="1"/>
                  </p:cNvSpPr>
                  <p:nvPr/>
                </p:nvSpPr>
                <p:spPr>
                  <a:xfrm>
                    <a:off x="3100" y="716"/>
                    <a:ext cx="68" cy="11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29915" name="WordArt 428"/>
                  <p:cNvSpPr>
                    <a:spLocks noTextEdit="1"/>
                  </p:cNvSpPr>
                  <p:nvPr/>
                </p:nvSpPr>
                <p:spPr>
                  <a:xfrm>
                    <a:off x="3098" y="928"/>
                    <a:ext cx="78" cy="11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29916" name="Line 429"/>
                  <p:cNvSpPr/>
                  <p:nvPr/>
                </p:nvSpPr>
                <p:spPr>
                  <a:xfrm>
                    <a:off x="3053" y="876"/>
                    <a:ext cx="19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917" name="WordArt 430"/>
                  <p:cNvSpPr>
                    <a:spLocks noTextEdit="1"/>
                  </p:cNvSpPr>
                  <p:nvPr/>
                </p:nvSpPr>
                <p:spPr>
                  <a:xfrm>
                    <a:off x="3573" y="880"/>
                    <a:ext cx="58" cy="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  <p:sp>
                <p:nvSpPr>
                  <p:cNvPr id="29918" name="WordArt 431"/>
                  <p:cNvSpPr>
                    <a:spLocks noTextEdit="1"/>
                  </p:cNvSpPr>
                  <p:nvPr/>
                </p:nvSpPr>
                <p:spPr>
                  <a:xfrm>
                    <a:off x="3448" y="829"/>
                    <a:ext cx="115" cy="11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Book Antiqua" panose="02040602050305030304" charset="0"/>
                        <a:ea typeface="Book Antiqua" panose="02040602050305030304" charset="0"/>
                      </a:rPr>
                      <a:t>v</a:t>
                    </a:r>
                  </a:p>
                </p:txBody>
              </p:sp>
              <p:sp>
                <p:nvSpPr>
                  <p:cNvPr id="29919" name="WordArt 432"/>
                  <p:cNvSpPr>
                    <a:spLocks noTextEdit="1"/>
                  </p:cNvSpPr>
                  <p:nvPr/>
                </p:nvSpPr>
                <p:spPr>
                  <a:xfrm>
                    <a:off x="3592" y="750"/>
                    <a:ext cx="63" cy="7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</p:grpSp>
            <p:grpSp>
              <p:nvGrpSpPr>
                <p:cNvPr id="29920" name="Group 433"/>
                <p:cNvGrpSpPr/>
                <p:nvPr/>
              </p:nvGrpSpPr>
              <p:grpSpPr>
                <a:xfrm>
                  <a:off x="1827" y="563"/>
                  <a:ext cx="783" cy="281"/>
                  <a:chOff x="4384" y="1905"/>
                  <a:chExt cx="783" cy="281"/>
                </a:xfrm>
              </p:grpSpPr>
              <p:grpSp>
                <p:nvGrpSpPr>
                  <p:cNvPr id="29921" name="Group 434"/>
                  <p:cNvGrpSpPr/>
                  <p:nvPr/>
                </p:nvGrpSpPr>
                <p:grpSpPr>
                  <a:xfrm>
                    <a:off x="4384" y="1905"/>
                    <a:ext cx="307" cy="280"/>
                    <a:chOff x="1036" y="1830"/>
                    <a:chExt cx="355" cy="265"/>
                  </a:xfrm>
                </p:grpSpPr>
                <p:sp>
                  <p:nvSpPr>
                    <p:cNvPr id="29922" name="WordArt 435"/>
                    <p:cNvSpPr>
                      <a:spLocks noTextEdit="1"/>
                    </p:cNvSpPr>
                    <p:nvPr/>
                  </p:nvSpPr>
                  <p:spPr>
                    <a:xfrm>
                      <a:off x="1239" y="1908"/>
                      <a:ext cx="152" cy="17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n</a:t>
                      </a:r>
                    </a:p>
                  </p:txBody>
                </p:sp>
                <p:sp>
                  <p:nvSpPr>
                    <p:cNvPr id="29923" name="WordArt 436"/>
                    <p:cNvSpPr>
                      <a:spLocks noTextEdit="1"/>
                    </p:cNvSpPr>
                    <p:nvPr/>
                  </p:nvSpPr>
                  <p:spPr>
                    <a:xfrm>
                      <a:off x="1036" y="1830"/>
                      <a:ext cx="166" cy="2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9924" name="Group 437"/>
                  <p:cNvGrpSpPr/>
                  <p:nvPr/>
                </p:nvGrpSpPr>
                <p:grpSpPr>
                  <a:xfrm>
                    <a:off x="4910" y="1909"/>
                    <a:ext cx="257" cy="277"/>
                    <a:chOff x="1554" y="1732"/>
                    <a:chExt cx="353" cy="328"/>
                  </a:xfrm>
                </p:grpSpPr>
                <p:sp>
                  <p:nvSpPr>
                    <p:cNvPr id="29925" name="WordArt 438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9926" name="WordArt 439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  <p:sp>
                <p:nvSpPr>
                  <p:cNvPr id="29927" name="Line 440"/>
                  <p:cNvSpPr/>
                  <p:nvPr/>
                </p:nvSpPr>
                <p:spPr>
                  <a:xfrm>
                    <a:off x="4745" y="2070"/>
                    <a:ext cx="143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928" name="WordArt 441"/>
                <p:cNvSpPr>
                  <a:spLocks noTextEdit="1"/>
                </p:cNvSpPr>
                <p:nvPr/>
              </p:nvSpPr>
              <p:spPr>
                <a:xfrm>
                  <a:off x="1028" y="190"/>
                  <a:ext cx="1447" cy="13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光电效应方程</a:t>
                  </a:r>
                </a:p>
              </p:txBody>
            </p:sp>
          </p:grpSp>
          <p:grpSp>
            <p:nvGrpSpPr>
              <p:cNvPr id="29929" name="Group 442"/>
              <p:cNvGrpSpPr/>
              <p:nvPr/>
            </p:nvGrpSpPr>
            <p:grpSpPr>
              <a:xfrm>
                <a:off x="3301" y="276"/>
                <a:ext cx="2208" cy="938"/>
                <a:chOff x="3071" y="207"/>
                <a:chExt cx="2446" cy="953"/>
              </a:xfrm>
            </p:grpSpPr>
            <p:grpSp>
              <p:nvGrpSpPr>
                <p:cNvPr id="29930" name="Group 443"/>
                <p:cNvGrpSpPr/>
                <p:nvPr/>
              </p:nvGrpSpPr>
              <p:grpSpPr>
                <a:xfrm>
                  <a:off x="3181" y="731"/>
                  <a:ext cx="801" cy="210"/>
                  <a:chOff x="2981" y="769"/>
                  <a:chExt cx="801" cy="210"/>
                </a:xfrm>
              </p:grpSpPr>
              <p:grpSp>
                <p:nvGrpSpPr>
                  <p:cNvPr id="29931" name="Group 444"/>
                  <p:cNvGrpSpPr/>
                  <p:nvPr/>
                </p:nvGrpSpPr>
                <p:grpSpPr>
                  <a:xfrm>
                    <a:off x="3248" y="857"/>
                    <a:ext cx="147" cy="53"/>
                    <a:chOff x="1260" y="2371"/>
                    <a:chExt cx="151" cy="53"/>
                  </a:xfrm>
                </p:grpSpPr>
                <p:sp>
                  <p:nvSpPr>
                    <p:cNvPr id="29932" name="Line 445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9933" name="Line 446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9934" name="Group 447"/>
                  <p:cNvGrpSpPr/>
                  <p:nvPr/>
                </p:nvGrpSpPr>
                <p:grpSpPr>
                  <a:xfrm>
                    <a:off x="3456" y="823"/>
                    <a:ext cx="326" cy="156"/>
                    <a:chOff x="3456" y="823"/>
                    <a:chExt cx="326" cy="156"/>
                  </a:xfrm>
                </p:grpSpPr>
                <p:grpSp>
                  <p:nvGrpSpPr>
                    <p:cNvPr id="29935" name="Group 448"/>
                    <p:cNvGrpSpPr/>
                    <p:nvPr/>
                  </p:nvGrpSpPr>
                  <p:grpSpPr>
                    <a:xfrm>
                      <a:off x="3569" y="829"/>
                      <a:ext cx="213" cy="150"/>
                      <a:chOff x="3071" y="3339"/>
                      <a:chExt cx="245" cy="177"/>
                    </a:xfrm>
                  </p:grpSpPr>
                  <p:sp>
                    <p:nvSpPr>
                      <p:cNvPr id="29936" name="WordArt 44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071" y="3339"/>
                        <a:ext cx="200" cy="15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34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29937" name="WordArt 45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236" y="3416"/>
                        <a:ext cx="80" cy="10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k</a:t>
                        </a:r>
                      </a:p>
                    </p:txBody>
                  </p:sp>
                </p:grpSp>
                <p:sp>
                  <p:nvSpPr>
                    <p:cNvPr id="29938" name="WordArt 451"/>
                    <p:cNvSpPr>
                      <a:spLocks noTextEdit="1"/>
                    </p:cNvSpPr>
                    <p:nvPr/>
                  </p:nvSpPr>
                  <p:spPr>
                    <a:xfrm>
                      <a:off x="3456" y="823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  <p:grpSp>
                <p:nvGrpSpPr>
                  <p:cNvPr id="29939" name="Group 452"/>
                  <p:cNvGrpSpPr/>
                  <p:nvPr/>
                </p:nvGrpSpPr>
                <p:grpSpPr>
                  <a:xfrm>
                    <a:off x="2981" y="769"/>
                    <a:ext cx="193" cy="205"/>
                    <a:chOff x="1554" y="1732"/>
                    <a:chExt cx="353" cy="328"/>
                  </a:xfrm>
                </p:grpSpPr>
                <p:sp>
                  <p:nvSpPr>
                    <p:cNvPr id="29940" name="WordArt 453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29941" name="WordArt 454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</p:grpSp>
            <p:sp>
              <p:nvSpPr>
                <p:cNvPr id="29942" name="Rectangle 455"/>
                <p:cNvSpPr/>
                <p:nvPr/>
              </p:nvSpPr>
              <p:spPr>
                <a:xfrm>
                  <a:off x="3071" y="569"/>
                  <a:ext cx="1075" cy="561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CC9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9943" name="Group 456"/>
                <p:cNvGrpSpPr/>
                <p:nvPr/>
              </p:nvGrpSpPr>
              <p:grpSpPr>
                <a:xfrm>
                  <a:off x="4350" y="492"/>
                  <a:ext cx="1167" cy="668"/>
                  <a:chOff x="4383" y="483"/>
                  <a:chExt cx="1167" cy="668"/>
                </a:xfrm>
              </p:grpSpPr>
              <p:grpSp>
                <p:nvGrpSpPr>
                  <p:cNvPr id="29944" name="Group 457"/>
                  <p:cNvGrpSpPr/>
                  <p:nvPr/>
                </p:nvGrpSpPr>
                <p:grpSpPr>
                  <a:xfrm>
                    <a:off x="4485" y="537"/>
                    <a:ext cx="876" cy="203"/>
                    <a:chOff x="3019" y="3823"/>
                    <a:chExt cx="876" cy="203"/>
                  </a:xfrm>
                </p:grpSpPr>
                <p:grpSp>
                  <p:nvGrpSpPr>
                    <p:cNvPr id="29945" name="Group 458"/>
                    <p:cNvGrpSpPr/>
                    <p:nvPr/>
                  </p:nvGrpSpPr>
                  <p:grpSpPr>
                    <a:xfrm>
                      <a:off x="3019" y="3878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9946" name="WordArt 45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9947" name="WordArt 46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grpSp>
                  <p:nvGrpSpPr>
                    <p:cNvPr id="29948" name="Group 461"/>
                    <p:cNvGrpSpPr/>
                    <p:nvPr/>
                  </p:nvGrpSpPr>
                  <p:grpSpPr>
                    <a:xfrm>
                      <a:off x="3245" y="3901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9949" name="Line 462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950" name="Line 463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29951" name="Group 464"/>
                    <p:cNvGrpSpPr/>
                    <p:nvPr/>
                  </p:nvGrpSpPr>
                  <p:grpSpPr>
                    <a:xfrm>
                      <a:off x="3460" y="3823"/>
                      <a:ext cx="183" cy="171"/>
                      <a:chOff x="1554" y="1732"/>
                      <a:chExt cx="353" cy="328"/>
                    </a:xfrm>
                  </p:grpSpPr>
                  <p:sp>
                    <p:nvSpPr>
                      <p:cNvPr id="29952" name="WordArt 465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8" y="1732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101600" cap="flat" cmpd="sng">
                              <a:solidFill>
                                <a:schemeClr val="bg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29953" name="WordArt 466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4" y="1740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9525" cap="flat" cmpd="sng">
                              <a:solidFill>
                                <a:srgbClr val="FF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</p:grpSp>
                <p:sp>
                  <p:nvSpPr>
                    <p:cNvPr id="29954" name="Line 467"/>
                    <p:cNvSpPr/>
                    <p:nvPr/>
                  </p:nvSpPr>
                  <p:spPr>
                    <a:xfrm flipH="1">
                      <a:off x="3664" y="3824"/>
                      <a:ext cx="107" cy="17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9955" name="WordArt 468"/>
                    <p:cNvSpPr>
                      <a:spLocks noTextEdit="1"/>
                    </p:cNvSpPr>
                    <p:nvPr/>
                  </p:nvSpPr>
                  <p:spPr>
                    <a:xfrm>
                      <a:off x="3780" y="3823"/>
                      <a:ext cx="115" cy="187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29956" name="Group 469"/>
                  <p:cNvGrpSpPr/>
                  <p:nvPr/>
                </p:nvGrpSpPr>
                <p:grpSpPr>
                  <a:xfrm>
                    <a:off x="4472" y="861"/>
                    <a:ext cx="895" cy="238"/>
                    <a:chOff x="4688" y="3809"/>
                    <a:chExt cx="895" cy="238"/>
                  </a:xfrm>
                </p:grpSpPr>
                <p:sp>
                  <p:nvSpPr>
                    <p:cNvPr id="29957" name="WordArt 470"/>
                    <p:cNvSpPr>
                      <a:spLocks noTextEdit="1"/>
                    </p:cNvSpPr>
                    <p:nvPr/>
                  </p:nvSpPr>
                  <p:spPr>
                    <a:xfrm>
                      <a:off x="4903" y="3900"/>
                      <a:ext cx="65" cy="78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29958" name="WordArt 471"/>
                    <p:cNvSpPr>
                      <a:spLocks noTextEdit="1"/>
                    </p:cNvSpPr>
                    <p:nvPr/>
                  </p:nvSpPr>
                  <p:spPr>
                    <a:xfrm>
                      <a:off x="4688" y="3840"/>
                      <a:ext cx="191" cy="14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63968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l</a:t>
                      </a:r>
                    </a:p>
                  </p:txBody>
                </p:sp>
                <p:grpSp>
                  <p:nvGrpSpPr>
                    <p:cNvPr id="29959" name="Group 472"/>
                    <p:cNvGrpSpPr/>
                    <p:nvPr/>
                  </p:nvGrpSpPr>
                  <p:grpSpPr>
                    <a:xfrm>
                      <a:off x="5033" y="3892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29960" name="Line 473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961" name="Line 474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9962" name="Line 475"/>
                    <p:cNvSpPr/>
                    <p:nvPr/>
                  </p:nvSpPr>
                  <p:spPr>
                    <a:xfrm flipH="1">
                      <a:off x="5268" y="3809"/>
                      <a:ext cx="169" cy="2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29963" name="Group 476"/>
                    <p:cNvGrpSpPr/>
                    <p:nvPr/>
                  </p:nvGrpSpPr>
                  <p:grpSpPr>
                    <a:xfrm>
                      <a:off x="5421" y="3899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29964" name="WordArt 477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29965" name="WordArt 478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sp>
                  <p:nvSpPr>
                    <p:cNvPr id="29966" name="WordArt 479"/>
                    <p:cNvSpPr>
                      <a:spLocks noTextEdit="1"/>
                    </p:cNvSpPr>
                    <p:nvPr/>
                  </p:nvSpPr>
                  <p:spPr>
                    <a:xfrm>
                      <a:off x="5237" y="3831"/>
                      <a:ext cx="8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</a:p>
                  </p:txBody>
                </p:sp>
              </p:grpSp>
              <p:sp>
                <p:nvSpPr>
                  <p:cNvPr id="29967" name="Rectangle 480"/>
                  <p:cNvSpPr/>
                  <p:nvPr/>
                </p:nvSpPr>
                <p:spPr>
                  <a:xfrm>
                    <a:off x="4383" y="483"/>
                    <a:ext cx="1167" cy="668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rgbClr val="00CC99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9968" name="WordArt 481"/>
                <p:cNvSpPr>
                  <a:spLocks noTextEdit="1"/>
                </p:cNvSpPr>
                <p:nvPr/>
              </p:nvSpPr>
              <p:spPr>
                <a:xfrm>
                  <a:off x="3139" y="379"/>
                  <a:ext cx="863" cy="12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逸出电势差</a:t>
                  </a:r>
                </a:p>
              </p:txBody>
            </p:sp>
            <p:sp>
              <p:nvSpPr>
                <p:cNvPr id="29969" name="WordArt 482"/>
                <p:cNvSpPr>
                  <a:spLocks noTextEdit="1"/>
                </p:cNvSpPr>
                <p:nvPr/>
              </p:nvSpPr>
              <p:spPr>
                <a:xfrm>
                  <a:off x="3176" y="223"/>
                  <a:ext cx="824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逸出功与</a:t>
                  </a:r>
                </a:p>
              </p:txBody>
            </p:sp>
            <p:grpSp>
              <p:nvGrpSpPr>
                <p:cNvPr id="29970" name="Group 483"/>
                <p:cNvGrpSpPr/>
                <p:nvPr/>
              </p:nvGrpSpPr>
              <p:grpSpPr>
                <a:xfrm>
                  <a:off x="4487" y="207"/>
                  <a:ext cx="821" cy="227"/>
                  <a:chOff x="4289" y="213"/>
                  <a:chExt cx="844" cy="258"/>
                </a:xfrm>
              </p:grpSpPr>
              <p:sp>
                <p:nvSpPr>
                  <p:cNvPr id="29971" name="WordArt 484"/>
                  <p:cNvSpPr>
                    <a:spLocks noTextEdit="1"/>
                  </p:cNvSpPr>
                  <p:nvPr/>
                </p:nvSpPr>
                <p:spPr>
                  <a:xfrm>
                    <a:off x="4289" y="213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红限频率</a:t>
                    </a:r>
                  </a:p>
                </p:txBody>
              </p:sp>
              <p:sp>
                <p:nvSpPr>
                  <p:cNvPr id="29972" name="WordArt 485"/>
                  <p:cNvSpPr>
                    <a:spLocks noTextEdit="1"/>
                  </p:cNvSpPr>
                  <p:nvPr/>
                </p:nvSpPr>
                <p:spPr>
                  <a:xfrm>
                    <a:off x="4309" y="356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红限波长</a:t>
                    </a:r>
                  </a:p>
                </p:txBody>
              </p:sp>
            </p:grpSp>
          </p:grpSp>
          <p:sp>
            <p:nvSpPr>
              <p:cNvPr id="29973" name="Rectangle 486" descr="羊皮纸"/>
              <p:cNvSpPr/>
              <p:nvPr/>
            </p:nvSpPr>
            <p:spPr>
              <a:xfrm>
                <a:off x="0" y="1376"/>
                <a:ext cx="5760" cy="72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974" name="WordArt 487"/>
              <p:cNvSpPr>
                <a:spLocks noTextEdit="1"/>
              </p:cNvSpPr>
              <p:nvPr/>
            </p:nvSpPr>
            <p:spPr>
              <a:xfrm rot="5400000">
                <a:off x="-180" y="664"/>
                <a:ext cx="848" cy="170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归纳</a:t>
                </a:r>
              </a:p>
            </p:txBody>
          </p:sp>
          <p:sp>
            <p:nvSpPr>
              <p:cNvPr id="29975" name="Rectangle 488" descr="羊皮纸"/>
              <p:cNvSpPr/>
              <p:nvPr/>
            </p:nvSpPr>
            <p:spPr>
              <a:xfrm>
                <a:off x="456" y="0"/>
                <a:ext cx="56" cy="1416"/>
              </a:xfrm>
              <a:prstGeom prst="rect">
                <a:avLst/>
              </a:prstGeom>
              <a:blipFill rotWithShape="0">
                <a:blip r:embed="rId2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9976" name="Group 489"/>
              <p:cNvGrpSpPr/>
              <p:nvPr/>
            </p:nvGrpSpPr>
            <p:grpSpPr>
              <a:xfrm>
                <a:off x="609" y="1075"/>
                <a:ext cx="2430" cy="254"/>
                <a:chOff x="609" y="1075"/>
                <a:chExt cx="2430" cy="254"/>
              </a:xfrm>
            </p:grpSpPr>
            <p:grpSp>
              <p:nvGrpSpPr>
                <p:cNvPr id="29977" name="Group 490"/>
                <p:cNvGrpSpPr/>
                <p:nvPr/>
              </p:nvGrpSpPr>
              <p:grpSpPr>
                <a:xfrm>
                  <a:off x="904" y="1075"/>
                  <a:ext cx="2135" cy="227"/>
                  <a:chOff x="728" y="1082"/>
                  <a:chExt cx="2135" cy="227"/>
                </a:xfrm>
              </p:grpSpPr>
              <p:grpSp>
                <p:nvGrpSpPr>
                  <p:cNvPr id="29978" name="Group 491"/>
                  <p:cNvGrpSpPr/>
                  <p:nvPr/>
                </p:nvGrpSpPr>
                <p:grpSpPr>
                  <a:xfrm>
                    <a:off x="728" y="1082"/>
                    <a:ext cx="398" cy="227"/>
                    <a:chOff x="1929" y="687"/>
                    <a:chExt cx="489" cy="250"/>
                  </a:xfrm>
                </p:grpSpPr>
                <p:sp>
                  <p:nvSpPr>
                    <p:cNvPr id="29979" name="WordArt 492"/>
                    <p:cNvSpPr>
                      <a:spLocks noTextEdit="1"/>
                    </p:cNvSpPr>
                    <p:nvPr/>
                  </p:nvSpPr>
                  <p:spPr>
                    <a:xfrm>
                      <a:off x="1959" y="844"/>
                      <a:ext cx="81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9980" name="WordArt 493"/>
                    <p:cNvSpPr>
                      <a:spLocks noTextEdit="1"/>
                    </p:cNvSpPr>
                    <p:nvPr/>
                  </p:nvSpPr>
                  <p:spPr>
                    <a:xfrm>
                      <a:off x="1968" y="687"/>
                      <a:ext cx="60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9981" name="Line 494"/>
                    <p:cNvSpPr/>
                    <p:nvPr/>
                  </p:nvSpPr>
                  <p:spPr>
                    <a:xfrm>
                      <a:off x="1929" y="812"/>
                      <a:ext cx="14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9982" name="WordArt 495"/>
                    <p:cNvSpPr>
                      <a:spLocks noTextEdit="1"/>
                    </p:cNvSpPr>
                    <p:nvPr/>
                  </p:nvSpPr>
                  <p:spPr>
                    <a:xfrm>
                      <a:off x="2109" y="762"/>
                      <a:ext cx="136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</a:p>
                  </p:txBody>
                </p:sp>
                <p:sp>
                  <p:nvSpPr>
                    <p:cNvPr id="29983" name="WordArt 496"/>
                    <p:cNvSpPr>
                      <a:spLocks noTextEdit="1"/>
                    </p:cNvSpPr>
                    <p:nvPr/>
                  </p:nvSpPr>
                  <p:spPr>
                    <a:xfrm>
                      <a:off x="2280" y="759"/>
                      <a:ext cx="9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Book Antiqua" panose="02040602050305030304" charset="0"/>
                          <a:ea typeface="Book Antiqua" panose="02040602050305030304" charset="0"/>
                        </a:rPr>
                        <a:t>v</a:t>
                      </a:r>
                    </a:p>
                  </p:txBody>
                </p:sp>
                <p:sp>
                  <p:nvSpPr>
                    <p:cNvPr id="29984" name="WordArt 497"/>
                    <p:cNvSpPr>
                      <a:spLocks noTextEdit="1"/>
                    </p:cNvSpPr>
                    <p:nvPr/>
                  </p:nvSpPr>
                  <p:spPr>
                    <a:xfrm>
                      <a:off x="2382" y="842"/>
                      <a:ext cx="36" cy="6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</p:grpSp>
              <p:grpSp>
                <p:nvGrpSpPr>
                  <p:cNvPr id="29985" name="Group 498"/>
                  <p:cNvGrpSpPr/>
                  <p:nvPr/>
                </p:nvGrpSpPr>
                <p:grpSpPr>
                  <a:xfrm>
                    <a:off x="1829" y="1159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9986" name="Line 499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9987" name="Line 500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9988" name="WordArt 501"/>
                  <p:cNvSpPr>
                    <a:spLocks noTextEdit="1"/>
                  </p:cNvSpPr>
                  <p:nvPr/>
                </p:nvSpPr>
                <p:spPr>
                  <a:xfrm>
                    <a:off x="2027" y="1130"/>
                    <a:ext cx="95" cy="12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29989" name="WordArt 502"/>
                  <p:cNvSpPr>
                    <a:spLocks noTextEdit="1"/>
                  </p:cNvSpPr>
                  <p:nvPr/>
                </p:nvSpPr>
                <p:spPr>
                  <a:xfrm>
                    <a:off x="2200" y="1107"/>
                    <a:ext cx="94" cy="15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k</a:t>
                    </a:r>
                  </a:p>
                </p:txBody>
              </p:sp>
              <p:sp>
                <p:nvSpPr>
                  <p:cNvPr id="29990" name="WordArt 503"/>
                  <p:cNvSpPr>
                    <a:spLocks noTextEdit="1"/>
                  </p:cNvSpPr>
                  <p:nvPr/>
                </p:nvSpPr>
                <p:spPr>
                  <a:xfrm>
                    <a:off x="2326" y="1119"/>
                    <a:ext cx="116" cy="14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  <p:sp>
                <p:nvSpPr>
                  <p:cNvPr id="29991" name="Line 504"/>
                  <p:cNvSpPr/>
                  <p:nvPr/>
                </p:nvSpPr>
                <p:spPr>
                  <a:xfrm>
                    <a:off x="2464" y="1179"/>
                    <a:ext cx="1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9992" name="Group 505"/>
                  <p:cNvGrpSpPr/>
                  <p:nvPr/>
                </p:nvGrpSpPr>
                <p:grpSpPr>
                  <a:xfrm>
                    <a:off x="2612" y="1120"/>
                    <a:ext cx="175" cy="134"/>
                    <a:chOff x="3071" y="3339"/>
                    <a:chExt cx="245" cy="177"/>
                  </a:xfrm>
                </p:grpSpPr>
                <p:sp>
                  <p:nvSpPr>
                    <p:cNvPr id="29993" name="WordArt 506"/>
                    <p:cNvSpPr>
                      <a:spLocks noTextEdit="1"/>
                    </p:cNvSpPr>
                    <p:nvPr/>
                  </p:nvSpPr>
                  <p:spPr>
                    <a:xfrm>
                      <a:off x="3071" y="3339"/>
                      <a:ext cx="200" cy="15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34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</a:p>
                  </p:txBody>
                </p:sp>
                <p:sp>
                  <p:nvSpPr>
                    <p:cNvPr id="29994" name="WordArt 507"/>
                    <p:cNvSpPr>
                      <a:spLocks noTextEdit="1"/>
                    </p:cNvSpPr>
                    <p:nvPr/>
                  </p:nvSpPr>
                  <p:spPr>
                    <a:xfrm>
                      <a:off x="3236" y="3416"/>
                      <a:ext cx="80" cy="10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</a:p>
                  </p:txBody>
                </p:sp>
              </p:grpSp>
              <p:sp>
                <p:nvSpPr>
                  <p:cNvPr id="29995" name="WordArt 508"/>
                  <p:cNvSpPr>
                    <a:spLocks noTextEdit="1"/>
                  </p:cNvSpPr>
                  <p:nvPr/>
                </p:nvSpPr>
                <p:spPr>
                  <a:xfrm>
                    <a:off x="2143" y="111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sp>
                <p:nvSpPr>
                  <p:cNvPr id="29996" name="WordArt 509"/>
                  <p:cNvSpPr>
                    <a:spLocks noTextEdit="1"/>
                  </p:cNvSpPr>
                  <p:nvPr/>
                </p:nvSpPr>
                <p:spPr>
                  <a:xfrm flipH="1">
                    <a:off x="2820" y="110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grpSp>
                <p:nvGrpSpPr>
                  <p:cNvPr id="29997" name="Group 510"/>
                  <p:cNvGrpSpPr/>
                  <p:nvPr/>
                </p:nvGrpSpPr>
                <p:grpSpPr>
                  <a:xfrm>
                    <a:off x="1195" y="1163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29998" name="Line 511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9999" name="Line 512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30000" name="Group 513"/>
                  <p:cNvGrpSpPr/>
                  <p:nvPr/>
                </p:nvGrpSpPr>
                <p:grpSpPr>
                  <a:xfrm>
                    <a:off x="1379" y="1097"/>
                    <a:ext cx="371" cy="183"/>
                    <a:chOff x="1364" y="1097"/>
                    <a:chExt cx="371" cy="183"/>
                  </a:xfrm>
                </p:grpSpPr>
                <p:grpSp>
                  <p:nvGrpSpPr>
                    <p:cNvPr id="30001" name="Group 514"/>
                    <p:cNvGrpSpPr/>
                    <p:nvPr/>
                  </p:nvGrpSpPr>
                  <p:grpSpPr>
                    <a:xfrm>
                      <a:off x="1495" y="1097"/>
                      <a:ext cx="240" cy="183"/>
                      <a:chOff x="444" y="3386"/>
                      <a:chExt cx="332" cy="206"/>
                    </a:xfrm>
                  </p:grpSpPr>
                  <p:grpSp>
                    <p:nvGrpSpPr>
                      <p:cNvPr id="30002" name="Group 515"/>
                      <p:cNvGrpSpPr/>
                      <p:nvPr/>
                    </p:nvGrpSpPr>
                    <p:grpSpPr>
                      <a:xfrm>
                        <a:off x="520" y="3408"/>
                        <a:ext cx="211" cy="149"/>
                        <a:chOff x="1858" y="3286"/>
                        <a:chExt cx="204" cy="172"/>
                      </a:xfrm>
                    </p:grpSpPr>
                    <p:sp>
                      <p:nvSpPr>
                        <p:cNvPr id="30003" name="WordArt 516"/>
                        <p:cNvSpPr>
                          <a:spLocks noTextEdit="1"/>
                        </p:cNvSpPr>
                        <p:nvPr/>
                      </p:nvSpPr>
                      <p:spPr>
                        <a:xfrm>
                          <a:off x="1858" y="3286"/>
                          <a:ext cx="141" cy="155"/>
                        </a:xfrm>
                        <a:prstGeom prst="rect">
                          <a:avLst/>
                        </a:prstGeom>
                      </p:spPr>
                      <p:txBody>
                        <a:bodyPr wrap="none" fromWordArt="1">
                          <a:prstTxWarp prst="textPlain">
                            <a:avLst>
                              <a:gd name="adj" fmla="val 50000"/>
                            </a:avLst>
                          </a:prstTxWarp>
                          <a:normAutofit/>
                        </a:bodyPr>
                        <a:lstStyle/>
                        <a:p>
                          <a:pPr algn="ctr"/>
                          <a:r>
                            <a:rPr lang="zh-CN" altLang="en-US" sz="1200" b="1" i="1">
                              <a:ln w="9525" cap="flat" cmpd="sng">
                                <a:solidFill>
                                  <a:srgbClr val="008000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>
                              <a:solidFill>
                                <a:srgbClr val="008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U</a:t>
                          </a:r>
                        </a:p>
                      </p:txBody>
                    </p:sp>
                    <p:sp>
                      <p:nvSpPr>
                        <p:cNvPr id="30004" name="WordArt 517"/>
                        <p:cNvSpPr>
                          <a:spLocks noTextEdit="1"/>
                        </p:cNvSpPr>
                        <p:nvPr/>
                      </p:nvSpPr>
                      <p:spPr>
                        <a:xfrm>
                          <a:off x="1983" y="3375"/>
                          <a:ext cx="79" cy="83"/>
                        </a:xfrm>
                        <a:prstGeom prst="rect">
                          <a:avLst/>
                        </a:prstGeom>
                      </p:spPr>
                      <p:txBody>
                        <a:bodyPr wrap="none" fromWordArt="1">
                          <a:prstTxWarp prst="textPlain">
                            <a:avLst>
                              <a:gd name="adj" fmla="val 50634"/>
                            </a:avLst>
                          </a:prstTxWarp>
                          <a:normAutofit/>
                        </a:bodyPr>
                        <a:lstStyle/>
                        <a:p>
                          <a:pPr algn="ctr"/>
                          <a:r>
                            <a:rPr lang="zh-CN" altLang="en-US" sz="1200" i="1">
                              <a:ln w="9525" cap="flat" cmpd="sng">
                                <a:solidFill>
                                  <a:srgbClr val="008000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>
                              <a:solidFill>
                                <a:srgbClr val="008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o</a:t>
                          </a:r>
                        </a:p>
                      </p:txBody>
                    </p:sp>
                  </p:grpSp>
                  <p:sp>
                    <p:nvSpPr>
                      <p:cNvPr id="30005" name="Line 518"/>
                      <p:cNvSpPr/>
                      <p:nvPr/>
                    </p:nvSpPr>
                    <p:spPr>
                      <a:xfrm>
                        <a:off x="776" y="3386"/>
                        <a:ext cx="0" cy="19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0006" name="Line 519"/>
                      <p:cNvSpPr/>
                      <p:nvPr/>
                    </p:nvSpPr>
                    <p:spPr>
                      <a:xfrm>
                        <a:off x="444" y="3400"/>
                        <a:ext cx="0" cy="19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30007" name="WordArt 520"/>
                    <p:cNvSpPr>
                      <a:spLocks noTextEdit="1"/>
                    </p:cNvSpPr>
                    <p:nvPr/>
                  </p:nvSpPr>
                  <p:spPr>
                    <a:xfrm>
                      <a:off x="1364" y="1120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</p:grpSp>
            <p:sp>
              <p:nvSpPr>
                <p:cNvPr id="30008" name="WordArt 521"/>
                <p:cNvSpPr>
                  <a:spLocks noTextEdit="1"/>
                </p:cNvSpPr>
                <p:nvPr/>
              </p:nvSpPr>
              <p:spPr>
                <a:xfrm>
                  <a:off x="609" y="1099"/>
                  <a:ext cx="220" cy="2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实验</a:t>
                  </a:r>
                </a:p>
              </p:txBody>
            </p:sp>
          </p:grpSp>
        </p:grpSp>
        <p:sp>
          <p:nvSpPr>
            <p:cNvPr id="30009" name="WordArt 522"/>
            <p:cNvSpPr>
              <a:spLocks noTextEdit="1"/>
            </p:cNvSpPr>
            <p:nvPr/>
          </p:nvSpPr>
          <p:spPr>
            <a:xfrm>
              <a:off x="1276" y="1055"/>
              <a:ext cx="51" cy="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0010" name="Group 523"/>
          <p:cNvGrpSpPr/>
          <p:nvPr/>
        </p:nvGrpSpPr>
        <p:grpSpPr>
          <a:xfrm>
            <a:off x="179388" y="2493963"/>
            <a:ext cx="793750" cy="442912"/>
            <a:chOff x="396" y="441"/>
            <a:chExt cx="619" cy="368"/>
          </a:xfrm>
        </p:grpSpPr>
        <p:sp>
          <p:nvSpPr>
            <p:cNvPr id="30011" name="Oval 524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012" name="WordArt 525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4" descr="IMAGE0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90600"/>
            <a:ext cx="8229600" cy="2836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2" name="Rectangle 5"/>
          <p:cNvSpPr/>
          <p:nvPr/>
        </p:nvSpPr>
        <p:spPr>
          <a:xfrm>
            <a:off x="27432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光电效应</a:t>
            </a:r>
          </a:p>
        </p:txBody>
      </p:sp>
      <p:grpSp>
        <p:nvGrpSpPr>
          <p:cNvPr id="2" name="Group 18"/>
          <p:cNvGrpSpPr/>
          <p:nvPr/>
        </p:nvGrpSpPr>
        <p:grpSpPr>
          <a:xfrm>
            <a:off x="509588" y="3832225"/>
            <a:ext cx="8305800" cy="1012825"/>
            <a:chOff x="384" y="2448"/>
            <a:chExt cx="5232" cy="638"/>
          </a:xfrm>
        </p:grpSpPr>
        <p:graphicFrame>
          <p:nvGraphicFramePr>
            <p:cNvPr id="30724" name="Object 3"/>
            <p:cNvGraphicFramePr>
              <a:graphicFrameLocks noChangeAspect="1"/>
            </p:cNvGraphicFramePr>
            <p:nvPr/>
          </p:nvGraphicFramePr>
          <p:xfrm>
            <a:off x="384" y="2496"/>
            <a:ext cx="2640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032000" imgH="431800" progId="Equation.3">
                    <p:embed/>
                  </p:oleObj>
                </mc:Choice>
                <mc:Fallback>
                  <p:oleObj r:id="rId3" imgW="2032000" imgH="4318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4" y="2496"/>
                          <a:ext cx="2640" cy="5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5" name="Object 4"/>
            <p:cNvGraphicFramePr>
              <a:graphicFrameLocks noChangeAspect="1"/>
            </p:cNvGraphicFramePr>
            <p:nvPr/>
          </p:nvGraphicFramePr>
          <p:xfrm>
            <a:off x="3312" y="2448"/>
            <a:ext cx="129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50265" imgH="419100" progId="Equation.3">
                    <p:embed/>
                  </p:oleObj>
                </mc:Choice>
                <mc:Fallback>
                  <p:oleObj r:id="rId5" imgW="850265" imgH="4191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12" y="2448"/>
                          <a:ext cx="1296" cy="6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6" name="Object 5"/>
            <p:cNvGraphicFramePr>
              <a:graphicFrameLocks noChangeAspect="1"/>
            </p:cNvGraphicFramePr>
            <p:nvPr/>
          </p:nvGraphicFramePr>
          <p:xfrm>
            <a:off x="4752" y="2544"/>
            <a:ext cx="86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73100" imgH="393700" progId="Equation.3">
                    <p:embed/>
                  </p:oleObj>
                </mc:Choice>
                <mc:Fallback>
                  <p:oleObj r:id="rId7" imgW="673100" imgH="3937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52" y="2544"/>
                          <a:ext cx="86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90" name="Object 2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2362200" y="5181600"/>
          <a:ext cx="4419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120900" imgH="457200" progId="Equation.3">
                  <p:embed/>
                </p:oleObj>
              </mc:Choice>
              <mc:Fallback>
                <p:oleObj r:id="rId9" imgW="2120900" imgH="4572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62200" y="5181600"/>
                        <a:ext cx="4419600" cy="9525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WordArt 17"/>
          <p:cNvSpPr>
            <a:spLocks noTextEdit="1"/>
          </p:cNvSpPr>
          <p:nvPr/>
        </p:nvSpPr>
        <p:spPr>
          <a:xfrm>
            <a:off x="7848600" y="32004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3" descr="IMAGE0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8229600" cy="4694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699" name="WordArt 4"/>
          <p:cNvSpPr>
            <a:spLocks noTextEdit="1"/>
          </p:cNvSpPr>
          <p:nvPr/>
        </p:nvSpPr>
        <p:spPr>
          <a:xfrm>
            <a:off x="7772400" y="25908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1747" name="Rectangle 5"/>
          <p:cNvSpPr/>
          <p:nvPr/>
        </p:nvSpPr>
        <p:spPr>
          <a:xfrm>
            <a:off x="2514600" y="3048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光电效应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4" descr="IMAGE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229600" cy="2328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0" name="Rectangle 5"/>
          <p:cNvSpPr/>
          <p:nvPr/>
        </p:nvSpPr>
        <p:spPr>
          <a:xfrm>
            <a:off x="26670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光电效应</a:t>
            </a:r>
          </a:p>
        </p:txBody>
      </p:sp>
      <p:sp>
        <p:nvSpPr>
          <p:cNvPr id="30724" name="WordArt 6"/>
          <p:cNvSpPr>
            <a:spLocks noTextEdit="1"/>
          </p:cNvSpPr>
          <p:nvPr/>
        </p:nvSpPr>
        <p:spPr>
          <a:xfrm>
            <a:off x="7772400" y="24384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</a:p>
        </p:txBody>
      </p:sp>
      <p:graphicFrame>
        <p:nvGraphicFramePr>
          <p:cNvPr id="6157" name="Object 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05000" y="5334000"/>
          <a:ext cx="34290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33500" imgH="431800" progId="Equation.3">
                  <p:embed/>
                </p:oleObj>
              </mc:Choice>
              <mc:Fallback>
                <p:oleObj r:id="rId3" imgW="1333500" imgH="4318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000" y="5334000"/>
                        <a:ext cx="3429000" cy="11096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0" name="Object 3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5486400" y="5562600"/>
          <a:ext cx="16002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94665" imgH="177800" progId="Equation.3">
                  <p:embed/>
                </p:oleObj>
              </mc:Choice>
              <mc:Fallback>
                <p:oleObj r:id="rId5" imgW="494665" imgH="1778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86400" y="5562600"/>
                        <a:ext cx="1600200" cy="5746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/>
          <p:cNvGrpSpPr/>
          <p:nvPr/>
        </p:nvGrpSpPr>
        <p:grpSpPr>
          <a:xfrm>
            <a:off x="887413" y="3795713"/>
            <a:ext cx="1958975" cy="1028700"/>
            <a:chOff x="559" y="2391"/>
            <a:chExt cx="1234" cy="648"/>
          </a:xfrm>
        </p:grpSpPr>
        <p:graphicFrame>
          <p:nvGraphicFramePr>
            <p:cNvPr id="32775" name="Object 5"/>
            <p:cNvGraphicFramePr>
              <a:graphicFrameLocks noChangeAspect="1"/>
            </p:cNvGraphicFramePr>
            <p:nvPr/>
          </p:nvGraphicFramePr>
          <p:xfrm>
            <a:off x="559" y="2391"/>
            <a:ext cx="123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888365" imgH="241300" progId="Equation.DSMT4">
                    <p:embed/>
                  </p:oleObj>
                </mc:Choice>
                <mc:Fallback>
                  <p:oleObj r:id="rId7" imgW="888365" imgH="241300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9" y="2391"/>
                          <a:ext cx="1234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6" name="Object 6"/>
            <p:cNvGraphicFramePr>
              <a:graphicFrameLocks noChangeAspect="1"/>
            </p:cNvGraphicFramePr>
            <p:nvPr/>
          </p:nvGraphicFramePr>
          <p:xfrm>
            <a:off x="561" y="2728"/>
            <a:ext cx="1181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914400" imgH="241300" progId="Equation.DSMT4">
                    <p:embed/>
                  </p:oleObj>
                </mc:Choice>
                <mc:Fallback>
                  <p:oleObj r:id="rId9" imgW="914400" imgH="241300" progId="Equation.DSMT4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61" y="2728"/>
                          <a:ext cx="1181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68" name="Object 4"/>
          <p:cNvGraphicFramePr>
            <a:graphicFrameLocks noChangeAspect="1"/>
          </p:cNvGraphicFramePr>
          <p:nvPr/>
        </p:nvGraphicFramePr>
        <p:xfrm>
          <a:off x="3810000" y="3962400"/>
          <a:ext cx="36242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409065" imgH="215900" progId="Equation.3">
                  <p:embed/>
                </p:oleObj>
              </mc:Choice>
              <mc:Fallback>
                <p:oleObj r:id="rId11" imgW="1409065" imgH="2159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10000" y="3962400"/>
                        <a:ext cx="3624263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3" descr="IMAGE0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8153400" cy="1911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7" name="WordArt 4"/>
          <p:cNvSpPr>
            <a:spLocks noTextEdit="1"/>
          </p:cNvSpPr>
          <p:nvPr/>
        </p:nvSpPr>
        <p:spPr>
          <a:xfrm>
            <a:off x="7620000" y="30480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33795" name="Rectangle 5"/>
          <p:cNvSpPr/>
          <p:nvPr/>
        </p:nvSpPr>
        <p:spPr>
          <a:xfrm>
            <a:off x="2743200" y="5334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光电效应</a:t>
            </a:r>
          </a:p>
        </p:txBody>
      </p:sp>
      <p:graphicFrame>
        <p:nvGraphicFramePr>
          <p:cNvPr id="33796" name="Object 3"/>
          <p:cNvGraphicFramePr>
            <a:graphicFrameLocks noChangeAspect="1"/>
          </p:cNvGraphicFramePr>
          <p:nvPr/>
        </p:nvGraphicFramePr>
        <p:xfrm>
          <a:off x="1063625" y="3786188"/>
          <a:ext cx="4060825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84400" imgH="457200" progId="Equation.3">
                  <p:embed/>
                </p:oleObj>
              </mc:Choice>
              <mc:Fallback>
                <p:oleObj r:id="rId3" imgW="2184400" imgH="4572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3625" y="3786188"/>
                        <a:ext cx="4060825" cy="944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4" descr="IMAGE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8153400" cy="2809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1" name="WordArt 5"/>
          <p:cNvSpPr>
            <a:spLocks noTextEdit="1"/>
          </p:cNvSpPr>
          <p:nvPr/>
        </p:nvSpPr>
        <p:spPr>
          <a:xfrm>
            <a:off x="7620000" y="31242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34819" name="Rectangle 6"/>
          <p:cNvSpPr/>
          <p:nvPr/>
        </p:nvSpPr>
        <p:spPr>
          <a:xfrm>
            <a:off x="25908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光电效应</a:t>
            </a:r>
          </a:p>
        </p:txBody>
      </p:sp>
      <p:grpSp>
        <p:nvGrpSpPr>
          <p:cNvPr id="3" name="Group 9"/>
          <p:cNvGrpSpPr/>
          <p:nvPr/>
        </p:nvGrpSpPr>
        <p:grpSpPr>
          <a:xfrm>
            <a:off x="685800" y="3492500"/>
            <a:ext cx="2243138" cy="1101725"/>
            <a:chOff x="878" y="2776"/>
            <a:chExt cx="1413" cy="694"/>
          </a:xfrm>
        </p:grpSpPr>
        <p:graphicFrame>
          <p:nvGraphicFramePr>
            <p:cNvPr id="34821" name="Object 4"/>
            <p:cNvGraphicFramePr>
              <a:graphicFrameLocks noChangeAspect="1"/>
            </p:cNvGraphicFramePr>
            <p:nvPr/>
          </p:nvGraphicFramePr>
          <p:xfrm>
            <a:off x="904" y="2776"/>
            <a:ext cx="1361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002665" imgH="228600" progId="Equation.3">
                    <p:embed/>
                  </p:oleObj>
                </mc:Choice>
                <mc:Fallback>
                  <p:oleObj r:id="rId3" imgW="1002665" imgH="2286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04" y="2776"/>
                          <a:ext cx="1361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2" name="Object 5"/>
            <p:cNvGraphicFramePr>
              <a:graphicFrameLocks noChangeAspect="1"/>
            </p:cNvGraphicFramePr>
            <p:nvPr/>
          </p:nvGraphicFramePr>
          <p:xfrm>
            <a:off x="878" y="3159"/>
            <a:ext cx="141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040765" imgH="228600" progId="Equation.3">
                    <p:embed/>
                  </p:oleObj>
                </mc:Choice>
                <mc:Fallback>
                  <p:oleObj r:id="rId5" imgW="1040765" imgH="2286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78" y="3159"/>
                          <a:ext cx="1413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/>
          <p:cNvGrpSpPr/>
          <p:nvPr/>
        </p:nvGrpSpPr>
        <p:grpSpPr>
          <a:xfrm>
            <a:off x="4191000" y="3581400"/>
            <a:ext cx="2352675" cy="1101725"/>
            <a:chOff x="844" y="2776"/>
            <a:chExt cx="1482" cy="694"/>
          </a:xfrm>
        </p:grpSpPr>
        <p:graphicFrame>
          <p:nvGraphicFramePr>
            <p:cNvPr id="34824" name="Object 2"/>
            <p:cNvGraphicFramePr>
              <a:graphicFrameLocks noChangeAspect="1"/>
            </p:cNvGraphicFramePr>
            <p:nvPr/>
          </p:nvGraphicFramePr>
          <p:xfrm>
            <a:off x="904" y="2776"/>
            <a:ext cx="1361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002665" imgH="228600" progId="Equation.3">
                    <p:embed/>
                  </p:oleObj>
                </mc:Choice>
                <mc:Fallback>
                  <p:oleObj r:id="rId3" imgW="1002665" imgH="2286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04" y="2776"/>
                          <a:ext cx="1361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5" name="Object 3"/>
            <p:cNvGraphicFramePr>
              <a:graphicFrameLocks noChangeAspect="1"/>
            </p:cNvGraphicFramePr>
            <p:nvPr/>
          </p:nvGraphicFramePr>
          <p:xfrm>
            <a:off x="844" y="3159"/>
            <a:ext cx="148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091565" imgH="228600" progId="Equation.3">
                    <p:embed/>
                  </p:oleObj>
                </mc:Choice>
                <mc:Fallback>
                  <p:oleObj r:id="rId7" imgW="1091565" imgH="2286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44" y="3159"/>
                          <a:ext cx="1482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4" descr="IMAGE0003"/>
          <p:cNvPicPr>
            <a:picLocks noChangeAspect="1"/>
          </p:cNvPicPr>
          <p:nvPr/>
        </p:nvPicPr>
        <p:blipFill>
          <a:blip r:embed="rId2"/>
          <a:srcRect b="12393"/>
          <a:stretch>
            <a:fillRect/>
          </a:stretch>
        </p:blipFill>
        <p:spPr>
          <a:xfrm>
            <a:off x="533400" y="1219200"/>
            <a:ext cx="8229600" cy="2486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2" name="Rectangle 5"/>
          <p:cNvSpPr/>
          <p:nvPr/>
        </p:nvSpPr>
        <p:spPr>
          <a:xfrm>
            <a:off x="27432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光电效应</a:t>
            </a:r>
          </a:p>
        </p:txBody>
      </p:sp>
      <p:sp>
        <p:nvSpPr>
          <p:cNvPr id="33796" name="WordArt 6"/>
          <p:cNvSpPr>
            <a:spLocks noTextEdit="1"/>
          </p:cNvSpPr>
          <p:nvPr/>
        </p:nvSpPr>
        <p:spPr>
          <a:xfrm>
            <a:off x="7848600" y="36576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4" descr="IMAGE0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19200"/>
            <a:ext cx="8229600" cy="1978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9" name="WordArt 5"/>
          <p:cNvSpPr>
            <a:spLocks noTextEdit="1"/>
          </p:cNvSpPr>
          <p:nvPr/>
        </p:nvSpPr>
        <p:spPr>
          <a:xfrm>
            <a:off x="2971800" y="2286000"/>
            <a:ext cx="7620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3820</a:t>
            </a:r>
          </a:p>
        </p:txBody>
      </p:sp>
      <p:sp>
        <p:nvSpPr>
          <p:cNvPr id="36867" name="Rectangle 6"/>
          <p:cNvSpPr/>
          <p:nvPr/>
        </p:nvSpPr>
        <p:spPr>
          <a:xfrm>
            <a:off x="27432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光电效应</a:t>
            </a:r>
          </a:p>
        </p:txBody>
      </p:sp>
      <p:grpSp>
        <p:nvGrpSpPr>
          <p:cNvPr id="3" name="Group 7"/>
          <p:cNvGrpSpPr/>
          <p:nvPr/>
        </p:nvGrpSpPr>
        <p:grpSpPr>
          <a:xfrm>
            <a:off x="1143000" y="3429000"/>
            <a:ext cx="2209800" cy="1295400"/>
            <a:chOff x="480" y="2400"/>
            <a:chExt cx="1392" cy="631"/>
          </a:xfrm>
        </p:grpSpPr>
        <p:graphicFrame>
          <p:nvGraphicFramePr>
            <p:cNvPr id="36869" name="Object 6"/>
            <p:cNvGraphicFramePr>
              <a:graphicFrameLocks noChangeAspect="1"/>
            </p:cNvGraphicFramePr>
            <p:nvPr/>
          </p:nvGraphicFramePr>
          <p:xfrm>
            <a:off x="480" y="2400"/>
            <a:ext cx="139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002665" imgH="228600" progId="Equation.3">
                    <p:embed/>
                  </p:oleObj>
                </mc:Choice>
                <mc:Fallback>
                  <p:oleObj r:id="rId3" imgW="1002665" imgH="2286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0" y="2400"/>
                          <a:ext cx="1392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0" name="Object 7"/>
            <p:cNvGraphicFramePr>
              <a:graphicFrameLocks noChangeAspect="1"/>
            </p:cNvGraphicFramePr>
            <p:nvPr/>
          </p:nvGraphicFramePr>
          <p:xfrm>
            <a:off x="480" y="2736"/>
            <a:ext cx="134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040765" imgH="228600" progId="Equation.3">
                    <p:embed/>
                  </p:oleObj>
                </mc:Choice>
                <mc:Fallback>
                  <p:oleObj r:id="rId5" imgW="1040765" imgH="2286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0" y="2736"/>
                          <a:ext cx="1344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637" name="Object 2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4495800" y="3810000"/>
          <a:ext cx="31242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09065" imgH="215900" progId="Equation.3">
                  <p:embed/>
                </p:oleObj>
              </mc:Choice>
              <mc:Fallback>
                <p:oleObj r:id="rId7" imgW="1409065" imgH="2159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95800" y="3810000"/>
                        <a:ext cx="3124200" cy="4778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1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219200" y="4876800"/>
          <a:ext cx="27432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269365" imgH="393700" progId="Equation.3">
                  <p:embed/>
                </p:oleObj>
              </mc:Choice>
              <mc:Fallback>
                <p:oleObj r:id="rId9" imgW="1269365" imgH="3937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19200" y="4876800"/>
                        <a:ext cx="2743200" cy="8493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4" name="Object 4"/>
          <p:cNvGraphicFramePr>
            <a:graphicFrameLocks noChangeAspect="1"/>
          </p:cNvGraphicFramePr>
          <p:nvPr/>
        </p:nvGraphicFramePr>
        <p:xfrm>
          <a:off x="4343400" y="5105400"/>
          <a:ext cx="20843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965200" imgH="203200" progId="Equation.3">
                  <p:embed/>
                </p:oleObj>
              </mc:Choice>
              <mc:Fallback>
                <p:oleObj r:id="rId11" imgW="965200" imgH="2032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43400" y="5105400"/>
                        <a:ext cx="2084388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5" name="Object 5"/>
          <p:cNvGraphicFramePr>
            <a:graphicFrameLocks noChangeAspect="1"/>
          </p:cNvGraphicFramePr>
          <p:nvPr/>
        </p:nvGraphicFramePr>
        <p:xfrm>
          <a:off x="4095750" y="5892800"/>
          <a:ext cx="32385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498600" imgH="228600" progId="Equation.3">
                  <p:embed/>
                </p:oleObj>
              </mc:Choice>
              <mc:Fallback>
                <p:oleObj r:id="rId13" imgW="1498600" imgH="2286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95750" y="5892800"/>
                        <a:ext cx="3238500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4"/>
          <p:cNvGrpSpPr/>
          <p:nvPr/>
        </p:nvGrpSpPr>
        <p:grpSpPr>
          <a:xfrm>
            <a:off x="7391400" y="5943600"/>
            <a:ext cx="304800" cy="304800"/>
            <a:chOff x="4944" y="3744"/>
            <a:chExt cx="192" cy="192"/>
          </a:xfrm>
        </p:grpSpPr>
        <p:sp>
          <p:nvSpPr>
            <p:cNvPr id="36876" name="WordArt 22"/>
            <p:cNvSpPr>
              <a:spLocks noTextEdit="1"/>
            </p:cNvSpPr>
            <p:nvPr/>
          </p:nvSpPr>
          <p:spPr>
            <a:xfrm>
              <a:off x="4944" y="3792"/>
              <a:ext cx="192" cy="1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effectLst>
                    <a:outerShdw dist="45791" dir="2021404" algn="ctr" rotWithShape="0">
                      <a:srgbClr val="B2B2B2">
                        <a:alpha val="79999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6877" name="WordArt 23"/>
            <p:cNvSpPr>
              <a:spLocks noTextEdit="1"/>
            </p:cNvSpPr>
            <p:nvPr/>
          </p:nvSpPr>
          <p:spPr>
            <a:xfrm>
              <a:off x="4992" y="3744"/>
              <a:ext cx="96" cy="4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effectLst>
                    <a:outerShdw dist="45791" dir="2021404" algn="ctr" rotWithShape="0">
                      <a:srgbClr val="B2B2B2">
                        <a:alpha val="79999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4" descr="IMAGE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8229600" cy="208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0" name="Rectangle 5"/>
          <p:cNvSpPr/>
          <p:nvPr/>
        </p:nvSpPr>
        <p:spPr>
          <a:xfrm>
            <a:off x="27432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光电效应</a:t>
            </a:r>
          </a:p>
        </p:txBody>
      </p:sp>
      <p:sp>
        <p:nvSpPr>
          <p:cNvPr id="35844" name="WordArt 6"/>
          <p:cNvSpPr>
            <a:spLocks noTextEdit="1"/>
          </p:cNvSpPr>
          <p:nvPr/>
        </p:nvSpPr>
        <p:spPr>
          <a:xfrm>
            <a:off x="7620000" y="29718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</a:p>
        </p:txBody>
      </p:sp>
      <p:graphicFrame>
        <p:nvGraphicFramePr>
          <p:cNvPr id="37892" name="Object 3"/>
          <p:cNvGraphicFramePr>
            <a:graphicFrameLocks noChangeAspect="1"/>
          </p:cNvGraphicFramePr>
          <p:nvPr/>
        </p:nvGraphicFramePr>
        <p:xfrm>
          <a:off x="1246188" y="3759200"/>
          <a:ext cx="3187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13230" imgH="405765" progId="Equation.3">
                  <p:embed/>
                </p:oleObj>
              </mc:Choice>
              <mc:Fallback>
                <p:oleObj r:id="rId3" imgW="1713230" imgH="405765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46188" y="3759200"/>
                        <a:ext cx="31877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3"/>
          <p:cNvGraphicFramePr>
            <a:graphicFrameLocks noChangeAspect="1"/>
          </p:cNvGraphicFramePr>
          <p:nvPr/>
        </p:nvGraphicFramePr>
        <p:xfrm>
          <a:off x="1222375" y="4597400"/>
          <a:ext cx="32115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725930" imgH="405765" progId="Equation.3">
                  <p:embed/>
                </p:oleObj>
              </mc:Choice>
              <mc:Fallback>
                <p:oleObj r:id="rId5" imgW="1725930" imgH="405765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22375" y="4597400"/>
                        <a:ext cx="3211513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3" descr="IMAGE0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8153400" cy="2520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7" name="WordArt 4"/>
          <p:cNvSpPr>
            <a:spLocks noTextEdit="1"/>
          </p:cNvSpPr>
          <p:nvPr/>
        </p:nvSpPr>
        <p:spPr>
          <a:xfrm>
            <a:off x="7848600" y="36576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38915" name="Rectangle 5"/>
          <p:cNvSpPr/>
          <p:nvPr/>
        </p:nvSpPr>
        <p:spPr>
          <a:xfrm>
            <a:off x="27432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光电效应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92"/>
          <p:cNvSpPr>
            <a:spLocks noGrp="1"/>
          </p:cNvSpPr>
          <p:nvPr>
            <p:ph type="title"/>
          </p:nvPr>
        </p:nvSpPr>
        <p:spPr>
          <a:xfrm>
            <a:off x="849313" y="7938"/>
            <a:ext cx="7772400" cy="141287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7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17410" name="Rectangle 79" descr="羊皮纸"/>
          <p:cNvSpPr/>
          <p:nvPr/>
        </p:nvSpPr>
        <p:spPr>
          <a:xfrm>
            <a:off x="0" y="6680200"/>
            <a:ext cx="9144000" cy="177800"/>
          </a:xfrm>
          <a:prstGeom prst="rect">
            <a:avLst/>
          </a:prstGeom>
          <a:blipFill rotWithShape="0">
            <a:blip r:embed="rId4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Group 290"/>
          <p:cNvGrpSpPr/>
          <p:nvPr/>
        </p:nvGrpSpPr>
        <p:grpSpPr>
          <a:xfrm>
            <a:off x="0" y="0"/>
            <a:ext cx="9144000" cy="2298700"/>
            <a:chOff x="0" y="0"/>
            <a:chExt cx="5760" cy="1448"/>
          </a:xfrm>
        </p:grpSpPr>
        <p:grpSp>
          <p:nvGrpSpPr>
            <p:cNvPr id="17412" name="Group 288"/>
            <p:cNvGrpSpPr/>
            <p:nvPr/>
          </p:nvGrpSpPr>
          <p:grpSpPr>
            <a:xfrm>
              <a:off x="0" y="0"/>
              <a:ext cx="5760" cy="1448"/>
              <a:chOff x="0" y="0"/>
              <a:chExt cx="5760" cy="1448"/>
            </a:xfrm>
          </p:grpSpPr>
          <p:sp>
            <p:nvSpPr>
              <p:cNvPr id="17413" name="Rectangle 26" descr="羊皮纸"/>
              <p:cNvSpPr/>
              <p:nvPr/>
            </p:nvSpPr>
            <p:spPr>
              <a:xfrm>
                <a:off x="0" y="0"/>
                <a:ext cx="5760" cy="112"/>
              </a:xfrm>
              <a:prstGeom prst="rect">
                <a:avLst/>
              </a:prstGeom>
              <a:blipFill rotWithShape="0">
                <a:blip r:embed="rId4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7414" name="Group 252"/>
              <p:cNvGrpSpPr/>
              <p:nvPr/>
            </p:nvGrpSpPr>
            <p:grpSpPr>
              <a:xfrm>
                <a:off x="609" y="183"/>
                <a:ext cx="2445" cy="792"/>
                <a:chOff x="663" y="190"/>
                <a:chExt cx="2184" cy="792"/>
              </a:xfrm>
            </p:grpSpPr>
            <p:sp>
              <p:nvSpPr>
                <p:cNvPr id="17415" name="Rectangle 5"/>
                <p:cNvSpPr/>
                <p:nvPr/>
              </p:nvSpPr>
              <p:spPr>
                <a:xfrm>
                  <a:off x="663" y="426"/>
                  <a:ext cx="2184" cy="556"/>
                </a:xfrm>
                <a:prstGeom prst="rect">
                  <a:avLst/>
                </a:prstGeom>
                <a:noFill/>
                <a:ln w="76200" cap="flat" cmpd="sng">
                  <a:solidFill>
                    <a:srgbClr val="FFC97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7416" name="Group 6"/>
                <p:cNvGrpSpPr/>
                <p:nvPr/>
              </p:nvGrpSpPr>
              <p:grpSpPr>
                <a:xfrm>
                  <a:off x="1594" y="669"/>
                  <a:ext cx="139" cy="77"/>
                  <a:chOff x="2100" y="3050"/>
                  <a:chExt cx="267" cy="103"/>
                </a:xfrm>
              </p:grpSpPr>
              <p:sp>
                <p:nvSpPr>
                  <p:cNvPr id="17417" name="Line 7"/>
                  <p:cNvSpPr/>
                  <p:nvPr/>
                </p:nvSpPr>
                <p:spPr>
                  <a:xfrm>
                    <a:off x="2100" y="3050"/>
                    <a:ext cx="267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418" name="Line 8"/>
                  <p:cNvSpPr/>
                  <p:nvPr/>
                </p:nvSpPr>
                <p:spPr>
                  <a:xfrm flipV="1">
                    <a:off x="2100" y="3152"/>
                    <a:ext cx="265" cy="1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7419" name="Group 9"/>
                <p:cNvGrpSpPr/>
                <p:nvPr/>
              </p:nvGrpSpPr>
              <p:grpSpPr>
                <a:xfrm>
                  <a:off x="874" y="544"/>
                  <a:ext cx="606" cy="344"/>
                  <a:chOff x="3053" y="716"/>
                  <a:chExt cx="602" cy="323"/>
                </a:xfrm>
              </p:grpSpPr>
              <p:sp>
                <p:nvSpPr>
                  <p:cNvPr id="17420" name="WordArt 10"/>
                  <p:cNvSpPr>
                    <a:spLocks noTextEdit="1"/>
                  </p:cNvSpPr>
                  <p:nvPr/>
                </p:nvSpPr>
                <p:spPr>
                  <a:xfrm>
                    <a:off x="3254" y="827"/>
                    <a:ext cx="152" cy="12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17421" name="WordArt 11"/>
                  <p:cNvSpPr>
                    <a:spLocks noTextEdit="1"/>
                  </p:cNvSpPr>
                  <p:nvPr/>
                </p:nvSpPr>
                <p:spPr>
                  <a:xfrm>
                    <a:off x="3100" y="716"/>
                    <a:ext cx="68" cy="11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17422" name="WordArt 12"/>
                  <p:cNvSpPr>
                    <a:spLocks noTextEdit="1"/>
                  </p:cNvSpPr>
                  <p:nvPr/>
                </p:nvSpPr>
                <p:spPr>
                  <a:xfrm>
                    <a:off x="3098" y="928"/>
                    <a:ext cx="78" cy="11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17423" name="Line 13"/>
                  <p:cNvSpPr/>
                  <p:nvPr/>
                </p:nvSpPr>
                <p:spPr>
                  <a:xfrm>
                    <a:off x="3053" y="876"/>
                    <a:ext cx="19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7424" name="WordArt 14"/>
                  <p:cNvSpPr>
                    <a:spLocks noTextEdit="1"/>
                  </p:cNvSpPr>
                  <p:nvPr/>
                </p:nvSpPr>
                <p:spPr>
                  <a:xfrm>
                    <a:off x="3573" y="880"/>
                    <a:ext cx="58" cy="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  <p:sp>
                <p:nvSpPr>
                  <p:cNvPr id="17425" name="WordArt 15"/>
                  <p:cNvSpPr>
                    <a:spLocks noTextEdit="1"/>
                  </p:cNvSpPr>
                  <p:nvPr/>
                </p:nvSpPr>
                <p:spPr>
                  <a:xfrm>
                    <a:off x="3448" y="829"/>
                    <a:ext cx="115" cy="11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Book Antiqua" panose="02040602050305030304" charset="0"/>
                        <a:ea typeface="Book Antiqua" panose="02040602050305030304" charset="0"/>
                      </a:rPr>
                      <a:t>v</a:t>
                    </a:r>
                  </a:p>
                </p:txBody>
              </p:sp>
              <p:sp>
                <p:nvSpPr>
                  <p:cNvPr id="17426" name="WordArt 16"/>
                  <p:cNvSpPr>
                    <a:spLocks noTextEdit="1"/>
                  </p:cNvSpPr>
                  <p:nvPr/>
                </p:nvSpPr>
                <p:spPr>
                  <a:xfrm>
                    <a:off x="3592" y="750"/>
                    <a:ext cx="63" cy="7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</p:grpSp>
            <p:grpSp>
              <p:nvGrpSpPr>
                <p:cNvPr id="17427" name="Group 17"/>
                <p:cNvGrpSpPr/>
                <p:nvPr/>
              </p:nvGrpSpPr>
              <p:grpSpPr>
                <a:xfrm>
                  <a:off x="1827" y="563"/>
                  <a:ext cx="783" cy="281"/>
                  <a:chOff x="4384" y="1905"/>
                  <a:chExt cx="783" cy="281"/>
                </a:xfrm>
              </p:grpSpPr>
              <p:grpSp>
                <p:nvGrpSpPr>
                  <p:cNvPr id="17428" name="Group 18"/>
                  <p:cNvGrpSpPr/>
                  <p:nvPr/>
                </p:nvGrpSpPr>
                <p:grpSpPr>
                  <a:xfrm>
                    <a:off x="4384" y="1905"/>
                    <a:ext cx="307" cy="280"/>
                    <a:chOff x="1036" y="1830"/>
                    <a:chExt cx="355" cy="265"/>
                  </a:xfrm>
                </p:grpSpPr>
                <p:sp>
                  <p:nvSpPr>
                    <p:cNvPr id="17429" name="WordArt 19"/>
                    <p:cNvSpPr>
                      <a:spLocks noTextEdit="1"/>
                    </p:cNvSpPr>
                    <p:nvPr/>
                  </p:nvSpPr>
                  <p:spPr>
                    <a:xfrm>
                      <a:off x="1239" y="1908"/>
                      <a:ext cx="152" cy="17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n</a:t>
                      </a:r>
                    </a:p>
                  </p:txBody>
                </p:sp>
                <p:sp>
                  <p:nvSpPr>
                    <p:cNvPr id="17430" name="WordArt 20"/>
                    <p:cNvSpPr>
                      <a:spLocks noTextEdit="1"/>
                    </p:cNvSpPr>
                    <p:nvPr/>
                  </p:nvSpPr>
                  <p:spPr>
                    <a:xfrm>
                      <a:off x="1036" y="1830"/>
                      <a:ext cx="166" cy="2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17431" name="Group 21"/>
                  <p:cNvGrpSpPr/>
                  <p:nvPr/>
                </p:nvGrpSpPr>
                <p:grpSpPr>
                  <a:xfrm>
                    <a:off x="4910" y="1909"/>
                    <a:ext cx="257" cy="277"/>
                    <a:chOff x="1554" y="1732"/>
                    <a:chExt cx="353" cy="328"/>
                  </a:xfrm>
                </p:grpSpPr>
                <p:sp>
                  <p:nvSpPr>
                    <p:cNvPr id="17432" name="WordArt 22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17433" name="WordArt 23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  <p:sp>
                <p:nvSpPr>
                  <p:cNvPr id="17434" name="Line 24"/>
                  <p:cNvSpPr/>
                  <p:nvPr/>
                </p:nvSpPr>
                <p:spPr>
                  <a:xfrm>
                    <a:off x="4745" y="2070"/>
                    <a:ext cx="143" cy="0"/>
                  </a:xfrm>
                  <a:prstGeom prst="line">
                    <a:avLst/>
                  </a:prstGeom>
                  <a:ln w="762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7435" name="WordArt 25"/>
                <p:cNvSpPr>
                  <a:spLocks noTextEdit="1"/>
                </p:cNvSpPr>
                <p:nvPr/>
              </p:nvSpPr>
              <p:spPr>
                <a:xfrm>
                  <a:off x="1028" y="190"/>
                  <a:ext cx="1447" cy="13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光电效应方程</a:t>
                  </a:r>
                </a:p>
              </p:txBody>
            </p:sp>
          </p:grpSp>
          <p:grpSp>
            <p:nvGrpSpPr>
              <p:cNvPr id="17436" name="Group 284"/>
              <p:cNvGrpSpPr/>
              <p:nvPr/>
            </p:nvGrpSpPr>
            <p:grpSpPr>
              <a:xfrm>
                <a:off x="3301" y="276"/>
                <a:ext cx="2208" cy="938"/>
                <a:chOff x="3071" y="207"/>
                <a:chExt cx="2446" cy="953"/>
              </a:xfrm>
            </p:grpSpPr>
            <p:grpSp>
              <p:nvGrpSpPr>
                <p:cNvPr id="17437" name="Group 174"/>
                <p:cNvGrpSpPr/>
                <p:nvPr/>
              </p:nvGrpSpPr>
              <p:grpSpPr>
                <a:xfrm>
                  <a:off x="3181" y="731"/>
                  <a:ext cx="801" cy="210"/>
                  <a:chOff x="2981" y="769"/>
                  <a:chExt cx="801" cy="210"/>
                </a:xfrm>
              </p:grpSpPr>
              <p:grpSp>
                <p:nvGrpSpPr>
                  <p:cNvPr id="17438" name="Group 31"/>
                  <p:cNvGrpSpPr/>
                  <p:nvPr/>
                </p:nvGrpSpPr>
                <p:grpSpPr>
                  <a:xfrm>
                    <a:off x="3248" y="857"/>
                    <a:ext cx="147" cy="53"/>
                    <a:chOff x="1260" y="2371"/>
                    <a:chExt cx="151" cy="53"/>
                  </a:xfrm>
                </p:grpSpPr>
                <p:sp>
                  <p:nvSpPr>
                    <p:cNvPr id="17439" name="Line 32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7440" name="Line 33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17441" name="Group 167"/>
                  <p:cNvGrpSpPr/>
                  <p:nvPr/>
                </p:nvGrpSpPr>
                <p:grpSpPr>
                  <a:xfrm>
                    <a:off x="3456" y="823"/>
                    <a:ext cx="326" cy="156"/>
                    <a:chOff x="3456" y="823"/>
                    <a:chExt cx="326" cy="156"/>
                  </a:xfrm>
                </p:grpSpPr>
                <p:grpSp>
                  <p:nvGrpSpPr>
                    <p:cNvPr id="17442" name="Group 28"/>
                    <p:cNvGrpSpPr/>
                    <p:nvPr/>
                  </p:nvGrpSpPr>
                  <p:grpSpPr>
                    <a:xfrm>
                      <a:off x="3569" y="829"/>
                      <a:ext cx="213" cy="150"/>
                      <a:chOff x="3071" y="3339"/>
                      <a:chExt cx="245" cy="177"/>
                    </a:xfrm>
                  </p:grpSpPr>
                  <p:sp>
                    <p:nvSpPr>
                      <p:cNvPr id="17443" name="WordArt 2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071" y="3339"/>
                        <a:ext cx="200" cy="15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34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17444" name="WordArt 3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3236" y="3416"/>
                        <a:ext cx="80" cy="10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k</a:t>
                        </a:r>
                      </a:p>
                    </p:txBody>
                  </p:sp>
                </p:grpSp>
                <p:sp>
                  <p:nvSpPr>
                    <p:cNvPr id="17445" name="WordArt 35"/>
                    <p:cNvSpPr>
                      <a:spLocks noTextEdit="1"/>
                    </p:cNvSpPr>
                    <p:nvPr/>
                  </p:nvSpPr>
                  <p:spPr>
                    <a:xfrm>
                      <a:off x="3456" y="823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  <p:grpSp>
                <p:nvGrpSpPr>
                  <p:cNvPr id="17446" name="Group 36"/>
                  <p:cNvGrpSpPr/>
                  <p:nvPr/>
                </p:nvGrpSpPr>
                <p:grpSpPr>
                  <a:xfrm>
                    <a:off x="2981" y="769"/>
                    <a:ext cx="193" cy="205"/>
                    <a:chOff x="1554" y="1732"/>
                    <a:chExt cx="353" cy="328"/>
                  </a:xfrm>
                </p:grpSpPr>
                <p:sp>
                  <p:nvSpPr>
                    <p:cNvPr id="17447" name="WordArt 37"/>
                    <p:cNvSpPr>
                      <a:spLocks noTextEdit="1"/>
                    </p:cNvSpPr>
                    <p:nvPr/>
                  </p:nvSpPr>
                  <p:spPr>
                    <a:xfrm>
                      <a:off x="1558" y="1732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1016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17448" name="WordArt 38"/>
                    <p:cNvSpPr>
                      <a:spLocks noTextEdit="1"/>
                    </p:cNvSpPr>
                    <p:nvPr/>
                  </p:nvSpPr>
                  <p:spPr>
                    <a:xfrm>
                      <a:off x="1554" y="1740"/>
                      <a:ext cx="349" cy="3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62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 i="1">
                          <a:ln w="9525" cap="flat" cmpd="sng">
                            <a:solidFill>
                              <a:srgbClr val="FF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</p:grpSp>
            <p:sp>
              <p:nvSpPr>
                <p:cNvPr id="17449" name="Rectangle 64"/>
                <p:cNvSpPr/>
                <p:nvPr/>
              </p:nvSpPr>
              <p:spPr>
                <a:xfrm>
                  <a:off x="3071" y="569"/>
                  <a:ext cx="1075" cy="561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CC9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7450" name="Group 66"/>
                <p:cNvGrpSpPr/>
                <p:nvPr/>
              </p:nvGrpSpPr>
              <p:grpSpPr>
                <a:xfrm>
                  <a:off x="4350" y="492"/>
                  <a:ext cx="1167" cy="668"/>
                  <a:chOff x="4383" y="483"/>
                  <a:chExt cx="1167" cy="668"/>
                </a:xfrm>
              </p:grpSpPr>
              <p:grpSp>
                <p:nvGrpSpPr>
                  <p:cNvPr id="17451" name="Group 41"/>
                  <p:cNvGrpSpPr/>
                  <p:nvPr/>
                </p:nvGrpSpPr>
                <p:grpSpPr>
                  <a:xfrm>
                    <a:off x="4485" y="537"/>
                    <a:ext cx="876" cy="203"/>
                    <a:chOff x="3019" y="3823"/>
                    <a:chExt cx="876" cy="203"/>
                  </a:xfrm>
                </p:grpSpPr>
                <p:grpSp>
                  <p:nvGrpSpPr>
                    <p:cNvPr id="17452" name="Group 42"/>
                    <p:cNvGrpSpPr/>
                    <p:nvPr/>
                  </p:nvGrpSpPr>
                  <p:grpSpPr>
                    <a:xfrm>
                      <a:off x="3019" y="3878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17453" name="WordArt 43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17454" name="WordArt 44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grpSp>
                  <p:nvGrpSpPr>
                    <p:cNvPr id="17455" name="Group 45"/>
                    <p:cNvGrpSpPr/>
                    <p:nvPr/>
                  </p:nvGrpSpPr>
                  <p:grpSpPr>
                    <a:xfrm>
                      <a:off x="3245" y="3901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17456" name="Line 46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7457" name="Line 47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17458" name="Group 48"/>
                    <p:cNvGrpSpPr/>
                    <p:nvPr/>
                  </p:nvGrpSpPr>
                  <p:grpSpPr>
                    <a:xfrm>
                      <a:off x="3460" y="3823"/>
                      <a:ext cx="183" cy="171"/>
                      <a:chOff x="1554" y="1732"/>
                      <a:chExt cx="353" cy="328"/>
                    </a:xfrm>
                  </p:grpSpPr>
                  <p:sp>
                    <p:nvSpPr>
                      <p:cNvPr id="17459" name="WordArt 4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8" y="1732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101600" cap="flat" cmpd="sng">
                              <a:solidFill>
                                <a:schemeClr val="bg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17460" name="WordArt 50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554" y="1740"/>
                        <a:ext cx="349" cy="320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6625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b="1" i="1">
                            <a:ln w="9525" cap="flat" cmpd="sng">
                              <a:solidFill>
                                <a:srgbClr val="FF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</p:grpSp>
                <p:sp>
                  <p:nvSpPr>
                    <p:cNvPr id="17461" name="Line 51"/>
                    <p:cNvSpPr/>
                    <p:nvPr/>
                  </p:nvSpPr>
                  <p:spPr>
                    <a:xfrm flipH="1">
                      <a:off x="3664" y="3824"/>
                      <a:ext cx="107" cy="17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7462" name="WordArt 52"/>
                    <p:cNvSpPr>
                      <a:spLocks noTextEdit="1"/>
                    </p:cNvSpPr>
                    <p:nvPr/>
                  </p:nvSpPr>
                  <p:spPr>
                    <a:xfrm>
                      <a:off x="3780" y="3823"/>
                      <a:ext cx="115" cy="187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</p:grpSp>
              <p:grpSp>
                <p:nvGrpSpPr>
                  <p:cNvPr id="17463" name="Group 53"/>
                  <p:cNvGrpSpPr/>
                  <p:nvPr/>
                </p:nvGrpSpPr>
                <p:grpSpPr>
                  <a:xfrm>
                    <a:off x="4472" y="861"/>
                    <a:ext cx="895" cy="238"/>
                    <a:chOff x="4688" y="3809"/>
                    <a:chExt cx="895" cy="238"/>
                  </a:xfrm>
                </p:grpSpPr>
                <p:sp>
                  <p:nvSpPr>
                    <p:cNvPr id="17464" name="WordArt 54"/>
                    <p:cNvSpPr>
                      <a:spLocks noTextEdit="1"/>
                    </p:cNvSpPr>
                    <p:nvPr/>
                  </p:nvSpPr>
                  <p:spPr>
                    <a:xfrm>
                      <a:off x="4903" y="3900"/>
                      <a:ext cx="65" cy="78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7465" name="WordArt 55"/>
                    <p:cNvSpPr>
                      <a:spLocks noTextEdit="1"/>
                    </p:cNvSpPr>
                    <p:nvPr/>
                  </p:nvSpPr>
                  <p:spPr>
                    <a:xfrm>
                      <a:off x="4688" y="3840"/>
                      <a:ext cx="191" cy="14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63968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CC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CC0000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l</a:t>
                      </a:r>
                    </a:p>
                  </p:txBody>
                </p:sp>
                <p:grpSp>
                  <p:nvGrpSpPr>
                    <p:cNvPr id="17466" name="Group 56"/>
                    <p:cNvGrpSpPr/>
                    <p:nvPr/>
                  </p:nvGrpSpPr>
                  <p:grpSpPr>
                    <a:xfrm>
                      <a:off x="5033" y="3892"/>
                      <a:ext cx="157" cy="56"/>
                      <a:chOff x="1260" y="2371"/>
                      <a:chExt cx="151" cy="53"/>
                    </a:xfrm>
                  </p:grpSpPr>
                  <p:sp>
                    <p:nvSpPr>
                      <p:cNvPr id="17467" name="Line 57"/>
                      <p:cNvSpPr/>
                      <p:nvPr/>
                    </p:nvSpPr>
                    <p:spPr>
                      <a:xfrm>
                        <a:off x="1260" y="2371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7468" name="Line 58"/>
                      <p:cNvSpPr/>
                      <p:nvPr/>
                    </p:nvSpPr>
                    <p:spPr>
                      <a:xfrm>
                        <a:off x="1260" y="2424"/>
                        <a:ext cx="151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17469" name="Line 59"/>
                    <p:cNvSpPr/>
                    <p:nvPr/>
                  </p:nvSpPr>
                  <p:spPr>
                    <a:xfrm flipH="1">
                      <a:off x="5268" y="3809"/>
                      <a:ext cx="169" cy="2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17470" name="Group 60"/>
                    <p:cNvGrpSpPr/>
                    <p:nvPr/>
                  </p:nvGrpSpPr>
                  <p:grpSpPr>
                    <a:xfrm>
                      <a:off x="5421" y="3899"/>
                      <a:ext cx="162" cy="148"/>
                      <a:chOff x="2152" y="3542"/>
                      <a:chExt cx="204" cy="175"/>
                    </a:xfrm>
                  </p:grpSpPr>
                  <p:sp>
                    <p:nvSpPr>
                      <p:cNvPr id="17471" name="WordArt 61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152" y="3542"/>
                        <a:ext cx="130" cy="156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Symbol" panose="05050102010706020507" charset="0"/>
                            <a:ea typeface="Symbol" panose="05050102010706020507" charset="0"/>
                          </a:rPr>
                          <a:t>n</a:t>
                        </a:r>
                      </a:p>
                    </p:txBody>
                  </p:sp>
                  <p:sp>
                    <p:nvSpPr>
                      <p:cNvPr id="17472" name="WordArt 62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274" y="3625"/>
                        <a:ext cx="82" cy="92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400">
                            <a:ln w="9525" cap="flat" cmpd="sng">
                              <a:solidFill>
                                <a:srgbClr val="CC0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0</a:t>
                        </a:r>
                      </a:p>
                    </p:txBody>
                  </p:sp>
                </p:grpSp>
                <p:sp>
                  <p:nvSpPr>
                    <p:cNvPr id="17473" name="WordArt 63"/>
                    <p:cNvSpPr>
                      <a:spLocks noTextEdit="1"/>
                    </p:cNvSpPr>
                    <p:nvPr/>
                  </p:nvSpPr>
                  <p:spPr>
                    <a:xfrm>
                      <a:off x="5237" y="3831"/>
                      <a:ext cx="8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</a:p>
                  </p:txBody>
                </p:sp>
              </p:grpSp>
              <p:sp>
                <p:nvSpPr>
                  <p:cNvPr id="17474" name="Rectangle 65"/>
                  <p:cNvSpPr/>
                  <p:nvPr/>
                </p:nvSpPr>
                <p:spPr>
                  <a:xfrm>
                    <a:off x="4383" y="483"/>
                    <a:ext cx="1167" cy="668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rgbClr val="00CC99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7475" name="WordArt 68"/>
                <p:cNvSpPr>
                  <a:spLocks noTextEdit="1"/>
                </p:cNvSpPr>
                <p:nvPr/>
              </p:nvSpPr>
              <p:spPr>
                <a:xfrm>
                  <a:off x="3139" y="379"/>
                  <a:ext cx="863" cy="12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逸出电势差</a:t>
                  </a:r>
                </a:p>
              </p:txBody>
            </p:sp>
            <p:sp>
              <p:nvSpPr>
                <p:cNvPr id="17476" name="WordArt 69"/>
                <p:cNvSpPr>
                  <a:spLocks noTextEdit="1"/>
                </p:cNvSpPr>
                <p:nvPr/>
              </p:nvSpPr>
              <p:spPr>
                <a:xfrm>
                  <a:off x="3176" y="223"/>
                  <a:ext cx="824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逸出功与</a:t>
                  </a:r>
                </a:p>
              </p:txBody>
            </p:sp>
            <p:grpSp>
              <p:nvGrpSpPr>
                <p:cNvPr id="17477" name="Group 72"/>
                <p:cNvGrpSpPr/>
                <p:nvPr/>
              </p:nvGrpSpPr>
              <p:grpSpPr>
                <a:xfrm>
                  <a:off x="4487" y="207"/>
                  <a:ext cx="821" cy="227"/>
                  <a:chOff x="4289" y="213"/>
                  <a:chExt cx="844" cy="258"/>
                </a:xfrm>
              </p:grpSpPr>
              <p:sp>
                <p:nvSpPr>
                  <p:cNvPr id="17478" name="WordArt 70"/>
                  <p:cNvSpPr>
                    <a:spLocks noTextEdit="1"/>
                  </p:cNvSpPr>
                  <p:nvPr/>
                </p:nvSpPr>
                <p:spPr>
                  <a:xfrm>
                    <a:off x="4289" y="213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红限频率</a:t>
                    </a:r>
                  </a:p>
                </p:txBody>
              </p:sp>
              <p:sp>
                <p:nvSpPr>
                  <p:cNvPr id="17479" name="WordArt 71"/>
                  <p:cNvSpPr>
                    <a:spLocks noTextEdit="1"/>
                  </p:cNvSpPr>
                  <p:nvPr/>
                </p:nvSpPr>
                <p:spPr>
                  <a:xfrm>
                    <a:off x="4309" y="356"/>
                    <a:ext cx="824" cy="1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红限波长</a:t>
                    </a:r>
                  </a:p>
                </p:txBody>
              </p:sp>
            </p:grpSp>
          </p:grpSp>
          <p:sp>
            <p:nvSpPr>
              <p:cNvPr id="17480" name="Rectangle 73" descr="羊皮纸"/>
              <p:cNvSpPr/>
              <p:nvPr/>
            </p:nvSpPr>
            <p:spPr>
              <a:xfrm>
                <a:off x="0" y="1376"/>
                <a:ext cx="5760" cy="72"/>
              </a:xfrm>
              <a:prstGeom prst="rect">
                <a:avLst/>
              </a:prstGeom>
              <a:blipFill rotWithShape="0">
                <a:blip r:embed="rId4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81" name="WordArt 247"/>
              <p:cNvSpPr>
                <a:spLocks noTextEdit="1"/>
              </p:cNvSpPr>
              <p:nvPr/>
            </p:nvSpPr>
            <p:spPr>
              <a:xfrm rot="5400000">
                <a:off x="-180" y="664"/>
                <a:ext cx="848" cy="170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归纳</a:t>
                </a:r>
              </a:p>
            </p:txBody>
          </p:sp>
          <p:sp>
            <p:nvSpPr>
              <p:cNvPr id="17482" name="Rectangle 248" descr="羊皮纸"/>
              <p:cNvSpPr/>
              <p:nvPr/>
            </p:nvSpPr>
            <p:spPr>
              <a:xfrm>
                <a:off x="456" y="0"/>
                <a:ext cx="56" cy="1416"/>
              </a:xfrm>
              <a:prstGeom prst="rect">
                <a:avLst/>
              </a:prstGeom>
              <a:blipFill rotWithShape="0">
                <a:blip r:embed="rId4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7483" name="Group 287"/>
              <p:cNvGrpSpPr/>
              <p:nvPr/>
            </p:nvGrpSpPr>
            <p:grpSpPr>
              <a:xfrm>
                <a:off x="609" y="1075"/>
                <a:ext cx="2430" cy="254"/>
                <a:chOff x="609" y="1075"/>
                <a:chExt cx="2430" cy="254"/>
              </a:xfrm>
            </p:grpSpPr>
            <p:grpSp>
              <p:nvGrpSpPr>
                <p:cNvPr id="17484" name="Group 285"/>
                <p:cNvGrpSpPr/>
                <p:nvPr/>
              </p:nvGrpSpPr>
              <p:grpSpPr>
                <a:xfrm>
                  <a:off x="904" y="1075"/>
                  <a:ext cx="2135" cy="227"/>
                  <a:chOff x="728" y="1082"/>
                  <a:chExt cx="2135" cy="227"/>
                </a:xfrm>
              </p:grpSpPr>
              <p:grpSp>
                <p:nvGrpSpPr>
                  <p:cNvPr id="17485" name="Group 254"/>
                  <p:cNvGrpSpPr/>
                  <p:nvPr/>
                </p:nvGrpSpPr>
                <p:grpSpPr>
                  <a:xfrm>
                    <a:off x="728" y="1082"/>
                    <a:ext cx="398" cy="227"/>
                    <a:chOff x="1929" y="687"/>
                    <a:chExt cx="489" cy="250"/>
                  </a:xfrm>
                </p:grpSpPr>
                <p:sp>
                  <p:nvSpPr>
                    <p:cNvPr id="17486" name="WordArt 255"/>
                    <p:cNvSpPr>
                      <a:spLocks noTextEdit="1"/>
                    </p:cNvSpPr>
                    <p:nvPr/>
                  </p:nvSpPr>
                  <p:spPr>
                    <a:xfrm>
                      <a:off x="1959" y="844"/>
                      <a:ext cx="81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17487" name="WordArt 256"/>
                    <p:cNvSpPr>
                      <a:spLocks noTextEdit="1"/>
                    </p:cNvSpPr>
                    <p:nvPr/>
                  </p:nvSpPr>
                  <p:spPr>
                    <a:xfrm>
                      <a:off x="1968" y="687"/>
                      <a:ext cx="60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17488" name="Line 257"/>
                    <p:cNvSpPr/>
                    <p:nvPr/>
                  </p:nvSpPr>
                  <p:spPr>
                    <a:xfrm>
                      <a:off x="1929" y="812"/>
                      <a:ext cx="14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7489" name="WordArt 258"/>
                    <p:cNvSpPr>
                      <a:spLocks noTextEdit="1"/>
                    </p:cNvSpPr>
                    <p:nvPr/>
                  </p:nvSpPr>
                  <p:spPr>
                    <a:xfrm>
                      <a:off x="2109" y="762"/>
                      <a:ext cx="136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</a:p>
                  </p:txBody>
                </p:sp>
                <p:sp>
                  <p:nvSpPr>
                    <p:cNvPr id="17490" name="WordArt 259"/>
                    <p:cNvSpPr>
                      <a:spLocks noTextEdit="1"/>
                    </p:cNvSpPr>
                    <p:nvPr/>
                  </p:nvSpPr>
                  <p:spPr>
                    <a:xfrm>
                      <a:off x="2280" y="759"/>
                      <a:ext cx="90" cy="10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Book Antiqua" panose="02040602050305030304" charset="0"/>
                          <a:ea typeface="Book Antiqua" panose="02040602050305030304" charset="0"/>
                        </a:rPr>
                        <a:t>v</a:t>
                      </a:r>
                    </a:p>
                  </p:txBody>
                </p:sp>
                <p:sp>
                  <p:nvSpPr>
                    <p:cNvPr id="17491" name="WordArt 260"/>
                    <p:cNvSpPr>
                      <a:spLocks noTextEdit="1"/>
                    </p:cNvSpPr>
                    <p:nvPr/>
                  </p:nvSpPr>
                  <p:spPr>
                    <a:xfrm>
                      <a:off x="2382" y="842"/>
                      <a:ext cx="36" cy="6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p:txBody>
                </p:sp>
              </p:grpSp>
              <p:grpSp>
                <p:nvGrpSpPr>
                  <p:cNvPr id="17492" name="Group 261"/>
                  <p:cNvGrpSpPr/>
                  <p:nvPr/>
                </p:nvGrpSpPr>
                <p:grpSpPr>
                  <a:xfrm>
                    <a:off x="1829" y="1159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17493" name="Line 262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7494" name="Line 263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17495" name="WordArt 264"/>
                  <p:cNvSpPr>
                    <a:spLocks noTextEdit="1"/>
                  </p:cNvSpPr>
                  <p:nvPr/>
                </p:nvSpPr>
                <p:spPr>
                  <a:xfrm>
                    <a:off x="2027" y="1130"/>
                    <a:ext cx="95" cy="12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17496" name="WordArt 265"/>
                  <p:cNvSpPr>
                    <a:spLocks noTextEdit="1"/>
                  </p:cNvSpPr>
                  <p:nvPr/>
                </p:nvSpPr>
                <p:spPr>
                  <a:xfrm>
                    <a:off x="2200" y="1107"/>
                    <a:ext cx="94" cy="15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k</a:t>
                    </a:r>
                  </a:p>
                </p:txBody>
              </p:sp>
              <p:sp>
                <p:nvSpPr>
                  <p:cNvPr id="17497" name="WordArt 266"/>
                  <p:cNvSpPr>
                    <a:spLocks noTextEdit="1"/>
                  </p:cNvSpPr>
                  <p:nvPr/>
                </p:nvSpPr>
                <p:spPr>
                  <a:xfrm>
                    <a:off x="2326" y="1119"/>
                    <a:ext cx="116" cy="14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n</a:t>
                    </a:r>
                  </a:p>
                </p:txBody>
              </p:sp>
              <p:sp>
                <p:nvSpPr>
                  <p:cNvPr id="17498" name="Line 267"/>
                  <p:cNvSpPr/>
                  <p:nvPr/>
                </p:nvSpPr>
                <p:spPr>
                  <a:xfrm>
                    <a:off x="2464" y="1179"/>
                    <a:ext cx="1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17499" name="Group 268"/>
                  <p:cNvGrpSpPr/>
                  <p:nvPr/>
                </p:nvGrpSpPr>
                <p:grpSpPr>
                  <a:xfrm>
                    <a:off x="2612" y="1120"/>
                    <a:ext cx="175" cy="134"/>
                    <a:chOff x="3071" y="3339"/>
                    <a:chExt cx="245" cy="177"/>
                  </a:xfrm>
                </p:grpSpPr>
                <p:sp>
                  <p:nvSpPr>
                    <p:cNvPr id="17500" name="WordArt 269"/>
                    <p:cNvSpPr>
                      <a:spLocks noTextEdit="1"/>
                    </p:cNvSpPr>
                    <p:nvPr/>
                  </p:nvSpPr>
                  <p:spPr>
                    <a:xfrm>
                      <a:off x="3071" y="3339"/>
                      <a:ext cx="200" cy="15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34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b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</a:p>
                  </p:txBody>
                </p:sp>
                <p:sp>
                  <p:nvSpPr>
                    <p:cNvPr id="17501" name="WordArt 270"/>
                    <p:cNvSpPr>
                      <a:spLocks noTextEdit="1"/>
                    </p:cNvSpPr>
                    <p:nvPr/>
                  </p:nvSpPr>
                  <p:spPr>
                    <a:xfrm>
                      <a:off x="3236" y="3416"/>
                      <a:ext cx="80" cy="10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</a:p>
                  </p:txBody>
                </p:sp>
              </p:grpSp>
              <p:sp>
                <p:nvSpPr>
                  <p:cNvPr id="17502" name="WordArt 271"/>
                  <p:cNvSpPr>
                    <a:spLocks noTextEdit="1"/>
                  </p:cNvSpPr>
                  <p:nvPr/>
                </p:nvSpPr>
                <p:spPr>
                  <a:xfrm>
                    <a:off x="2143" y="111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sp>
                <p:nvSpPr>
                  <p:cNvPr id="17503" name="WordArt 272"/>
                  <p:cNvSpPr>
                    <a:spLocks noTextEdit="1"/>
                  </p:cNvSpPr>
                  <p:nvPr/>
                </p:nvSpPr>
                <p:spPr>
                  <a:xfrm flipH="1">
                    <a:off x="2820" y="1102"/>
                    <a:ext cx="43" cy="17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grpSp>
                <p:nvGrpSpPr>
                  <p:cNvPr id="17504" name="Group 273"/>
                  <p:cNvGrpSpPr/>
                  <p:nvPr/>
                </p:nvGrpSpPr>
                <p:grpSpPr>
                  <a:xfrm>
                    <a:off x="1195" y="1163"/>
                    <a:ext cx="125" cy="44"/>
                    <a:chOff x="1260" y="2371"/>
                    <a:chExt cx="151" cy="53"/>
                  </a:xfrm>
                </p:grpSpPr>
                <p:sp>
                  <p:nvSpPr>
                    <p:cNvPr id="17505" name="Line 274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7506" name="Line 275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17507" name="Group 283"/>
                  <p:cNvGrpSpPr/>
                  <p:nvPr/>
                </p:nvGrpSpPr>
                <p:grpSpPr>
                  <a:xfrm>
                    <a:off x="1406" y="1117"/>
                    <a:ext cx="312" cy="132"/>
                    <a:chOff x="1391" y="1117"/>
                    <a:chExt cx="312" cy="132"/>
                  </a:xfrm>
                </p:grpSpPr>
                <p:grpSp>
                  <p:nvGrpSpPr>
                    <p:cNvPr id="17508" name="Group 277"/>
                    <p:cNvGrpSpPr/>
                    <p:nvPr/>
                  </p:nvGrpSpPr>
                  <p:grpSpPr>
                    <a:xfrm>
                      <a:off x="1550" y="1117"/>
                      <a:ext cx="153" cy="132"/>
                      <a:chOff x="1858" y="3286"/>
                      <a:chExt cx="204" cy="172"/>
                    </a:xfrm>
                  </p:grpSpPr>
                  <p:sp>
                    <p:nvSpPr>
                      <p:cNvPr id="17509" name="WordArt 278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858" y="3286"/>
                        <a:ext cx="141" cy="155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b="1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U</a:t>
                        </a:r>
                      </a:p>
                    </p:txBody>
                  </p:sp>
                  <p:sp>
                    <p:nvSpPr>
                      <p:cNvPr id="17510" name="WordArt 279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1983" y="3375"/>
                        <a:ext cx="79" cy="83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634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1200" i="1">
                            <a:ln w="9525" cap="flat" cmpd="sng">
                              <a:solidFill>
                                <a:srgbClr val="008000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rgbClr val="008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o</a:t>
                        </a:r>
                      </a:p>
                    </p:txBody>
                  </p:sp>
                </p:grpSp>
                <p:sp>
                  <p:nvSpPr>
                    <p:cNvPr id="17511" name="WordArt 282"/>
                    <p:cNvSpPr>
                      <a:spLocks noTextEdit="1"/>
                    </p:cNvSpPr>
                    <p:nvPr/>
                  </p:nvSpPr>
                  <p:spPr>
                    <a:xfrm>
                      <a:off x="1391" y="1120"/>
                      <a:ext cx="95" cy="12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2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</a:p>
                  </p:txBody>
                </p:sp>
              </p:grpSp>
            </p:grpSp>
            <p:sp>
              <p:nvSpPr>
                <p:cNvPr id="17512" name="WordArt 286"/>
                <p:cNvSpPr>
                  <a:spLocks noTextEdit="1"/>
                </p:cNvSpPr>
                <p:nvPr/>
              </p:nvSpPr>
              <p:spPr>
                <a:xfrm>
                  <a:off x="609" y="1099"/>
                  <a:ext cx="220" cy="2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8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实验</a:t>
                  </a:r>
                </a:p>
              </p:txBody>
            </p:sp>
          </p:grpSp>
        </p:grpSp>
        <p:sp>
          <p:nvSpPr>
            <p:cNvPr id="17513" name="WordArt 289"/>
            <p:cNvSpPr>
              <a:spLocks noTextEdit="1"/>
            </p:cNvSpPr>
            <p:nvPr/>
          </p:nvSpPr>
          <p:spPr>
            <a:xfrm>
              <a:off x="1276" y="1055"/>
              <a:ext cx="51" cy="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138" name="TextBox 137"/>
          <p:cNvSpPr txBox="1"/>
          <p:nvPr>
            <p:custDataLst>
              <p:tags r:id="rId1"/>
            </p:custDataLst>
          </p:nvPr>
        </p:nvSpPr>
        <p:spPr>
          <a:xfrm>
            <a:off x="611188" y="4221163"/>
            <a:ext cx="45132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课件例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1~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，课件图片题</a:t>
            </a:r>
          </a:p>
        </p:txBody>
      </p:sp>
      <p:sp>
        <p:nvSpPr>
          <p:cNvPr id="2" name="TextBox 137"/>
          <p:cNvSpPr txBox="1"/>
          <p:nvPr>
            <p:custDataLst>
              <p:tags r:id="rId2"/>
            </p:custDataLst>
          </p:nvPr>
        </p:nvSpPr>
        <p:spPr>
          <a:xfrm>
            <a:off x="3290888" y="3068638"/>
            <a:ext cx="20653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课件复习重点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ordArt 34"/>
          <p:cNvSpPr>
            <a:spLocks noTextEdit="1"/>
          </p:cNvSpPr>
          <p:nvPr/>
        </p:nvSpPr>
        <p:spPr>
          <a:xfrm>
            <a:off x="615950" y="5703888"/>
            <a:ext cx="7497763" cy="312738"/>
          </a:xfrm>
          <a:prstGeom prst="rect">
            <a:avLst/>
          </a:prstGeom>
        </p:spPr>
        <p:txBody>
          <a:bodyPr wrap="none" fromWordArt="1">
            <a:normAutofit fontScale="40000"/>
          </a:bodyPr>
          <a:lstStyle/>
          <a:p>
            <a:pPr algn="ctr" eaLnBrk="0" fontAlgn="base" hangingPunct="0"/>
            <a:endParaRPr lang="zh-CN" altLang="en-US" sz="3600" strike="noStrike" noProof="1">
              <a:noFill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4" name="Rectangle 2"/>
          <p:cNvSpPr/>
          <p:nvPr/>
        </p:nvSpPr>
        <p:spPr>
          <a:xfrm>
            <a:off x="34925" y="188913"/>
            <a:ext cx="3171825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ctr" eaLnBrk="0" hangingPunct="0"/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康普顿散射（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40965" name="Text Box 3"/>
          <p:cNvSpPr txBox="1"/>
          <p:nvPr/>
        </p:nvSpPr>
        <p:spPr>
          <a:xfrm>
            <a:off x="323850" y="1412875"/>
            <a:ext cx="2838450" cy="3635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射线被物质散射时，在被散射的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射线中，除了波长不变的散射光外，还有波长增大的散射光出现。这种改变波长的散射称为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康普顿效应</a:t>
            </a:r>
            <a:r>
              <a:rPr lang="zh-CN" altLang="en-US" sz="2400" dirty="0">
                <a:solidFill>
                  <a:srgbClr val="FFCC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。</a:t>
            </a:r>
          </a:p>
        </p:txBody>
      </p:sp>
      <p:grpSp>
        <p:nvGrpSpPr>
          <p:cNvPr id="18436" name="Group 442"/>
          <p:cNvGrpSpPr/>
          <p:nvPr/>
        </p:nvGrpSpPr>
        <p:grpSpPr>
          <a:xfrm>
            <a:off x="5073650" y="314325"/>
            <a:ext cx="2509838" cy="412750"/>
            <a:chOff x="674" y="191"/>
            <a:chExt cx="4288" cy="202"/>
          </a:xfrm>
        </p:grpSpPr>
        <p:sp>
          <p:nvSpPr>
            <p:cNvPr id="18437" name="WordArt 443"/>
            <p:cNvSpPr>
              <a:spLocks noTextEdit="1"/>
            </p:cNvSpPr>
            <p:nvPr>
              <p:custDataLst>
                <p:tags r:id="rId33"/>
              </p:custDataLst>
            </p:nvPr>
          </p:nvSpPr>
          <p:spPr>
            <a:xfrm>
              <a:off x="674" y="191"/>
              <a:ext cx="4288" cy="20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   康普顿效应的实验规律</a:t>
              </a:r>
            </a:p>
          </p:txBody>
        </p:sp>
        <p:sp>
          <p:nvSpPr>
            <p:cNvPr id="18438" name="WordArt 444"/>
            <p:cNvSpPr>
              <a:spLocks noTextEdit="1"/>
            </p:cNvSpPr>
            <p:nvPr>
              <p:custDataLst>
                <p:tags r:id="rId34"/>
              </p:custDataLst>
            </p:nvPr>
          </p:nvSpPr>
          <p:spPr>
            <a:xfrm>
              <a:off x="1121" y="302"/>
              <a:ext cx="96" cy="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</a:p>
          </p:txBody>
        </p:sp>
      </p:grpSp>
      <p:grpSp>
        <p:nvGrpSpPr>
          <p:cNvPr id="347449" name="Group 534"/>
          <p:cNvGrpSpPr/>
          <p:nvPr/>
        </p:nvGrpSpPr>
        <p:grpSpPr>
          <a:xfrm>
            <a:off x="4133850" y="1123950"/>
            <a:ext cx="4160838" cy="1246188"/>
            <a:chOff x="2565" y="787"/>
            <a:chExt cx="2656" cy="827"/>
          </a:xfrm>
        </p:grpSpPr>
        <p:sp>
          <p:nvSpPr>
            <p:cNvPr id="18440" name="WordArt 535"/>
            <p:cNvSpPr>
              <a:spLocks noTextEdit="1"/>
            </p:cNvSpPr>
            <p:nvPr>
              <p:custDataLst>
                <p:tags r:id="rId24"/>
              </p:custDataLst>
            </p:nvPr>
          </p:nvSpPr>
          <p:spPr>
            <a:xfrm>
              <a:off x="2956" y="1085"/>
              <a:ext cx="209" cy="2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1537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sp>
          <p:nvSpPr>
            <p:cNvPr id="18441" name="WordArt 536"/>
            <p:cNvSpPr>
              <a:spLocks noTextEdit="1"/>
            </p:cNvSpPr>
            <p:nvPr>
              <p:custDataLst>
                <p:tags r:id="rId25"/>
              </p:custDataLst>
            </p:nvPr>
          </p:nvSpPr>
          <p:spPr>
            <a:xfrm>
              <a:off x="3186" y="1191"/>
              <a:ext cx="87" cy="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8442" name="WordArt 537"/>
            <p:cNvSpPr>
              <a:spLocks noTextEdit="1"/>
            </p:cNvSpPr>
            <p:nvPr>
              <p:custDataLst>
                <p:tags r:id="rId26"/>
              </p:custDataLst>
            </p:nvPr>
          </p:nvSpPr>
          <p:spPr>
            <a:xfrm>
              <a:off x="2770" y="1391"/>
              <a:ext cx="240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1537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3175" cap="flat" cmpd="sng">
                    <a:solidFill>
                      <a:srgbClr val="A5002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A5002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sp>
          <p:nvSpPr>
            <p:cNvPr id="18443" name="Freeform 538"/>
            <p:cNvSpPr/>
            <p:nvPr>
              <p:custDataLst>
                <p:tags r:id="rId27"/>
              </p:custDataLst>
            </p:nvPr>
          </p:nvSpPr>
          <p:spPr>
            <a:xfrm flipH="1">
              <a:off x="3036" y="1437"/>
              <a:ext cx="171" cy="144"/>
            </a:xfrm>
            <a:custGeom>
              <a:avLst/>
              <a:gdLst/>
              <a:ahLst/>
              <a:cxnLst>
                <a:cxn ang="0">
                  <a:pos x="51" y="0"/>
                </a:cxn>
                <a:cxn ang="0">
                  <a:pos x="0" y="19"/>
                </a:cxn>
                <a:cxn ang="0">
                  <a:pos x="51" y="36"/>
                </a:cxn>
              </a:cxnLst>
              <a:rect l="0" t="0" r="0" b="0"/>
              <a:pathLst>
                <a:path w="576" h="576">
                  <a:moveTo>
                    <a:pt x="576" y="0"/>
                  </a:moveTo>
                  <a:lnTo>
                    <a:pt x="0" y="299"/>
                  </a:lnTo>
                  <a:lnTo>
                    <a:pt x="576" y="57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44" name="Group 539"/>
            <p:cNvGrpSpPr/>
            <p:nvPr/>
          </p:nvGrpSpPr>
          <p:grpSpPr>
            <a:xfrm>
              <a:off x="3233" y="1390"/>
              <a:ext cx="327" cy="192"/>
              <a:chOff x="2454" y="3477"/>
              <a:chExt cx="108" cy="75"/>
            </a:xfrm>
          </p:grpSpPr>
          <p:sp>
            <p:nvSpPr>
              <p:cNvPr id="18445" name="WordArt 540"/>
              <p:cNvSpPr>
                <a:spLocks noTextEdit="1"/>
              </p:cNvSpPr>
              <p:nvPr>
                <p:custDataLst>
                  <p:tags r:id="rId31"/>
                </p:custDataLst>
              </p:nvPr>
            </p:nvSpPr>
            <p:spPr>
              <a:xfrm>
                <a:off x="2454" y="3477"/>
                <a:ext cx="67" cy="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1537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sp>
            <p:nvSpPr>
              <p:cNvPr id="18446" name="WordArt 541"/>
              <p:cNvSpPr>
                <a:spLocks noTextEdit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2529" y="3515"/>
                <a:ext cx="33" cy="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sp>
          <p:nvSpPr>
            <p:cNvPr id="18447" name="WordArt 542"/>
            <p:cNvSpPr>
              <a:spLocks noTextEdit="1"/>
            </p:cNvSpPr>
            <p:nvPr>
              <p:custDataLst>
                <p:tags r:id="rId28"/>
              </p:custDataLst>
            </p:nvPr>
          </p:nvSpPr>
          <p:spPr>
            <a:xfrm>
              <a:off x="2936" y="787"/>
              <a:ext cx="2235" cy="2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1.   散射线中除有波长与入</a:t>
              </a:r>
            </a:p>
          </p:txBody>
        </p:sp>
        <p:sp>
          <p:nvSpPr>
            <p:cNvPr id="18448" name="WordArt 543"/>
            <p:cNvSpPr>
              <a:spLocks noTextEdit="1"/>
            </p:cNvSpPr>
            <p:nvPr>
              <p:custDataLst>
                <p:tags r:id="rId29"/>
              </p:custDataLst>
            </p:nvPr>
          </p:nvSpPr>
          <p:spPr>
            <a:xfrm>
              <a:off x="2565" y="1079"/>
              <a:ext cx="2656" cy="2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射线     相同的成分外，还有波</a:t>
              </a:r>
            </a:p>
          </p:txBody>
        </p:sp>
        <p:sp>
          <p:nvSpPr>
            <p:cNvPr id="18449" name="WordArt 544"/>
            <p:cNvSpPr>
              <a:spLocks noTextEdit="1"/>
            </p:cNvSpPr>
            <p:nvPr>
              <p:custDataLst>
                <p:tags r:id="rId30"/>
              </p:custDataLst>
            </p:nvPr>
          </p:nvSpPr>
          <p:spPr>
            <a:xfrm>
              <a:off x="2575" y="1371"/>
              <a:ext cx="1668" cy="24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长           的成分。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095750" y="2689225"/>
            <a:ext cx="4373563" cy="1323975"/>
            <a:chOff x="6450" y="4330"/>
            <a:chExt cx="6887" cy="2085"/>
          </a:xfrm>
        </p:grpSpPr>
        <p:grpSp>
          <p:nvGrpSpPr>
            <p:cNvPr id="18451" name="Group 578"/>
            <p:cNvGrpSpPr/>
            <p:nvPr/>
          </p:nvGrpSpPr>
          <p:grpSpPr>
            <a:xfrm>
              <a:off x="6450" y="4330"/>
              <a:ext cx="6887" cy="2085"/>
              <a:chOff x="2580" y="1732"/>
              <a:chExt cx="2755" cy="834"/>
            </a:xfrm>
          </p:grpSpPr>
          <p:grpSp>
            <p:nvGrpSpPr>
              <p:cNvPr id="18452" name="Group 546"/>
              <p:cNvGrpSpPr/>
              <p:nvPr/>
            </p:nvGrpSpPr>
            <p:grpSpPr>
              <a:xfrm>
                <a:off x="4331" y="1732"/>
                <a:ext cx="1004" cy="211"/>
                <a:chOff x="3983" y="1453"/>
                <a:chExt cx="1048" cy="178"/>
              </a:xfrm>
            </p:grpSpPr>
            <p:grpSp>
              <p:nvGrpSpPr>
                <p:cNvPr id="18453" name="Group 547"/>
                <p:cNvGrpSpPr/>
                <p:nvPr/>
              </p:nvGrpSpPr>
              <p:grpSpPr>
                <a:xfrm>
                  <a:off x="3983" y="1463"/>
                  <a:ext cx="267" cy="163"/>
                  <a:chOff x="3164" y="2556"/>
                  <a:chExt cx="289" cy="147"/>
                </a:xfrm>
              </p:grpSpPr>
              <p:sp>
                <p:nvSpPr>
                  <p:cNvPr id="18454" name="WordArt 548"/>
                  <p:cNvSpPr>
                    <a:spLocks noTextEdit="1"/>
                  </p:cNvSpPr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3164" y="2564"/>
                    <a:ext cx="133" cy="13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3175" cap="flat" cmpd="sng">
                          <a:solidFill>
                            <a:srgbClr val="A5002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A50021"/>
                        </a:solidFill>
                        <a:latin typeface="Wingdings 3" panose="05040102010807070707" charset="0"/>
                        <a:ea typeface="Wingdings 3" panose="05040102010807070707" charset="0"/>
                      </a:rPr>
                      <a:t>r</a:t>
                    </a:r>
                  </a:p>
                </p:txBody>
              </p:sp>
              <p:sp>
                <p:nvSpPr>
                  <p:cNvPr id="18455" name="WordArt 549"/>
                  <p:cNvSpPr>
                    <a:spLocks noTextEdit="1"/>
                  </p:cNvSpPr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3268" y="2556"/>
                    <a:ext cx="185" cy="14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61537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3175" cap="flat" cmpd="sng">
                          <a:solidFill>
                            <a:srgbClr val="A5002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A50021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l</a:t>
                    </a:r>
                  </a:p>
                </p:txBody>
              </p:sp>
            </p:grpSp>
            <p:grpSp>
              <p:nvGrpSpPr>
                <p:cNvPr id="18456" name="Group 550"/>
                <p:cNvGrpSpPr/>
                <p:nvPr/>
              </p:nvGrpSpPr>
              <p:grpSpPr>
                <a:xfrm>
                  <a:off x="4290" y="1511"/>
                  <a:ext cx="170" cy="66"/>
                  <a:chOff x="1710" y="2910"/>
                  <a:chExt cx="344" cy="96"/>
                </a:xfrm>
              </p:grpSpPr>
              <p:sp>
                <p:nvSpPr>
                  <p:cNvPr id="18457" name="Line 551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1713" y="2910"/>
                    <a:ext cx="34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8458" name="Line 552"/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1710" y="3006"/>
                    <a:ext cx="34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8459" name="WordArt 553"/>
                <p:cNvSpPr>
                  <a:spLocks noTextEdit="1"/>
                </p:cNvSpPr>
                <p:nvPr>
                  <p:custDataLst>
                    <p:tags r:id="rId16"/>
                  </p:custDataLst>
                </p:nvPr>
              </p:nvSpPr>
              <p:spPr>
                <a:xfrm>
                  <a:off x="4451" y="1453"/>
                  <a:ext cx="177" cy="17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1537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3175" cap="flat" cmpd="sng">
                        <a:solidFill>
                          <a:srgbClr val="A5002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A50021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  <p:sp>
              <p:nvSpPr>
                <p:cNvPr id="18460" name="Line 554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4654" y="1532"/>
                  <a:ext cx="12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18461" name="Group 555"/>
                <p:cNvGrpSpPr/>
                <p:nvPr/>
              </p:nvGrpSpPr>
              <p:grpSpPr>
                <a:xfrm>
                  <a:off x="4783" y="1453"/>
                  <a:ext cx="248" cy="178"/>
                  <a:chOff x="2454" y="3477"/>
                  <a:chExt cx="108" cy="75"/>
                </a:xfrm>
              </p:grpSpPr>
              <p:sp>
                <p:nvSpPr>
                  <p:cNvPr id="18462" name="WordArt 556"/>
                  <p:cNvSpPr>
                    <a:spLocks noTextEdit="1"/>
                  </p:cNvSpPr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2454" y="3477"/>
                    <a:ext cx="67" cy="7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61537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317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l</a:t>
                    </a:r>
                  </a:p>
                </p:txBody>
              </p:sp>
              <p:sp>
                <p:nvSpPr>
                  <p:cNvPr id="18463" name="WordArt 557"/>
                  <p:cNvSpPr>
                    <a:spLocks noTextEdit="1"/>
                  </p:cNvSpPr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2529" y="3515"/>
                    <a:ext cx="33" cy="3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317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</p:grpSp>
          </p:grpSp>
          <p:sp>
            <p:nvSpPr>
              <p:cNvPr id="18464" name="WordArt 559"/>
              <p:cNvSpPr>
                <a:spLocks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3040" y="1751"/>
                <a:ext cx="1325" cy="21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2.   波长偏移量 </a:t>
                </a:r>
              </a:p>
            </p:txBody>
          </p:sp>
          <p:sp>
            <p:nvSpPr>
              <p:cNvPr id="18465" name="WordArt 560"/>
              <p:cNvSpPr>
                <a:spLocks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2580" y="2048"/>
                <a:ext cx="2715" cy="21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随散射角    的增大而增加，与</a:t>
                </a:r>
              </a:p>
            </p:txBody>
          </p:sp>
          <p:sp>
            <p:nvSpPr>
              <p:cNvPr id="18466" name="WordArt 561"/>
              <p:cNvSpPr>
                <a:spLocks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2609" y="2353"/>
                <a:ext cx="1148" cy="21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散射物质无关。</a:t>
                </a:r>
              </a:p>
            </p:txBody>
          </p:sp>
        </p:grpSp>
        <p:sp>
          <p:nvSpPr>
            <p:cNvPr id="18467" name="文本框 4"/>
            <p:cNvSpPr txBox="1"/>
            <p:nvPr>
              <p:custDataLst>
                <p:tags r:id="rId12"/>
              </p:custDataLst>
            </p:nvPr>
          </p:nvSpPr>
          <p:spPr>
            <a:xfrm>
              <a:off x="8520" y="5038"/>
              <a:ext cx="643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/>
              <a:r>
                <a:rPr lang="zh-CN" altLang="en-US" sz="2800" b="1" i="1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160838" y="4365625"/>
            <a:ext cx="4454525" cy="1933575"/>
            <a:chOff x="6433" y="7065"/>
            <a:chExt cx="7014" cy="3044"/>
          </a:xfrm>
        </p:grpSpPr>
        <p:grpSp>
          <p:nvGrpSpPr>
            <p:cNvPr id="18469" name="Group 562"/>
            <p:cNvGrpSpPr/>
            <p:nvPr/>
          </p:nvGrpSpPr>
          <p:grpSpPr>
            <a:xfrm>
              <a:off x="6433" y="7065"/>
              <a:ext cx="7015" cy="3045"/>
              <a:chOff x="2664" y="2757"/>
              <a:chExt cx="2745" cy="1302"/>
            </a:xfrm>
          </p:grpSpPr>
          <p:grpSp>
            <p:nvGrpSpPr>
              <p:cNvPr id="18470" name="Group 564"/>
              <p:cNvGrpSpPr/>
              <p:nvPr/>
            </p:nvGrpSpPr>
            <p:grpSpPr>
              <a:xfrm>
                <a:off x="4286" y="3022"/>
                <a:ext cx="298" cy="199"/>
                <a:chOff x="3164" y="2556"/>
                <a:chExt cx="289" cy="147"/>
              </a:xfrm>
            </p:grpSpPr>
            <p:sp>
              <p:nvSpPr>
                <p:cNvPr id="18471" name="WordArt 565"/>
                <p:cNvSpPr>
                  <a:spLocks noTextEdit="1"/>
                </p:cNvSpPr>
                <p:nvPr>
                  <p:custDataLst>
                    <p:tags r:id="rId10"/>
                  </p:custDataLst>
                </p:nvPr>
              </p:nvSpPr>
              <p:spPr>
                <a:xfrm>
                  <a:off x="3164" y="2564"/>
                  <a:ext cx="133" cy="13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rgbClr val="A5002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A50021"/>
                      </a:solidFill>
                      <a:latin typeface="Wingdings 3" panose="05040102010807070707" charset="0"/>
                      <a:ea typeface="Wingdings 3" panose="05040102010807070707" charset="0"/>
                    </a:rPr>
                    <a:t>r</a:t>
                  </a:r>
                </a:p>
              </p:txBody>
            </p:sp>
            <p:sp>
              <p:nvSpPr>
                <p:cNvPr id="18472" name="WordArt 566"/>
                <p:cNvSpPr>
                  <a:spLocks noTextEdit="1"/>
                </p:cNvSpPr>
                <p:nvPr>
                  <p:custDataLst>
                    <p:tags r:id="rId11"/>
                  </p:custDataLst>
                </p:nvPr>
              </p:nvSpPr>
              <p:spPr>
                <a:xfrm>
                  <a:off x="3268" y="2556"/>
                  <a:ext cx="185" cy="14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1537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3175" cap="flat" cmpd="sng">
                        <a:solidFill>
                          <a:srgbClr val="A5002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A50021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</p:grpSp>
          <p:grpSp>
            <p:nvGrpSpPr>
              <p:cNvPr id="18473" name="Group 567"/>
              <p:cNvGrpSpPr/>
              <p:nvPr/>
            </p:nvGrpSpPr>
            <p:grpSpPr>
              <a:xfrm>
                <a:off x="3216" y="3604"/>
                <a:ext cx="263" cy="188"/>
                <a:chOff x="2454" y="3477"/>
                <a:chExt cx="108" cy="75"/>
              </a:xfrm>
            </p:grpSpPr>
            <p:sp>
              <p:nvSpPr>
                <p:cNvPr id="18474" name="WordArt 568"/>
                <p:cNvSpPr>
                  <a:spLocks noTextEdit="1"/>
                </p:cNvSpPr>
                <p:nvPr>
                  <p:custDataLst>
                    <p:tags r:id="rId8"/>
                  </p:custDataLst>
                </p:nvPr>
              </p:nvSpPr>
              <p:spPr>
                <a:xfrm>
                  <a:off x="2454" y="3477"/>
                  <a:ext cx="67" cy="7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1537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  <p:sp>
              <p:nvSpPr>
                <p:cNvPr id="18475" name="WordArt 569"/>
                <p:cNvSpPr>
                  <a:spLocks noTextEdit="1"/>
                </p:cNvSpPr>
                <p:nvPr>
                  <p:custDataLst>
                    <p:tags r:id="rId9"/>
                  </p:custDataLst>
                </p:nvPr>
              </p:nvSpPr>
              <p:spPr>
                <a:xfrm>
                  <a:off x="2529" y="3515"/>
                  <a:ext cx="33" cy="3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  <p:sp>
            <p:nvSpPr>
              <p:cNvPr id="18476" name="WordArt 570"/>
              <p:cNvSpPr>
                <a:spLocks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4728" y="3599"/>
                <a:ext cx="240" cy="1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1537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3175" cap="flat" cmpd="sng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A50021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sp>
            <p:nvSpPr>
              <p:cNvPr id="18477" name="WordArt 571"/>
              <p:cNvSpPr>
                <a:spLocks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3002" y="2757"/>
                <a:ext cx="2373" cy="20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3.   各种散射物质对同一散射</a:t>
                </a:r>
              </a:p>
            </p:txBody>
          </p:sp>
          <p:sp>
            <p:nvSpPr>
              <p:cNvPr id="18478" name="WordArt 572"/>
              <p:cNvSpPr>
                <a:spLocks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2664" y="3022"/>
                <a:ext cx="2745" cy="2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角    ，波长偏移量     相等。当</a:t>
                </a:r>
              </a:p>
            </p:txBody>
          </p:sp>
          <p:sp>
            <p:nvSpPr>
              <p:cNvPr id="18479" name="WordArt 573"/>
              <p:cNvSpPr>
                <a:spLocks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2689" y="3341"/>
                <a:ext cx="2695" cy="2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散射物的原子序数增加时，散射</a:t>
                </a:r>
              </a:p>
            </p:txBody>
          </p:sp>
          <p:sp>
            <p:nvSpPr>
              <p:cNvPr id="18480" name="WordArt 574"/>
              <p:cNvSpPr>
                <a:spLocks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2671" y="3601"/>
                <a:ext cx="2711" cy="19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线中的    谱线强度增强，  谱线</a:t>
                </a:r>
              </a:p>
            </p:txBody>
          </p:sp>
          <p:sp>
            <p:nvSpPr>
              <p:cNvPr id="18481" name="WordArt 575"/>
              <p:cNvSpPr>
                <a:spLocks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694" y="3863"/>
                <a:ext cx="951" cy="1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的强度减弱。</a:t>
                </a:r>
              </a:p>
            </p:txBody>
          </p:sp>
        </p:grpSp>
        <p:sp>
          <p:nvSpPr>
            <p:cNvPr id="18482" name="文本框 6"/>
            <p:cNvSpPr txBox="1"/>
            <p:nvPr>
              <p:custDataLst>
                <p:tags r:id="rId1"/>
              </p:custDataLst>
            </p:nvPr>
          </p:nvSpPr>
          <p:spPr>
            <a:xfrm>
              <a:off x="6909" y="7620"/>
              <a:ext cx="582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/>
              <a:r>
                <a:rPr lang="zh-CN" altLang="en-US" sz="2800" b="1" i="1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文本框 3"/>
          <p:cNvSpPr txBox="1"/>
          <p:nvPr>
            <p:custDataLst>
              <p:tags r:id="rId1"/>
            </p:custDataLst>
          </p:nvPr>
        </p:nvSpPr>
        <p:spPr>
          <a:xfrm>
            <a:off x="225425" y="171450"/>
            <a:ext cx="8531225" cy="2101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/>
          <a:p>
            <a:pPr eaLnBrk="0" hangingPunct="0">
              <a:lnSpc>
                <a:spcPct val="150000"/>
              </a:lnSpc>
            </a:pPr>
            <a:r>
              <a:rPr lang="zh-CN" altLang="en-US" sz="20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讨论题：</a:t>
            </a:r>
            <a:endParaRPr lang="zh-CN" altLang="en-US" sz="20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、光电效应和康普顿效应都包含有电子和光子的相互作用过程。试从入射光子的种类及能量数量级的不同、</a:t>
            </a:r>
            <a:r>
              <a:rPr lang="zh-CN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光子和电子组成的系统能量是否守恒、动量是否守恒等方面讨论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光电效应与康普顿效应的不同。</a:t>
            </a:r>
          </a:p>
        </p:txBody>
      </p:sp>
      <p:sp>
        <p:nvSpPr>
          <p:cNvPr id="19458" name="文本框 1"/>
          <p:cNvSpPr txBox="1"/>
          <p:nvPr/>
        </p:nvSpPr>
        <p:spPr>
          <a:xfrm>
            <a:off x="387350" y="2343150"/>
            <a:ext cx="8343900" cy="391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/>
          <a:p>
            <a:pPr algn="just">
              <a:lnSpc>
                <a:spcPct val="130000"/>
              </a:lnSpc>
            </a:pP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在光电效应中，入射光为可见光或紫外线，其光子能量为 </a:t>
            </a:r>
            <a:r>
              <a:rPr lang="zh-CN" altLang="en-US" sz="2400">
                <a:latin typeface="Times New Roman" panose="02020603050405020304" pitchFamily="18" charset="0"/>
                <a:ea typeface="华文新魏" panose="02010800040101010101" pitchFamily="2" charset="-122"/>
              </a:rPr>
              <a:t>e</a:t>
            </a:r>
            <a:r>
              <a:rPr lang="en-US" altLang="zh-CN" sz="2400">
                <a:latin typeface="Times New Roman" panose="02020603050405020304" pitchFamily="18" charset="0"/>
                <a:ea typeface="华文新魏" panose="02010800040101010101" pitchFamily="2" charset="-122"/>
              </a:rPr>
              <a:t>V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 数量级，与原子中电子的束缚能相差不远，电子的束缚能不能忽略，电子处于束缚态，以电子和光子组成的系统动量不守恒；</a:t>
            </a:r>
          </a:p>
          <a:p>
            <a:pPr algn="just">
              <a:lnSpc>
                <a:spcPct val="130000"/>
              </a:lnSpc>
            </a:pP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光电效应中，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处于束缚态的电子吸收光子（相当于光子和电子的完全非弹性碰撞），光子能量全部交给电子使之逸出，并具有初动能。光电效应证实了此过程服从能量守恒定律。</a:t>
            </a:r>
          </a:p>
          <a:p>
            <a:pPr algn="just">
              <a:lnSpc>
                <a:spcPct val="130000"/>
              </a:lnSpc>
            </a:pP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4"/>
          <p:cNvSpPr>
            <a:spLocks noGrp="1"/>
          </p:cNvSpPr>
          <p:nvPr>
            <p:ph type="title"/>
          </p:nvPr>
        </p:nvSpPr>
        <p:spPr>
          <a:xfrm>
            <a:off x="2397125" y="0"/>
            <a:ext cx="6746875" cy="193675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康普顿、光电效应比较</a:t>
            </a:r>
          </a:p>
        </p:txBody>
      </p:sp>
      <p:sp>
        <p:nvSpPr>
          <p:cNvPr id="20482" name="Rectangle 2" descr="羊皮纸"/>
          <p:cNvSpPr/>
          <p:nvPr/>
        </p:nvSpPr>
        <p:spPr>
          <a:xfrm>
            <a:off x="0" y="0"/>
            <a:ext cx="9144000" cy="182563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3" descr="羊皮纸"/>
          <p:cNvSpPr/>
          <p:nvPr/>
        </p:nvSpPr>
        <p:spPr>
          <a:xfrm>
            <a:off x="0" y="6673850"/>
            <a:ext cx="9144000" cy="18415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4" name="文本框 1"/>
          <p:cNvSpPr txBox="1"/>
          <p:nvPr>
            <p:custDataLst>
              <p:tags r:id="rId1"/>
            </p:custDataLst>
          </p:nvPr>
        </p:nvSpPr>
        <p:spPr>
          <a:xfrm>
            <a:off x="346075" y="708025"/>
            <a:ext cx="8101013" cy="43957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/>
          <a:p>
            <a:pPr algn="just">
              <a:lnSpc>
                <a:spcPct val="130000"/>
              </a:lnSpc>
            </a:pP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      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在康普顿效应中，入射光为X射线或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i="1">
                <a:latin typeface="Times New Roman" panose="02020603050405020304" pitchFamily="18" charset="0"/>
                <a:ea typeface="华文新魏" panose="02010800040101010101" pitchFamily="2" charset="-122"/>
              </a:rPr>
              <a:t>γ</a:t>
            </a:r>
            <a:r>
              <a:rPr lang="zh-CN" altLang="en-US" sz="2400" i="1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射线,光子能量为 10</a:t>
            </a:r>
            <a:r>
              <a:rPr lang="en-US" altLang="zh-CN" sz="24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ev 数量级甚至更高，远大于散射物质中电子的束缚能，原子中的外层的电子可视为自由电子，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以电子和光子组成的系统动量守恒；</a:t>
            </a:r>
          </a:p>
          <a:p>
            <a:pPr algn="just">
              <a:lnSpc>
                <a:spcPct val="130000"/>
              </a:lnSpc>
            </a:pP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      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在康普顿效应中，自由电子不能吸收光子，光子和电子的相互作用过程相当于光子和电子的完全弹性碰撞过程，光子能量只被自由电子吸收了一部分并发生散射。康普顿效应证实了此过程可视为弹性碰撞过程，能量、动量均守恒，更有力地证实了光的粒子性。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>
              <a:lnSpc>
                <a:spcPct val="130000"/>
              </a:lnSpc>
            </a:pP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>
    <p:diamond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3" descr="IMAGE00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308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2" name="Rectangle 4"/>
          <p:cNvSpPr/>
          <p:nvPr/>
        </p:nvSpPr>
        <p:spPr>
          <a:xfrm>
            <a:off x="27432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康普顿效应</a:t>
            </a:r>
          </a:p>
        </p:txBody>
      </p:sp>
      <p:sp>
        <p:nvSpPr>
          <p:cNvPr id="62468" name="WordArt 5"/>
          <p:cNvSpPr>
            <a:spLocks noTextEdit="1"/>
          </p:cNvSpPr>
          <p:nvPr/>
        </p:nvSpPr>
        <p:spPr>
          <a:xfrm>
            <a:off x="7696200" y="44196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4" descr="IMAGE00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8229600" cy="375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19" name="WordArt 5"/>
          <p:cNvSpPr>
            <a:spLocks noTextEdit="1"/>
          </p:cNvSpPr>
          <p:nvPr/>
        </p:nvSpPr>
        <p:spPr>
          <a:xfrm>
            <a:off x="7543800" y="52578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62467" name="Rectangle 6"/>
          <p:cNvSpPr/>
          <p:nvPr/>
        </p:nvSpPr>
        <p:spPr>
          <a:xfrm>
            <a:off x="27432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康普顿效应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89" name="Picture 3" descr="IMAGE0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19200"/>
            <a:ext cx="8229600" cy="1827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3" name="WordArt 4"/>
          <p:cNvSpPr>
            <a:spLocks noTextEdit="1"/>
          </p:cNvSpPr>
          <p:nvPr/>
        </p:nvSpPr>
        <p:spPr>
          <a:xfrm>
            <a:off x="7620000" y="2667000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6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</a:t>
            </a:r>
          </a:p>
        </p:txBody>
      </p:sp>
      <p:sp>
        <p:nvSpPr>
          <p:cNvPr id="63491" name="Rectangle 5"/>
          <p:cNvSpPr/>
          <p:nvPr/>
        </p:nvSpPr>
        <p:spPr>
          <a:xfrm>
            <a:off x="27432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康普顿效应</a:t>
            </a:r>
          </a:p>
        </p:txBody>
      </p:sp>
      <p:graphicFrame>
        <p:nvGraphicFramePr>
          <p:cNvPr id="63492" name="Object 2"/>
          <p:cNvGraphicFramePr>
            <a:graphicFrameLocks noChangeAspect="1"/>
          </p:cNvGraphicFramePr>
          <p:nvPr/>
        </p:nvGraphicFramePr>
        <p:xfrm>
          <a:off x="720725" y="2903538"/>
          <a:ext cx="32448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97000" imgH="241300" progId="Equation.3">
                  <p:embed/>
                </p:oleObj>
              </mc:Choice>
              <mc:Fallback>
                <p:oleObj r:id="rId3" imgW="1397000" imgH="2413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0725" y="2903538"/>
                        <a:ext cx="3244850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2"/>
          <p:cNvGraphicFramePr>
            <a:graphicFrameLocks noChangeAspect="1"/>
          </p:cNvGraphicFramePr>
          <p:nvPr/>
        </p:nvGraphicFramePr>
        <p:xfrm>
          <a:off x="625475" y="3452813"/>
          <a:ext cx="4319588" cy="15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68500" imgH="685800" progId="Equation.3">
                  <p:embed/>
                </p:oleObj>
              </mc:Choice>
              <mc:Fallback>
                <p:oleObj r:id="rId5" imgW="1968500" imgH="6858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5475" y="3452813"/>
                        <a:ext cx="4319588" cy="1506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2"/>
          <p:cNvGraphicFramePr>
            <a:graphicFrameLocks noChangeAspect="1"/>
          </p:cNvGraphicFramePr>
          <p:nvPr/>
        </p:nvGraphicFramePr>
        <p:xfrm>
          <a:off x="533400" y="4772025"/>
          <a:ext cx="4346575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159000" imgH="787400" progId="Equation.3">
                  <p:embed/>
                </p:oleObj>
              </mc:Choice>
              <mc:Fallback>
                <p:oleObj r:id="rId7" imgW="2159000" imgH="7874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" y="4772025"/>
                        <a:ext cx="4346575" cy="158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3" descr="IMAGE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3163"/>
            <a:ext cx="8229600" cy="2076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1" name="WordArt 4"/>
          <p:cNvSpPr>
            <a:spLocks noTextEdit="1"/>
          </p:cNvSpPr>
          <p:nvPr/>
        </p:nvSpPr>
        <p:spPr>
          <a:xfrm>
            <a:off x="7751763" y="2473325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6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</a:t>
            </a:r>
          </a:p>
        </p:txBody>
      </p:sp>
      <p:sp>
        <p:nvSpPr>
          <p:cNvPr id="64515" name="Rectangle 5"/>
          <p:cNvSpPr/>
          <p:nvPr/>
        </p:nvSpPr>
        <p:spPr>
          <a:xfrm>
            <a:off x="2743200" y="228600"/>
            <a:ext cx="4038600" cy="944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康普顿效应</a:t>
            </a:r>
          </a:p>
        </p:txBody>
      </p:sp>
      <p:graphicFrame>
        <p:nvGraphicFramePr>
          <p:cNvPr id="64516" name="Object 2"/>
          <p:cNvGraphicFramePr>
            <a:graphicFrameLocks noChangeAspect="1"/>
          </p:cNvGraphicFramePr>
          <p:nvPr/>
        </p:nvGraphicFramePr>
        <p:xfrm>
          <a:off x="987425" y="3348038"/>
          <a:ext cx="324485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97000" imgH="241300" progId="Equation.3">
                  <p:embed/>
                </p:oleObj>
              </mc:Choice>
              <mc:Fallback>
                <p:oleObj r:id="rId3" imgW="1397000" imgH="2413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7425" y="3348038"/>
                        <a:ext cx="3244850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2"/>
          <p:cNvGraphicFramePr>
            <a:graphicFrameLocks noChangeAspect="1"/>
          </p:cNvGraphicFramePr>
          <p:nvPr/>
        </p:nvGraphicFramePr>
        <p:xfrm>
          <a:off x="831850" y="4006850"/>
          <a:ext cx="5546725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27300" imgH="685800" progId="Equation.3">
                  <p:embed/>
                </p:oleObj>
              </mc:Choice>
              <mc:Fallback>
                <p:oleObj r:id="rId5" imgW="2527300" imgH="6858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1850" y="4006850"/>
                        <a:ext cx="5546725" cy="1508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/>
          <p:cNvSpPr txBox="1"/>
          <p:nvPr>
            <p:custDataLst>
              <p:tags r:id="rId1"/>
            </p:custDataLst>
          </p:nvPr>
        </p:nvSpPr>
        <p:spPr>
          <a:xfrm>
            <a:off x="755650" y="2205038"/>
            <a:ext cx="7350125" cy="1752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、课件课前测、讨论题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课件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图片题</a:t>
            </a:r>
          </a:p>
          <a:p>
            <a:endParaRPr lang="zh-CN" altLang="en-US" sz="2400" dirty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TextBox 137"/>
          <p:cNvSpPr txBox="1"/>
          <p:nvPr>
            <p:custDataLst>
              <p:tags r:id="rId2"/>
            </p:custDataLst>
          </p:nvPr>
        </p:nvSpPr>
        <p:spPr>
          <a:xfrm>
            <a:off x="3276600" y="765175"/>
            <a:ext cx="20653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课件复习重点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135174"/>
          <p:cNvSpPr txBox="1"/>
          <p:nvPr/>
        </p:nvSpPr>
        <p:spPr>
          <a:xfrm>
            <a:off x="252413" y="236538"/>
            <a:ext cx="3990975" cy="736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玻尔的量子论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2627313" y="403225"/>
            <a:ext cx="3814763" cy="522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三个重要假设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(3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分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</p:txBody>
      </p:sp>
      <p:sp>
        <p:nvSpPr>
          <p:cNvPr id="37" name="文本框 136195"/>
          <p:cNvSpPr txBox="1"/>
          <p:nvPr/>
        </p:nvSpPr>
        <p:spPr>
          <a:xfrm>
            <a:off x="350838" y="1700213"/>
            <a:ext cx="4929187" cy="2860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原子系统只能处在一系列不连续的能量状态，在这些状态中，电子虽然作加速运动，但并不辐射电磁波，这些状态称为原子的</a:t>
            </a: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稳定状态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（简称定态），相应的能量分别为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</a:t>
            </a:r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427038" y="4699000"/>
          <a:ext cx="26955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00100" imgH="228600" progId="Equation.3">
                  <p:embed/>
                </p:oleObj>
              </mc:Choice>
              <mc:Fallback>
                <p:oleObj r:id="rId2" imgW="800100" imgH="228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7038" y="4699000"/>
                        <a:ext cx="2695575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508625" y="1730375"/>
            <a:ext cx="3060700" cy="3911600"/>
            <a:chOff x="5304112" y="574938"/>
            <a:chExt cx="3060000" cy="3911615"/>
          </a:xfrm>
        </p:grpSpPr>
        <p:grpSp>
          <p:nvGrpSpPr>
            <p:cNvPr id="22534" name="Group 89"/>
            <p:cNvGrpSpPr/>
            <p:nvPr/>
          </p:nvGrpSpPr>
          <p:grpSpPr>
            <a:xfrm>
              <a:off x="5304112" y="574938"/>
              <a:ext cx="3060000" cy="3060000"/>
              <a:chOff x="2738" y="1276"/>
              <a:chExt cx="2759" cy="2750"/>
            </a:xfrm>
          </p:grpSpPr>
          <p:sp>
            <p:nvSpPr>
              <p:cNvPr id="22535" name="Oval 92"/>
              <p:cNvSpPr/>
              <p:nvPr/>
            </p:nvSpPr>
            <p:spPr>
              <a:xfrm>
                <a:off x="3993" y="2545"/>
                <a:ext cx="230" cy="226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zh-CN" altLang="en-US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36" name="Oval 94"/>
              <p:cNvSpPr/>
              <p:nvPr/>
            </p:nvSpPr>
            <p:spPr>
              <a:xfrm>
                <a:off x="2849" y="1388"/>
                <a:ext cx="2524" cy="2516"/>
              </a:xfrm>
              <a:prstGeom prst="ellipse">
                <a:avLst/>
              </a:prstGeom>
              <a:noFill/>
              <a:ln w="28575" cap="flat" cmpd="sng">
                <a:solidFill>
                  <a:srgbClr val="0000CC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37" name="Oval 95"/>
              <p:cNvSpPr/>
              <p:nvPr/>
            </p:nvSpPr>
            <p:spPr>
              <a:xfrm>
                <a:off x="3308" y="1817"/>
                <a:ext cx="1614" cy="1638"/>
              </a:xfrm>
              <a:prstGeom prst="ellipse">
                <a:avLst/>
              </a:prstGeom>
              <a:noFill/>
              <a:ln w="28575" cap="flat" cmpd="sng">
                <a:solidFill>
                  <a:srgbClr val="0000CC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38" name="Oval 96"/>
              <p:cNvSpPr/>
              <p:nvPr/>
            </p:nvSpPr>
            <p:spPr>
              <a:xfrm>
                <a:off x="3032" y="1541"/>
                <a:ext cx="2184" cy="2216"/>
              </a:xfrm>
              <a:prstGeom prst="ellipse">
                <a:avLst/>
              </a:prstGeom>
              <a:noFill/>
              <a:ln w="28575" cap="flat" cmpd="sng">
                <a:solidFill>
                  <a:srgbClr val="0000CC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39" name="Oval 100"/>
              <p:cNvSpPr/>
              <p:nvPr/>
            </p:nvSpPr>
            <p:spPr>
              <a:xfrm>
                <a:off x="3676" y="2193"/>
                <a:ext cx="903" cy="897"/>
              </a:xfrm>
              <a:prstGeom prst="ellipse">
                <a:avLst/>
              </a:prstGeom>
              <a:noFill/>
              <a:ln w="28575" cap="flat" cmpd="sng">
                <a:solidFill>
                  <a:srgbClr val="0000CC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40" name="Oval 101"/>
              <p:cNvSpPr/>
              <p:nvPr/>
            </p:nvSpPr>
            <p:spPr>
              <a:xfrm>
                <a:off x="2770" y="1309"/>
                <a:ext cx="2684" cy="2668"/>
              </a:xfrm>
              <a:prstGeom prst="ellipse">
                <a:avLst/>
              </a:prstGeom>
              <a:noFill/>
              <a:ln w="28575" cap="flat" cmpd="sng">
                <a:solidFill>
                  <a:srgbClr val="0000CC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41" name="Oval 102"/>
              <p:cNvSpPr/>
              <p:nvPr/>
            </p:nvSpPr>
            <p:spPr>
              <a:xfrm>
                <a:off x="2738" y="1276"/>
                <a:ext cx="2759" cy="2750"/>
              </a:xfrm>
              <a:prstGeom prst="ellipse">
                <a:avLst/>
              </a:prstGeom>
              <a:noFill/>
              <a:ln w="28575" cap="flat" cmpd="sng">
                <a:solidFill>
                  <a:srgbClr val="0000CC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42" name="Oval 98"/>
              <p:cNvSpPr/>
              <p:nvPr/>
            </p:nvSpPr>
            <p:spPr>
              <a:xfrm>
                <a:off x="4446" y="1833"/>
                <a:ext cx="115" cy="113"/>
              </a:xfrm>
              <a:prstGeom prst="ellipse">
                <a:avLst/>
              </a:prstGeom>
              <a:solidFill>
                <a:srgbClr val="92D05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lnSpc>
                    <a:spcPts val="2875"/>
                  </a:lnSpc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-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543" name="文本框 135174"/>
            <p:cNvSpPr txBox="1"/>
            <p:nvPr/>
          </p:nvSpPr>
          <p:spPr>
            <a:xfrm>
              <a:off x="5935792" y="3748363"/>
              <a:ext cx="1996618" cy="7381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50000"/>
                </a:spcBef>
                <a:buClrTx/>
                <a:buFontTx/>
              </a:pP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定态轨道</a:t>
              </a:r>
            </a:p>
          </p:txBody>
        </p:sp>
      </p:grpSp>
      <p:sp>
        <p:nvSpPr>
          <p:cNvPr id="22544" name="矩形 4"/>
          <p:cNvSpPr/>
          <p:nvPr/>
        </p:nvSpPr>
        <p:spPr>
          <a:xfrm>
            <a:off x="350838" y="1050925"/>
            <a:ext cx="2022475" cy="6445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定态假设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285750" y="339725"/>
            <a:ext cx="2786063" cy="522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量子化条件</a:t>
            </a:r>
          </a:p>
        </p:txBody>
      </p:sp>
      <p:grpSp>
        <p:nvGrpSpPr>
          <p:cNvPr id="2" name="组合 30"/>
          <p:cNvGrpSpPr/>
          <p:nvPr/>
        </p:nvGrpSpPr>
        <p:grpSpPr>
          <a:xfrm>
            <a:off x="285750" y="949325"/>
            <a:ext cx="4572000" cy="2306638"/>
            <a:chOff x="323850" y="3450929"/>
            <a:chExt cx="8820150" cy="2306879"/>
          </a:xfrm>
        </p:grpSpPr>
        <p:sp>
          <p:nvSpPr>
            <p:cNvPr id="23555" name="文本框 106534"/>
            <p:cNvSpPr txBox="1"/>
            <p:nvPr/>
          </p:nvSpPr>
          <p:spPr>
            <a:xfrm>
              <a:off x="323850" y="3450929"/>
              <a:ext cx="8820150" cy="230687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200000"/>
                </a:lnSpc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在电子绕核作圆周运动中，其稳定状态必须满足电子的角动量</a:t>
              </a:r>
              <a:r>
                <a:rPr lang="en-US" altLang="zh-CN" sz="2400" b="1" i="1" dirty="0">
                  <a:latin typeface="宋体" panose="02010600030101010101" pitchFamily="2" charset="-122"/>
                  <a:ea typeface="宋体" panose="02010600030101010101" pitchFamily="2" charset="-122"/>
                </a:rPr>
                <a:t>L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等于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   的整数倍的条件。</a:t>
              </a:r>
            </a:p>
          </p:txBody>
        </p:sp>
        <p:graphicFrame>
          <p:nvGraphicFramePr>
            <p:cNvPr id="23556" name="Object 2"/>
            <p:cNvGraphicFramePr>
              <a:graphicFrameLocks noChangeAspect="1"/>
            </p:cNvGraphicFramePr>
            <p:nvPr/>
          </p:nvGraphicFramePr>
          <p:xfrm>
            <a:off x="2658127" y="5150153"/>
            <a:ext cx="1972598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93065" imgH="177800" progId="Equation.3">
                    <p:embed/>
                  </p:oleObj>
                </mc:Choice>
                <mc:Fallback>
                  <p:oleObj r:id="rId2" imgW="393065" imgH="1778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658127" y="5150153"/>
                          <a:ext cx="1972598" cy="4730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" name="文本框 106537"/>
          <p:cNvSpPr txBox="1"/>
          <p:nvPr/>
        </p:nvSpPr>
        <p:spPr>
          <a:xfrm>
            <a:off x="785813" y="3448050"/>
            <a:ext cx="28575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角动量量子化条件</a:t>
            </a:r>
          </a:p>
        </p:txBody>
      </p:sp>
      <p:sp>
        <p:nvSpPr>
          <p:cNvPr id="64" name="文本框 106539"/>
          <p:cNvSpPr txBox="1"/>
          <p:nvPr/>
        </p:nvSpPr>
        <p:spPr>
          <a:xfrm>
            <a:off x="785813" y="5243513"/>
            <a:ext cx="43576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为量子数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n=1,2…</a:t>
            </a:r>
          </a:p>
        </p:txBody>
      </p:sp>
      <p:graphicFrame>
        <p:nvGraphicFramePr>
          <p:cNvPr id="65" name="Object 3"/>
          <p:cNvGraphicFramePr/>
          <p:nvPr/>
        </p:nvGraphicFramePr>
        <p:xfrm>
          <a:off x="2889250" y="3968750"/>
          <a:ext cx="133985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82600" imgH="393700" progId="Equation.3">
                  <p:embed/>
                </p:oleObj>
              </mc:Choice>
              <mc:Fallback>
                <p:oleObj r:id="rId4" imgW="482600" imgH="393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9250" y="3968750"/>
                        <a:ext cx="133985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4"/>
          <p:cNvGraphicFramePr>
            <a:graphicFrameLocks noChangeAspect="1"/>
          </p:cNvGraphicFramePr>
          <p:nvPr/>
        </p:nvGraphicFramePr>
        <p:xfrm>
          <a:off x="892175" y="4235450"/>
          <a:ext cx="13922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43865" imgH="177800" progId="Equation.3">
                  <p:embed/>
                </p:oleObj>
              </mc:Choice>
              <mc:Fallback>
                <p:oleObj r:id="rId6" imgW="443865" imgH="177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2175" y="4235450"/>
                        <a:ext cx="1392238" cy="5572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"/>
          <p:cNvGrpSpPr/>
          <p:nvPr/>
        </p:nvGrpSpPr>
        <p:grpSpPr>
          <a:xfrm>
            <a:off x="5148263" y="998538"/>
            <a:ext cx="3455987" cy="3509962"/>
            <a:chOff x="5273737" y="792279"/>
            <a:chExt cx="3455952" cy="3510619"/>
          </a:xfrm>
        </p:grpSpPr>
        <p:grpSp>
          <p:nvGrpSpPr>
            <p:cNvPr id="23562" name="Group 88"/>
            <p:cNvGrpSpPr/>
            <p:nvPr/>
          </p:nvGrpSpPr>
          <p:grpSpPr>
            <a:xfrm>
              <a:off x="5273737" y="792279"/>
              <a:ext cx="3455952" cy="3510619"/>
              <a:chOff x="2738" y="1276"/>
              <a:chExt cx="2759" cy="2750"/>
            </a:xfrm>
          </p:grpSpPr>
          <p:grpSp>
            <p:nvGrpSpPr>
              <p:cNvPr id="23563" name="Group 89"/>
              <p:cNvGrpSpPr/>
              <p:nvPr/>
            </p:nvGrpSpPr>
            <p:grpSpPr>
              <a:xfrm>
                <a:off x="2738" y="1276"/>
                <a:ext cx="2759" cy="2750"/>
                <a:chOff x="2738" y="1276"/>
                <a:chExt cx="2759" cy="2750"/>
              </a:xfrm>
            </p:grpSpPr>
            <p:sp>
              <p:nvSpPr>
                <p:cNvPr id="23564" name="Oval 92"/>
                <p:cNvSpPr/>
                <p:nvPr/>
              </p:nvSpPr>
              <p:spPr>
                <a:xfrm>
                  <a:off x="3993" y="2545"/>
                  <a:ext cx="230" cy="226"/>
                </a:xfrm>
                <a:prstGeom prst="ellipse">
                  <a:avLst/>
                </a:prstGeom>
                <a:solidFill>
                  <a:srgbClr val="FF0000"/>
                </a:solidFill>
                <a:ln w="28575" cap="flat" cmpd="sng">
                  <a:solidFill>
                    <a:srgbClr val="B2B2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dirty="0">
                      <a:solidFill>
                        <a:srgbClr val="FFFF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  <a:endParaRPr lang="zh-CN" altLang="en-US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565" name="Oval 94"/>
                <p:cNvSpPr/>
                <p:nvPr/>
              </p:nvSpPr>
              <p:spPr>
                <a:xfrm>
                  <a:off x="2849" y="1388"/>
                  <a:ext cx="2524" cy="2516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566" name="Oval 95"/>
                <p:cNvSpPr/>
                <p:nvPr/>
              </p:nvSpPr>
              <p:spPr>
                <a:xfrm>
                  <a:off x="3308" y="1817"/>
                  <a:ext cx="1614" cy="1638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567" name="Oval 96"/>
                <p:cNvSpPr/>
                <p:nvPr/>
              </p:nvSpPr>
              <p:spPr>
                <a:xfrm>
                  <a:off x="3032" y="1541"/>
                  <a:ext cx="2184" cy="2216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568" name="Oval 100"/>
                <p:cNvSpPr/>
                <p:nvPr/>
              </p:nvSpPr>
              <p:spPr>
                <a:xfrm>
                  <a:off x="3676" y="2193"/>
                  <a:ext cx="903" cy="897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569" name="Oval 101"/>
                <p:cNvSpPr/>
                <p:nvPr/>
              </p:nvSpPr>
              <p:spPr>
                <a:xfrm>
                  <a:off x="2770" y="1309"/>
                  <a:ext cx="2684" cy="2668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570" name="Oval 102"/>
                <p:cNvSpPr/>
                <p:nvPr/>
              </p:nvSpPr>
              <p:spPr>
                <a:xfrm>
                  <a:off x="2738" y="1276"/>
                  <a:ext cx="2759" cy="275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571" name="Oval 98"/>
                <p:cNvSpPr/>
                <p:nvPr/>
              </p:nvSpPr>
              <p:spPr>
                <a:xfrm>
                  <a:off x="4446" y="1833"/>
                  <a:ext cx="115" cy="113"/>
                </a:xfrm>
                <a:prstGeom prst="ellipse">
                  <a:avLst/>
                </a:prstGeom>
                <a:solidFill>
                  <a:srgbClr val="92D05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3572" name="Group 103"/>
              <p:cNvGrpSpPr/>
              <p:nvPr/>
            </p:nvGrpSpPr>
            <p:grpSpPr>
              <a:xfrm>
                <a:off x="3879" y="1480"/>
                <a:ext cx="1039" cy="1185"/>
                <a:chOff x="3879" y="1480"/>
                <a:chExt cx="1039" cy="1185"/>
              </a:xfrm>
            </p:grpSpPr>
            <p:sp>
              <p:nvSpPr>
                <p:cNvPr id="23573" name="Text Box 104"/>
                <p:cNvSpPr txBox="1"/>
                <p:nvPr/>
              </p:nvSpPr>
              <p:spPr>
                <a:xfrm>
                  <a:off x="4547" y="1731"/>
                  <a:ext cx="371" cy="4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i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m</a:t>
                  </a:r>
                  <a:endParaRPr lang="en-US" altLang="zh-CN" sz="2800" i="1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3574" name="Line 105"/>
                <p:cNvSpPr/>
                <p:nvPr/>
              </p:nvSpPr>
              <p:spPr>
                <a:xfrm flipV="1">
                  <a:off x="4176" y="1933"/>
                  <a:ext cx="296" cy="63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3575" name="Text Box 108"/>
                <p:cNvSpPr txBox="1"/>
                <p:nvPr/>
              </p:nvSpPr>
              <p:spPr>
                <a:xfrm>
                  <a:off x="4132" y="2255"/>
                  <a:ext cx="340" cy="4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i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800" b="1" i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</a:t>
                  </a:r>
                  <a:endParaRPr lang="en-US" altLang="zh-CN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3576" name="Line 109"/>
                <p:cNvSpPr/>
                <p:nvPr/>
              </p:nvSpPr>
              <p:spPr>
                <a:xfrm flipH="1" flipV="1">
                  <a:off x="4123" y="1758"/>
                  <a:ext cx="326" cy="137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23577" name="Text Box 110"/>
                <p:cNvSpPr txBox="1"/>
                <p:nvPr/>
              </p:nvSpPr>
              <p:spPr>
                <a:xfrm>
                  <a:off x="3879" y="1480"/>
                  <a:ext cx="356" cy="3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3200" i="1" dirty="0">
                      <a:latin typeface="Book Antiqua" panose="02040602050305030304" charset="0"/>
                      <a:ea typeface="宋体" panose="02010600030101010101" pitchFamily="2" charset="-122"/>
                    </a:rPr>
                    <a:t>v</a:t>
                  </a:r>
                </a:p>
              </p:txBody>
            </p:sp>
          </p:grpSp>
        </p:grpSp>
        <p:sp>
          <p:nvSpPr>
            <p:cNvPr id="23578" name="文本框 106539"/>
            <p:cNvSpPr txBox="1"/>
            <p:nvPr/>
          </p:nvSpPr>
          <p:spPr>
            <a:xfrm>
              <a:off x="7351753" y="1240038"/>
              <a:ext cx="614357" cy="58589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63" grpId="0"/>
      <p:bldP spid="6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36198"/>
          <p:cNvSpPr txBox="1"/>
          <p:nvPr/>
        </p:nvSpPr>
        <p:spPr>
          <a:xfrm>
            <a:off x="296863" y="1235075"/>
            <a:ext cx="4357687" cy="2306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当原子从能量为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的定态跃迁到另一能量为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的定态时，就要发射或吸收一个频率为 </a:t>
            </a:r>
            <a:r>
              <a:rPr lang="el-GR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ν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的光子。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</a:t>
            </a:r>
          </a:p>
        </p:txBody>
      </p:sp>
      <p:sp>
        <p:nvSpPr>
          <p:cNvPr id="3" name="文本框 136203"/>
          <p:cNvSpPr txBox="1"/>
          <p:nvPr/>
        </p:nvSpPr>
        <p:spPr>
          <a:xfrm>
            <a:off x="722313" y="5229225"/>
            <a:ext cx="2743200" cy="6365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玻尔频率公式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96863" y="261938"/>
            <a:ext cx="2951163" cy="736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频率条件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</a:p>
        </p:txBody>
      </p:sp>
      <p:graphicFrame>
        <p:nvGraphicFramePr>
          <p:cNvPr id="5" name="Object 2"/>
          <p:cNvGraphicFramePr/>
          <p:nvPr/>
        </p:nvGraphicFramePr>
        <p:xfrm>
          <a:off x="938213" y="3924300"/>
          <a:ext cx="2309812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51865" imgH="419100" progId="Equation.3">
                  <p:embed/>
                </p:oleObj>
              </mc:Choice>
              <mc:Fallback>
                <p:oleObj r:id="rId2" imgW="951865" imgH="4191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8213" y="3924300"/>
                        <a:ext cx="2309812" cy="10763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106515"/>
          <p:cNvGrpSpPr/>
          <p:nvPr/>
        </p:nvGrpSpPr>
        <p:grpSpPr>
          <a:xfrm>
            <a:off x="4786313" y="4610100"/>
            <a:ext cx="3313112" cy="1785938"/>
            <a:chOff x="0" y="493"/>
            <a:chExt cx="20001" cy="22725"/>
          </a:xfrm>
        </p:grpSpPr>
        <p:sp>
          <p:nvSpPr>
            <p:cNvPr id="81" name="矩形 106516"/>
            <p:cNvSpPr>
              <a:spLocks noChangeArrowheads="1"/>
            </p:cNvSpPr>
            <p:nvPr/>
          </p:nvSpPr>
          <p:spPr bwMode="auto">
            <a:xfrm>
              <a:off x="8779" y="3725"/>
              <a:ext cx="4619" cy="51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2700" tIns="12700" rIns="12700" bIns="12700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</a:t>
              </a:r>
              <a:endPara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2" name="矩形 106517"/>
            <p:cNvSpPr>
              <a:spLocks noChangeArrowheads="1"/>
            </p:cNvSpPr>
            <p:nvPr/>
          </p:nvSpPr>
          <p:spPr bwMode="auto">
            <a:xfrm>
              <a:off x="13082" y="493"/>
              <a:ext cx="6766" cy="49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2700" tIns="12700" rIns="12700" bIns="12700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800" b="0" i="1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endPara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3" name="矩形 106518"/>
            <p:cNvSpPr>
              <a:spLocks noChangeArrowheads="1"/>
            </p:cNvSpPr>
            <p:nvPr/>
          </p:nvSpPr>
          <p:spPr bwMode="auto">
            <a:xfrm>
              <a:off x="13082" y="17764"/>
              <a:ext cx="6919" cy="49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2700" tIns="12700" rIns="12700" bIns="12700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800" b="0" i="1" u="none" strike="noStrike" kern="1200" cap="none" spc="0" normalizeH="0" baseline="-2500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</a:t>
              </a:r>
              <a:endPara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24585" name="组合 106519"/>
            <p:cNvGrpSpPr/>
            <p:nvPr/>
          </p:nvGrpSpPr>
          <p:grpSpPr>
            <a:xfrm>
              <a:off x="0" y="2665"/>
              <a:ext cx="16158" cy="20553"/>
              <a:chOff x="0" y="-6"/>
              <a:chExt cx="19997" cy="20553"/>
            </a:xfrm>
          </p:grpSpPr>
          <p:sp>
            <p:nvSpPr>
              <p:cNvPr id="85" name="直接连接符 106520"/>
              <p:cNvSpPr>
                <a:spLocks noChangeShapeType="1"/>
              </p:cNvSpPr>
              <p:nvPr/>
            </p:nvSpPr>
            <p:spPr bwMode="auto">
              <a:xfrm>
                <a:off x="0" y="24"/>
                <a:ext cx="15407" cy="0"/>
              </a:xfrm>
              <a:prstGeom prst="line">
                <a:avLst/>
              </a:prstGeom>
              <a:noFill/>
              <a:ln w="25400">
                <a:solidFill>
                  <a:srgbClr val="800080"/>
                </a:solidFill>
                <a:round/>
                <a:headEnd type="none" w="med" len="sm"/>
                <a:tailEnd type="none" w="med" len="sm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86" name="直接连接符 106521"/>
              <p:cNvSpPr>
                <a:spLocks noChangeShapeType="1"/>
              </p:cNvSpPr>
              <p:nvPr/>
            </p:nvSpPr>
            <p:spPr bwMode="auto">
              <a:xfrm>
                <a:off x="0" y="20527"/>
                <a:ext cx="15407" cy="20"/>
              </a:xfrm>
              <a:prstGeom prst="line">
                <a:avLst/>
              </a:prstGeom>
              <a:noFill/>
              <a:ln w="25400">
                <a:solidFill>
                  <a:srgbClr val="800080"/>
                </a:solidFill>
                <a:round/>
                <a:headEnd type="none" w="med" len="sm"/>
                <a:tailEnd type="none" w="med" len="sm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87" name="直接连接符 106522"/>
              <p:cNvSpPr>
                <a:spLocks noChangeShapeType="1"/>
              </p:cNvSpPr>
              <p:nvPr/>
            </p:nvSpPr>
            <p:spPr bwMode="auto">
              <a:xfrm>
                <a:off x="7816" y="4"/>
                <a:ext cx="12" cy="1991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triangle" w="med" len="sm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grpSp>
            <p:nvGrpSpPr>
              <p:cNvPr id="24589" name="组合 106523"/>
              <p:cNvGrpSpPr/>
              <p:nvPr/>
            </p:nvGrpSpPr>
            <p:grpSpPr>
              <a:xfrm>
                <a:off x="9157" y="8424"/>
                <a:ext cx="10840" cy="2566"/>
                <a:chOff x="3" y="10"/>
                <a:chExt cx="19989" cy="20004"/>
              </a:xfrm>
            </p:grpSpPr>
            <p:grpSp>
              <p:nvGrpSpPr>
                <p:cNvPr id="24590" name="组合 106524"/>
                <p:cNvGrpSpPr/>
                <p:nvPr/>
              </p:nvGrpSpPr>
              <p:grpSpPr>
                <a:xfrm>
                  <a:off x="3" y="10"/>
                  <a:ext cx="14785" cy="20004"/>
                  <a:chOff x="4" y="10"/>
                  <a:chExt cx="19989" cy="20004"/>
                </a:xfrm>
              </p:grpSpPr>
              <p:grpSp>
                <p:nvGrpSpPr>
                  <p:cNvPr id="24591" name="组合 106525"/>
                  <p:cNvGrpSpPr/>
                  <p:nvPr/>
                </p:nvGrpSpPr>
                <p:grpSpPr>
                  <a:xfrm>
                    <a:off x="4" y="10"/>
                    <a:ext cx="9906" cy="20004"/>
                    <a:chOff x="8" y="10"/>
                    <a:chExt cx="19999" cy="20004"/>
                  </a:xfrm>
                </p:grpSpPr>
                <p:sp>
                  <p:nvSpPr>
                    <p:cNvPr id="95" name="任意多边形 1065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" y="33"/>
                      <a:ext cx="9730" cy="10236"/>
                    </a:xfrm>
                    <a:custGeom>
                      <a:avLst/>
                      <a:gdLst>
                        <a:gd name="T0" fmla="*/ 47 w 20000"/>
                        <a:gd name="T1" fmla="*/ 4895 h 20000"/>
                        <a:gd name="T2" fmla="*/ 163 w 20000"/>
                        <a:gd name="T3" fmla="*/ 4487 h 20000"/>
                        <a:gd name="T4" fmla="*/ 232 w 20000"/>
                        <a:gd name="T5" fmla="*/ 4232 h 20000"/>
                        <a:gd name="T6" fmla="*/ 371 w 20000"/>
                        <a:gd name="T7" fmla="*/ 3926 h 20000"/>
                        <a:gd name="T8" fmla="*/ 464 w 20000"/>
                        <a:gd name="T9" fmla="*/ 3569 h 20000"/>
                        <a:gd name="T10" fmla="*/ 604 w 20000"/>
                        <a:gd name="T11" fmla="*/ 3263 h 20000"/>
                        <a:gd name="T12" fmla="*/ 697 w 20000"/>
                        <a:gd name="T13" fmla="*/ 2957 h 20000"/>
                        <a:gd name="T14" fmla="*/ 789 w 20000"/>
                        <a:gd name="T15" fmla="*/ 2703 h 20000"/>
                        <a:gd name="T16" fmla="*/ 883 w 20000"/>
                        <a:gd name="T17" fmla="*/ 2499 h 20000"/>
                        <a:gd name="T18" fmla="*/ 999 w 20000"/>
                        <a:gd name="T19" fmla="*/ 2244 h 20000"/>
                        <a:gd name="T20" fmla="*/ 1115 w 20000"/>
                        <a:gd name="T21" fmla="*/ 1989 h 20000"/>
                        <a:gd name="T22" fmla="*/ 1207 w 20000"/>
                        <a:gd name="T23" fmla="*/ 1734 h 20000"/>
                        <a:gd name="T24" fmla="*/ 1277 w 20000"/>
                        <a:gd name="T25" fmla="*/ 1479 h 20000"/>
                        <a:gd name="T26" fmla="*/ 1370 w 20000"/>
                        <a:gd name="T27" fmla="*/ 1224 h 20000"/>
                        <a:gd name="T28" fmla="*/ 1533 w 20000"/>
                        <a:gd name="T29" fmla="*/ 1020 h 20000"/>
                        <a:gd name="T30" fmla="*/ 1625 w 20000"/>
                        <a:gd name="T31" fmla="*/ 867 h 20000"/>
                        <a:gd name="T32" fmla="*/ 1719 w 20000"/>
                        <a:gd name="T33" fmla="*/ 663 h 20000"/>
                        <a:gd name="T34" fmla="*/ 1811 w 20000"/>
                        <a:gd name="T35" fmla="*/ 510 h 20000"/>
                        <a:gd name="T36" fmla="*/ 1927 w 20000"/>
                        <a:gd name="T37" fmla="*/ 357 h 20000"/>
                        <a:gd name="T38" fmla="*/ 2020 w 20000"/>
                        <a:gd name="T39" fmla="*/ 204 h 20000"/>
                        <a:gd name="T40" fmla="*/ 2113 w 20000"/>
                        <a:gd name="T41" fmla="*/ 153 h 20000"/>
                        <a:gd name="T42" fmla="*/ 2229 w 20000"/>
                        <a:gd name="T43" fmla="*/ 102 h 20000"/>
                        <a:gd name="T44" fmla="*/ 2322 w 20000"/>
                        <a:gd name="T45" fmla="*/ 102 h 20000"/>
                        <a:gd name="T46" fmla="*/ 2438 w 20000"/>
                        <a:gd name="T47" fmla="*/ 0 h 20000"/>
                        <a:gd name="T48" fmla="*/ 2531 w 20000"/>
                        <a:gd name="T49" fmla="*/ 0 h 20000"/>
                        <a:gd name="T50" fmla="*/ 2624 w 20000"/>
                        <a:gd name="T51" fmla="*/ 102 h 20000"/>
                        <a:gd name="T52" fmla="*/ 2740 w 20000"/>
                        <a:gd name="T53" fmla="*/ 153 h 20000"/>
                        <a:gd name="T54" fmla="*/ 2856 w 20000"/>
                        <a:gd name="T55" fmla="*/ 204 h 20000"/>
                        <a:gd name="T56" fmla="*/ 2926 w 20000"/>
                        <a:gd name="T57" fmla="*/ 510 h 20000"/>
                        <a:gd name="T58" fmla="*/ 3042 w 20000"/>
                        <a:gd name="T59" fmla="*/ 561 h 20000"/>
                        <a:gd name="T60" fmla="*/ 3181 w 20000"/>
                        <a:gd name="T61" fmla="*/ 867 h 20000"/>
                        <a:gd name="T62" fmla="*/ 3251 w 20000"/>
                        <a:gd name="T63" fmla="*/ 1020 h 20000"/>
                        <a:gd name="T64" fmla="*/ 3390 w 20000"/>
                        <a:gd name="T65" fmla="*/ 1326 h 20000"/>
                        <a:gd name="T66" fmla="*/ 3507 w 20000"/>
                        <a:gd name="T67" fmla="*/ 1580 h 20000"/>
                        <a:gd name="T68" fmla="*/ 3599 w 20000"/>
                        <a:gd name="T69" fmla="*/ 1886 h 20000"/>
                        <a:gd name="T70" fmla="*/ 3716 w 20000"/>
                        <a:gd name="T71" fmla="*/ 2193 h 20000"/>
                        <a:gd name="T72" fmla="*/ 3832 w 20000"/>
                        <a:gd name="T73" fmla="*/ 2499 h 20000"/>
                        <a:gd name="T74" fmla="*/ 3925 w 20000"/>
                        <a:gd name="T75" fmla="*/ 2703 h 20000"/>
                        <a:gd name="T76" fmla="*/ 3994 w 20000"/>
                        <a:gd name="T77" fmla="*/ 3059 h 20000"/>
                        <a:gd name="T78" fmla="*/ 4087 w 20000"/>
                        <a:gd name="T79" fmla="*/ 3263 h 20000"/>
                        <a:gd name="T80" fmla="*/ 4180 w 20000"/>
                        <a:gd name="T81" fmla="*/ 3620 h 20000"/>
                        <a:gd name="T82" fmla="*/ 4273 w 20000"/>
                        <a:gd name="T83" fmla="*/ 3926 h 20000"/>
                        <a:gd name="T84" fmla="*/ 4366 w 20000"/>
                        <a:gd name="T85" fmla="*/ 4130 h 20000"/>
                        <a:gd name="T86" fmla="*/ 4459 w 20000"/>
                        <a:gd name="T87" fmla="*/ 4436 h 20000"/>
                        <a:gd name="T88" fmla="*/ 4528 w 20000"/>
                        <a:gd name="T89" fmla="*/ 4640 h 20000"/>
                        <a:gd name="T90" fmla="*/ 4598 w 20000"/>
                        <a:gd name="T91" fmla="*/ 4895 h 20000"/>
                        <a:gd name="T92" fmla="*/ 4644 w 20000"/>
                        <a:gd name="T93" fmla="*/ 5048 h 20000"/>
                        <a:gd name="T94" fmla="*/ 4691 w 20000"/>
                        <a:gd name="T95" fmla="*/ 5201 h 20000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w 20000"/>
                        <a:gd name="T145" fmla="*/ 0 h 20000"/>
                        <a:gd name="T146" fmla="*/ 20000 w 20000"/>
                        <a:gd name="T147" fmla="*/ 20000 h 20000"/>
                      </a:gdLst>
                      <a:ahLst/>
                      <a:cxnLst>
                        <a:cxn ang="T96">
                          <a:pos x="T0" y="T1"/>
                        </a:cxn>
                        <a:cxn ang="T97">
                          <a:pos x="T2" y="T3"/>
                        </a:cxn>
                        <a:cxn ang="T98">
                          <a:pos x="T4" y="T5"/>
                        </a:cxn>
                        <a:cxn ang="T99">
                          <a:pos x="T6" y="T7"/>
                        </a:cxn>
                        <a:cxn ang="T100">
                          <a:pos x="T8" y="T9"/>
                        </a:cxn>
                        <a:cxn ang="T101">
                          <a:pos x="T10" y="T11"/>
                        </a:cxn>
                        <a:cxn ang="T102">
                          <a:pos x="T12" y="T13"/>
                        </a:cxn>
                        <a:cxn ang="T103">
                          <a:pos x="T14" y="T15"/>
                        </a:cxn>
                        <a:cxn ang="T104">
                          <a:pos x="T16" y="T17"/>
                        </a:cxn>
                        <a:cxn ang="T105">
                          <a:pos x="T18" y="T19"/>
                        </a:cxn>
                        <a:cxn ang="T106">
                          <a:pos x="T20" y="T21"/>
                        </a:cxn>
                        <a:cxn ang="T107">
                          <a:pos x="T22" y="T23"/>
                        </a:cxn>
                        <a:cxn ang="T108">
                          <a:pos x="T24" y="T25"/>
                        </a:cxn>
                        <a:cxn ang="T109">
                          <a:pos x="T26" y="T27"/>
                        </a:cxn>
                        <a:cxn ang="T110">
                          <a:pos x="T28" y="T29"/>
                        </a:cxn>
                        <a:cxn ang="T111">
                          <a:pos x="T30" y="T31"/>
                        </a:cxn>
                        <a:cxn ang="T112">
                          <a:pos x="T32" y="T33"/>
                        </a:cxn>
                        <a:cxn ang="T113">
                          <a:pos x="T34" y="T35"/>
                        </a:cxn>
                        <a:cxn ang="T114">
                          <a:pos x="T36" y="T37"/>
                        </a:cxn>
                        <a:cxn ang="T115">
                          <a:pos x="T38" y="T39"/>
                        </a:cxn>
                        <a:cxn ang="T116">
                          <a:pos x="T40" y="T41"/>
                        </a:cxn>
                        <a:cxn ang="T117">
                          <a:pos x="T42" y="T43"/>
                        </a:cxn>
                        <a:cxn ang="T118">
                          <a:pos x="T44" y="T45"/>
                        </a:cxn>
                        <a:cxn ang="T119">
                          <a:pos x="T46" y="T47"/>
                        </a:cxn>
                        <a:cxn ang="T120">
                          <a:pos x="T48" y="T49"/>
                        </a:cxn>
                        <a:cxn ang="T121">
                          <a:pos x="T50" y="T51"/>
                        </a:cxn>
                        <a:cxn ang="T122">
                          <a:pos x="T52" y="T53"/>
                        </a:cxn>
                        <a:cxn ang="T123">
                          <a:pos x="T54" y="T55"/>
                        </a:cxn>
                        <a:cxn ang="T124">
                          <a:pos x="T56" y="T57"/>
                        </a:cxn>
                        <a:cxn ang="T125">
                          <a:pos x="T58" y="T59"/>
                        </a:cxn>
                        <a:cxn ang="T126">
                          <a:pos x="T60" y="T61"/>
                        </a:cxn>
                        <a:cxn ang="T127">
                          <a:pos x="T62" y="T63"/>
                        </a:cxn>
                        <a:cxn ang="T128">
                          <a:pos x="T64" y="T65"/>
                        </a:cxn>
                        <a:cxn ang="T129">
                          <a:pos x="T66" y="T67"/>
                        </a:cxn>
                        <a:cxn ang="T130">
                          <a:pos x="T68" y="T69"/>
                        </a:cxn>
                        <a:cxn ang="T131">
                          <a:pos x="T70" y="T71"/>
                        </a:cxn>
                        <a:cxn ang="T132">
                          <a:pos x="T72" y="T73"/>
                        </a:cxn>
                        <a:cxn ang="T133">
                          <a:pos x="T74" y="T75"/>
                        </a:cxn>
                        <a:cxn ang="T134">
                          <a:pos x="T76" y="T77"/>
                        </a:cxn>
                        <a:cxn ang="T135">
                          <a:pos x="T78" y="T79"/>
                        </a:cxn>
                        <a:cxn ang="T136">
                          <a:pos x="T80" y="T81"/>
                        </a:cxn>
                        <a:cxn ang="T137">
                          <a:pos x="T82" y="T83"/>
                        </a:cxn>
                        <a:cxn ang="T138">
                          <a:pos x="T84" y="T85"/>
                        </a:cxn>
                        <a:cxn ang="T139">
                          <a:pos x="T86" y="T87"/>
                        </a:cxn>
                        <a:cxn ang="T140">
                          <a:pos x="T88" y="T89"/>
                        </a:cxn>
                        <a:cxn ang="T141">
                          <a:pos x="T90" y="T91"/>
                        </a:cxn>
                        <a:cxn ang="T142">
                          <a:pos x="T92" y="T93"/>
                        </a:cxn>
                        <a:cxn ang="T143">
                          <a:pos x="T94" y="T95"/>
                        </a:cxn>
                      </a:cxnLst>
                      <a:rect l="T144" t="T145" r="T146" b="T147"/>
                      <a:pathLst>
                        <a:path w="20000" h="20000">
                          <a:moveTo>
                            <a:pt x="0" y="19223"/>
                          </a:moveTo>
                          <a:lnTo>
                            <a:pt x="197" y="18641"/>
                          </a:lnTo>
                          <a:lnTo>
                            <a:pt x="493" y="17670"/>
                          </a:lnTo>
                          <a:lnTo>
                            <a:pt x="690" y="17087"/>
                          </a:lnTo>
                          <a:lnTo>
                            <a:pt x="887" y="16699"/>
                          </a:lnTo>
                          <a:lnTo>
                            <a:pt x="985" y="16117"/>
                          </a:lnTo>
                          <a:lnTo>
                            <a:pt x="1281" y="15146"/>
                          </a:lnTo>
                          <a:lnTo>
                            <a:pt x="1576" y="14951"/>
                          </a:lnTo>
                          <a:lnTo>
                            <a:pt x="1675" y="14369"/>
                          </a:lnTo>
                          <a:lnTo>
                            <a:pt x="1970" y="13592"/>
                          </a:lnTo>
                          <a:lnTo>
                            <a:pt x="2167" y="13010"/>
                          </a:lnTo>
                          <a:lnTo>
                            <a:pt x="2562" y="12427"/>
                          </a:lnTo>
                          <a:lnTo>
                            <a:pt x="2660" y="12039"/>
                          </a:lnTo>
                          <a:lnTo>
                            <a:pt x="2956" y="11262"/>
                          </a:lnTo>
                          <a:lnTo>
                            <a:pt x="3054" y="10680"/>
                          </a:lnTo>
                          <a:lnTo>
                            <a:pt x="3350" y="10291"/>
                          </a:lnTo>
                          <a:lnTo>
                            <a:pt x="3547" y="10097"/>
                          </a:lnTo>
                          <a:lnTo>
                            <a:pt x="3744" y="9515"/>
                          </a:lnTo>
                          <a:lnTo>
                            <a:pt x="4039" y="8932"/>
                          </a:lnTo>
                          <a:lnTo>
                            <a:pt x="4236" y="8544"/>
                          </a:lnTo>
                          <a:lnTo>
                            <a:pt x="4433" y="7961"/>
                          </a:lnTo>
                          <a:lnTo>
                            <a:pt x="4729" y="7573"/>
                          </a:lnTo>
                          <a:lnTo>
                            <a:pt x="4828" y="6990"/>
                          </a:lnTo>
                          <a:lnTo>
                            <a:pt x="5123" y="6602"/>
                          </a:lnTo>
                          <a:lnTo>
                            <a:pt x="5320" y="6019"/>
                          </a:lnTo>
                          <a:lnTo>
                            <a:pt x="5419" y="5631"/>
                          </a:lnTo>
                          <a:lnTo>
                            <a:pt x="5813" y="5243"/>
                          </a:lnTo>
                          <a:lnTo>
                            <a:pt x="5813" y="4660"/>
                          </a:lnTo>
                          <a:lnTo>
                            <a:pt x="6305" y="4078"/>
                          </a:lnTo>
                          <a:lnTo>
                            <a:pt x="6502" y="3883"/>
                          </a:lnTo>
                          <a:lnTo>
                            <a:pt x="6601" y="3301"/>
                          </a:lnTo>
                          <a:lnTo>
                            <a:pt x="6897" y="3301"/>
                          </a:lnTo>
                          <a:lnTo>
                            <a:pt x="7192" y="2718"/>
                          </a:lnTo>
                          <a:lnTo>
                            <a:pt x="7291" y="2524"/>
                          </a:lnTo>
                          <a:lnTo>
                            <a:pt x="7586" y="2136"/>
                          </a:lnTo>
                          <a:lnTo>
                            <a:pt x="7685" y="1942"/>
                          </a:lnTo>
                          <a:lnTo>
                            <a:pt x="7980" y="1942"/>
                          </a:lnTo>
                          <a:lnTo>
                            <a:pt x="8177" y="1359"/>
                          </a:lnTo>
                          <a:lnTo>
                            <a:pt x="8374" y="1359"/>
                          </a:lnTo>
                          <a:lnTo>
                            <a:pt x="8571" y="777"/>
                          </a:lnTo>
                          <a:lnTo>
                            <a:pt x="8768" y="777"/>
                          </a:lnTo>
                          <a:lnTo>
                            <a:pt x="8966" y="583"/>
                          </a:lnTo>
                          <a:lnTo>
                            <a:pt x="9163" y="583"/>
                          </a:lnTo>
                          <a:lnTo>
                            <a:pt x="9458" y="388"/>
                          </a:lnTo>
                          <a:lnTo>
                            <a:pt x="9557" y="388"/>
                          </a:lnTo>
                          <a:lnTo>
                            <a:pt x="9852" y="388"/>
                          </a:lnTo>
                          <a:lnTo>
                            <a:pt x="10148" y="0"/>
                          </a:lnTo>
                          <a:lnTo>
                            <a:pt x="10345" y="0"/>
                          </a:lnTo>
                          <a:lnTo>
                            <a:pt x="10640" y="0"/>
                          </a:lnTo>
                          <a:lnTo>
                            <a:pt x="10739" y="0"/>
                          </a:lnTo>
                          <a:lnTo>
                            <a:pt x="10936" y="388"/>
                          </a:lnTo>
                          <a:lnTo>
                            <a:pt x="11133" y="388"/>
                          </a:lnTo>
                          <a:lnTo>
                            <a:pt x="11429" y="583"/>
                          </a:lnTo>
                          <a:lnTo>
                            <a:pt x="11626" y="583"/>
                          </a:lnTo>
                          <a:lnTo>
                            <a:pt x="11823" y="777"/>
                          </a:lnTo>
                          <a:lnTo>
                            <a:pt x="12118" y="777"/>
                          </a:lnTo>
                          <a:lnTo>
                            <a:pt x="12217" y="1359"/>
                          </a:lnTo>
                          <a:lnTo>
                            <a:pt x="12414" y="1942"/>
                          </a:lnTo>
                          <a:lnTo>
                            <a:pt x="12808" y="1942"/>
                          </a:lnTo>
                          <a:lnTo>
                            <a:pt x="12906" y="2136"/>
                          </a:lnTo>
                          <a:lnTo>
                            <a:pt x="13202" y="2718"/>
                          </a:lnTo>
                          <a:lnTo>
                            <a:pt x="13498" y="3301"/>
                          </a:lnTo>
                          <a:lnTo>
                            <a:pt x="13596" y="3883"/>
                          </a:lnTo>
                          <a:lnTo>
                            <a:pt x="13793" y="3883"/>
                          </a:lnTo>
                          <a:lnTo>
                            <a:pt x="14187" y="4466"/>
                          </a:lnTo>
                          <a:lnTo>
                            <a:pt x="14384" y="5049"/>
                          </a:lnTo>
                          <a:lnTo>
                            <a:pt x="14581" y="5631"/>
                          </a:lnTo>
                          <a:lnTo>
                            <a:pt x="14877" y="6019"/>
                          </a:lnTo>
                          <a:lnTo>
                            <a:pt x="15074" y="6602"/>
                          </a:lnTo>
                          <a:lnTo>
                            <a:pt x="15271" y="7184"/>
                          </a:lnTo>
                          <a:lnTo>
                            <a:pt x="15468" y="7767"/>
                          </a:lnTo>
                          <a:lnTo>
                            <a:pt x="15764" y="8350"/>
                          </a:lnTo>
                          <a:lnTo>
                            <a:pt x="15961" y="8932"/>
                          </a:lnTo>
                          <a:lnTo>
                            <a:pt x="16256" y="9515"/>
                          </a:lnTo>
                          <a:lnTo>
                            <a:pt x="16355" y="10097"/>
                          </a:lnTo>
                          <a:lnTo>
                            <a:pt x="16650" y="10291"/>
                          </a:lnTo>
                          <a:lnTo>
                            <a:pt x="16749" y="10680"/>
                          </a:lnTo>
                          <a:lnTo>
                            <a:pt x="16946" y="11650"/>
                          </a:lnTo>
                          <a:lnTo>
                            <a:pt x="17143" y="12039"/>
                          </a:lnTo>
                          <a:lnTo>
                            <a:pt x="17340" y="12427"/>
                          </a:lnTo>
                          <a:lnTo>
                            <a:pt x="17635" y="13204"/>
                          </a:lnTo>
                          <a:lnTo>
                            <a:pt x="17734" y="13786"/>
                          </a:lnTo>
                          <a:lnTo>
                            <a:pt x="17931" y="14369"/>
                          </a:lnTo>
                          <a:lnTo>
                            <a:pt x="18128" y="14951"/>
                          </a:lnTo>
                          <a:lnTo>
                            <a:pt x="18424" y="15146"/>
                          </a:lnTo>
                          <a:lnTo>
                            <a:pt x="18522" y="15728"/>
                          </a:lnTo>
                          <a:lnTo>
                            <a:pt x="18818" y="16311"/>
                          </a:lnTo>
                          <a:lnTo>
                            <a:pt x="18916" y="16893"/>
                          </a:lnTo>
                          <a:lnTo>
                            <a:pt x="19113" y="17087"/>
                          </a:lnTo>
                          <a:lnTo>
                            <a:pt x="19212" y="17670"/>
                          </a:lnTo>
                          <a:lnTo>
                            <a:pt x="19310" y="18058"/>
                          </a:lnTo>
                          <a:lnTo>
                            <a:pt x="19507" y="18641"/>
                          </a:lnTo>
                          <a:lnTo>
                            <a:pt x="19606" y="18835"/>
                          </a:lnTo>
                          <a:lnTo>
                            <a:pt x="19704" y="19223"/>
                          </a:lnTo>
                          <a:lnTo>
                            <a:pt x="19901" y="19612"/>
                          </a:lnTo>
                          <a:lnTo>
                            <a:pt x="19901" y="19806"/>
                          </a:lnTo>
                        </a:path>
                      </a:pathLst>
                    </a:custGeom>
                    <a:noFill/>
                    <a:ln w="28575">
                      <a:solidFill>
                        <a:srgbClr val="FF0000"/>
                      </a:solidFill>
                      <a:round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" name="任意多边形 1065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76" y="10112"/>
                      <a:ext cx="10327" cy="9921"/>
                    </a:xfrm>
                    <a:custGeom>
                      <a:avLst/>
                      <a:gdLst>
                        <a:gd name="T0" fmla="*/ 50 w 20000"/>
                        <a:gd name="T1" fmla="*/ 198 h 20000"/>
                        <a:gd name="T2" fmla="*/ 148 w 20000"/>
                        <a:gd name="T3" fmla="*/ 495 h 20000"/>
                        <a:gd name="T4" fmla="*/ 248 w 20000"/>
                        <a:gd name="T5" fmla="*/ 792 h 20000"/>
                        <a:gd name="T6" fmla="*/ 371 w 20000"/>
                        <a:gd name="T7" fmla="*/ 1040 h 20000"/>
                        <a:gd name="T8" fmla="*/ 470 w 20000"/>
                        <a:gd name="T9" fmla="*/ 1387 h 20000"/>
                        <a:gd name="T10" fmla="*/ 569 w 20000"/>
                        <a:gd name="T11" fmla="*/ 1783 h 20000"/>
                        <a:gd name="T12" fmla="*/ 717 w 20000"/>
                        <a:gd name="T13" fmla="*/ 2031 h 20000"/>
                        <a:gd name="T14" fmla="*/ 791 w 20000"/>
                        <a:gd name="T15" fmla="*/ 2328 h 20000"/>
                        <a:gd name="T16" fmla="*/ 915 w 20000"/>
                        <a:gd name="T17" fmla="*/ 2526 h 20000"/>
                        <a:gd name="T18" fmla="*/ 1014 w 20000"/>
                        <a:gd name="T19" fmla="*/ 2823 h 20000"/>
                        <a:gd name="T20" fmla="*/ 1113 w 20000"/>
                        <a:gd name="T21" fmla="*/ 3021 h 20000"/>
                        <a:gd name="T22" fmla="*/ 1211 w 20000"/>
                        <a:gd name="T23" fmla="*/ 3319 h 20000"/>
                        <a:gd name="T24" fmla="*/ 1335 w 20000"/>
                        <a:gd name="T25" fmla="*/ 3517 h 20000"/>
                        <a:gd name="T26" fmla="*/ 1434 w 20000"/>
                        <a:gd name="T27" fmla="*/ 3715 h 20000"/>
                        <a:gd name="T28" fmla="*/ 1533 w 20000"/>
                        <a:gd name="T29" fmla="*/ 3962 h 20000"/>
                        <a:gd name="T30" fmla="*/ 1681 w 20000"/>
                        <a:gd name="T31" fmla="*/ 4111 h 20000"/>
                        <a:gd name="T32" fmla="*/ 1780 w 20000"/>
                        <a:gd name="T33" fmla="*/ 4359 h 20000"/>
                        <a:gd name="T34" fmla="*/ 1879 w 20000"/>
                        <a:gd name="T35" fmla="*/ 4458 h 20000"/>
                        <a:gd name="T36" fmla="*/ 1978 w 20000"/>
                        <a:gd name="T37" fmla="*/ 4606 h 20000"/>
                        <a:gd name="T38" fmla="*/ 2126 w 20000"/>
                        <a:gd name="T39" fmla="*/ 4755 h 20000"/>
                        <a:gd name="T40" fmla="*/ 2201 w 20000"/>
                        <a:gd name="T41" fmla="*/ 4854 h 20000"/>
                        <a:gd name="T42" fmla="*/ 2300 w 20000"/>
                        <a:gd name="T43" fmla="*/ 4903 h 20000"/>
                        <a:gd name="T44" fmla="*/ 2398 w 20000"/>
                        <a:gd name="T45" fmla="*/ 4903 h 20000"/>
                        <a:gd name="T46" fmla="*/ 2522 w 20000"/>
                        <a:gd name="T47" fmla="*/ 4903 h 20000"/>
                        <a:gd name="T48" fmla="*/ 2645 w 20000"/>
                        <a:gd name="T49" fmla="*/ 4903 h 20000"/>
                        <a:gd name="T50" fmla="*/ 2769 w 20000"/>
                        <a:gd name="T51" fmla="*/ 4903 h 20000"/>
                        <a:gd name="T52" fmla="*/ 2868 w 20000"/>
                        <a:gd name="T53" fmla="*/ 4854 h 20000"/>
                        <a:gd name="T54" fmla="*/ 3016 w 20000"/>
                        <a:gd name="T55" fmla="*/ 4804 h 20000"/>
                        <a:gd name="T56" fmla="*/ 3165 w 20000"/>
                        <a:gd name="T57" fmla="*/ 4656 h 20000"/>
                        <a:gd name="T58" fmla="*/ 3239 w 20000"/>
                        <a:gd name="T59" fmla="*/ 4458 h 20000"/>
                        <a:gd name="T60" fmla="*/ 3387 w 20000"/>
                        <a:gd name="T61" fmla="*/ 4210 h 20000"/>
                        <a:gd name="T62" fmla="*/ 3536 w 20000"/>
                        <a:gd name="T63" fmla="*/ 4111 h 20000"/>
                        <a:gd name="T64" fmla="*/ 3660 w 20000"/>
                        <a:gd name="T65" fmla="*/ 3814 h 20000"/>
                        <a:gd name="T66" fmla="*/ 3807 w 20000"/>
                        <a:gd name="T67" fmla="*/ 3517 h 20000"/>
                        <a:gd name="T68" fmla="*/ 3956 w 20000"/>
                        <a:gd name="T69" fmla="*/ 3319 h 20000"/>
                        <a:gd name="T70" fmla="*/ 4080 w 20000"/>
                        <a:gd name="T71" fmla="*/ 3021 h 20000"/>
                        <a:gd name="T72" fmla="*/ 4203 w 20000"/>
                        <a:gd name="T73" fmla="*/ 2675 h 20000"/>
                        <a:gd name="T74" fmla="*/ 4327 w 20000"/>
                        <a:gd name="T75" fmla="*/ 2526 h 20000"/>
                        <a:gd name="T76" fmla="*/ 4426 w 20000"/>
                        <a:gd name="T77" fmla="*/ 2278 h 20000"/>
                        <a:gd name="T78" fmla="*/ 4549 w 20000"/>
                        <a:gd name="T79" fmla="*/ 2031 h 20000"/>
                        <a:gd name="T80" fmla="*/ 4648 w 20000"/>
                        <a:gd name="T81" fmla="*/ 1783 h 20000"/>
                        <a:gd name="T82" fmla="*/ 4772 w 20000"/>
                        <a:gd name="T83" fmla="*/ 1486 h 20000"/>
                        <a:gd name="T84" fmla="*/ 4896 w 20000"/>
                        <a:gd name="T85" fmla="*/ 1189 h 20000"/>
                        <a:gd name="T86" fmla="*/ 5019 w 20000"/>
                        <a:gd name="T87" fmla="*/ 991 h 20000"/>
                        <a:gd name="T88" fmla="*/ 5118 w 20000"/>
                        <a:gd name="T89" fmla="*/ 792 h 20000"/>
                        <a:gd name="T90" fmla="*/ 5168 w 20000"/>
                        <a:gd name="T91" fmla="*/ 545 h 20000"/>
                        <a:gd name="T92" fmla="*/ 5242 w 20000"/>
                        <a:gd name="T93" fmla="*/ 495 h 20000"/>
                        <a:gd name="T94" fmla="*/ 5291 w 20000"/>
                        <a:gd name="T95" fmla="*/ 198 h 20000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w 20000"/>
                        <a:gd name="T145" fmla="*/ 0 h 20000"/>
                        <a:gd name="T146" fmla="*/ 20000 w 20000"/>
                        <a:gd name="T147" fmla="*/ 20000 h 20000"/>
                      </a:gdLst>
                      <a:ahLst/>
                      <a:cxnLst>
                        <a:cxn ang="T96">
                          <a:pos x="T0" y="T1"/>
                        </a:cxn>
                        <a:cxn ang="T97">
                          <a:pos x="T2" y="T3"/>
                        </a:cxn>
                        <a:cxn ang="T98">
                          <a:pos x="T4" y="T5"/>
                        </a:cxn>
                        <a:cxn ang="T99">
                          <a:pos x="T6" y="T7"/>
                        </a:cxn>
                        <a:cxn ang="T100">
                          <a:pos x="T8" y="T9"/>
                        </a:cxn>
                        <a:cxn ang="T101">
                          <a:pos x="T10" y="T11"/>
                        </a:cxn>
                        <a:cxn ang="T102">
                          <a:pos x="T12" y="T13"/>
                        </a:cxn>
                        <a:cxn ang="T103">
                          <a:pos x="T14" y="T15"/>
                        </a:cxn>
                        <a:cxn ang="T104">
                          <a:pos x="T16" y="T17"/>
                        </a:cxn>
                        <a:cxn ang="T105">
                          <a:pos x="T18" y="T19"/>
                        </a:cxn>
                        <a:cxn ang="T106">
                          <a:pos x="T20" y="T21"/>
                        </a:cxn>
                        <a:cxn ang="T107">
                          <a:pos x="T22" y="T23"/>
                        </a:cxn>
                        <a:cxn ang="T108">
                          <a:pos x="T24" y="T25"/>
                        </a:cxn>
                        <a:cxn ang="T109">
                          <a:pos x="T26" y="T27"/>
                        </a:cxn>
                        <a:cxn ang="T110">
                          <a:pos x="T28" y="T29"/>
                        </a:cxn>
                        <a:cxn ang="T111">
                          <a:pos x="T30" y="T31"/>
                        </a:cxn>
                        <a:cxn ang="T112">
                          <a:pos x="T32" y="T33"/>
                        </a:cxn>
                        <a:cxn ang="T113">
                          <a:pos x="T34" y="T35"/>
                        </a:cxn>
                        <a:cxn ang="T114">
                          <a:pos x="T36" y="T37"/>
                        </a:cxn>
                        <a:cxn ang="T115">
                          <a:pos x="T38" y="T39"/>
                        </a:cxn>
                        <a:cxn ang="T116">
                          <a:pos x="T40" y="T41"/>
                        </a:cxn>
                        <a:cxn ang="T117">
                          <a:pos x="T42" y="T43"/>
                        </a:cxn>
                        <a:cxn ang="T118">
                          <a:pos x="T44" y="T45"/>
                        </a:cxn>
                        <a:cxn ang="T119">
                          <a:pos x="T46" y="T47"/>
                        </a:cxn>
                        <a:cxn ang="T120">
                          <a:pos x="T48" y="T49"/>
                        </a:cxn>
                        <a:cxn ang="T121">
                          <a:pos x="T50" y="T51"/>
                        </a:cxn>
                        <a:cxn ang="T122">
                          <a:pos x="T52" y="T53"/>
                        </a:cxn>
                        <a:cxn ang="T123">
                          <a:pos x="T54" y="T55"/>
                        </a:cxn>
                        <a:cxn ang="T124">
                          <a:pos x="T56" y="T57"/>
                        </a:cxn>
                        <a:cxn ang="T125">
                          <a:pos x="T58" y="T59"/>
                        </a:cxn>
                        <a:cxn ang="T126">
                          <a:pos x="T60" y="T61"/>
                        </a:cxn>
                        <a:cxn ang="T127">
                          <a:pos x="T62" y="T63"/>
                        </a:cxn>
                        <a:cxn ang="T128">
                          <a:pos x="T64" y="T65"/>
                        </a:cxn>
                        <a:cxn ang="T129">
                          <a:pos x="T66" y="T67"/>
                        </a:cxn>
                        <a:cxn ang="T130">
                          <a:pos x="T68" y="T69"/>
                        </a:cxn>
                        <a:cxn ang="T131">
                          <a:pos x="T70" y="T71"/>
                        </a:cxn>
                        <a:cxn ang="T132">
                          <a:pos x="T72" y="T73"/>
                        </a:cxn>
                        <a:cxn ang="T133">
                          <a:pos x="T74" y="T75"/>
                        </a:cxn>
                        <a:cxn ang="T134">
                          <a:pos x="T76" y="T77"/>
                        </a:cxn>
                        <a:cxn ang="T135">
                          <a:pos x="T78" y="T79"/>
                        </a:cxn>
                        <a:cxn ang="T136">
                          <a:pos x="T80" y="T81"/>
                        </a:cxn>
                        <a:cxn ang="T137">
                          <a:pos x="T82" y="T83"/>
                        </a:cxn>
                        <a:cxn ang="T138">
                          <a:pos x="T84" y="T85"/>
                        </a:cxn>
                        <a:cxn ang="T139">
                          <a:pos x="T86" y="T87"/>
                        </a:cxn>
                        <a:cxn ang="T140">
                          <a:pos x="T88" y="T89"/>
                        </a:cxn>
                        <a:cxn ang="T141">
                          <a:pos x="T90" y="T91"/>
                        </a:cxn>
                        <a:cxn ang="T142">
                          <a:pos x="T92" y="T93"/>
                        </a:cxn>
                        <a:cxn ang="T143">
                          <a:pos x="T94" y="T95"/>
                        </a:cxn>
                      </a:cxnLst>
                      <a:rect l="T144" t="T145" r="T146" b="T147"/>
                      <a:pathLst>
                        <a:path w="20000" h="20000">
                          <a:moveTo>
                            <a:pt x="0" y="0"/>
                          </a:moveTo>
                          <a:lnTo>
                            <a:pt x="185" y="800"/>
                          </a:lnTo>
                          <a:lnTo>
                            <a:pt x="370" y="1400"/>
                          </a:lnTo>
                          <a:lnTo>
                            <a:pt x="556" y="2000"/>
                          </a:lnTo>
                          <a:lnTo>
                            <a:pt x="833" y="2600"/>
                          </a:lnTo>
                          <a:lnTo>
                            <a:pt x="926" y="3200"/>
                          </a:lnTo>
                          <a:lnTo>
                            <a:pt x="1204" y="4000"/>
                          </a:lnTo>
                          <a:lnTo>
                            <a:pt x="1389" y="4200"/>
                          </a:lnTo>
                          <a:lnTo>
                            <a:pt x="1481" y="5200"/>
                          </a:lnTo>
                          <a:lnTo>
                            <a:pt x="1759" y="5600"/>
                          </a:lnTo>
                          <a:lnTo>
                            <a:pt x="2130" y="6200"/>
                          </a:lnTo>
                          <a:lnTo>
                            <a:pt x="2130" y="7200"/>
                          </a:lnTo>
                          <a:lnTo>
                            <a:pt x="2500" y="7800"/>
                          </a:lnTo>
                          <a:lnTo>
                            <a:pt x="2685" y="8200"/>
                          </a:lnTo>
                          <a:lnTo>
                            <a:pt x="2778" y="8800"/>
                          </a:lnTo>
                          <a:lnTo>
                            <a:pt x="2963" y="9400"/>
                          </a:lnTo>
                          <a:lnTo>
                            <a:pt x="3148" y="10000"/>
                          </a:lnTo>
                          <a:lnTo>
                            <a:pt x="3426" y="10200"/>
                          </a:lnTo>
                          <a:lnTo>
                            <a:pt x="3519" y="10800"/>
                          </a:lnTo>
                          <a:lnTo>
                            <a:pt x="3796" y="11400"/>
                          </a:lnTo>
                          <a:lnTo>
                            <a:pt x="4074" y="11800"/>
                          </a:lnTo>
                          <a:lnTo>
                            <a:pt x="4167" y="12200"/>
                          </a:lnTo>
                          <a:lnTo>
                            <a:pt x="4352" y="12800"/>
                          </a:lnTo>
                          <a:lnTo>
                            <a:pt x="4537" y="13400"/>
                          </a:lnTo>
                          <a:lnTo>
                            <a:pt x="4722" y="13600"/>
                          </a:lnTo>
                          <a:lnTo>
                            <a:pt x="5000" y="14200"/>
                          </a:lnTo>
                          <a:lnTo>
                            <a:pt x="5093" y="14800"/>
                          </a:lnTo>
                          <a:lnTo>
                            <a:pt x="5370" y="15000"/>
                          </a:lnTo>
                          <a:lnTo>
                            <a:pt x="5556" y="15400"/>
                          </a:lnTo>
                          <a:lnTo>
                            <a:pt x="5741" y="16000"/>
                          </a:lnTo>
                          <a:lnTo>
                            <a:pt x="6111" y="16200"/>
                          </a:lnTo>
                          <a:lnTo>
                            <a:pt x="6296" y="16600"/>
                          </a:lnTo>
                          <a:lnTo>
                            <a:pt x="6389" y="17000"/>
                          </a:lnTo>
                          <a:lnTo>
                            <a:pt x="6667" y="17600"/>
                          </a:lnTo>
                          <a:lnTo>
                            <a:pt x="6852" y="17600"/>
                          </a:lnTo>
                          <a:lnTo>
                            <a:pt x="7037" y="18000"/>
                          </a:lnTo>
                          <a:lnTo>
                            <a:pt x="7315" y="18200"/>
                          </a:lnTo>
                          <a:lnTo>
                            <a:pt x="7407" y="18600"/>
                          </a:lnTo>
                          <a:lnTo>
                            <a:pt x="7685" y="18800"/>
                          </a:lnTo>
                          <a:lnTo>
                            <a:pt x="7963" y="19200"/>
                          </a:lnTo>
                          <a:lnTo>
                            <a:pt x="7963" y="19400"/>
                          </a:lnTo>
                          <a:lnTo>
                            <a:pt x="8241" y="19600"/>
                          </a:lnTo>
                          <a:lnTo>
                            <a:pt x="8426" y="19600"/>
                          </a:lnTo>
                          <a:lnTo>
                            <a:pt x="8611" y="19800"/>
                          </a:lnTo>
                          <a:lnTo>
                            <a:pt x="8889" y="19800"/>
                          </a:lnTo>
                          <a:lnTo>
                            <a:pt x="8981" y="19800"/>
                          </a:lnTo>
                          <a:lnTo>
                            <a:pt x="9259" y="19800"/>
                          </a:lnTo>
                          <a:lnTo>
                            <a:pt x="9444" y="19800"/>
                          </a:lnTo>
                          <a:lnTo>
                            <a:pt x="9630" y="19800"/>
                          </a:lnTo>
                          <a:lnTo>
                            <a:pt x="9907" y="19800"/>
                          </a:lnTo>
                          <a:lnTo>
                            <a:pt x="10185" y="19800"/>
                          </a:lnTo>
                          <a:lnTo>
                            <a:pt x="10370" y="19800"/>
                          </a:lnTo>
                          <a:lnTo>
                            <a:pt x="10648" y="19800"/>
                          </a:lnTo>
                          <a:lnTo>
                            <a:pt x="10741" y="19600"/>
                          </a:lnTo>
                          <a:lnTo>
                            <a:pt x="11019" y="19600"/>
                          </a:lnTo>
                          <a:lnTo>
                            <a:pt x="11296" y="19400"/>
                          </a:lnTo>
                          <a:lnTo>
                            <a:pt x="11574" y="19200"/>
                          </a:lnTo>
                          <a:lnTo>
                            <a:pt x="11852" y="18800"/>
                          </a:lnTo>
                          <a:lnTo>
                            <a:pt x="11944" y="18200"/>
                          </a:lnTo>
                          <a:lnTo>
                            <a:pt x="12130" y="18000"/>
                          </a:lnTo>
                          <a:lnTo>
                            <a:pt x="12500" y="17600"/>
                          </a:lnTo>
                          <a:lnTo>
                            <a:pt x="12685" y="17000"/>
                          </a:lnTo>
                          <a:lnTo>
                            <a:pt x="12963" y="16600"/>
                          </a:lnTo>
                          <a:lnTo>
                            <a:pt x="13241" y="16600"/>
                          </a:lnTo>
                          <a:lnTo>
                            <a:pt x="13426" y="16000"/>
                          </a:lnTo>
                          <a:lnTo>
                            <a:pt x="13704" y="15400"/>
                          </a:lnTo>
                          <a:lnTo>
                            <a:pt x="13981" y="14800"/>
                          </a:lnTo>
                          <a:lnTo>
                            <a:pt x="14259" y="14200"/>
                          </a:lnTo>
                          <a:lnTo>
                            <a:pt x="14537" y="13600"/>
                          </a:lnTo>
                          <a:lnTo>
                            <a:pt x="14815" y="13400"/>
                          </a:lnTo>
                          <a:lnTo>
                            <a:pt x="14907" y="12800"/>
                          </a:lnTo>
                          <a:lnTo>
                            <a:pt x="15278" y="12200"/>
                          </a:lnTo>
                          <a:lnTo>
                            <a:pt x="15556" y="11800"/>
                          </a:lnTo>
                          <a:lnTo>
                            <a:pt x="15741" y="10800"/>
                          </a:lnTo>
                          <a:lnTo>
                            <a:pt x="15926" y="10600"/>
                          </a:lnTo>
                          <a:lnTo>
                            <a:pt x="16204" y="10200"/>
                          </a:lnTo>
                          <a:lnTo>
                            <a:pt x="16389" y="9800"/>
                          </a:lnTo>
                          <a:lnTo>
                            <a:pt x="16574" y="9200"/>
                          </a:lnTo>
                          <a:lnTo>
                            <a:pt x="16852" y="8400"/>
                          </a:lnTo>
                          <a:lnTo>
                            <a:pt x="17037" y="8200"/>
                          </a:lnTo>
                          <a:lnTo>
                            <a:pt x="17222" y="7800"/>
                          </a:lnTo>
                          <a:lnTo>
                            <a:pt x="17407" y="7200"/>
                          </a:lnTo>
                          <a:lnTo>
                            <a:pt x="17685" y="6600"/>
                          </a:lnTo>
                          <a:lnTo>
                            <a:pt x="17870" y="6000"/>
                          </a:lnTo>
                          <a:lnTo>
                            <a:pt x="18241" y="5400"/>
                          </a:lnTo>
                          <a:lnTo>
                            <a:pt x="18333" y="4800"/>
                          </a:lnTo>
                          <a:lnTo>
                            <a:pt x="18519" y="4200"/>
                          </a:lnTo>
                          <a:lnTo>
                            <a:pt x="18796" y="4000"/>
                          </a:lnTo>
                          <a:lnTo>
                            <a:pt x="18981" y="3600"/>
                          </a:lnTo>
                          <a:lnTo>
                            <a:pt x="19167" y="3200"/>
                          </a:lnTo>
                          <a:lnTo>
                            <a:pt x="19167" y="2800"/>
                          </a:lnTo>
                          <a:lnTo>
                            <a:pt x="19352" y="2200"/>
                          </a:lnTo>
                          <a:lnTo>
                            <a:pt x="19537" y="2000"/>
                          </a:lnTo>
                          <a:lnTo>
                            <a:pt x="19630" y="2000"/>
                          </a:lnTo>
                          <a:lnTo>
                            <a:pt x="19815" y="1400"/>
                          </a:lnTo>
                          <a:lnTo>
                            <a:pt x="19815" y="800"/>
                          </a:lnTo>
                          <a:lnTo>
                            <a:pt x="19907" y="800"/>
                          </a:lnTo>
                        </a:path>
                      </a:pathLst>
                    </a:custGeom>
                    <a:noFill/>
                    <a:ln w="28575">
                      <a:solidFill>
                        <a:srgbClr val="FF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4594" name="组合 106528"/>
                  <p:cNvGrpSpPr/>
                  <p:nvPr/>
                </p:nvGrpSpPr>
                <p:grpSpPr>
                  <a:xfrm>
                    <a:off x="10087" y="317"/>
                    <a:ext cx="9906" cy="19390"/>
                    <a:chOff x="-21" y="22"/>
                    <a:chExt cx="20007" cy="19989"/>
                  </a:xfrm>
                </p:grpSpPr>
                <p:sp>
                  <p:nvSpPr>
                    <p:cNvPr id="93" name="任意多边形 1065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24" y="54"/>
                      <a:ext cx="9734" cy="10227"/>
                    </a:xfrm>
                    <a:custGeom>
                      <a:avLst/>
                      <a:gdLst>
                        <a:gd name="T0" fmla="*/ 47 w 20000"/>
                        <a:gd name="T1" fmla="*/ 4896 h 20000"/>
                        <a:gd name="T2" fmla="*/ 163 w 20000"/>
                        <a:gd name="T3" fmla="*/ 4475 h 20000"/>
                        <a:gd name="T4" fmla="*/ 233 w 20000"/>
                        <a:gd name="T5" fmla="*/ 4212 h 20000"/>
                        <a:gd name="T6" fmla="*/ 372 w 20000"/>
                        <a:gd name="T7" fmla="*/ 3948 h 20000"/>
                        <a:gd name="T8" fmla="*/ 465 w 20000"/>
                        <a:gd name="T9" fmla="*/ 3580 h 20000"/>
                        <a:gd name="T10" fmla="*/ 605 w 20000"/>
                        <a:gd name="T11" fmla="*/ 3369 h 20000"/>
                        <a:gd name="T12" fmla="*/ 698 w 20000"/>
                        <a:gd name="T13" fmla="*/ 3001 h 20000"/>
                        <a:gd name="T14" fmla="*/ 791 w 20000"/>
                        <a:gd name="T15" fmla="*/ 2685 h 20000"/>
                        <a:gd name="T16" fmla="*/ 884 w 20000"/>
                        <a:gd name="T17" fmla="*/ 2580 h 20000"/>
                        <a:gd name="T18" fmla="*/ 1000 w 20000"/>
                        <a:gd name="T19" fmla="*/ 2211 h 20000"/>
                        <a:gd name="T20" fmla="*/ 1117 w 20000"/>
                        <a:gd name="T21" fmla="*/ 1948 h 20000"/>
                        <a:gd name="T22" fmla="*/ 1210 w 20000"/>
                        <a:gd name="T23" fmla="*/ 1632 h 20000"/>
                        <a:gd name="T24" fmla="*/ 1280 w 20000"/>
                        <a:gd name="T25" fmla="*/ 1474 h 20000"/>
                        <a:gd name="T26" fmla="*/ 1373 w 20000"/>
                        <a:gd name="T27" fmla="*/ 1211 h 20000"/>
                        <a:gd name="T28" fmla="*/ 1536 w 20000"/>
                        <a:gd name="T29" fmla="*/ 1053 h 20000"/>
                        <a:gd name="T30" fmla="*/ 1629 w 20000"/>
                        <a:gd name="T31" fmla="*/ 842 h 20000"/>
                        <a:gd name="T32" fmla="*/ 1722 w 20000"/>
                        <a:gd name="T33" fmla="*/ 684 h 20000"/>
                        <a:gd name="T34" fmla="*/ 1815 w 20000"/>
                        <a:gd name="T35" fmla="*/ 526 h 20000"/>
                        <a:gd name="T36" fmla="*/ 1931 w 20000"/>
                        <a:gd name="T37" fmla="*/ 368 h 20000"/>
                        <a:gd name="T38" fmla="*/ 2024 w 20000"/>
                        <a:gd name="T39" fmla="*/ 210 h 20000"/>
                        <a:gd name="T40" fmla="*/ 2117 w 20000"/>
                        <a:gd name="T41" fmla="*/ 158 h 20000"/>
                        <a:gd name="T42" fmla="*/ 2233 w 20000"/>
                        <a:gd name="T43" fmla="*/ 105 h 20000"/>
                        <a:gd name="T44" fmla="*/ 2327 w 20000"/>
                        <a:gd name="T45" fmla="*/ 105 h 20000"/>
                        <a:gd name="T46" fmla="*/ 2443 w 20000"/>
                        <a:gd name="T47" fmla="*/ 0 h 20000"/>
                        <a:gd name="T48" fmla="*/ 2536 w 20000"/>
                        <a:gd name="T49" fmla="*/ 0 h 20000"/>
                        <a:gd name="T50" fmla="*/ 2629 w 20000"/>
                        <a:gd name="T51" fmla="*/ 105 h 20000"/>
                        <a:gd name="T52" fmla="*/ 2746 w 20000"/>
                        <a:gd name="T53" fmla="*/ 158 h 20000"/>
                        <a:gd name="T54" fmla="*/ 2862 w 20000"/>
                        <a:gd name="T55" fmla="*/ 210 h 20000"/>
                        <a:gd name="T56" fmla="*/ 2932 w 20000"/>
                        <a:gd name="T57" fmla="*/ 526 h 20000"/>
                        <a:gd name="T58" fmla="*/ 3048 w 20000"/>
                        <a:gd name="T59" fmla="*/ 579 h 20000"/>
                        <a:gd name="T60" fmla="*/ 3187 w 20000"/>
                        <a:gd name="T61" fmla="*/ 842 h 20000"/>
                        <a:gd name="T62" fmla="*/ 3257 w 20000"/>
                        <a:gd name="T63" fmla="*/ 1053 h 20000"/>
                        <a:gd name="T64" fmla="*/ 3397 w 20000"/>
                        <a:gd name="T65" fmla="*/ 1369 h 20000"/>
                        <a:gd name="T66" fmla="*/ 3513 w 20000"/>
                        <a:gd name="T67" fmla="*/ 1632 h 20000"/>
                        <a:gd name="T68" fmla="*/ 3606 w 20000"/>
                        <a:gd name="T69" fmla="*/ 1895 h 20000"/>
                        <a:gd name="T70" fmla="*/ 3723 w 20000"/>
                        <a:gd name="T71" fmla="*/ 2211 h 20000"/>
                        <a:gd name="T72" fmla="*/ 3839 w 20000"/>
                        <a:gd name="T73" fmla="*/ 2580 h 20000"/>
                        <a:gd name="T74" fmla="*/ 3932 w 20000"/>
                        <a:gd name="T75" fmla="*/ 2685 h 20000"/>
                        <a:gd name="T76" fmla="*/ 4002 w 20000"/>
                        <a:gd name="T77" fmla="*/ 3106 h 20000"/>
                        <a:gd name="T78" fmla="*/ 4095 w 20000"/>
                        <a:gd name="T79" fmla="*/ 3369 h 20000"/>
                        <a:gd name="T80" fmla="*/ 4188 w 20000"/>
                        <a:gd name="T81" fmla="*/ 3580 h 20000"/>
                        <a:gd name="T82" fmla="*/ 4281 w 20000"/>
                        <a:gd name="T83" fmla="*/ 3948 h 20000"/>
                        <a:gd name="T84" fmla="*/ 4374 w 20000"/>
                        <a:gd name="T85" fmla="*/ 4212 h 20000"/>
                        <a:gd name="T86" fmla="*/ 4467 w 20000"/>
                        <a:gd name="T87" fmla="*/ 4422 h 20000"/>
                        <a:gd name="T88" fmla="*/ 4537 w 20000"/>
                        <a:gd name="T89" fmla="*/ 4633 h 20000"/>
                        <a:gd name="T90" fmla="*/ 4606 w 20000"/>
                        <a:gd name="T91" fmla="*/ 4896 h 20000"/>
                        <a:gd name="T92" fmla="*/ 4653 w 20000"/>
                        <a:gd name="T93" fmla="*/ 5106 h 20000"/>
                        <a:gd name="T94" fmla="*/ 4700 w 20000"/>
                        <a:gd name="T95" fmla="*/ 5212 h 20000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w 20000"/>
                        <a:gd name="T145" fmla="*/ 0 h 20000"/>
                        <a:gd name="T146" fmla="*/ 20000 w 20000"/>
                        <a:gd name="T147" fmla="*/ 20000 h 20000"/>
                      </a:gdLst>
                      <a:ahLst/>
                      <a:cxnLst>
                        <a:cxn ang="T96">
                          <a:pos x="T0" y="T1"/>
                        </a:cxn>
                        <a:cxn ang="T97">
                          <a:pos x="T2" y="T3"/>
                        </a:cxn>
                        <a:cxn ang="T98">
                          <a:pos x="T4" y="T5"/>
                        </a:cxn>
                        <a:cxn ang="T99">
                          <a:pos x="T6" y="T7"/>
                        </a:cxn>
                        <a:cxn ang="T100">
                          <a:pos x="T8" y="T9"/>
                        </a:cxn>
                        <a:cxn ang="T101">
                          <a:pos x="T10" y="T11"/>
                        </a:cxn>
                        <a:cxn ang="T102">
                          <a:pos x="T12" y="T13"/>
                        </a:cxn>
                        <a:cxn ang="T103">
                          <a:pos x="T14" y="T15"/>
                        </a:cxn>
                        <a:cxn ang="T104">
                          <a:pos x="T16" y="T17"/>
                        </a:cxn>
                        <a:cxn ang="T105">
                          <a:pos x="T18" y="T19"/>
                        </a:cxn>
                        <a:cxn ang="T106">
                          <a:pos x="T20" y="T21"/>
                        </a:cxn>
                        <a:cxn ang="T107">
                          <a:pos x="T22" y="T23"/>
                        </a:cxn>
                        <a:cxn ang="T108">
                          <a:pos x="T24" y="T25"/>
                        </a:cxn>
                        <a:cxn ang="T109">
                          <a:pos x="T26" y="T27"/>
                        </a:cxn>
                        <a:cxn ang="T110">
                          <a:pos x="T28" y="T29"/>
                        </a:cxn>
                        <a:cxn ang="T111">
                          <a:pos x="T30" y="T31"/>
                        </a:cxn>
                        <a:cxn ang="T112">
                          <a:pos x="T32" y="T33"/>
                        </a:cxn>
                        <a:cxn ang="T113">
                          <a:pos x="T34" y="T35"/>
                        </a:cxn>
                        <a:cxn ang="T114">
                          <a:pos x="T36" y="T37"/>
                        </a:cxn>
                        <a:cxn ang="T115">
                          <a:pos x="T38" y="T39"/>
                        </a:cxn>
                        <a:cxn ang="T116">
                          <a:pos x="T40" y="T41"/>
                        </a:cxn>
                        <a:cxn ang="T117">
                          <a:pos x="T42" y="T43"/>
                        </a:cxn>
                        <a:cxn ang="T118">
                          <a:pos x="T44" y="T45"/>
                        </a:cxn>
                        <a:cxn ang="T119">
                          <a:pos x="T46" y="T47"/>
                        </a:cxn>
                        <a:cxn ang="T120">
                          <a:pos x="T48" y="T49"/>
                        </a:cxn>
                        <a:cxn ang="T121">
                          <a:pos x="T50" y="T51"/>
                        </a:cxn>
                        <a:cxn ang="T122">
                          <a:pos x="T52" y="T53"/>
                        </a:cxn>
                        <a:cxn ang="T123">
                          <a:pos x="T54" y="T55"/>
                        </a:cxn>
                        <a:cxn ang="T124">
                          <a:pos x="T56" y="T57"/>
                        </a:cxn>
                        <a:cxn ang="T125">
                          <a:pos x="T58" y="T59"/>
                        </a:cxn>
                        <a:cxn ang="T126">
                          <a:pos x="T60" y="T61"/>
                        </a:cxn>
                        <a:cxn ang="T127">
                          <a:pos x="T62" y="T63"/>
                        </a:cxn>
                        <a:cxn ang="T128">
                          <a:pos x="T64" y="T65"/>
                        </a:cxn>
                        <a:cxn ang="T129">
                          <a:pos x="T66" y="T67"/>
                        </a:cxn>
                        <a:cxn ang="T130">
                          <a:pos x="T68" y="T69"/>
                        </a:cxn>
                        <a:cxn ang="T131">
                          <a:pos x="T70" y="T71"/>
                        </a:cxn>
                        <a:cxn ang="T132">
                          <a:pos x="T72" y="T73"/>
                        </a:cxn>
                        <a:cxn ang="T133">
                          <a:pos x="T74" y="T75"/>
                        </a:cxn>
                        <a:cxn ang="T134">
                          <a:pos x="T76" y="T77"/>
                        </a:cxn>
                        <a:cxn ang="T135">
                          <a:pos x="T78" y="T79"/>
                        </a:cxn>
                        <a:cxn ang="T136">
                          <a:pos x="T80" y="T81"/>
                        </a:cxn>
                        <a:cxn ang="T137">
                          <a:pos x="T82" y="T83"/>
                        </a:cxn>
                        <a:cxn ang="T138">
                          <a:pos x="T84" y="T85"/>
                        </a:cxn>
                        <a:cxn ang="T139">
                          <a:pos x="T86" y="T87"/>
                        </a:cxn>
                        <a:cxn ang="T140">
                          <a:pos x="T88" y="T89"/>
                        </a:cxn>
                        <a:cxn ang="T141">
                          <a:pos x="T90" y="T91"/>
                        </a:cxn>
                        <a:cxn ang="T142">
                          <a:pos x="T92" y="T93"/>
                        </a:cxn>
                        <a:cxn ang="T143">
                          <a:pos x="T94" y="T95"/>
                        </a:cxn>
                      </a:cxnLst>
                      <a:rect l="T144" t="T145" r="T146" b="T147"/>
                      <a:pathLst>
                        <a:path w="20000" h="20000">
                          <a:moveTo>
                            <a:pt x="0" y="19200"/>
                          </a:moveTo>
                          <a:lnTo>
                            <a:pt x="197" y="18600"/>
                          </a:lnTo>
                          <a:lnTo>
                            <a:pt x="493" y="17600"/>
                          </a:lnTo>
                          <a:lnTo>
                            <a:pt x="690" y="17000"/>
                          </a:lnTo>
                          <a:lnTo>
                            <a:pt x="887" y="16800"/>
                          </a:lnTo>
                          <a:lnTo>
                            <a:pt x="985" y="16000"/>
                          </a:lnTo>
                          <a:lnTo>
                            <a:pt x="1281" y="15600"/>
                          </a:lnTo>
                          <a:lnTo>
                            <a:pt x="1576" y="15000"/>
                          </a:lnTo>
                          <a:lnTo>
                            <a:pt x="1675" y="14200"/>
                          </a:lnTo>
                          <a:lnTo>
                            <a:pt x="1970" y="13600"/>
                          </a:lnTo>
                          <a:lnTo>
                            <a:pt x="2167" y="13000"/>
                          </a:lnTo>
                          <a:lnTo>
                            <a:pt x="2562" y="12800"/>
                          </a:lnTo>
                          <a:lnTo>
                            <a:pt x="2660" y="12000"/>
                          </a:lnTo>
                          <a:lnTo>
                            <a:pt x="2956" y="11400"/>
                          </a:lnTo>
                          <a:lnTo>
                            <a:pt x="3054" y="10800"/>
                          </a:lnTo>
                          <a:lnTo>
                            <a:pt x="3350" y="10200"/>
                          </a:lnTo>
                          <a:lnTo>
                            <a:pt x="3547" y="10000"/>
                          </a:lnTo>
                          <a:lnTo>
                            <a:pt x="3744" y="9800"/>
                          </a:lnTo>
                          <a:lnTo>
                            <a:pt x="4039" y="9200"/>
                          </a:lnTo>
                          <a:lnTo>
                            <a:pt x="4236" y="8400"/>
                          </a:lnTo>
                          <a:lnTo>
                            <a:pt x="4433" y="8000"/>
                          </a:lnTo>
                          <a:lnTo>
                            <a:pt x="4729" y="7400"/>
                          </a:lnTo>
                          <a:lnTo>
                            <a:pt x="4828" y="6800"/>
                          </a:lnTo>
                          <a:lnTo>
                            <a:pt x="5123" y="6200"/>
                          </a:lnTo>
                          <a:lnTo>
                            <a:pt x="5320" y="5600"/>
                          </a:lnTo>
                          <a:lnTo>
                            <a:pt x="5419" y="5600"/>
                          </a:lnTo>
                          <a:lnTo>
                            <a:pt x="5813" y="5200"/>
                          </a:lnTo>
                          <a:lnTo>
                            <a:pt x="5813" y="4600"/>
                          </a:lnTo>
                          <a:lnTo>
                            <a:pt x="6305" y="4200"/>
                          </a:lnTo>
                          <a:lnTo>
                            <a:pt x="6502" y="4000"/>
                          </a:lnTo>
                          <a:lnTo>
                            <a:pt x="6601" y="3400"/>
                          </a:lnTo>
                          <a:lnTo>
                            <a:pt x="6897" y="3200"/>
                          </a:lnTo>
                          <a:lnTo>
                            <a:pt x="7192" y="2800"/>
                          </a:lnTo>
                          <a:lnTo>
                            <a:pt x="7291" y="2600"/>
                          </a:lnTo>
                          <a:lnTo>
                            <a:pt x="7586" y="2200"/>
                          </a:lnTo>
                          <a:lnTo>
                            <a:pt x="7685" y="2000"/>
                          </a:lnTo>
                          <a:lnTo>
                            <a:pt x="7980" y="2000"/>
                          </a:lnTo>
                          <a:lnTo>
                            <a:pt x="8177" y="1400"/>
                          </a:lnTo>
                          <a:lnTo>
                            <a:pt x="8374" y="800"/>
                          </a:lnTo>
                          <a:lnTo>
                            <a:pt x="8571" y="800"/>
                          </a:lnTo>
                          <a:lnTo>
                            <a:pt x="8768" y="800"/>
                          </a:lnTo>
                          <a:lnTo>
                            <a:pt x="8966" y="600"/>
                          </a:lnTo>
                          <a:lnTo>
                            <a:pt x="9163" y="600"/>
                          </a:lnTo>
                          <a:lnTo>
                            <a:pt x="9458" y="400"/>
                          </a:lnTo>
                          <a:lnTo>
                            <a:pt x="9557" y="400"/>
                          </a:lnTo>
                          <a:lnTo>
                            <a:pt x="9852" y="400"/>
                          </a:lnTo>
                          <a:lnTo>
                            <a:pt x="10148" y="0"/>
                          </a:lnTo>
                          <a:lnTo>
                            <a:pt x="10345" y="0"/>
                          </a:lnTo>
                          <a:lnTo>
                            <a:pt x="10640" y="0"/>
                          </a:lnTo>
                          <a:lnTo>
                            <a:pt x="10739" y="0"/>
                          </a:lnTo>
                          <a:lnTo>
                            <a:pt x="10936" y="400"/>
                          </a:lnTo>
                          <a:lnTo>
                            <a:pt x="11133" y="400"/>
                          </a:lnTo>
                          <a:lnTo>
                            <a:pt x="11429" y="600"/>
                          </a:lnTo>
                          <a:lnTo>
                            <a:pt x="11626" y="600"/>
                          </a:lnTo>
                          <a:lnTo>
                            <a:pt x="11823" y="800"/>
                          </a:lnTo>
                          <a:lnTo>
                            <a:pt x="12118" y="800"/>
                          </a:lnTo>
                          <a:lnTo>
                            <a:pt x="12217" y="1400"/>
                          </a:lnTo>
                          <a:lnTo>
                            <a:pt x="12414" y="2000"/>
                          </a:lnTo>
                          <a:lnTo>
                            <a:pt x="12808" y="2000"/>
                          </a:lnTo>
                          <a:lnTo>
                            <a:pt x="12906" y="2200"/>
                          </a:lnTo>
                          <a:lnTo>
                            <a:pt x="13202" y="2800"/>
                          </a:lnTo>
                          <a:lnTo>
                            <a:pt x="13498" y="3200"/>
                          </a:lnTo>
                          <a:lnTo>
                            <a:pt x="13596" y="3400"/>
                          </a:lnTo>
                          <a:lnTo>
                            <a:pt x="13793" y="4000"/>
                          </a:lnTo>
                          <a:lnTo>
                            <a:pt x="14187" y="4600"/>
                          </a:lnTo>
                          <a:lnTo>
                            <a:pt x="14384" y="5200"/>
                          </a:lnTo>
                          <a:lnTo>
                            <a:pt x="14581" y="5600"/>
                          </a:lnTo>
                          <a:lnTo>
                            <a:pt x="14877" y="6200"/>
                          </a:lnTo>
                          <a:lnTo>
                            <a:pt x="15074" y="6800"/>
                          </a:lnTo>
                          <a:lnTo>
                            <a:pt x="15271" y="7200"/>
                          </a:lnTo>
                          <a:lnTo>
                            <a:pt x="15468" y="7800"/>
                          </a:lnTo>
                          <a:lnTo>
                            <a:pt x="15764" y="8400"/>
                          </a:lnTo>
                          <a:lnTo>
                            <a:pt x="15961" y="9200"/>
                          </a:lnTo>
                          <a:lnTo>
                            <a:pt x="16256" y="9800"/>
                          </a:lnTo>
                          <a:lnTo>
                            <a:pt x="16355" y="10000"/>
                          </a:lnTo>
                          <a:lnTo>
                            <a:pt x="16650" y="10200"/>
                          </a:lnTo>
                          <a:lnTo>
                            <a:pt x="16749" y="10800"/>
                          </a:lnTo>
                          <a:lnTo>
                            <a:pt x="16946" y="11800"/>
                          </a:lnTo>
                          <a:lnTo>
                            <a:pt x="17143" y="12200"/>
                          </a:lnTo>
                          <a:lnTo>
                            <a:pt x="17340" y="12800"/>
                          </a:lnTo>
                          <a:lnTo>
                            <a:pt x="17635" y="13000"/>
                          </a:lnTo>
                          <a:lnTo>
                            <a:pt x="17734" y="13600"/>
                          </a:lnTo>
                          <a:lnTo>
                            <a:pt x="17931" y="14600"/>
                          </a:lnTo>
                          <a:lnTo>
                            <a:pt x="18128" y="15000"/>
                          </a:lnTo>
                          <a:lnTo>
                            <a:pt x="18424" y="15600"/>
                          </a:lnTo>
                          <a:lnTo>
                            <a:pt x="18522" y="16000"/>
                          </a:lnTo>
                          <a:lnTo>
                            <a:pt x="18818" y="16600"/>
                          </a:lnTo>
                          <a:lnTo>
                            <a:pt x="18916" y="16800"/>
                          </a:lnTo>
                          <a:lnTo>
                            <a:pt x="19113" y="17000"/>
                          </a:lnTo>
                          <a:lnTo>
                            <a:pt x="19212" y="17600"/>
                          </a:lnTo>
                          <a:lnTo>
                            <a:pt x="19310" y="18200"/>
                          </a:lnTo>
                          <a:lnTo>
                            <a:pt x="19507" y="18600"/>
                          </a:lnTo>
                          <a:lnTo>
                            <a:pt x="19606" y="18800"/>
                          </a:lnTo>
                          <a:lnTo>
                            <a:pt x="19704" y="19400"/>
                          </a:lnTo>
                          <a:lnTo>
                            <a:pt x="19901" y="19600"/>
                          </a:lnTo>
                          <a:lnTo>
                            <a:pt x="19901" y="19800"/>
                          </a:lnTo>
                        </a:path>
                      </a:pathLst>
                    </a:custGeom>
                    <a:noFill/>
                    <a:ln w="28575">
                      <a:solidFill>
                        <a:srgbClr val="FF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" name="任意多边形 1065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51" y="10119"/>
                      <a:ext cx="10332" cy="9903"/>
                    </a:xfrm>
                    <a:custGeom>
                      <a:avLst/>
                      <a:gdLst>
                        <a:gd name="T0" fmla="*/ 50 w 20000"/>
                        <a:gd name="T1" fmla="*/ 204 h 20000"/>
                        <a:gd name="T2" fmla="*/ 148 w 20000"/>
                        <a:gd name="T3" fmla="*/ 510 h 20000"/>
                        <a:gd name="T4" fmla="*/ 248 w 20000"/>
                        <a:gd name="T5" fmla="*/ 816 h 20000"/>
                        <a:gd name="T6" fmla="*/ 371 w 20000"/>
                        <a:gd name="T7" fmla="*/ 1071 h 20000"/>
                        <a:gd name="T8" fmla="*/ 470 w 20000"/>
                        <a:gd name="T9" fmla="*/ 1377 h 20000"/>
                        <a:gd name="T10" fmla="*/ 569 w 20000"/>
                        <a:gd name="T11" fmla="*/ 1683 h 20000"/>
                        <a:gd name="T12" fmla="*/ 717 w 20000"/>
                        <a:gd name="T13" fmla="*/ 1938 h 20000"/>
                        <a:gd name="T14" fmla="*/ 791 w 20000"/>
                        <a:gd name="T15" fmla="*/ 2295 h 20000"/>
                        <a:gd name="T16" fmla="*/ 915 w 20000"/>
                        <a:gd name="T17" fmla="*/ 2550 h 20000"/>
                        <a:gd name="T18" fmla="*/ 1014 w 20000"/>
                        <a:gd name="T19" fmla="*/ 2754 h 20000"/>
                        <a:gd name="T20" fmla="*/ 1113 w 20000"/>
                        <a:gd name="T21" fmla="*/ 3060 h 20000"/>
                        <a:gd name="T22" fmla="*/ 1211 w 20000"/>
                        <a:gd name="T23" fmla="*/ 3264 h 20000"/>
                        <a:gd name="T24" fmla="*/ 1335 w 20000"/>
                        <a:gd name="T25" fmla="*/ 3468 h 20000"/>
                        <a:gd name="T26" fmla="*/ 1434 w 20000"/>
                        <a:gd name="T27" fmla="*/ 3672 h 20000"/>
                        <a:gd name="T28" fmla="*/ 1533 w 20000"/>
                        <a:gd name="T29" fmla="*/ 3927 h 20000"/>
                        <a:gd name="T30" fmla="*/ 1681 w 20000"/>
                        <a:gd name="T31" fmla="*/ 4131 h 20000"/>
                        <a:gd name="T32" fmla="*/ 1780 w 20000"/>
                        <a:gd name="T33" fmla="*/ 4335 h 20000"/>
                        <a:gd name="T34" fmla="*/ 1879 w 20000"/>
                        <a:gd name="T35" fmla="*/ 4437 h 20000"/>
                        <a:gd name="T36" fmla="*/ 1978 w 20000"/>
                        <a:gd name="T37" fmla="*/ 4590 h 20000"/>
                        <a:gd name="T38" fmla="*/ 2126 w 20000"/>
                        <a:gd name="T39" fmla="*/ 4743 h 20000"/>
                        <a:gd name="T40" fmla="*/ 2201 w 20000"/>
                        <a:gd name="T41" fmla="*/ 4845 h 20000"/>
                        <a:gd name="T42" fmla="*/ 2300 w 20000"/>
                        <a:gd name="T43" fmla="*/ 4896 h 20000"/>
                        <a:gd name="T44" fmla="*/ 2398 w 20000"/>
                        <a:gd name="T45" fmla="*/ 4896 h 20000"/>
                        <a:gd name="T46" fmla="*/ 2522 w 20000"/>
                        <a:gd name="T47" fmla="*/ 4896 h 20000"/>
                        <a:gd name="T48" fmla="*/ 2645 w 20000"/>
                        <a:gd name="T49" fmla="*/ 4896 h 20000"/>
                        <a:gd name="T50" fmla="*/ 2769 w 20000"/>
                        <a:gd name="T51" fmla="*/ 4896 h 20000"/>
                        <a:gd name="T52" fmla="*/ 2868 w 20000"/>
                        <a:gd name="T53" fmla="*/ 4845 h 20000"/>
                        <a:gd name="T54" fmla="*/ 3016 w 20000"/>
                        <a:gd name="T55" fmla="*/ 4794 h 20000"/>
                        <a:gd name="T56" fmla="*/ 3165 w 20000"/>
                        <a:gd name="T57" fmla="*/ 4641 h 20000"/>
                        <a:gd name="T58" fmla="*/ 3239 w 20000"/>
                        <a:gd name="T59" fmla="*/ 4437 h 20000"/>
                        <a:gd name="T60" fmla="*/ 3387 w 20000"/>
                        <a:gd name="T61" fmla="*/ 4182 h 20000"/>
                        <a:gd name="T62" fmla="*/ 3536 w 20000"/>
                        <a:gd name="T63" fmla="*/ 4080 h 20000"/>
                        <a:gd name="T64" fmla="*/ 3660 w 20000"/>
                        <a:gd name="T65" fmla="*/ 3825 h 20000"/>
                        <a:gd name="T66" fmla="*/ 3807 w 20000"/>
                        <a:gd name="T67" fmla="*/ 3621 h 20000"/>
                        <a:gd name="T68" fmla="*/ 3956 w 20000"/>
                        <a:gd name="T69" fmla="*/ 3366 h 20000"/>
                        <a:gd name="T70" fmla="*/ 4080 w 20000"/>
                        <a:gd name="T71" fmla="*/ 3060 h 20000"/>
                        <a:gd name="T72" fmla="*/ 4203 w 20000"/>
                        <a:gd name="T73" fmla="*/ 2754 h 20000"/>
                        <a:gd name="T74" fmla="*/ 4327 w 20000"/>
                        <a:gd name="T75" fmla="*/ 2550 h 20000"/>
                        <a:gd name="T76" fmla="*/ 4426 w 20000"/>
                        <a:gd name="T77" fmla="*/ 2244 h 20000"/>
                        <a:gd name="T78" fmla="*/ 4549 w 20000"/>
                        <a:gd name="T79" fmla="*/ 1938 h 20000"/>
                        <a:gd name="T80" fmla="*/ 4648 w 20000"/>
                        <a:gd name="T81" fmla="*/ 1683 h 20000"/>
                        <a:gd name="T82" fmla="*/ 4772 w 20000"/>
                        <a:gd name="T83" fmla="*/ 1479 h 20000"/>
                        <a:gd name="T84" fmla="*/ 4896 w 20000"/>
                        <a:gd name="T85" fmla="*/ 1173 h 20000"/>
                        <a:gd name="T86" fmla="*/ 5019 w 20000"/>
                        <a:gd name="T87" fmla="*/ 969 h 20000"/>
                        <a:gd name="T88" fmla="*/ 5118 w 20000"/>
                        <a:gd name="T89" fmla="*/ 816 h 20000"/>
                        <a:gd name="T90" fmla="*/ 5168 w 20000"/>
                        <a:gd name="T91" fmla="*/ 561 h 20000"/>
                        <a:gd name="T92" fmla="*/ 5242 w 20000"/>
                        <a:gd name="T93" fmla="*/ 357 h 20000"/>
                        <a:gd name="T94" fmla="*/ 5291 w 20000"/>
                        <a:gd name="T95" fmla="*/ 204 h 20000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w 20000"/>
                        <a:gd name="T145" fmla="*/ 0 h 20000"/>
                        <a:gd name="T146" fmla="*/ 20000 w 20000"/>
                        <a:gd name="T147" fmla="*/ 20000 h 20000"/>
                      </a:gdLst>
                      <a:ahLst/>
                      <a:cxnLst>
                        <a:cxn ang="T96">
                          <a:pos x="T0" y="T1"/>
                        </a:cxn>
                        <a:cxn ang="T97">
                          <a:pos x="T2" y="T3"/>
                        </a:cxn>
                        <a:cxn ang="T98">
                          <a:pos x="T4" y="T5"/>
                        </a:cxn>
                        <a:cxn ang="T99">
                          <a:pos x="T6" y="T7"/>
                        </a:cxn>
                        <a:cxn ang="T100">
                          <a:pos x="T8" y="T9"/>
                        </a:cxn>
                        <a:cxn ang="T101">
                          <a:pos x="T10" y="T11"/>
                        </a:cxn>
                        <a:cxn ang="T102">
                          <a:pos x="T12" y="T13"/>
                        </a:cxn>
                        <a:cxn ang="T103">
                          <a:pos x="T14" y="T15"/>
                        </a:cxn>
                        <a:cxn ang="T104">
                          <a:pos x="T16" y="T17"/>
                        </a:cxn>
                        <a:cxn ang="T105">
                          <a:pos x="T18" y="T19"/>
                        </a:cxn>
                        <a:cxn ang="T106">
                          <a:pos x="T20" y="T21"/>
                        </a:cxn>
                        <a:cxn ang="T107">
                          <a:pos x="T22" y="T23"/>
                        </a:cxn>
                        <a:cxn ang="T108">
                          <a:pos x="T24" y="T25"/>
                        </a:cxn>
                        <a:cxn ang="T109">
                          <a:pos x="T26" y="T27"/>
                        </a:cxn>
                        <a:cxn ang="T110">
                          <a:pos x="T28" y="T29"/>
                        </a:cxn>
                        <a:cxn ang="T111">
                          <a:pos x="T30" y="T31"/>
                        </a:cxn>
                        <a:cxn ang="T112">
                          <a:pos x="T32" y="T33"/>
                        </a:cxn>
                        <a:cxn ang="T113">
                          <a:pos x="T34" y="T35"/>
                        </a:cxn>
                        <a:cxn ang="T114">
                          <a:pos x="T36" y="T37"/>
                        </a:cxn>
                        <a:cxn ang="T115">
                          <a:pos x="T38" y="T39"/>
                        </a:cxn>
                        <a:cxn ang="T116">
                          <a:pos x="T40" y="T41"/>
                        </a:cxn>
                        <a:cxn ang="T117">
                          <a:pos x="T42" y="T43"/>
                        </a:cxn>
                        <a:cxn ang="T118">
                          <a:pos x="T44" y="T45"/>
                        </a:cxn>
                        <a:cxn ang="T119">
                          <a:pos x="T46" y="T47"/>
                        </a:cxn>
                        <a:cxn ang="T120">
                          <a:pos x="T48" y="T49"/>
                        </a:cxn>
                        <a:cxn ang="T121">
                          <a:pos x="T50" y="T51"/>
                        </a:cxn>
                        <a:cxn ang="T122">
                          <a:pos x="T52" y="T53"/>
                        </a:cxn>
                        <a:cxn ang="T123">
                          <a:pos x="T54" y="T55"/>
                        </a:cxn>
                        <a:cxn ang="T124">
                          <a:pos x="T56" y="T57"/>
                        </a:cxn>
                        <a:cxn ang="T125">
                          <a:pos x="T58" y="T59"/>
                        </a:cxn>
                        <a:cxn ang="T126">
                          <a:pos x="T60" y="T61"/>
                        </a:cxn>
                        <a:cxn ang="T127">
                          <a:pos x="T62" y="T63"/>
                        </a:cxn>
                        <a:cxn ang="T128">
                          <a:pos x="T64" y="T65"/>
                        </a:cxn>
                        <a:cxn ang="T129">
                          <a:pos x="T66" y="T67"/>
                        </a:cxn>
                        <a:cxn ang="T130">
                          <a:pos x="T68" y="T69"/>
                        </a:cxn>
                        <a:cxn ang="T131">
                          <a:pos x="T70" y="T71"/>
                        </a:cxn>
                        <a:cxn ang="T132">
                          <a:pos x="T72" y="T73"/>
                        </a:cxn>
                        <a:cxn ang="T133">
                          <a:pos x="T74" y="T75"/>
                        </a:cxn>
                        <a:cxn ang="T134">
                          <a:pos x="T76" y="T77"/>
                        </a:cxn>
                        <a:cxn ang="T135">
                          <a:pos x="T78" y="T79"/>
                        </a:cxn>
                        <a:cxn ang="T136">
                          <a:pos x="T80" y="T81"/>
                        </a:cxn>
                        <a:cxn ang="T137">
                          <a:pos x="T82" y="T83"/>
                        </a:cxn>
                        <a:cxn ang="T138">
                          <a:pos x="T84" y="T85"/>
                        </a:cxn>
                        <a:cxn ang="T139">
                          <a:pos x="T86" y="T87"/>
                        </a:cxn>
                        <a:cxn ang="T140">
                          <a:pos x="T88" y="T89"/>
                        </a:cxn>
                        <a:cxn ang="T141">
                          <a:pos x="T90" y="T91"/>
                        </a:cxn>
                        <a:cxn ang="T142">
                          <a:pos x="T92" y="T93"/>
                        </a:cxn>
                        <a:cxn ang="T143">
                          <a:pos x="T94" y="T95"/>
                        </a:cxn>
                      </a:cxnLst>
                      <a:rect l="T144" t="T145" r="T146" b="T147"/>
                      <a:pathLst>
                        <a:path w="20000" h="20000">
                          <a:moveTo>
                            <a:pt x="0" y="0"/>
                          </a:moveTo>
                          <a:lnTo>
                            <a:pt x="185" y="825"/>
                          </a:lnTo>
                          <a:lnTo>
                            <a:pt x="370" y="1443"/>
                          </a:lnTo>
                          <a:lnTo>
                            <a:pt x="556" y="2062"/>
                          </a:lnTo>
                          <a:lnTo>
                            <a:pt x="833" y="2680"/>
                          </a:lnTo>
                          <a:lnTo>
                            <a:pt x="926" y="3299"/>
                          </a:lnTo>
                          <a:lnTo>
                            <a:pt x="1204" y="3918"/>
                          </a:lnTo>
                          <a:lnTo>
                            <a:pt x="1389" y="4330"/>
                          </a:lnTo>
                          <a:lnTo>
                            <a:pt x="1481" y="4948"/>
                          </a:lnTo>
                          <a:lnTo>
                            <a:pt x="1759" y="5567"/>
                          </a:lnTo>
                          <a:lnTo>
                            <a:pt x="2130" y="6392"/>
                          </a:lnTo>
                          <a:lnTo>
                            <a:pt x="2130" y="6804"/>
                          </a:lnTo>
                          <a:lnTo>
                            <a:pt x="2500" y="7216"/>
                          </a:lnTo>
                          <a:lnTo>
                            <a:pt x="2685" y="7835"/>
                          </a:lnTo>
                          <a:lnTo>
                            <a:pt x="2778" y="8454"/>
                          </a:lnTo>
                          <a:lnTo>
                            <a:pt x="2963" y="9278"/>
                          </a:lnTo>
                          <a:lnTo>
                            <a:pt x="3148" y="9691"/>
                          </a:lnTo>
                          <a:lnTo>
                            <a:pt x="3426" y="10309"/>
                          </a:lnTo>
                          <a:lnTo>
                            <a:pt x="3519" y="10928"/>
                          </a:lnTo>
                          <a:lnTo>
                            <a:pt x="3796" y="11134"/>
                          </a:lnTo>
                          <a:lnTo>
                            <a:pt x="4074" y="11753"/>
                          </a:lnTo>
                          <a:lnTo>
                            <a:pt x="4167" y="12371"/>
                          </a:lnTo>
                          <a:lnTo>
                            <a:pt x="4352" y="12990"/>
                          </a:lnTo>
                          <a:lnTo>
                            <a:pt x="4537" y="13196"/>
                          </a:lnTo>
                          <a:lnTo>
                            <a:pt x="4722" y="13814"/>
                          </a:lnTo>
                          <a:lnTo>
                            <a:pt x="5000" y="14021"/>
                          </a:lnTo>
                          <a:lnTo>
                            <a:pt x="5093" y="14639"/>
                          </a:lnTo>
                          <a:lnTo>
                            <a:pt x="5370" y="14845"/>
                          </a:lnTo>
                          <a:lnTo>
                            <a:pt x="5556" y="15464"/>
                          </a:lnTo>
                          <a:lnTo>
                            <a:pt x="5741" y="15876"/>
                          </a:lnTo>
                          <a:lnTo>
                            <a:pt x="6111" y="16495"/>
                          </a:lnTo>
                          <a:lnTo>
                            <a:pt x="6296" y="16701"/>
                          </a:lnTo>
                          <a:lnTo>
                            <a:pt x="6389" y="16907"/>
                          </a:lnTo>
                          <a:lnTo>
                            <a:pt x="6667" y="17526"/>
                          </a:lnTo>
                          <a:lnTo>
                            <a:pt x="6852" y="17526"/>
                          </a:lnTo>
                          <a:lnTo>
                            <a:pt x="7037" y="17938"/>
                          </a:lnTo>
                          <a:lnTo>
                            <a:pt x="7315" y="18144"/>
                          </a:lnTo>
                          <a:lnTo>
                            <a:pt x="7407" y="18557"/>
                          </a:lnTo>
                          <a:lnTo>
                            <a:pt x="7685" y="18763"/>
                          </a:lnTo>
                          <a:lnTo>
                            <a:pt x="7963" y="19175"/>
                          </a:lnTo>
                          <a:lnTo>
                            <a:pt x="7963" y="19381"/>
                          </a:lnTo>
                          <a:lnTo>
                            <a:pt x="8241" y="19588"/>
                          </a:lnTo>
                          <a:lnTo>
                            <a:pt x="8426" y="19588"/>
                          </a:lnTo>
                          <a:lnTo>
                            <a:pt x="8611" y="19794"/>
                          </a:lnTo>
                          <a:lnTo>
                            <a:pt x="8889" y="19794"/>
                          </a:lnTo>
                          <a:lnTo>
                            <a:pt x="8981" y="19794"/>
                          </a:lnTo>
                          <a:lnTo>
                            <a:pt x="9259" y="19794"/>
                          </a:lnTo>
                          <a:lnTo>
                            <a:pt x="9444" y="19794"/>
                          </a:lnTo>
                          <a:lnTo>
                            <a:pt x="9630" y="19794"/>
                          </a:lnTo>
                          <a:lnTo>
                            <a:pt x="9907" y="19794"/>
                          </a:lnTo>
                          <a:lnTo>
                            <a:pt x="10185" y="19794"/>
                          </a:lnTo>
                          <a:lnTo>
                            <a:pt x="10370" y="19794"/>
                          </a:lnTo>
                          <a:lnTo>
                            <a:pt x="10648" y="19794"/>
                          </a:lnTo>
                          <a:lnTo>
                            <a:pt x="10741" y="19588"/>
                          </a:lnTo>
                          <a:lnTo>
                            <a:pt x="11019" y="19588"/>
                          </a:lnTo>
                          <a:lnTo>
                            <a:pt x="11296" y="19381"/>
                          </a:lnTo>
                          <a:lnTo>
                            <a:pt x="11574" y="19175"/>
                          </a:lnTo>
                          <a:lnTo>
                            <a:pt x="11852" y="18763"/>
                          </a:lnTo>
                          <a:lnTo>
                            <a:pt x="11944" y="18557"/>
                          </a:lnTo>
                          <a:lnTo>
                            <a:pt x="12130" y="17938"/>
                          </a:lnTo>
                          <a:lnTo>
                            <a:pt x="12500" y="17526"/>
                          </a:lnTo>
                          <a:lnTo>
                            <a:pt x="12685" y="16907"/>
                          </a:lnTo>
                          <a:lnTo>
                            <a:pt x="12963" y="16907"/>
                          </a:lnTo>
                          <a:lnTo>
                            <a:pt x="13241" y="16495"/>
                          </a:lnTo>
                          <a:lnTo>
                            <a:pt x="13426" y="15876"/>
                          </a:lnTo>
                          <a:lnTo>
                            <a:pt x="13704" y="15464"/>
                          </a:lnTo>
                          <a:lnTo>
                            <a:pt x="13981" y="14845"/>
                          </a:lnTo>
                          <a:lnTo>
                            <a:pt x="14259" y="14639"/>
                          </a:lnTo>
                          <a:lnTo>
                            <a:pt x="14537" y="14021"/>
                          </a:lnTo>
                          <a:lnTo>
                            <a:pt x="14815" y="13608"/>
                          </a:lnTo>
                          <a:lnTo>
                            <a:pt x="14907" y="12990"/>
                          </a:lnTo>
                          <a:lnTo>
                            <a:pt x="15278" y="12371"/>
                          </a:lnTo>
                          <a:lnTo>
                            <a:pt x="15556" y="11753"/>
                          </a:lnTo>
                          <a:lnTo>
                            <a:pt x="15741" y="11134"/>
                          </a:lnTo>
                          <a:lnTo>
                            <a:pt x="15926" y="10515"/>
                          </a:lnTo>
                          <a:lnTo>
                            <a:pt x="16204" y="10309"/>
                          </a:lnTo>
                          <a:lnTo>
                            <a:pt x="16389" y="9691"/>
                          </a:lnTo>
                          <a:lnTo>
                            <a:pt x="16574" y="9072"/>
                          </a:lnTo>
                          <a:lnTo>
                            <a:pt x="16852" y="8454"/>
                          </a:lnTo>
                          <a:lnTo>
                            <a:pt x="17037" y="7835"/>
                          </a:lnTo>
                          <a:lnTo>
                            <a:pt x="17222" y="7216"/>
                          </a:lnTo>
                          <a:lnTo>
                            <a:pt x="17407" y="6804"/>
                          </a:lnTo>
                          <a:lnTo>
                            <a:pt x="17685" y="6392"/>
                          </a:lnTo>
                          <a:lnTo>
                            <a:pt x="17870" y="5979"/>
                          </a:lnTo>
                          <a:lnTo>
                            <a:pt x="18241" y="5361"/>
                          </a:lnTo>
                          <a:lnTo>
                            <a:pt x="18333" y="4742"/>
                          </a:lnTo>
                          <a:lnTo>
                            <a:pt x="18519" y="4330"/>
                          </a:lnTo>
                          <a:lnTo>
                            <a:pt x="18796" y="3918"/>
                          </a:lnTo>
                          <a:lnTo>
                            <a:pt x="18981" y="3505"/>
                          </a:lnTo>
                          <a:lnTo>
                            <a:pt x="19167" y="3299"/>
                          </a:lnTo>
                          <a:lnTo>
                            <a:pt x="19167" y="2680"/>
                          </a:lnTo>
                          <a:lnTo>
                            <a:pt x="19352" y="2268"/>
                          </a:lnTo>
                          <a:lnTo>
                            <a:pt x="19537" y="2062"/>
                          </a:lnTo>
                          <a:lnTo>
                            <a:pt x="19630" y="1443"/>
                          </a:lnTo>
                          <a:lnTo>
                            <a:pt x="19815" y="1443"/>
                          </a:lnTo>
                          <a:lnTo>
                            <a:pt x="19815" y="825"/>
                          </a:lnTo>
                          <a:lnTo>
                            <a:pt x="19907" y="825"/>
                          </a:lnTo>
                        </a:path>
                      </a:pathLst>
                    </a:custGeom>
                    <a:noFill/>
                    <a:ln w="28575">
                      <a:solidFill>
                        <a:srgbClr val="FF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0" name="直接连接符 106531"/>
                <p:cNvSpPr>
                  <a:spLocks noChangeShapeType="1"/>
                </p:cNvSpPr>
                <p:nvPr/>
              </p:nvSpPr>
              <p:spPr bwMode="auto">
                <a:xfrm flipV="1">
                  <a:off x="14765" y="8694"/>
                  <a:ext cx="5227" cy="472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 type="none" w="med" len="sm"/>
                  <a:tailEnd type="triangle" w="med" len="sm"/>
                </a:ln>
              </p:spPr>
              <p:txBody>
                <a:bodyPr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endParaRPr>
                </a:p>
              </p:txBody>
            </p:sp>
          </p:grpSp>
        </p:grpSp>
      </p:grpSp>
      <p:graphicFrame>
        <p:nvGraphicFramePr>
          <p:cNvPr id="97" name="Object 3"/>
          <p:cNvGraphicFramePr/>
          <p:nvPr/>
        </p:nvGraphicFramePr>
        <p:xfrm>
          <a:off x="4000500" y="5286375"/>
          <a:ext cx="17145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62965" imgH="228600" progId="Equation.3">
                  <p:embed/>
                </p:oleObj>
              </mc:Choice>
              <mc:Fallback>
                <p:oleObj r:id="rId4" imgW="862965" imgH="228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00500" y="5286375"/>
                        <a:ext cx="17145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89"/>
          <p:cNvGrpSpPr/>
          <p:nvPr/>
        </p:nvGrpSpPr>
        <p:grpSpPr>
          <a:xfrm>
            <a:off x="4992688" y="623888"/>
            <a:ext cx="3455987" cy="3511550"/>
            <a:chOff x="2738" y="1276"/>
            <a:chExt cx="2759" cy="2750"/>
          </a:xfrm>
        </p:grpSpPr>
        <p:sp>
          <p:nvSpPr>
            <p:cNvPr id="24600" name="Oval 92"/>
            <p:cNvSpPr/>
            <p:nvPr/>
          </p:nvSpPr>
          <p:spPr>
            <a:xfrm>
              <a:off x="3993" y="2545"/>
              <a:ext cx="230" cy="226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zh-CN" altLang="en-US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Oval 94"/>
            <p:cNvSpPr>
              <a:spLocks noChangeArrowheads="1"/>
            </p:cNvSpPr>
            <p:nvPr/>
          </p:nvSpPr>
          <p:spPr bwMode="auto">
            <a:xfrm>
              <a:off x="2850" y="1388"/>
              <a:ext cx="2523" cy="2516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Oval 95"/>
            <p:cNvSpPr>
              <a:spLocks noChangeArrowheads="1"/>
            </p:cNvSpPr>
            <p:nvPr/>
          </p:nvSpPr>
          <p:spPr bwMode="auto">
            <a:xfrm>
              <a:off x="3308" y="1817"/>
              <a:ext cx="1613" cy="1640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Oval 96"/>
            <p:cNvSpPr>
              <a:spLocks noChangeArrowheads="1"/>
            </p:cNvSpPr>
            <p:nvPr/>
          </p:nvSpPr>
          <p:spPr bwMode="auto">
            <a:xfrm>
              <a:off x="3032" y="1541"/>
              <a:ext cx="2184" cy="2217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Oval 100"/>
            <p:cNvSpPr>
              <a:spLocks noChangeArrowheads="1"/>
            </p:cNvSpPr>
            <p:nvPr/>
          </p:nvSpPr>
          <p:spPr bwMode="auto">
            <a:xfrm>
              <a:off x="3676" y="2193"/>
              <a:ext cx="904" cy="895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Oval 101"/>
            <p:cNvSpPr>
              <a:spLocks noChangeArrowheads="1"/>
            </p:cNvSpPr>
            <p:nvPr/>
          </p:nvSpPr>
          <p:spPr bwMode="auto">
            <a:xfrm>
              <a:off x="2770" y="1310"/>
              <a:ext cx="2684" cy="266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Oval 102"/>
            <p:cNvSpPr>
              <a:spLocks noChangeArrowheads="1"/>
            </p:cNvSpPr>
            <p:nvPr/>
          </p:nvSpPr>
          <p:spPr bwMode="auto">
            <a:xfrm>
              <a:off x="2738" y="1276"/>
              <a:ext cx="2759" cy="2750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6"/>
          <p:cNvGrpSpPr/>
          <p:nvPr/>
        </p:nvGrpSpPr>
        <p:grpSpPr>
          <a:xfrm>
            <a:off x="5940425" y="549275"/>
            <a:ext cx="2736850" cy="1584325"/>
            <a:chOff x="9836717" y="1897037"/>
            <a:chExt cx="2736630" cy="1584207"/>
          </a:xfrm>
        </p:grpSpPr>
        <p:grpSp>
          <p:nvGrpSpPr>
            <p:cNvPr id="24608" name="Group 132"/>
            <p:cNvGrpSpPr/>
            <p:nvPr/>
          </p:nvGrpSpPr>
          <p:grpSpPr>
            <a:xfrm>
              <a:off x="9836717" y="1976557"/>
              <a:ext cx="2736630" cy="1504687"/>
              <a:chOff x="3485" y="736"/>
              <a:chExt cx="1606" cy="899"/>
            </a:xfrm>
          </p:grpSpPr>
          <p:sp>
            <p:nvSpPr>
              <p:cNvPr id="24609" name="Line 56"/>
              <p:cNvSpPr/>
              <p:nvPr/>
            </p:nvSpPr>
            <p:spPr>
              <a:xfrm>
                <a:off x="4006" y="958"/>
                <a:ext cx="0" cy="45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24610" name="Group 63"/>
              <p:cNvGrpSpPr/>
              <p:nvPr/>
            </p:nvGrpSpPr>
            <p:grpSpPr>
              <a:xfrm>
                <a:off x="4061" y="804"/>
                <a:ext cx="1030" cy="500"/>
                <a:chOff x="4850" y="900"/>
                <a:chExt cx="1030" cy="500"/>
              </a:xfrm>
            </p:grpSpPr>
            <p:grpSp>
              <p:nvGrpSpPr>
                <p:cNvPr id="24611" name="Group 64"/>
                <p:cNvGrpSpPr/>
                <p:nvPr/>
              </p:nvGrpSpPr>
              <p:grpSpPr>
                <a:xfrm>
                  <a:off x="4850" y="1214"/>
                  <a:ext cx="910" cy="186"/>
                  <a:chOff x="4850" y="275"/>
                  <a:chExt cx="910" cy="186"/>
                </a:xfrm>
              </p:grpSpPr>
              <p:sp>
                <p:nvSpPr>
                  <p:cNvPr id="24612" name="Rectangle 65"/>
                  <p:cNvSpPr/>
                  <p:nvPr/>
                </p:nvSpPr>
                <p:spPr>
                  <a:xfrm>
                    <a:off x="4850" y="275"/>
                    <a:ext cx="910" cy="186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24613" name="Group 66"/>
                  <p:cNvGrpSpPr/>
                  <p:nvPr/>
                </p:nvGrpSpPr>
                <p:grpSpPr>
                  <a:xfrm>
                    <a:off x="5002" y="299"/>
                    <a:ext cx="579" cy="133"/>
                    <a:chOff x="4151" y="1518"/>
                    <a:chExt cx="579" cy="133"/>
                  </a:xfrm>
                </p:grpSpPr>
                <p:sp>
                  <p:nvSpPr>
                    <p:cNvPr id="24614" name="Line 67"/>
                    <p:cNvSpPr/>
                    <p:nvPr/>
                  </p:nvSpPr>
                  <p:spPr>
                    <a:xfrm>
                      <a:off x="4184" y="1584"/>
                      <a:ext cx="546" cy="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lg"/>
                    </a:ln>
                  </p:spPr>
                </p:sp>
                <p:sp>
                  <p:nvSpPr>
                    <p:cNvPr id="24615" name="Oval 68"/>
                    <p:cNvSpPr/>
                    <p:nvPr/>
                  </p:nvSpPr>
                  <p:spPr>
                    <a:xfrm>
                      <a:off x="4151" y="1558"/>
                      <a:ext cx="61" cy="61"/>
                    </a:xfrm>
                    <a:prstGeom prst="ellipse">
                      <a:avLst/>
                    </a:prstGeom>
                    <a:solidFill>
                      <a:srgbClr val="66FF33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grpSp>
                  <p:nvGrpSpPr>
                    <p:cNvPr id="24616" name="Group 69"/>
                    <p:cNvGrpSpPr/>
                    <p:nvPr/>
                  </p:nvGrpSpPr>
                  <p:grpSpPr>
                    <a:xfrm>
                      <a:off x="4236" y="1518"/>
                      <a:ext cx="294" cy="133"/>
                      <a:chOff x="3210" y="3078"/>
                      <a:chExt cx="294" cy="133"/>
                    </a:xfrm>
                  </p:grpSpPr>
                  <p:sp>
                    <p:nvSpPr>
                      <p:cNvPr id="24617" name="Freeform 70"/>
                      <p:cNvSpPr/>
                      <p:nvPr/>
                    </p:nvSpPr>
                    <p:spPr>
                      <a:xfrm>
                        <a:off x="3210" y="3078"/>
                        <a:ext cx="144" cy="13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5"/>
                          </a:cxn>
                          <a:cxn ang="0">
                            <a:pos x="0" y="0"/>
                          </a:cxn>
                          <a:cxn ang="0">
                            <a:pos x="1" y="5"/>
                          </a:cxn>
                          <a:cxn ang="0">
                            <a:pos x="1" y="10"/>
                          </a:cxn>
                          <a:cxn ang="0">
                            <a:pos x="1" y="5"/>
                          </a:cxn>
                          <a:cxn ang="0">
                            <a:pos x="2" y="0"/>
                          </a:cxn>
                          <a:cxn ang="0">
                            <a:pos x="2" y="5"/>
                          </a:cxn>
                          <a:cxn ang="0">
                            <a:pos x="2" y="10"/>
                          </a:cxn>
                          <a:cxn ang="0">
                            <a:pos x="3" y="5"/>
                          </a:cxn>
                          <a:cxn ang="0">
                            <a:pos x="3" y="0"/>
                          </a:cxn>
                          <a:cxn ang="0">
                            <a:pos x="3" y="5"/>
                          </a:cxn>
                        </a:cxnLst>
                        <a:rect l="0" t="0" r="0" b="0"/>
                        <a:pathLst>
                          <a:path w="954" h="481">
                            <a:moveTo>
                              <a:pt x="0" y="240"/>
                            </a:moveTo>
                            <a:cubicBezTo>
                              <a:pt x="32" y="123"/>
                              <a:pt x="64" y="6"/>
                              <a:pt x="96" y="6"/>
                            </a:cubicBezTo>
                            <a:cubicBezTo>
                              <a:pt x="128" y="6"/>
                              <a:pt x="160" y="161"/>
                              <a:pt x="192" y="240"/>
                            </a:cubicBezTo>
                            <a:cubicBezTo>
                              <a:pt x="224" y="319"/>
                              <a:pt x="256" y="480"/>
                              <a:pt x="288" y="480"/>
                            </a:cubicBezTo>
                            <a:cubicBezTo>
                              <a:pt x="320" y="480"/>
                              <a:pt x="353" y="320"/>
                              <a:pt x="384" y="240"/>
                            </a:cubicBezTo>
                            <a:cubicBezTo>
                              <a:pt x="415" y="160"/>
                              <a:pt x="442" y="0"/>
                              <a:pt x="474" y="0"/>
                            </a:cubicBezTo>
                            <a:cubicBezTo>
                              <a:pt x="506" y="0"/>
                              <a:pt x="543" y="160"/>
                              <a:pt x="576" y="240"/>
                            </a:cubicBezTo>
                            <a:cubicBezTo>
                              <a:pt x="609" y="320"/>
                              <a:pt x="640" y="481"/>
                              <a:pt x="672" y="480"/>
                            </a:cubicBezTo>
                            <a:cubicBezTo>
                              <a:pt x="704" y="479"/>
                              <a:pt x="736" y="313"/>
                              <a:pt x="768" y="234"/>
                            </a:cubicBezTo>
                            <a:cubicBezTo>
                              <a:pt x="800" y="155"/>
                              <a:pt x="833" y="5"/>
                              <a:pt x="864" y="6"/>
                            </a:cubicBezTo>
                            <a:cubicBezTo>
                              <a:pt x="895" y="7"/>
                              <a:pt x="924" y="123"/>
                              <a:pt x="954" y="240"/>
                            </a:cubicBezTo>
                          </a:path>
                        </a:pathLst>
                      </a:cu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4618" name="Freeform 71"/>
                      <p:cNvSpPr/>
                      <p:nvPr/>
                    </p:nvSpPr>
                    <p:spPr>
                      <a:xfrm flipV="1">
                        <a:off x="3360" y="3078"/>
                        <a:ext cx="144" cy="13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5"/>
                          </a:cxn>
                          <a:cxn ang="0">
                            <a:pos x="0" y="0"/>
                          </a:cxn>
                          <a:cxn ang="0">
                            <a:pos x="1" y="5"/>
                          </a:cxn>
                          <a:cxn ang="0">
                            <a:pos x="1" y="10"/>
                          </a:cxn>
                          <a:cxn ang="0">
                            <a:pos x="1" y="5"/>
                          </a:cxn>
                          <a:cxn ang="0">
                            <a:pos x="2" y="0"/>
                          </a:cxn>
                          <a:cxn ang="0">
                            <a:pos x="2" y="5"/>
                          </a:cxn>
                          <a:cxn ang="0">
                            <a:pos x="2" y="10"/>
                          </a:cxn>
                          <a:cxn ang="0">
                            <a:pos x="3" y="5"/>
                          </a:cxn>
                          <a:cxn ang="0">
                            <a:pos x="3" y="0"/>
                          </a:cxn>
                          <a:cxn ang="0">
                            <a:pos x="3" y="5"/>
                          </a:cxn>
                        </a:cxnLst>
                        <a:rect l="0" t="0" r="0" b="0"/>
                        <a:pathLst>
                          <a:path w="954" h="481">
                            <a:moveTo>
                              <a:pt x="0" y="240"/>
                            </a:moveTo>
                            <a:cubicBezTo>
                              <a:pt x="32" y="123"/>
                              <a:pt x="64" y="6"/>
                              <a:pt x="96" y="6"/>
                            </a:cubicBezTo>
                            <a:cubicBezTo>
                              <a:pt x="128" y="6"/>
                              <a:pt x="160" y="161"/>
                              <a:pt x="192" y="240"/>
                            </a:cubicBezTo>
                            <a:cubicBezTo>
                              <a:pt x="224" y="319"/>
                              <a:pt x="256" y="480"/>
                              <a:pt x="288" y="480"/>
                            </a:cubicBezTo>
                            <a:cubicBezTo>
                              <a:pt x="320" y="480"/>
                              <a:pt x="353" y="320"/>
                              <a:pt x="384" y="240"/>
                            </a:cubicBezTo>
                            <a:cubicBezTo>
                              <a:pt x="415" y="160"/>
                              <a:pt x="442" y="0"/>
                              <a:pt x="474" y="0"/>
                            </a:cubicBezTo>
                            <a:cubicBezTo>
                              <a:pt x="506" y="0"/>
                              <a:pt x="543" y="160"/>
                              <a:pt x="576" y="240"/>
                            </a:cubicBezTo>
                            <a:cubicBezTo>
                              <a:pt x="609" y="320"/>
                              <a:pt x="640" y="481"/>
                              <a:pt x="672" y="480"/>
                            </a:cubicBezTo>
                            <a:cubicBezTo>
                              <a:pt x="704" y="479"/>
                              <a:pt x="736" y="313"/>
                              <a:pt x="768" y="234"/>
                            </a:cubicBezTo>
                            <a:cubicBezTo>
                              <a:pt x="800" y="155"/>
                              <a:pt x="833" y="5"/>
                              <a:pt x="864" y="6"/>
                            </a:cubicBezTo>
                            <a:cubicBezTo>
                              <a:pt x="895" y="7"/>
                              <a:pt x="924" y="123"/>
                              <a:pt x="954" y="240"/>
                            </a:cubicBezTo>
                          </a:path>
                        </a:pathLst>
                      </a:cu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sp>
              <p:nvSpPr>
                <p:cNvPr id="24619" name="Text Box 74"/>
                <p:cNvSpPr txBox="1"/>
                <p:nvPr/>
              </p:nvSpPr>
              <p:spPr>
                <a:xfrm>
                  <a:off x="5563" y="900"/>
                  <a:ext cx="317" cy="3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l-GR" altLang="zh-CN" sz="3200" b="1" i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ν</a:t>
                  </a:r>
                  <a:r>
                    <a:rPr lang="en-US" altLang="zh-CN" sz="3200" dirty="0">
                      <a:latin typeface="Symbol" panose="05050102010706020507" pitchFamily="18" charset="2"/>
                      <a:ea typeface="宋体" panose="02010600030101010101" pitchFamily="2" charset="-122"/>
                    </a:rPr>
                    <a:t> </a:t>
                  </a:r>
                </a:p>
              </p:txBody>
            </p:sp>
          </p:grpSp>
          <p:grpSp>
            <p:nvGrpSpPr>
              <p:cNvPr id="24620" name="Group 75"/>
              <p:cNvGrpSpPr/>
              <p:nvPr/>
            </p:nvGrpSpPr>
            <p:grpSpPr>
              <a:xfrm>
                <a:off x="3485" y="736"/>
                <a:ext cx="498" cy="899"/>
                <a:chOff x="3547" y="1113"/>
                <a:chExt cx="498" cy="899"/>
              </a:xfrm>
            </p:grpSpPr>
            <p:sp>
              <p:nvSpPr>
                <p:cNvPr id="24621" name="Text Box 78"/>
                <p:cNvSpPr txBox="1"/>
                <p:nvPr/>
              </p:nvSpPr>
              <p:spPr>
                <a:xfrm rot="7953">
                  <a:off x="3593" y="1699"/>
                  <a:ext cx="452" cy="3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</a:t>
                  </a:r>
                  <a:r>
                    <a:rPr lang="en-US" altLang="zh-CN" b="1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m</a:t>
                  </a:r>
                  <a:endParaRPr lang="en-US" altLang="zh-CN" b="1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4622" name="Text Box 81"/>
                <p:cNvSpPr txBox="1"/>
                <p:nvPr/>
              </p:nvSpPr>
              <p:spPr>
                <a:xfrm>
                  <a:off x="3547" y="1113"/>
                  <a:ext cx="416" cy="3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</a:t>
                  </a:r>
                  <a:r>
                    <a:rPr lang="en-US" altLang="zh-CN" b="1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n</a:t>
                  </a:r>
                  <a:endParaRPr lang="en-US" altLang="zh-CN" b="1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4623" name="组合 5"/>
            <p:cNvGrpSpPr/>
            <p:nvPr/>
          </p:nvGrpSpPr>
          <p:grpSpPr>
            <a:xfrm>
              <a:off x="10582344" y="2844225"/>
              <a:ext cx="614392" cy="584775"/>
              <a:chOff x="8140870" y="624360"/>
              <a:chExt cx="614392" cy="584775"/>
            </a:xfrm>
          </p:grpSpPr>
          <p:sp>
            <p:nvSpPr>
              <p:cNvPr id="24624" name="Oval 98"/>
              <p:cNvSpPr/>
              <p:nvPr/>
            </p:nvSpPr>
            <p:spPr>
              <a:xfrm>
                <a:off x="8218539" y="897950"/>
                <a:ext cx="144050" cy="144255"/>
              </a:xfrm>
              <a:prstGeom prst="ellipse">
                <a:avLst/>
              </a:prstGeom>
              <a:solidFill>
                <a:srgbClr val="92D05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25" name="文本框 106539"/>
              <p:cNvSpPr txBox="1"/>
              <p:nvPr/>
            </p:nvSpPr>
            <p:spPr>
              <a:xfrm>
                <a:off x="8141308" y="624839"/>
                <a:ext cx="614314" cy="5841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-</a:t>
                </a:r>
                <a:endParaRPr lang="zh-CN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626" name="组合 117"/>
            <p:cNvGrpSpPr/>
            <p:nvPr/>
          </p:nvGrpSpPr>
          <p:grpSpPr>
            <a:xfrm>
              <a:off x="10582344" y="1897037"/>
              <a:ext cx="614392" cy="584775"/>
              <a:chOff x="8140870" y="624360"/>
              <a:chExt cx="614392" cy="584775"/>
            </a:xfrm>
          </p:grpSpPr>
          <p:sp>
            <p:nvSpPr>
              <p:cNvPr id="24627" name="Oval 98"/>
              <p:cNvSpPr/>
              <p:nvPr/>
            </p:nvSpPr>
            <p:spPr>
              <a:xfrm>
                <a:off x="8218539" y="897950"/>
                <a:ext cx="144050" cy="144255"/>
              </a:xfrm>
              <a:prstGeom prst="ellipse">
                <a:avLst/>
              </a:prstGeom>
              <a:solidFill>
                <a:srgbClr val="92D05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28" name="文本框 106539"/>
              <p:cNvSpPr txBox="1"/>
              <p:nvPr/>
            </p:nvSpPr>
            <p:spPr>
              <a:xfrm>
                <a:off x="8141308" y="624360"/>
                <a:ext cx="614314" cy="5841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-</a:t>
                </a:r>
                <a:endParaRPr lang="zh-CN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77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300038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归纳１</a:t>
            </a:r>
          </a:p>
        </p:txBody>
      </p:sp>
      <p:sp>
        <p:nvSpPr>
          <p:cNvPr id="25602" name="Rectangle 5" descr="羊皮纸"/>
          <p:cNvSpPr/>
          <p:nvPr/>
        </p:nvSpPr>
        <p:spPr>
          <a:xfrm>
            <a:off x="0" y="0"/>
            <a:ext cx="8670925" cy="6508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6" descr="羊皮纸"/>
          <p:cNvSpPr/>
          <p:nvPr/>
        </p:nvSpPr>
        <p:spPr>
          <a:xfrm>
            <a:off x="0" y="6670675"/>
            <a:ext cx="9144000" cy="18732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5604" name="Group 31"/>
          <p:cNvGrpSpPr/>
          <p:nvPr/>
        </p:nvGrpSpPr>
        <p:grpSpPr>
          <a:xfrm>
            <a:off x="34925" y="260350"/>
            <a:ext cx="7115175" cy="238125"/>
            <a:chOff x="305" y="239"/>
            <a:chExt cx="4878" cy="202"/>
          </a:xfrm>
        </p:grpSpPr>
        <p:sp>
          <p:nvSpPr>
            <p:cNvPr id="37893" name="WordArt 32"/>
            <p:cNvSpPr>
              <a:spLocks noTextEdit="1"/>
            </p:cNvSpPr>
            <p:nvPr/>
          </p:nvSpPr>
          <p:spPr>
            <a:xfrm>
              <a:off x="305" y="241"/>
              <a:ext cx="957" cy="2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重点一：</a:t>
              </a:r>
              <a:endPara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7894" name="WordArt 33"/>
            <p:cNvSpPr>
              <a:spLocks noTextEdit="1"/>
            </p:cNvSpPr>
            <p:nvPr/>
          </p:nvSpPr>
          <p:spPr>
            <a:xfrm>
              <a:off x="1585" y="239"/>
              <a:ext cx="3598" cy="2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氢原子中电子轨道半径  速度  角动量  能量</a:t>
              </a:r>
              <a:endParaRPr lang="zh-CN" altLang="en-US" sz="3600" strike="noStrike" noProof="1"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5607" name="Group 372"/>
          <p:cNvGrpSpPr/>
          <p:nvPr/>
        </p:nvGrpSpPr>
        <p:grpSpPr>
          <a:xfrm>
            <a:off x="179388" y="692150"/>
            <a:ext cx="2641600" cy="2616200"/>
            <a:chOff x="390" y="701"/>
            <a:chExt cx="2617" cy="2638"/>
          </a:xfrm>
        </p:grpSpPr>
        <p:grpSp>
          <p:nvGrpSpPr>
            <p:cNvPr id="25608" name="Group 290"/>
            <p:cNvGrpSpPr/>
            <p:nvPr/>
          </p:nvGrpSpPr>
          <p:grpSpPr>
            <a:xfrm>
              <a:off x="980" y="1114"/>
              <a:ext cx="1503" cy="1596"/>
              <a:chOff x="3435" y="573"/>
              <a:chExt cx="1667" cy="1806"/>
            </a:xfrm>
          </p:grpSpPr>
          <p:grpSp>
            <p:nvGrpSpPr>
              <p:cNvPr id="25609" name="Group 291"/>
              <p:cNvGrpSpPr/>
              <p:nvPr/>
            </p:nvGrpSpPr>
            <p:grpSpPr>
              <a:xfrm>
                <a:off x="4164" y="1469"/>
                <a:ext cx="188" cy="183"/>
                <a:chOff x="3452" y="2227"/>
                <a:chExt cx="188" cy="183"/>
              </a:xfrm>
            </p:grpSpPr>
            <p:sp>
              <p:nvSpPr>
                <p:cNvPr id="25610" name="Oval 292"/>
                <p:cNvSpPr/>
                <p:nvPr/>
              </p:nvSpPr>
              <p:spPr>
                <a:xfrm>
                  <a:off x="3452" y="2227"/>
                  <a:ext cx="188" cy="18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0A0A0"/>
                    </a:gs>
                    <a:gs pos="100000">
                      <a:schemeClr val="tx1"/>
                    </a:gs>
                  </a:gsLst>
                  <a:path path="rect">
                    <a:fillToRect r="100000" b="100000"/>
                  </a:path>
                  <a:tileRect/>
                </a:gradFill>
                <a:ln w="28575" cap="flat" cmpd="sng">
                  <a:solidFill>
                    <a:srgbClr val="B2B2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611" name="WordArt 293"/>
                <p:cNvSpPr>
                  <a:spLocks noTextEdit="1"/>
                </p:cNvSpPr>
                <p:nvPr/>
              </p:nvSpPr>
              <p:spPr>
                <a:xfrm>
                  <a:off x="3483" y="2258"/>
                  <a:ext cx="118" cy="11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FFFF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</a:p>
              </p:txBody>
            </p:sp>
          </p:grpSp>
          <p:sp>
            <p:nvSpPr>
              <p:cNvPr id="25612" name="Oval 294"/>
              <p:cNvSpPr/>
              <p:nvPr/>
            </p:nvSpPr>
            <p:spPr>
              <a:xfrm>
                <a:off x="3435" y="741"/>
                <a:ext cx="1614" cy="163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5613" name="Group 295"/>
              <p:cNvGrpSpPr/>
              <p:nvPr/>
            </p:nvGrpSpPr>
            <p:grpSpPr>
              <a:xfrm>
                <a:off x="4573" y="801"/>
                <a:ext cx="70" cy="71"/>
                <a:chOff x="1804" y="1778"/>
                <a:chExt cx="47" cy="48"/>
              </a:xfrm>
            </p:grpSpPr>
            <p:sp>
              <p:nvSpPr>
                <p:cNvPr id="25614" name="Oval 296"/>
                <p:cNvSpPr/>
                <p:nvPr/>
              </p:nvSpPr>
              <p:spPr>
                <a:xfrm>
                  <a:off x="1804" y="1778"/>
                  <a:ext cx="47" cy="48"/>
                </a:xfrm>
                <a:prstGeom prst="ellipse">
                  <a:avLst/>
                </a:prstGeom>
                <a:solidFill>
                  <a:srgbClr val="969696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615" name="Line 297"/>
                <p:cNvSpPr/>
                <p:nvPr/>
              </p:nvSpPr>
              <p:spPr>
                <a:xfrm>
                  <a:off x="1812" y="1802"/>
                  <a:ext cx="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616" name="Line 298"/>
              <p:cNvSpPr/>
              <p:nvPr/>
            </p:nvSpPr>
            <p:spPr>
              <a:xfrm flipV="1">
                <a:off x="4303" y="857"/>
                <a:ext cx="296" cy="6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7" name="Line 299"/>
              <p:cNvSpPr/>
              <p:nvPr/>
            </p:nvSpPr>
            <p:spPr>
              <a:xfrm flipH="1" flipV="1">
                <a:off x="4250" y="682"/>
                <a:ext cx="326" cy="13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  <p:sp>
            <p:nvSpPr>
              <p:cNvPr id="25618" name="WordArt 300"/>
              <p:cNvSpPr>
                <a:spLocks noTextEdit="1"/>
              </p:cNvSpPr>
              <p:nvPr/>
            </p:nvSpPr>
            <p:spPr>
              <a:xfrm>
                <a:off x="4693" y="746"/>
                <a:ext cx="128" cy="12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25619" name="WordArt 301"/>
              <p:cNvSpPr>
                <a:spLocks noTextEdit="1"/>
              </p:cNvSpPr>
              <p:nvPr/>
            </p:nvSpPr>
            <p:spPr>
              <a:xfrm>
                <a:off x="4874" y="828"/>
                <a:ext cx="28" cy="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25620" name="Line 302"/>
              <p:cNvSpPr/>
              <p:nvPr/>
            </p:nvSpPr>
            <p:spPr>
              <a:xfrm flipH="1">
                <a:off x="4379" y="1204"/>
                <a:ext cx="6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  <p:sp>
            <p:nvSpPr>
              <p:cNvPr id="25621" name="WordArt 303"/>
              <p:cNvSpPr>
                <a:spLocks noTextEdit="1"/>
              </p:cNvSpPr>
              <p:nvPr/>
            </p:nvSpPr>
            <p:spPr>
              <a:xfrm>
                <a:off x="4516" y="1196"/>
                <a:ext cx="183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2000" b="1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25622" name="WordArt 304"/>
              <p:cNvSpPr>
                <a:spLocks noTextEdit="1"/>
              </p:cNvSpPr>
              <p:nvPr/>
            </p:nvSpPr>
            <p:spPr>
              <a:xfrm>
                <a:off x="4090" y="573"/>
                <a:ext cx="118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25623" name="WordArt 305"/>
              <p:cNvSpPr>
                <a:spLocks noTextEdit="1"/>
              </p:cNvSpPr>
              <p:nvPr/>
            </p:nvSpPr>
            <p:spPr>
              <a:xfrm>
                <a:off x="4927" y="734"/>
                <a:ext cx="175" cy="1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25624" name="WordArt 306"/>
              <p:cNvSpPr>
                <a:spLocks noTextEdit="1"/>
              </p:cNvSpPr>
              <p:nvPr/>
            </p:nvSpPr>
            <p:spPr>
              <a:xfrm>
                <a:off x="4264" y="982"/>
                <a:ext cx="185" cy="1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r</a:t>
                </a:r>
              </a:p>
            </p:txBody>
          </p:sp>
        </p:grpSp>
        <p:grpSp>
          <p:nvGrpSpPr>
            <p:cNvPr id="25625" name="Group 340"/>
            <p:cNvGrpSpPr/>
            <p:nvPr/>
          </p:nvGrpSpPr>
          <p:grpSpPr>
            <a:xfrm>
              <a:off x="1505" y="1747"/>
              <a:ext cx="398" cy="439"/>
              <a:chOff x="1107" y="1970"/>
              <a:chExt cx="398" cy="439"/>
            </a:xfrm>
          </p:grpSpPr>
          <p:grpSp>
            <p:nvGrpSpPr>
              <p:cNvPr id="25626" name="Group 341"/>
              <p:cNvGrpSpPr/>
              <p:nvPr/>
            </p:nvGrpSpPr>
            <p:grpSpPr>
              <a:xfrm>
                <a:off x="1329" y="1970"/>
                <a:ext cx="63" cy="63"/>
                <a:chOff x="1804" y="1778"/>
                <a:chExt cx="47" cy="48"/>
              </a:xfrm>
            </p:grpSpPr>
            <p:sp>
              <p:nvSpPr>
                <p:cNvPr id="25627" name="Oval 342"/>
                <p:cNvSpPr/>
                <p:nvPr/>
              </p:nvSpPr>
              <p:spPr>
                <a:xfrm>
                  <a:off x="1804" y="1778"/>
                  <a:ext cx="47" cy="48"/>
                </a:xfrm>
                <a:prstGeom prst="ellipse">
                  <a:avLst/>
                </a:prstGeom>
                <a:solidFill>
                  <a:srgbClr val="969696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628" name="Line 343"/>
                <p:cNvSpPr/>
                <p:nvPr/>
              </p:nvSpPr>
              <p:spPr>
                <a:xfrm>
                  <a:off x="1812" y="1802"/>
                  <a:ext cx="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629" name="Group 344"/>
              <p:cNvGrpSpPr/>
              <p:nvPr/>
            </p:nvGrpSpPr>
            <p:grpSpPr>
              <a:xfrm>
                <a:off x="1374" y="2278"/>
                <a:ext cx="121" cy="131"/>
                <a:chOff x="2896" y="2495"/>
                <a:chExt cx="254" cy="177"/>
              </a:xfrm>
            </p:grpSpPr>
            <p:sp>
              <p:nvSpPr>
                <p:cNvPr id="25630" name="WordArt 345"/>
                <p:cNvSpPr>
                  <a:spLocks noTextEdit="1"/>
                </p:cNvSpPr>
                <p:nvPr/>
              </p:nvSpPr>
              <p:spPr>
                <a:xfrm>
                  <a:off x="3085" y="2579"/>
                  <a:ext cx="65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A5002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A5002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25631" name="WordArt 346"/>
                <p:cNvSpPr>
                  <a:spLocks noTextEdit="1"/>
                </p:cNvSpPr>
                <p:nvPr/>
              </p:nvSpPr>
              <p:spPr>
                <a:xfrm>
                  <a:off x="2896" y="2495"/>
                  <a:ext cx="152" cy="16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A5002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A5002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25632" name="Group 347"/>
              <p:cNvGrpSpPr/>
              <p:nvPr/>
            </p:nvGrpSpPr>
            <p:grpSpPr>
              <a:xfrm>
                <a:off x="1221" y="2121"/>
                <a:ext cx="170" cy="162"/>
                <a:chOff x="3452" y="2227"/>
                <a:chExt cx="188" cy="183"/>
              </a:xfrm>
            </p:grpSpPr>
            <p:sp>
              <p:nvSpPr>
                <p:cNvPr id="25633" name="Oval 348"/>
                <p:cNvSpPr/>
                <p:nvPr/>
              </p:nvSpPr>
              <p:spPr>
                <a:xfrm>
                  <a:off x="3452" y="2227"/>
                  <a:ext cx="188" cy="18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0A0A0"/>
                    </a:gs>
                    <a:gs pos="100000">
                      <a:schemeClr val="tx1"/>
                    </a:gs>
                  </a:gsLst>
                  <a:path path="rect">
                    <a:fillToRect r="100000" b="100000"/>
                  </a:path>
                  <a:tileRect/>
                </a:gradFill>
                <a:ln w="28575" cap="flat" cmpd="sng">
                  <a:solidFill>
                    <a:srgbClr val="B2B2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634" name="WordArt 349"/>
                <p:cNvSpPr>
                  <a:spLocks noTextEdit="1"/>
                </p:cNvSpPr>
                <p:nvPr/>
              </p:nvSpPr>
              <p:spPr>
                <a:xfrm>
                  <a:off x="3483" y="2258"/>
                  <a:ext cx="118" cy="11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FFFF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</a:p>
              </p:txBody>
            </p:sp>
          </p:grpSp>
          <p:sp>
            <p:nvSpPr>
              <p:cNvPr id="25635" name="Oval 350"/>
              <p:cNvSpPr/>
              <p:nvPr/>
            </p:nvSpPr>
            <p:spPr>
              <a:xfrm>
                <a:off x="1107" y="2004"/>
                <a:ext cx="398" cy="400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36" name="Group 351"/>
            <p:cNvGrpSpPr/>
            <p:nvPr/>
          </p:nvGrpSpPr>
          <p:grpSpPr>
            <a:xfrm>
              <a:off x="971" y="1263"/>
              <a:ext cx="1457" cy="1448"/>
              <a:chOff x="573" y="1486"/>
              <a:chExt cx="1457" cy="1448"/>
            </a:xfrm>
          </p:grpSpPr>
          <p:grpSp>
            <p:nvGrpSpPr>
              <p:cNvPr id="25637" name="Group 352"/>
              <p:cNvGrpSpPr/>
              <p:nvPr/>
            </p:nvGrpSpPr>
            <p:grpSpPr>
              <a:xfrm>
                <a:off x="573" y="1486"/>
                <a:ext cx="1457" cy="1448"/>
                <a:chOff x="573" y="1486"/>
                <a:chExt cx="1457" cy="1448"/>
              </a:xfrm>
            </p:grpSpPr>
            <p:grpSp>
              <p:nvGrpSpPr>
                <p:cNvPr id="25638" name="Group 353"/>
                <p:cNvGrpSpPr/>
                <p:nvPr/>
              </p:nvGrpSpPr>
              <p:grpSpPr>
                <a:xfrm>
                  <a:off x="1749" y="1905"/>
                  <a:ext cx="281" cy="133"/>
                  <a:chOff x="3609" y="3831"/>
                  <a:chExt cx="347" cy="170"/>
                </a:xfrm>
              </p:grpSpPr>
              <p:sp>
                <p:nvSpPr>
                  <p:cNvPr id="25639" name="WordArt 354"/>
                  <p:cNvSpPr>
                    <a:spLocks noTextEdit="1"/>
                  </p:cNvSpPr>
                  <p:nvPr/>
                </p:nvSpPr>
                <p:spPr>
                  <a:xfrm>
                    <a:off x="3609" y="3831"/>
                    <a:ext cx="106" cy="15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4</a:t>
                    </a:r>
                  </a:p>
                </p:txBody>
              </p:sp>
              <p:grpSp>
                <p:nvGrpSpPr>
                  <p:cNvPr id="25640" name="Group 355"/>
                  <p:cNvGrpSpPr/>
                  <p:nvPr/>
                </p:nvGrpSpPr>
                <p:grpSpPr>
                  <a:xfrm>
                    <a:off x="3740" y="3832"/>
                    <a:ext cx="216" cy="169"/>
                    <a:chOff x="2896" y="2495"/>
                    <a:chExt cx="254" cy="177"/>
                  </a:xfrm>
                </p:grpSpPr>
                <p:sp>
                  <p:nvSpPr>
                    <p:cNvPr id="25641" name="WordArt 356"/>
                    <p:cNvSpPr>
                      <a:spLocks noTextEdit="1"/>
                    </p:cNvSpPr>
                    <p:nvPr/>
                  </p:nvSpPr>
                  <p:spPr>
                    <a:xfrm>
                      <a:off x="3085" y="2579"/>
                      <a:ext cx="65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rgbClr val="A5002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A5002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p:txBody>
                </p:sp>
                <p:sp>
                  <p:nvSpPr>
                    <p:cNvPr id="25642" name="WordArt 357"/>
                    <p:cNvSpPr>
                      <a:spLocks noTextEdit="1"/>
                    </p:cNvSpPr>
                    <p:nvPr/>
                  </p:nvSpPr>
                  <p:spPr>
                    <a:xfrm>
                      <a:off x="2896" y="2495"/>
                      <a:ext cx="152" cy="16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rgbClr val="A5002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</p:grpSp>
            <p:sp>
              <p:nvSpPr>
                <p:cNvPr id="25643" name="Oval 358"/>
                <p:cNvSpPr/>
                <p:nvPr/>
              </p:nvSpPr>
              <p:spPr>
                <a:xfrm>
                  <a:off x="573" y="1486"/>
                  <a:ext cx="1455" cy="14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5644" name="Group 359"/>
              <p:cNvGrpSpPr/>
              <p:nvPr/>
            </p:nvGrpSpPr>
            <p:grpSpPr>
              <a:xfrm>
                <a:off x="1510" y="1503"/>
                <a:ext cx="63" cy="63"/>
                <a:chOff x="1804" y="1778"/>
                <a:chExt cx="47" cy="48"/>
              </a:xfrm>
            </p:grpSpPr>
            <p:sp>
              <p:nvSpPr>
                <p:cNvPr id="25645" name="Oval 360"/>
                <p:cNvSpPr/>
                <p:nvPr/>
              </p:nvSpPr>
              <p:spPr>
                <a:xfrm>
                  <a:off x="1804" y="1778"/>
                  <a:ext cx="47" cy="48"/>
                </a:xfrm>
                <a:prstGeom prst="ellipse">
                  <a:avLst/>
                </a:prstGeom>
                <a:solidFill>
                  <a:srgbClr val="969696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646" name="Line 361"/>
                <p:cNvSpPr/>
                <p:nvPr/>
              </p:nvSpPr>
              <p:spPr>
                <a:xfrm>
                  <a:off x="1812" y="1802"/>
                  <a:ext cx="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5647" name="Group 362"/>
            <p:cNvGrpSpPr/>
            <p:nvPr/>
          </p:nvGrpSpPr>
          <p:grpSpPr>
            <a:xfrm>
              <a:off x="390" y="701"/>
              <a:ext cx="2617" cy="2638"/>
              <a:chOff x="-8" y="924"/>
              <a:chExt cx="2617" cy="2638"/>
            </a:xfrm>
          </p:grpSpPr>
          <p:grpSp>
            <p:nvGrpSpPr>
              <p:cNvPr id="25648" name="Group 363"/>
              <p:cNvGrpSpPr/>
              <p:nvPr/>
            </p:nvGrpSpPr>
            <p:grpSpPr>
              <a:xfrm>
                <a:off x="2159" y="1542"/>
                <a:ext cx="294" cy="140"/>
                <a:chOff x="4152" y="3837"/>
                <a:chExt cx="332" cy="169"/>
              </a:xfrm>
            </p:grpSpPr>
            <p:sp>
              <p:nvSpPr>
                <p:cNvPr id="25649" name="WordArt 364"/>
                <p:cNvSpPr>
                  <a:spLocks noTextEdit="1"/>
                </p:cNvSpPr>
                <p:nvPr/>
              </p:nvSpPr>
              <p:spPr>
                <a:xfrm>
                  <a:off x="4152" y="3840"/>
                  <a:ext cx="84" cy="15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9</a:t>
                  </a:r>
                </a:p>
              </p:txBody>
            </p:sp>
            <p:grpSp>
              <p:nvGrpSpPr>
                <p:cNvPr id="25650" name="Group 365"/>
                <p:cNvGrpSpPr/>
                <p:nvPr/>
              </p:nvGrpSpPr>
              <p:grpSpPr>
                <a:xfrm>
                  <a:off x="4268" y="3837"/>
                  <a:ext cx="216" cy="169"/>
                  <a:chOff x="2896" y="2495"/>
                  <a:chExt cx="254" cy="177"/>
                </a:xfrm>
              </p:grpSpPr>
              <p:sp>
                <p:nvSpPr>
                  <p:cNvPr id="25651" name="WordArt 366"/>
                  <p:cNvSpPr>
                    <a:spLocks noTextEdit="1"/>
                  </p:cNvSpPr>
                  <p:nvPr/>
                </p:nvSpPr>
                <p:spPr>
                  <a:xfrm>
                    <a:off x="3085" y="2579"/>
                    <a:ext cx="65" cy="9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A5002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A5002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  <p:sp>
                <p:nvSpPr>
                  <p:cNvPr id="25652" name="WordArt 367"/>
                  <p:cNvSpPr>
                    <a:spLocks noTextEdit="1"/>
                  </p:cNvSpPr>
                  <p:nvPr/>
                </p:nvSpPr>
                <p:spPr>
                  <a:xfrm>
                    <a:off x="2896" y="2495"/>
                    <a:ext cx="152" cy="16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rgbClr val="A5002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A5002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a</a:t>
                    </a:r>
                  </a:p>
                </p:txBody>
              </p:sp>
            </p:grpSp>
          </p:grpSp>
          <p:sp>
            <p:nvSpPr>
              <p:cNvPr id="25653" name="Oval 368"/>
              <p:cNvSpPr/>
              <p:nvPr/>
            </p:nvSpPr>
            <p:spPr>
              <a:xfrm>
                <a:off x="-8" y="924"/>
                <a:ext cx="2617" cy="263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5654" name="Group 369"/>
              <p:cNvGrpSpPr/>
              <p:nvPr/>
            </p:nvGrpSpPr>
            <p:grpSpPr>
              <a:xfrm>
                <a:off x="1726" y="963"/>
                <a:ext cx="63" cy="63"/>
                <a:chOff x="1804" y="1778"/>
                <a:chExt cx="47" cy="48"/>
              </a:xfrm>
            </p:grpSpPr>
            <p:sp>
              <p:nvSpPr>
                <p:cNvPr id="25655" name="Oval 370"/>
                <p:cNvSpPr/>
                <p:nvPr/>
              </p:nvSpPr>
              <p:spPr>
                <a:xfrm>
                  <a:off x="1804" y="1778"/>
                  <a:ext cx="47" cy="48"/>
                </a:xfrm>
                <a:prstGeom prst="ellipse">
                  <a:avLst/>
                </a:prstGeom>
                <a:solidFill>
                  <a:srgbClr val="969696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656" name="Line 371"/>
                <p:cNvSpPr/>
                <p:nvPr/>
              </p:nvSpPr>
              <p:spPr>
                <a:xfrm>
                  <a:off x="1812" y="1802"/>
                  <a:ext cx="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25657" name="Group 6"/>
          <p:cNvGrpSpPr/>
          <p:nvPr/>
        </p:nvGrpSpPr>
        <p:grpSpPr>
          <a:xfrm>
            <a:off x="14288" y="3573463"/>
            <a:ext cx="5888037" cy="249237"/>
            <a:chOff x="218" y="260"/>
            <a:chExt cx="5105" cy="214"/>
          </a:xfrm>
        </p:grpSpPr>
        <p:sp>
          <p:nvSpPr>
            <p:cNvPr id="2" name="WordArt 7"/>
            <p:cNvSpPr>
              <a:spLocks noTextEdit="1"/>
            </p:cNvSpPr>
            <p:nvPr/>
          </p:nvSpPr>
          <p:spPr>
            <a:xfrm>
              <a:off x="218" y="274"/>
              <a:ext cx="957" cy="2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重点二：</a:t>
              </a:r>
              <a:endPara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" name="WordArt 8"/>
            <p:cNvSpPr>
              <a:spLocks noTextEdit="1"/>
            </p:cNvSpPr>
            <p:nvPr/>
          </p:nvSpPr>
          <p:spPr>
            <a:xfrm>
              <a:off x="1345" y="260"/>
              <a:ext cx="397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能级跃迁概念及谱线计算方法</a:t>
              </a:r>
              <a:endParaRPr lang="zh-CN" altLang="en-US" sz="3600" strike="noStrike" noProof="1"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8" name="Group 186"/>
          <p:cNvGrpSpPr/>
          <p:nvPr/>
        </p:nvGrpSpPr>
        <p:grpSpPr>
          <a:xfrm>
            <a:off x="6084888" y="3068638"/>
            <a:ext cx="2922587" cy="3319462"/>
            <a:chOff x="218" y="671"/>
            <a:chExt cx="2451" cy="3400"/>
          </a:xfrm>
        </p:grpSpPr>
        <p:sp>
          <p:nvSpPr>
            <p:cNvPr id="4" name="WordArt 187"/>
            <p:cNvSpPr>
              <a:spLocks noTextEdit="1"/>
            </p:cNvSpPr>
            <p:nvPr/>
          </p:nvSpPr>
          <p:spPr>
            <a:xfrm>
              <a:off x="2354" y="875"/>
              <a:ext cx="174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i="1" strike="noStrike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E</a:t>
              </a:r>
              <a:endParaRPr lang="zh-CN" altLang="en-US" sz="3600" i="1" strike="noStrike" noProof="1">
                <a:ln w="9525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5662" name="WordArt 188"/>
            <p:cNvSpPr>
              <a:spLocks noTextEdit="1"/>
            </p:cNvSpPr>
            <p:nvPr/>
          </p:nvSpPr>
          <p:spPr>
            <a:xfrm>
              <a:off x="426" y="909"/>
              <a:ext cx="116" cy="1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5663" name="Line 189"/>
            <p:cNvSpPr/>
            <p:nvPr/>
          </p:nvSpPr>
          <p:spPr>
            <a:xfrm>
              <a:off x="617" y="1145"/>
              <a:ext cx="163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4" name="Line 190"/>
            <p:cNvSpPr/>
            <p:nvPr/>
          </p:nvSpPr>
          <p:spPr>
            <a:xfrm>
              <a:off x="624" y="1170"/>
              <a:ext cx="16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5" name="Line 191"/>
            <p:cNvSpPr/>
            <p:nvPr/>
          </p:nvSpPr>
          <p:spPr>
            <a:xfrm>
              <a:off x="621" y="1199"/>
              <a:ext cx="16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6" name="Line 192"/>
            <p:cNvSpPr/>
            <p:nvPr/>
          </p:nvSpPr>
          <p:spPr>
            <a:xfrm flipV="1">
              <a:off x="621" y="3931"/>
              <a:ext cx="1168" cy="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7" name="Line 193"/>
            <p:cNvSpPr/>
            <p:nvPr/>
          </p:nvSpPr>
          <p:spPr>
            <a:xfrm>
              <a:off x="621" y="2707"/>
              <a:ext cx="16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8" name="Line 194"/>
            <p:cNvSpPr/>
            <p:nvPr/>
          </p:nvSpPr>
          <p:spPr>
            <a:xfrm>
              <a:off x="621" y="2094"/>
              <a:ext cx="16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9" name="Line 195"/>
            <p:cNvSpPr/>
            <p:nvPr/>
          </p:nvSpPr>
          <p:spPr>
            <a:xfrm>
              <a:off x="621" y="1710"/>
              <a:ext cx="16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0" name="Line 196"/>
            <p:cNvSpPr/>
            <p:nvPr/>
          </p:nvSpPr>
          <p:spPr>
            <a:xfrm>
              <a:off x="621" y="1479"/>
              <a:ext cx="16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1" name="Line 197"/>
            <p:cNvSpPr/>
            <p:nvPr/>
          </p:nvSpPr>
          <p:spPr>
            <a:xfrm>
              <a:off x="626" y="1315"/>
              <a:ext cx="163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2" name="Line 198"/>
            <p:cNvSpPr/>
            <p:nvPr/>
          </p:nvSpPr>
          <p:spPr>
            <a:xfrm>
              <a:off x="624" y="1250"/>
              <a:ext cx="16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3" name="Line 199"/>
            <p:cNvSpPr/>
            <p:nvPr/>
          </p:nvSpPr>
          <p:spPr>
            <a:xfrm>
              <a:off x="625" y="1124"/>
              <a:ext cx="16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4" name="Line 200"/>
            <p:cNvSpPr/>
            <p:nvPr/>
          </p:nvSpPr>
          <p:spPr>
            <a:xfrm>
              <a:off x="2281" y="1084"/>
              <a:ext cx="0" cy="2923"/>
            </a:xfrm>
            <a:prstGeom prst="line">
              <a:avLst/>
            </a:prstGeom>
            <a:ln w="762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5" name="WordArt 201"/>
            <p:cNvSpPr>
              <a:spLocks noTextEdit="1"/>
            </p:cNvSpPr>
            <p:nvPr/>
          </p:nvSpPr>
          <p:spPr>
            <a:xfrm>
              <a:off x="2343" y="2622"/>
              <a:ext cx="152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76" name="WordArt 202"/>
            <p:cNvSpPr>
              <a:spLocks noTextEdit="1"/>
            </p:cNvSpPr>
            <p:nvPr/>
          </p:nvSpPr>
          <p:spPr>
            <a:xfrm>
              <a:off x="2495" y="2719"/>
              <a:ext cx="54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677" name="WordArt 203"/>
            <p:cNvSpPr>
              <a:spLocks noTextEdit="1"/>
            </p:cNvSpPr>
            <p:nvPr/>
          </p:nvSpPr>
          <p:spPr>
            <a:xfrm>
              <a:off x="1843" y="3828"/>
              <a:ext cx="152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78" name="WordArt 204"/>
            <p:cNvSpPr>
              <a:spLocks noTextEdit="1"/>
            </p:cNvSpPr>
            <p:nvPr/>
          </p:nvSpPr>
          <p:spPr>
            <a:xfrm>
              <a:off x="1995" y="3925"/>
              <a:ext cx="54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25679" name="Group 205"/>
            <p:cNvGrpSpPr/>
            <p:nvPr/>
          </p:nvGrpSpPr>
          <p:grpSpPr>
            <a:xfrm>
              <a:off x="2100" y="3871"/>
              <a:ext cx="151" cy="53"/>
              <a:chOff x="1260" y="2371"/>
              <a:chExt cx="151" cy="53"/>
            </a:xfrm>
          </p:grpSpPr>
          <p:sp>
            <p:nvSpPr>
              <p:cNvPr id="25680" name="Line 206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81" name="Line 207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" name="WordArt 208"/>
            <p:cNvSpPr>
              <a:spLocks noTextEdit="1"/>
            </p:cNvSpPr>
            <p:nvPr/>
          </p:nvSpPr>
          <p:spPr>
            <a:xfrm>
              <a:off x="2308" y="3814"/>
              <a:ext cx="361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-13.6</a:t>
              </a:r>
              <a:endParaRPr lang="zh-CN" altLang="en-US" sz="3600" strike="noStrike" noProof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5683" name="WordArt 209"/>
            <p:cNvSpPr>
              <a:spLocks noTextEdit="1"/>
            </p:cNvSpPr>
            <p:nvPr/>
          </p:nvSpPr>
          <p:spPr>
            <a:xfrm>
              <a:off x="2352" y="2012"/>
              <a:ext cx="152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84" name="WordArt 210"/>
            <p:cNvSpPr>
              <a:spLocks noTextEdit="1"/>
            </p:cNvSpPr>
            <p:nvPr/>
          </p:nvSpPr>
          <p:spPr>
            <a:xfrm>
              <a:off x="2504" y="2109"/>
              <a:ext cx="54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5685" name="WordArt 211"/>
            <p:cNvSpPr>
              <a:spLocks noTextEdit="1"/>
            </p:cNvSpPr>
            <p:nvPr/>
          </p:nvSpPr>
          <p:spPr>
            <a:xfrm>
              <a:off x="2361" y="1629"/>
              <a:ext cx="152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86" name="WordArt 212"/>
            <p:cNvSpPr>
              <a:spLocks noTextEdit="1"/>
            </p:cNvSpPr>
            <p:nvPr/>
          </p:nvSpPr>
          <p:spPr>
            <a:xfrm>
              <a:off x="2513" y="1726"/>
              <a:ext cx="54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5687" name="WordArt 213"/>
            <p:cNvSpPr>
              <a:spLocks noTextEdit="1"/>
            </p:cNvSpPr>
            <p:nvPr/>
          </p:nvSpPr>
          <p:spPr>
            <a:xfrm>
              <a:off x="2348" y="1378"/>
              <a:ext cx="152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88" name="WordArt 214"/>
            <p:cNvSpPr>
              <a:spLocks noTextEdit="1"/>
            </p:cNvSpPr>
            <p:nvPr/>
          </p:nvSpPr>
          <p:spPr>
            <a:xfrm>
              <a:off x="2500" y="1475"/>
              <a:ext cx="54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" name="WordArt 215"/>
            <p:cNvSpPr>
              <a:spLocks noTextEdit="1"/>
            </p:cNvSpPr>
            <p:nvPr/>
          </p:nvSpPr>
          <p:spPr>
            <a:xfrm>
              <a:off x="1200" y="3731"/>
              <a:ext cx="316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基态</a:t>
              </a:r>
              <a:endParaRPr lang="zh-CN" altLang="en-US" sz="3600" strike="noStrike" noProof="1">
                <a:ln w="31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WordArt 216"/>
            <p:cNvSpPr>
              <a:spLocks noTextEdit="1"/>
            </p:cNvSpPr>
            <p:nvPr/>
          </p:nvSpPr>
          <p:spPr>
            <a:xfrm>
              <a:off x="1155" y="925"/>
              <a:ext cx="479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电离态</a:t>
              </a:r>
              <a:endParaRPr lang="zh-CN" altLang="en-US" sz="3600" strike="noStrike" noProof="1">
                <a:ln w="31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WordArt 217"/>
            <p:cNvSpPr>
              <a:spLocks noTextEdit="1"/>
            </p:cNvSpPr>
            <p:nvPr/>
          </p:nvSpPr>
          <p:spPr>
            <a:xfrm>
              <a:off x="1197" y="2520"/>
              <a:ext cx="890" cy="1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第一激发态</a:t>
              </a:r>
              <a:endParaRPr lang="zh-CN" altLang="en-US" sz="3600" strike="noStrike" noProof="1">
                <a:ln w="31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042" name="WordArt 218"/>
            <p:cNvSpPr>
              <a:spLocks noTextEdit="1"/>
            </p:cNvSpPr>
            <p:nvPr/>
          </p:nvSpPr>
          <p:spPr>
            <a:xfrm>
              <a:off x="218" y="673"/>
              <a:ext cx="522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主量子数</a:t>
              </a:r>
              <a:endParaRPr lang="zh-CN" altLang="en-US" sz="3600" strike="noStrike" noProof="1">
                <a:ln w="31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WordArt 219"/>
            <p:cNvSpPr>
              <a:spLocks noTextEdit="1"/>
            </p:cNvSpPr>
            <p:nvPr/>
          </p:nvSpPr>
          <p:spPr>
            <a:xfrm>
              <a:off x="2248" y="671"/>
              <a:ext cx="392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能量</a:t>
              </a:r>
              <a:endParaRPr lang="zh-CN" altLang="en-US" sz="3600" strike="noStrike" noProof="1">
                <a:ln w="31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044" name="WordArt 220"/>
            <p:cNvSpPr>
              <a:spLocks noTextEdit="1"/>
            </p:cNvSpPr>
            <p:nvPr/>
          </p:nvSpPr>
          <p:spPr>
            <a:xfrm>
              <a:off x="647" y="2763"/>
              <a:ext cx="739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巴耳末系末态</a:t>
              </a:r>
              <a:endParaRPr lang="zh-CN" altLang="en-US" sz="3600" strike="noStrike" noProof="1">
                <a:ln w="3175" cap="flat" cmpd="sng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045" name="WordArt 221"/>
            <p:cNvSpPr>
              <a:spLocks noTextEdit="1"/>
            </p:cNvSpPr>
            <p:nvPr/>
          </p:nvSpPr>
          <p:spPr>
            <a:xfrm>
              <a:off x="645" y="3968"/>
              <a:ext cx="663" cy="10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赖曼系末态</a:t>
              </a:r>
              <a:endParaRPr lang="zh-CN" altLang="en-US" sz="3600" strike="noStrike" noProof="1">
                <a:ln w="3175" cap="flat" cmpd="sng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046" name="WordArt 222"/>
            <p:cNvSpPr>
              <a:spLocks noTextEdit="1"/>
            </p:cNvSpPr>
            <p:nvPr/>
          </p:nvSpPr>
          <p:spPr>
            <a:xfrm>
              <a:off x="1152" y="1932"/>
              <a:ext cx="901" cy="14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第二激发态</a:t>
              </a:r>
              <a:endParaRPr lang="zh-CN" altLang="en-US" sz="3600" strike="noStrike" noProof="1">
                <a:ln w="31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047" name="WordArt 223"/>
            <p:cNvSpPr>
              <a:spLocks noTextEdit="1"/>
            </p:cNvSpPr>
            <p:nvPr/>
          </p:nvSpPr>
          <p:spPr>
            <a:xfrm>
              <a:off x="1150" y="1561"/>
              <a:ext cx="901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第三激发态</a:t>
              </a:r>
              <a:endParaRPr lang="zh-CN" altLang="en-US" sz="3600" strike="noStrike" noProof="1">
                <a:ln w="31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698" name="Line 224"/>
            <p:cNvSpPr/>
            <p:nvPr/>
          </p:nvSpPr>
          <p:spPr>
            <a:xfrm>
              <a:off x="739" y="2094"/>
              <a:ext cx="0" cy="612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99" name="Line 225"/>
            <p:cNvSpPr/>
            <p:nvPr/>
          </p:nvSpPr>
          <p:spPr>
            <a:xfrm>
              <a:off x="813" y="1710"/>
              <a:ext cx="0" cy="994"/>
            </a:xfrm>
            <a:prstGeom prst="line">
              <a:avLst/>
            </a:prstGeom>
            <a:ln w="9525" cap="flat" cmpd="sng">
              <a:solidFill>
                <a:srgbClr val="0099CC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700" name="Line 226"/>
            <p:cNvSpPr/>
            <p:nvPr/>
          </p:nvSpPr>
          <p:spPr>
            <a:xfrm>
              <a:off x="898" y="1487"/>
              <a:ext cx="0" cy="1216"/>
            </a:xfrm>
            <a:prstGeom prst="line">
              <a:avLst/>
            </a:prstGeom>
            <a:ln w="9525" cap="flat" cmpd="sng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701" name="Line 227"/>
            <p:cNvSpPr/>
            <p:nvPr/>
          </p:nvSpPr>
          <p:spPr>
            <a:xfrm>
              <a:off x="1005" y="1315"/>
              <a:ext cx="0" cy="1375"/>
            </a:xfrm>
            <a:prstGeom prst="line">
              <a:avLst/>
            </a:prstGeom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25702" name="Group 228"/>
            <p:cNvGrpSpPr/>
            <p:nvPr/>
          </p:nvGrpSpPr>
          <p:grpSpPr>
            <a:xfrm>
              <a:off x="440" y="1095"/>
              <a:ext cx="132" cy="2891"/>
              <a:chOff x="440" y="1095"/>
              <a:chExt cx="132" cy="2891"/>
            </a:xfrm>
          </p:grpSpPr>
          <p:sp>
            <p:nvSpPr>
              <p:cNvPr id="10" name="WordArt 229"/>
              <p:cNvSpPr>
                <a:spLocks noTextEdit="1"/>
              </p:cNvSpPr>
              <p:nvPr/>
            </p:nvSpPr>
            <p:spPr>
              <a:xfrm rot="5400000">
                <a:off x="471" y="1064"/>
                <a:ext cx="70" cy="132"/>
              </a:xfrm>
              <a:prstGeom prst="rect">
                <a:avLst/>
              </a:prstGeom>
            </p:spPr>
            <p:txBody>
              <a:bodyPr vert="wordArt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3600" b="0" i="0" u="none" strike="noStrike" kern="1200" cap="none" spc="0" normalizeH="0" baseline="0" noProof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8</a:t>
                </a:r>
              </a:p>
            </p:txBody>
          </p:sp>
          <p:sp>
            <p:nvSpPr>
              <p:cNvPr id="25704" name="WordArt 230"/>
              <p:cNvSpPr>
                <a:spLocks noTextEdit="1"/>
              </p:cNvSpPr>
              <p:nvPr/>
            </p:nvSpPr>
            <p:spPr>
              <a:xfrm>
                <a:off x="462" y="1242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25705" name="WordArt 231"/>
              <p:cNvSpPr>
                <a:spLocks noTextEdit="1"/>
              </p:cNvSpPr>
              <p:nvPr/>
            </p:nvSpPr>
            <p:spPr>
              <a:xfrm>
                <a:off x="464" y="1420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5706" name="WordArt 232"/>
              <p:cNvSpPr>
                <a:spLocks noTextEdit="1"/>
              </p:cNvSpPr>
              <p:nvPr/>
            </p:nvSpPr>
            <p:spPr>
              <a:xfrm>
                <a:off x="452" y="1642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5707" name="WordArt 233"/>
              <p:cNvSpPr>
                <a:spLocks noTextEdit="1"/>
              </p:cNvSpPr>
              <p:nvPr/>
            </p:nvSpPr>
            <p:spPr>
              <a:xfrm>
                <a:off x="468" y="2026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5708" name="WordArt 234"/>
              <p:cNvSpPr>
                <a:spLocks noTextEdit="1"/>
              </p:cNvSpPr>
              <p:nvPr/>
            </p:nvSpPr>
            <p:spPr>
              <a:xfrm>
                <a:off x="490" y="2645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5709" name="WordArt 235"/>
              <p:cNvSpPr>
                <a:spLocks noTextEdit="1"/>
              </p:cNvSpPr>
              <p:nvPr/>
            </p:nvSpPr>
            <p:spPr>
              <a:xfrm>
                <a:off x="461" y="3874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1" name="WordArt 236"/>
            <p:cNvSpPr>
              <a:spLocks noTextEdit="1"/>
            </p:cNvSpPr>
            <p:nvPr/>
          </p:nvSpPr>
          <p:spPr>
            <a:xfrm>
              <a:off x="2332" y="1074"/>
              <a:ext cx="253" cy="14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(eV)</a:t>
              </a:r>
              <a:endPara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12" name="Group 17"/>
          <p:cNvGrpSpPr/>
          <p:nvPr/>
        </p:nvGrpSpPr>
        <p:grpSpPr>
          <a:xfrm>
            <a:off x="3432175" y="4902200"/>
            <a:ext cx="2527300" cy="266700"/>
            <a:chOff x="3490" y="2412"/>
            <a:chExt cx="1640" cy="197"/>
          </a:xfrm>
        </p:grpSpPr>
        <p:grpSp>
          <p:nvGrpSpPr>
            <p:cNvPr id="25712" name="Group 18"/>
            <p:cNvGrpSpPr/>
            <p:nvPr/>
          </p:nvGrpSpPr>
          <p:grpSpPr>
            <a:xfrm>
              <a:off x="3663" y="2515"/>
              <a:ext cx="120" cy="49"/>
              <a:chOff x="1260" y="2371"/>
              <a:chExt cx="151" cy="53"/>
            </a:xfrm>
          </p:grpSpPr>
          <p:sp>
            <p:nvSpPr>
              <p:cNvPr id="25713" name="Line 19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714" name="Line 20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5715" name="WordArt 21"/>
            <p:cNvSpPr>
              <a:spLocks noTextEdit="1"/>
            </p:cNvSpPr>
            <p:nvPr/>
          </p:nvSpPr>
          <p:spPr>
            <a:xfrm>
              <a:off x="3490" y="2412"/>
              <a:ext cx="147" cy="19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051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25716" name="Group 22"/>
            <p:cNvGrpSpPr/>
            <p:nvPr/>
          </p:nvGrpSpPr>
          <p:grpSpPr>
            <a:xfrm>
              <a:off x="4204" y="2487"/>
              <a:ext cx="94" cy="92"/>
              <a:chOff x="1781" y="2282"/>
              <a:chExt cx="577" cy="577"/>
            </a:xfrm>
          </p:grpSpPr>
          <p:sp>
            <p:nvSpPr>
              <p:cNvPr id="25717" name="Line 23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718" name="Line 24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" name="WordArt 25"/>
            <p:cNvSpPr>
              <a:spLocks noTextEdit="1"/>
            </p:cNvSpPr>
            <p:nvPr/>
          </p:nvSpPr>
          <p:spPr>
            <a:xfrm>
              <a:off x="4352" y="2467"/>
              <a:ext cx="146" cy="1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10</a:t>
              </a:r>
              <a:endParaRPr lang="zh-CN" altLang="en-US" sz="3600" strike="noStrike" noProof="1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5720" name="WordArt 26"/>
            <p:cNvSpPr>
              <a:spLocks noTextEdit="1"/>
            </p:cNvSpPr>
            <p:nvPr/>
          </p:nvSpPr>
          <p:spPr>
            <a:xfrm>
              <a:off x="4591" y="2438"/>
              <a:ext cx="101" cy="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25721" name="Line 27"/>
            <p:cNvSpPr/>
            <p:nvPr/>
          </p:nvSpPr>
          <p:spPr>
            <a:xfrm>
              <a:off x="4511" y="2476"/>
              <a:ext cx="6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" name="WordArt 28"/>
            <p:cNvSpPr>
              <a:spLocks noTextEdit="1"/>
            </p:cNvSpPr>
            <p:nvPr/>
          </p:nvSpPr>
          <p:spPr>
            <a:xfrm>
              <a:off x="3842" y="2460"/>
              <a:ext cx="307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6.63</a:t>
              </a:r>
              <a:endParaRPr lang="zh-CN" altLang="en-US" sz="3600" strike="noStrike" noProof="1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5723" name="WordArt 29"/>
            <p:cNvSpPr>
              <a:spLocks noTextEdit="1"/>
            </p:cNvSpPr>
            <p:nvPr/>
          </p:nvSpPr>
          <p:spPr>
            <a:xfrm>
              <a:off x="4820" y="2471"/>
              <a:ext cx="92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25724" name="Oval 30"/>
            <p:cNvSpPr/>
            <p:nvPr/>
          </p:nvSpPr>
          <p:spPr>
            <a:xfrm>
              <a:off x="4961" y="2523"/>
              <a:ext cx="34" cy="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725" name="WordArt 31"/>
            <p:cNvSpPr>
              <a:spLocks noTextEdit="1"/>
            </p:cNvSpPr>
            <p:nvPr/>
          </p:nvSpPr>
          <p:spPr>
            <a:xfrm>
              <a:off x="5051" y="2503"/>
              <a:ext cx="79" cy="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15" name="Group 32"/>
          <p:cNvGrpSpPr/>
          <p:nvPr/>
        </p:nvGrpSpPr>
        <p:grpSpPr>
          <a:xfrm>
            <a:off x="466725" y="5373688"/>
            <a:ext cx="2697163" cy="954087"/>
            <a:chOff x="3414" y="1392"/>
            <a:chExt cx="1879" cy="877"/>
          </a:xfrm>
        </p:grpSpPr>
        <p:grpSp>
          <p:nvGrpSpPr>
            <p:cNvPr id="25727" name="Group 33"/>
            <p:cNvGrpSpPr/>
            <p:nvPr/>
          </p:nvGrpSpPr>
          <p:grpSpPr>
            <a:xfrm>
              <a:off x="4370" y="1886"/>
              <a:ext cx="741" cy="161"/>
              <a:chOff x="4066" y="3212"/>
              <a:chExt cx="850" cy="161"/>
            </a:xfrm>
          </p:grpSpPr>
          <p:grpSp>
            <p:nvGrpSpPr>
              <p:cNvPr id="25728" name="Group 34"/>
              <p:cNvGrpSpPr/>
              <p:nvPr/>
            </p:nvGrpSpPr>
            <p:grpSpPr>
              <a:xfrm>
                <a:off x="4428" y="3261"/>
                <a:ext cx="94" cy="92"/>
                <a:chOff x="1781" y="2282"/>
                <a:chExt cx="577" cy="577"/>
              </a:xfrm>
            </p:grpSpPr>
            <p:sp>
              <p:nvSpPr>
                <p:cNvPr id="25729" name="Line 35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30" name="Line 36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731" name="WordArt 37"/>
              <p:cNvSpPr>
                <a:spLocks noTextEdit="1"/>
              </p:cNvSpPr>
              <p:nvPr/>
            </p:nvSpPr>
            <p:spPr>
              <a:xfrm>
                <a:off x="4576" y="3241"/>
                <a:ext cx="146" cy="1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5732" name="WordArt 38"/>
              <p:cNvSpPr>
                <a:spLocks noTextEdit="1"/>
              </p:cNvSpPr>
              <p:nvPr/>
            </p:nvSpPr>
            <p:spPr>
              <a:xfrm>
                <a:off x="4815" y="3212"/>
                <a:ext cx="101" cy="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</a:t>
                </a:r>
              </a:p>
            </p:txBody>
          </p:sp>
          <p:sp>
            <p:nvSpPr>
              <p:cNvPr id="25733" name="Line 39"/>
              <p:cNvSpPr/>
              <p:nvPr/>
            </p:nvSpPr>
            <p:spPr>
              <a:xfrm>
                <a:off x="4735" y="3250"/>
                <a:ext cx="6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" name="WordArt 40"/>
              <p:cNvSpPr>
                <a:spLocks noTextEdit="1"/>
              </p:cNvSpPr>
              <p:nvPr/>
            </p:nvSpPr>
            <p:spPr>
              <a:xfrm>
                <a:off x="4066" y="3234"/>
                <a:ext cx="308" cy="1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1.60</a:t>
                </a:r>
                <a:endParaRPr lang="zh-CN" altLang="en-US" sz="3600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25735" name="WordArt 41"/>
            <p:cNvSpPr>
              <a:spLocks noTextEdit="1"/>
            </p:cNvSpPr>
            <p:nvPr/>
          </p:nvSpPr>
          <p:spPr>
            <a:xfrm>
              <a:off x="5209" y="1992"/>
              <a:ext cx="84" cy="1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25736" name="Line 42"/>
            <p:cNvSpPr/>
            <p:nvPr/>
          </p:nvSpPr>
          <p:spPr>
            <a:xfrm>
              <a:off x="3729" y="2087"/>
              <a:ext cx="13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5737" name="Group 43"/>
            <p:cNvGrpSpPr/>
            <p:nvPr/>
          </p:nvGrpSpPr>
          <p:grpSpPr>
            <a:xfrm>
              <a:off x="3511" y="2060"/>
              <a:ext cx="139" cy="58"/>
              <a:chOff x="1260" y="2371"/>
              <a:chExt cx="151" cy="53"/>
            </a:xfrm>
          </p:grpSpPr>
          <p:sp>
            <p:nvSpPr>
              <p:cNvPr id="25738" name="Line 44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739" name="Line 45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5740" name="Group 46"/>
            <p:cNvGrpSpPr/>
            <p:nvPr/>
          </p:nvGrpSpPr>
          <p:grpSpPr>
            <a:xfrm>
              <a:off x="3414" y="1394"/>
              <a:ext cx="650" cy="415"/>
              <a:chOff x="3425" y="1362"/>
              <a:chExt cx="650" cy="415"/>
            </a:xfrm>
          </p:grpSpPr>
          <p:sp>
            <p:nvSpPr>
              <p:cNvPr id="25741" name="WordArt 47"/>
              <p:cNvSpPr>
                <a:spLocks noTextEdit="1"/>
              </p:cNvSpPr>
              <p:nvPr/>
            </p:nvSpPr>
            <p:spPr>
              <a:xfrm>
                <a:off x="3425" y="1510"/>
                <a:ext cx="115" cy="1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25742" name="WordArt 48"/>
              <p:cNvSpPr>
                <a:spLocks noTextEdit="1"/>
              </p:cNvSpPr>
              <p:nvPr/>
            </p:nvSpPr>
            <p:spPr>
              <a:xfrm>
                <a:off x="3534" y="1599"/>
                <a:ext cx="73" cy="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grpSp>
            <p:nvGrpSpPr>
              <p:cNvPr id="25743" name="Group 49"/>
              <p:cNvGrpSpPr/>
              <p:nvPr/>
            </p:nvGrpSpPr>
            <p:grpSpPr>
              <a:xfrm>
                <a:off x="3657" y="1539"/>
                <a:ext cx="115" cy="71"/>
                <a:chOff x="1260" y="2371"/>
                <a:chExt cx="151" cy="53"/>
              </a:xfrm>
            </p:grpSpPr>
            <p:sp>
              <p:nvSpPr>
                <p:cNvPr id="25744" name="Line 5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45" name="Line 5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746" name="Line 52"/>
              <p:cNvSpPr/>
              <p:nvPr/>
            </p:nvSpPr>
            <p:spPr>
              <a:xfrm>
                <a:off x="3838" y="1574"/>
                <a:ext cx="23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5747" name="Group 53"/>
              <p:cNvGrpSpPr/>
              <p:nvPr/>
            </p:nvGrpSpPr>
            <p:grpSpPr>
              <a:xfrm>
                <a:off x="3888" y="1362"/>
                <a:ext cx="156" cy="158"/>
                <a:chOff x="4156" y="1752"/>
                <a:chExt cx="271" cy="229"/>
              </a:xfrm>
            </p:grpSpPr>
            <p:sp>
              <p:nvSpPr>
                <p:cNvPr id="25748" name="WordArt 54"/>
                <p:cNvSpPr>
                  <a:spLocks noTextEdit="1"/>
                </p:cNvSpPr>
                <p:nvPr/>
              </p:nvSpPr>
              <p:spPr>
                <a:xfrm>
                  <a:off x="4156" y="1752"/>
                  <a:ext cx="200" cy="19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25749" name="WordArt 55"/>
                <p:cNvSpPr>
                  <a:spLocks noTextEdit="1"/>
                </p:cNvSpPr>
                <p:nvPr/>
              </p:nvSpPr>
              <p:spPr>
                <a:xfrm>
                  <a:off x="4356" y="1883"/>
                  <a:ext cx="71" cy="9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25750" name="Group 56"/>
              <p:cNvGrpSpPr/>
              <p:nvPr/>
            </p:nvGrpSpPr>
            <p:grpSpPr>
              <a:xfrm>
                <a:off x="3890" y="1625"/>
                <a:ext cx="176" cy="152"/>
                <a:chOff x="3878" y="2280"/>
                <a:chExt cx="191" cy="140"/>
              </a:xfrm>
            </p:grpSpPr>
            <p:sp>
              <p:nvSpPr>
                <p:cNvPr id="25751" name="WordArt 57"/>
                <p:cNvSpPr>
                  <a:spLocks noTextEdit="1"/>
                </p:cNvSpPr>
                <p:nvPr/>
              </p:nvSpPr>
              <p:spPr>
                <a:xfrm>
                  <a:off x="3878" y="2308"/>
                  <a:ext cx="126" cy="11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</a:p>
              </p:txBody>
            </p:sp>
            <p:sp>
              <p:nvSpPr>
                <p:cNvPr id="25752" name="WordArt 58"/>
                <p:cNvSpPr>
                  <a:spLocks noTextEdit="1"/>
                </p:cNvSpPr>
                <p:nvPr/>
              </p:nvSpPr>
              <p:spPr>
                <a:xfrm>
                  <a:off x="4025" y="2280"/>
                  <a:ext cx="44" cy="6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</a:t>
                  </a:r>
                </a:p>
              </p:txBody>
            </p:sp>
          </p:grpSp>
        </p:grpSp>
        <p:grpSp>
          <p:nvGrpSpPr>
            <p:cNvPr id="25753" name="Group 59"/>
            <p:cNvGrpSpPr/>
            <p:nvPr/>
          </p:nvGrpSpPr>
          <p:grpSpPr>
            <a:xfrm>
              <a:off x="4176" y="1552"/>
              <a:ext cx="115" cy="71"/>
              <a:chOff x="1260" y="2371"/>
              <a:chExt cx="151" cy="53"/>
            </a:xfrm>
          </p:grpSpPr>
          <p:sp>
            <p:nvSpPr>
              <p:cNvPr id="25754" name="Line 60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755" name="Line 61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5756" name="Line 62"/>
            <p:cNvSpPr/>
            <p:nvPr/>
          </p:nvSpPr>
          <p:spPr>
            <a:xfrm flipV="1">
              <a:off x="4352" y="1576"/>
              <a:ext cx="532" cy="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5757" name="Group 63"/>
            <p:cNvGrpSpPr/>
            <p:nvPr/>
          </p:nvGrpSpPr>
          <p:grpSpPr>
            <a:xfrm>
              <a:off x="4531" y="1632"/>
              <a:ext cx="187" cy="140"/>
              <a:chOff x="4531" y="1632"/>
              <a:chExt cx="187" cy="140"/>
            </a:xfrm>
          </p:grpSpPr>
          <p:sp>
            <p:nvSpPr>
              <p:cNvPr id="25758" name="WordArt 64"/>
              <p:cNvSpPr>
                <a:spLocks noTextEdit="1"/>
              </p:cNvSpPr>
              <p:nvPr/>
            </p:nvSpPr>
            <p:spPr>
              <a:xfrm>
                <a:off x="4531" y="1650"/>
                <a:ext cx="116" cy="12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25759" name="WordArt 65"/>
              <p:cNvSpPr>
                <a:spLocks noTextEdit="1"/>
              </p:cNvSpPr>
              <p:nvPr/>
            </p:nvSpPr>
            <p:spPr>
              <a:xfrm>
                <a:off x="4677" y="1632"/>
                <a:ext cx="41" cy="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21" name="WordArt 66"/>
            <p:cNvSpPr>
              <a:spLocks noTextEdit="1"/>
            </p:cNvSpPr>
            <p:nvPr/>
          </p:nvSpPr>
          <p:spPr>
            <a:xfrm>
              <a:off x="4936" y="1515"/>
              <a:ext cx="185" cy="1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eV</a:t>
              </a:r>
              <a:endParaRPr lang="zh-CN" altLang="en-US" sz="3600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5761" name="Group 67"/>
            <p:cNvGrpSpPr/>
            <p:nvPr/>
          </p:nvGrpSpPr>
          <p:grpSpPr>
            <a:xfrm>
              <a:off x="4344" y="1392"/>
              <a:ext cx="423" cy="127"/>
              <a:chOff x="4344" y="1392"/>
              <a:chExt cx="423" cy="127"/>
            </a:xfrm>
          </p:grpSpPr>
          <p:sp>
            <p:nvSpPr>
              <p:cNvPr id="22" name="WordArt 68"/>
              <p:cNvSpPr>
                <a:spLocks noTextEdit="1"/>
              </p:cNvSpPr>
              <p:nvPr/>
            </p:nvSpPr>
            <p:spPr>
              <a:xfrm>
                <a:off x="4504" y="1392"/>
                <a:ext cx="263" cy="1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13.6</a:t>
                </a:r>
                <a:endParaRPr lang="zh-CN" altLang="en-US" sz="3600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5763" name="Line 69"/>
              <p:cNvSpPr/>
              <p:nvPr/>
            </p:nvSpPr>
            <p:spPr>
              <a:xfrm>
                <a:off x="4344" y="1472"/>
                <a:ext cx="11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5764" name="Group 70"/>
            <p:cNvGrpSpPr/>
            <p:nvPr/>
          </p:nvGrpSpPr>
          <p:grpSpPr>
            <a:xfrm>
              <a:off x="3745" y="1923"/>
              <a:ext cx="423" cy="127"/>
              <a:chOff x="4344" y="1392"/>
              <a:chExt cx="423" cy="127"/>
            </a:xfrm>
          </p:grpSpPr>
          <p:sp>
            <p:nvSpPr>
              <p:cNvPr id="38972" name="WordArt 71"/>
              <p:cNvSpPr>
                <a:spLocks noTextEdit="1"/>
              </p:cNvSpPr>
              <p:nvPr/>
            </p:nvSpPr>
            <p:spPr>
              <a:xfrm>
                <a:off x="4504" y="1392"/>
                <a:ext cx="263" cy="1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13.6</a:t>
                </a:r>
                <a:endParaRPr lang="zh-CN" altLang="en-US" sz="3600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5766" name="Line 72"/>
              <p:cNvSpPr/>
              <p:nvPr/>
            </p:nvSpPr>
            <p:spPr>
              <a:xfrm>
                <a:off x="4344" y="1472"/>
                <a:ext cx="11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5767" name="Group 73"/>
            <p:cNvGrpSpPr/>
            <p:nvPr/>
          </p:nvGrpSpPr>
          <p:grpSpPr>
            <a:xfrm>
              <a:off x="4220" y="1944"/>
              <a:ext cx="83" cy="92"/>
              <a:chOff x="1781" y="2282"/>
              <a:chExt cx="577" cy="577"/>
            </a:xfrm>
          </p:grpSpPr>
          <p:sp>
            <p:nvSpPr>
              <p:cNvPr id="25768" name="Line 74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769" name="Line 75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5770" name="Group 76"/>
            <p:cNvGrpSpPr/>
            <p:nvPr/>
          </p:nvGrpSpPr>
          <p:grpSpPr>
            <a:xfrm>
              <a:off x="4366" y="2129"/>
              <a:ext cx="187" cy="140"/>
              <a:chOff x="4531" y="1632"/>
              <a:chExt cx="187" cy="140"/>
            </a:xfrm>
          </p:grpSpPr>
          <p:sp>
            <p:nvSpPr>
              <p:cNvPr id="25771" name="WordArt 77"/>
              <p:cNvSpPr>
                <a:spLocks noTextEdit="1"/>
              </p:cNvSpPr>
              <p:nvPr/>
            </p:nvSpPr>
            <p:spPr>
              <a:xfrm>
                <a:off x="4531" y="1650"/>
                <a:ext cx="116" cy="12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25772" name="WordArt 78"/>
              <p:cNvSpPr>
                <a:spLocks noTextEdit="1"/>
              </p:cNvSpPr>
              <p:nvPr/>
            </p:nvSpPr>
            <p:spPr>
              <a:xfrm>
                <a:off x="4677" y="1632"/>
                <a:ext cx="41" cy="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</p:grpSp>
      </p:grpSp>
      <p:grpSp>
        <p:nvGrpSpPr>
          <p:cNvPr id="23" name="Group 79"/>
          <p:cNvGrpSpPr/>
          <p:nvPr/>
        </p:nvGrpSpPr>
        <p:grpSpPr>
          <a:xfrm>
            <a:off x="112713" y="4740275"/>
            <a:ext cx="2752725" cy="400050"/>
            <a:chOff x="3408" y="1051"/>
            <a:chExt cx="1593" cy="231"/>
          </a:xfrm>
        </p:grpSpPr>
        <p:sp>
          <p:nvSpPr>
            <p:cNvPr id="25774" name="WordArt 80"/>
            <p:cNvSpPr>
              <a:spLocks noTextEdit="1"/>
            </p:cNvSpPr>
            <p:nvPr/>
          </p:nvSpPr>
          <p:spPr>
            <a:xfrm>
              <a:off x="3808" y="1062"/>
              <a:ext cx="58" cy="2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25775" name="WordArt 81"/>
            <p:cNvSpPr>
              <a:spLocks noTextEdit="1"/>
            </p:cNvSpPr>
            <p:nvPr/>
          </p:nvSpPr>
          <p:spPr>
            <a:xfrm flipH="1">
              <a:off x="4613" y="1051"/>
              <a:ext cx="58" cy="2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grpSp>
          <p:nvGrpSpPr>
            <p:cNvPr id="25776" name="Group 82"/>
            <p:cNvGrpSpPr/>
            <p:nvPr/>
          </p:nvGrpSpPr>
          <p:grpSpPr>
            <a:xfrm>
              <a:off x="3612" y="1148"/>
              <a:ext cx="150" cy="58"/>
              <a:chOff x="1260" y="2371"/>
              <a:chExt cx="151" cy="53"/>
            </a:xfrm>
          </p:grpSpPr>
          <p:sp>
            <p:nvSpPr>
              <p:cNvPr id="25777" name="Line 83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778" name="Line 84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5779" name="WordArt 85"/>
            <p:cNvSpPr>
              <a:spLocks noTextEdit="1"/>
            </p:cNvSpPr>
            <p:nvPr/>
          </p:nvSpPr>
          <p:spPr>
            <a:xfrm>
              <a:off x="3408" y="1105"/>
              <a:ext cx="110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5780" name="WordArt 86"/>
            <p:cNvSpPr>
              <a:spLocks noTextEdit="1"/>
            </p:cNvSpPr>
            <p:nvPr/>
          </p:nvSpPr>
          <p:spPr>
            <a:xfrm>
              <a:off x="4890" y="1090"/>
              <a:ext cx="111" cy="17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361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25781" name="Group 87"/>
            <p:cNvGrpSpPr/>
            <p:nvPr/>
          </p:nvGrpSpPr>
          <p:grpSpPr>
            <a:xfrm>
              <a:off x="3902" y="1081"/>
              <a:ext cx="679" cy="184"/>
              <a:chOff x="3944" y="1029"/>
              <a:chExt cx="658" cy="152"/>
            </a:xfrm>
          </p:grpSpPr>
          <p:sp>
            <p:nvSpPr>
              <p:cNvPr id="25782" name="Line 88"/>
              <p:cNvSpPr/>
              <p:nvPr/>
            </p:nvSpPr>
            <p:spPr>
              <a:xfrm>
                <a:off x="4223" y="1091"/>
                <a:ext cx="8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783" name="WordArt 89"/>
              <p:cNvSpPr>
                <a:spLocks noTextEdit="1"/>
              </p:cNvSpPr>
              <p:nvPr/>
            </p:nvSpPr>
            <p:spPr>
              <a:xfrm>
                <a:off x="3944" y="1039"/>
                <a:ext cx="145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25784" name="WordArt 90"/>
              <p:cNvSpPr>
                <a:spLocks noTextEdit="1"/>
              </p:cNvSpPr>
              <p:nvPr/>
            </p:nvSpPr>
            <p:spPr>
              <a:xfrm>
                <a:off x="4095" y="1110"/>
                <a:ext cx="81" cy="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初</a:t>
                </a:r>
              </a:p>
            </p:txBody>
          </p:sp>
          <p:sp>
            <p:nvSpPr>
              <p:cNvPr id="25785" name="WordArt 91"/>
              <p:cNvSpPr>
                <a:spLocks noTextEdit="1"/>
              </p:cNvSpPr>
              <p:nvPr/>
            </p:nvSpPr>
            <p:spPr>
              <a:xfrm>
                <a:off x="4367" y="1029"/>
                <a:ext cx="145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25786" name="WordArt 92"/>
              <p:cNvSpPr>
                <a:spLocks noTextEdit="1"/>
              </p:cNvSpPr>
              <p:nvPr/>
            </p:nvSpPr>
            <p:spPr>
              <a:xfrm>
                <a:off x="4521" y="1098"/>
                <a:ext cx="81" cy="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末</a:t>
                </a:r>
              </a:p>
            </p:txBody>
          </p:sp>
        </p:grpSp>
        <p:sp>
          <p:nvSpPr>
            <p:cNvPr id="25787" name="Line 93"/>
            <p:cNvSpPr/>
            <p:nvPr/>
          </p:nvSpPr>
          <p:spPr>
            <a:xfrm flipH="1">
              <a:off x="4717" y="1053"/>
              <a:ext cx="130" cy="2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4" name="Group 185"/>
          <p:cNvGrpSpPr/>
          <p:nvPr/>
        </p:nvGrpSpPr>
        <p:grpSpPr>
          <a:xfrm>
            <a:off x="392113" y="4056063"/>
            <a:ext cx="2343150" cy="485775"/>
            <a:chOff x="3402" y="1008"/>
            <a:chExt cx="1476" cy="306"/>
          </a:xfrm>
        </p:grpSpPr>
        <p:sp>
          <p:nvSpPr>
            <p:cNvPr id="25789" name="Rectangle 184"/>
            <p:cNvSpPr/>
            <p:nvPr/>
          </p:nvSpPr>
          <p:spPr>
            <a:xfrm>
              <a:off x="3402" y="1008"/>
              <a:ext cx="1476" cy="306"/>
            </a:xfrm>
            <a:prstGeom prst="rect">
              <a:avLst/>
            </a:prstGeom>
            <a:solidFill>
              <a:schemeClr val="accent1">
                <a:alpha val="70978"/>
              </a:schemeClr>
            </a:solidFill>
            <a:ln w="9525">
              <a:noFill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790" name="Group 171"/>
            <p:cNvGrpSpPr/>
            <p:nvPr/>
          </p:nvGrpSpPr>
          <p:grpSpPr>
            <a:xfrm>
              <a:off x="3479" y="1057"/>
              <a:ext cx="1281" cy="210"/>
              <a:chOff x="3920" y="1057"/>
              <a:chExt cx="1281" cy="210"/>
            </a:xfrm>
          </p:grpSpPr>
          <p:grpSp>
            <p:nvGrpSpPr>
              <p:cNvPr id="25791" name="Group 172"/>
              <p:cNvGrpSpPr/>
              <p:nvPr/>
            </p:nvGrpSpPr>
            <p:grpSpPr>
              <a:xfrm>
                <a:off x="4674" y="1115"/>
                <a:ext cx="150" cy="66"/>
                <a:chOff x="1260" y="2371"/>
                <a:chExt cx="151" cy="53"/>
              </a:xfrm>
            </p:grpSpPr>
            <p:sp>
              <p:nvSpPr>
                <p:cNvPr id="25792" name="Line 173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93" name="Line 174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794" name="WordArt 175"/>
              <p:cNvSpPr>
                <a:spLocks noTextEdit="1"/>
              </p:cNvSpPr>
              <p:nvPr/>
            </p:nvSpPr>
            <p:spPr>
              <a:xfrm>
                <a:off x="5091" y="1092"/>
                <a:ext cx="110" cy="15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25795" name="WordArt 176"/>
              <p:cNvSpPr>
                <a:spLocks noTextEdit="1"/>
              </p:cNvSpPr>
              <p:nvPr/>
            </p:nvSpPr>
            <p:spPr>
              <a:xfrm>
                <a:off x="4917" y="1057"/>
                <a:ext cx="111" cy="19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836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25796" name="Line 177"/>
              <p:cNvSpPr/>
              <p:nvPr/>
            </p:nvSpPr>
            <p:spPr>
              <a:xfrm>
                <a:off x="4208" y="1151"/>
                <a:ext cx="9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5797" name="Group 178"/>
              <p:cNvGrpSpPr/>
              <p:nvPr/>
            </p:nvGrpSpPr>
            <p:grpSpPr>
              <a:xfrm>
                <a:off x="3920" y="1070"/>
                <a:ext cx="239" cy="197"/>
                <a:chOff x="3920" y="1070"/>
                <a:chExt cx="239" cy="197"/>
              </a:xfrm>
            </p:grpSpPr>
            <p:sp>
              <p:nvSpPr>
                <p:cNvPr id="25798" name="WordArt 179"/>
                <p:cNvSpPr>
                  <a:spLocks noTextEdit="1"/>
                </p:cNvSpPr>
                <p:nvPr/>
              </p:nvSpPr>
              <p:spPr>
                <a:xfrm>
                  <a:off x="3920" y="1070"/>
                  <a:ext cx="150" cy="16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25799" name="WordArt 180"/>
                <p:cNvSpPr>
                  <a:spLocks noTextEdit="1"/>
                </p:cNvSpPr>
                <p:nvPr/>
              </p:nvSpPr>
              <p:spPr>
                <a:xfrm>
                  <a:off x="4076" y="1168"/>
                  <a:ext cx="83" cy="9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初</a:t>
                  </a:r>
                </a:p>
              </p:txBody>
            </p:sp>
          </p:grpSp>
          <p:grpSp>
            <p:nvGrpSpPr>
              <p:cNvPr id="25800" name="Group 181"/>
              <p:cNvGrpSpPr/>
              <p:nvPr/>
            </p:nvGrpSpPr>
            <p:grpSpPr>
              <a:xfrm>
                <a:off x="4357" y="1065"/>
                <a:ext cx="242" cy="194"/>
                <a:chOff x="4357" y="1065"/>
                <a:chExt cx="242" cy="194"/>
              </a:xfrm>
            </p:grpSpPr>
            <p:sp>
              <p:nvSpPr>
                <p:cNvPr id="25801" name="WordArt 182"/>
                <p:cNvSpPr>
                  <a:spLocks noTextEdit="1"/>
                </p:cNvSpPr>
                <p:nvPr/>
              </p:nvSpPr>
              <p:spPr>
                <a:xfrm>
                  <a:off x="4357" y="1065"/>
                  <a:ext cx="149" cy="16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25802" name="WordArt 183"/>
                <p:cNvSpPr>
                  <a:spLocks noTextEdit="1"/>
                </p:cNvSpPr>
                <p:nvPr/>
              </p:nvSpPr>
              <p:spPr>
                <a:xfrm>
                  <a:off x="4515" y="1161"/>
                  <a:ext cx="84" cy="9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末</a:t>
                  </a:r>
                </a:p>
              </p:txBody>
            </p:sp>
          </p:grpSp>
        </p:grpSp>
      </p:grpSp>
      <p:grpSp>
        <p:nvGrpSpPr>
          <p:cNvPr id="25" name="组合 17"/>
          <p:cNvGrpSpPr/>
          <p:nvPr/>
        </p:nvGrpSpPr>
        <p:grpSpPr>
          <a:xfrm>
            <a:off x="3335338" y="762000"/>
            <a:ext cx="2749550" cy="2205038"/>
            <a:chOff x="7905" y="1373"/>
            <a:chExt cx="5758" cy="5152"/>
          </a:xfrm>
        </p:grpSpPr>
        <p:grpSp>
          <p:nvGrpSpPr>
            <p:cNvPr id="25804" name="Group 462"/>
            <p:cNvGrpSpPr/>
            <p:nvPr/>
          </p:nvGrpSpPr>
          <p:grpSpPr>
            <a:xfrm>
              <a:off x="7905" y="1372"/>
              <a:ext cx="5757" cy="5152"/>
              <a:chOff x="3162" y="549"/>
              <a:chExt cx="2303" cy="2061"/>
            </a:xfrm>
          </p:grpSpPr>
          <p:sp>
            <p:nvSpPr>
              <p:cNvPr id="25805" name="AutoShape 8"/>
              <p:cNvSpPr/>
              <p:nvPr/>
            </p:nvSpPr>
            <p:spPr>
              <a:xfrm>
                <a:off x="3162" y="657"/>
                <a:ext cx="2303" cy="1953"/>
              </a:xfrm>
              <a:prstGeom prst="roundRect">
                <a:avLst>
                  <a:gd name="adj" fmla="val 8718"/>
                </a:avLst>
              </a:prstGeom>
              <a:noFill/>
              <a:ln w="57150" cap="flat" cmpd="sng">
                <a:solidFill>
                  <a:srgbClr val="FF99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5806" name="Group 461"/>
              <p:cNvGrpSpPr/>
              <p:nvPr/>
            </p:nvGrpSpPr>
            <p:grpSpPr>
              <a:xfrm>
                <a:off x="3595" y="1933"/>
                <a:ext cx="1521" cy="156"/>
                <a:chOff x="3462" y="1622"/>
                <a:chExt cx="1521" cy="156"/>
              </a:xfrm>
            </p:grpSpPr>
            <p:sp>
              <p:nvSpPr>
                <p:cNvPr id="51351" name="WordArt 9"/>
                <p:cNvSpPr>
                  <a:spLocks noTextEdit="1"/>
                </p:cNvSpPr>
                <p:nvPr/>
              </p:nvSpPr>
              <p:spPr>
                <a:xfrm>
                  <a:off x="3462" y="1643"/>
                  <a:ext cx="173" cy="11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i="1" strike="noStrike" noProof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E</a:t>
                  </a:r>
                  <a:endParaRPr lang="zh-CN" altLang="en-US" sz="3600" i="1" strike="noStrike" noProof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5808" name="WordArt 10"/>
                <p:cNvSpPr>
                  <a:spLocks noTextEdit="1"/>
                </p:cNvSpPr>
                <p:nvPr/>
              </p:nvSpPr>
              <p:spPr>
                <a:xfrm>
                  <a:off x="3635" y="1720"/>
                  <a:ext cx="62" cy="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</a:t>
                  </a:r>
                </a:p>
              </p:txBody>
            </p:sp>
            <p:grpSp>
              <p:nvGrpSpPr>
                <p:cNvPr id="25809" name="Group 11"/>
                <p:cNvGrpSpPr/>
                <p:nvPr/>
              </p:nvGrpSpPr>
              <p:grpSpPr>
                <a:xfrm>
                  <a:off x="3765" y="1677"/>
                  <a:ext cx="161" cy="60"/>
                  <a:chOff x="3736" y="952"/>
                  <a:chExt cx="176" cy="49"/>
                </a:xfrm>
              </p:grpSpPr>
              <p:sp>
                <p:nvSpPr>
                  <p:cNvPr id="25810" name="Line 12"/>
                  <p:cNvSpPr/>
                  <p:nvPr/>
                </p:nvSpPr>
                <p:spPr>
                  <a:xfrm>
                    <a:off x="3736" y="952"/>
                    <a:ext cx="17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811" name="Line 13"/>
                  <p:cNvSpPr/>
                  <p:nvPr/>
                </p:nvSpPr>
                <p:spPr>
                  <a:xfrm>
                    <a:off x="3736" y="1001"/>
                    <a:ext cx="17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1356" name="WordArt 14"/>
                <p:cNvSpPr>
                  <a:spLocks noTextEdit="1"/>
                </p:cNvSpPr>
                <p:nvPr/>
              </p:nvSpPr>
              <p:spPr>
                <a:xfrm>
                  <a:off x="4197" y="1632"/>
                  <a:ext cx="410" cy="1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13.6</a:t>
                  </a:r>
                  <a:endParaRPr lang="zh-CN" altLang="en-US" sz="3600" strike="noStrike" noProof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5813" name="Line 15"/>
                <p:cNvSpPr/>
                <p:nvPr/>
              </p:nvSpPr>
              <p:spPr>
                <a:xfrm>
                  <a:off x="3993" y="1691"/>
                  <a:ext cx="159" cy="0"/>
                </a:xfrm>
                <a:prstGeom prst="line">
                  <a:avLst/>
                </a:prstGeom>
                <a:ln w="571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1358" name="WordArt 16"/>
                <p:cNvSpPr>
                  <a:spLocks noTextEdit="1"/>
                </p:cNvSpPr>
                <p:nvPr/>
              </p:nvSpPr>
              <p:spPr>
                <a:xfrm>
                  <a:off x="4711" y="1622"/>
                  <a:ext cx="272" cy="11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eV</a:t>
                  </a:r>
                  <a:endParaRPr lang="zh-CN" altLang="en-US" sz="3600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5815" name="Group 17"/>
              <p:cNvGrpSpPr/>
              <p:nvPr/>
            </p:nvGrpSpPr>
            <p:grpSpPr>
              <a:xfrm>
                <a:off x="3681" y="1495"/>
                <a:ext cx="1161" cy="377"/>
                <a:chOff x="3599" y="1159"/>
                <a:chExt cx="1188" cy="378"/>
              </a:xfrm>
            </p:grpSpPr>
            <p:sp>
              <p:nvSpPr>
                <p:cNvPr id="51360" name="WordArt 18"/>
                <p:cNvSpPr>
                  <a:spLocks noTextEdit="1"/>
                </p:cNvSpPr>
                <p:nvPr/>
              </p:nvSpPr>
              <p:spPr>
                <a:xfrm>
                  <a:off x="3599" y="1294"/>
                  <a:ext cx="177" cy="13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i="1" strike="noStrike" noProof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E</a:t>
                  </a:r>
                  <a:endParaRPr lang="zh-CN" altLang="en-US" sz="3600" i="1" strike="noStrike" noProof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5817" name="WordArt 19"/>
                <p:cNvSpPr>
                  <a:spLocks noTextEdit="1"/>
                </p:cNvSpPr>
                <p:nvPr/>
              </p:nvSpPr>
              <p:spPr>
                <a:xfrm>
                  <a:off x="3768" y="1384"/>
                  <a:ext cx="111" cy="7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</a:p>
              </p:txBody>
            </p:sp>
            <p:grpSp>
              <p:nvGrpSpPr>
                <p:cNvPr id="25818" name="Group 20"/>
                <p:cNvGrpSpPr/>
                <p:nvPr/>
              </p:nvGrpSpPr>
              <p:grpSpPr>
                <a:xfrm>
                  <a:off x="3957" y="1324"/>
                  <a:ext cx="176" cy="71"/>
                  <a:chOff x="1260" y="2371"/>
                  <a:chExt cx="151" cy="53"/>
                </a:xfrm>
              </p:grpSpPr>
              <p:sp>
                <p:nvSpPr>
                  <p:cNvPr id="25819" name="Line 21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820" name="Line 22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5821" name="Line 23"/>
                <p:cNvSpPr/>
                <p:nvPr/>
              </p:nvSpPr>
              <p:spPr>
                <a:xfrm>
                  <a:off x="4219" y="1359"/>
                  <a:ext cx="56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25822" name="Group 24"/>
                <p:cNvGrpSpPr/>
                <p:nvPr/>
              </p:nvGrpSpPr>
              <p:grpSpPr>
                <a:xfrm>
                  <a:off x="4386" y="1159"/>
                  <a:ext cx="240" cy="158"/>
                  <a:chOff x="4156" y="1752"/>
                  <a:chExt cx="271" cy="229"/>
                </a:xfrm>
              </p:grpSpPr>
              <p:sp>
                <p:nvSpPr>
                  <p:cNvPr id="51367" name="WordArt 25"/>
                  <p:cNvSpPr>
                    <a:spLocks noTextEdit="1"/>
                  </p:cNvSpPr>
                  <p:nvPr/>
                </p:nvSpPr>
                <p:spPr>
                  <a:xfrm>
                    <a:off x="4156" y="1752"/>
                    <a:ext cx="200" cy="19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 fontScale="25000"/>
                  </a:bodyPr>
                  <a:lstStyle/>
                  <a:p>
                    <a:pPr algn="ctr" fontAlgn="base"/>
                    <a:r>
                      <a:rPr lang="zh-CN" altLang="en-US" sz="3600" i="1" strike="noStrike" noProof="1">
                        <a:ln w="9525" cap="flat" cmpd="sng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rPr>
                      <a:t>E</a:t>
                    </a:r>
                    <a:endParaRPr lang="zh-CN" altLang="en-US" sz="3600" i="1" strike="noStrike" noProof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5824" name="WordArt 26"/>
                  <p:cNvSpPr>
                    <a:spLocks noTextEdit="1"/>
                  </p:cNvSpPr>
                  <p:nvPr/>
                </p:nvSpPr>
                <p:spPr>
                  <a:xfrm>
                    <a:off x="4356" y="1883"/>
                    <a:ext cx="71" cy="9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1</a:t>
                    </a:r>
                  </a:p>
                </p:txBody>
              </p:sp>
            </p:grpSp>
            <p:sp>
              <p:nvSpPr>
                <p:cNvPr id="51369" name="WordArt 27"/>
                <p:cNvSpPr>
                  <a:spLocks noTextEdit="1"/>
                </p:cNvSpPr>
                <p:nvPr/>
              </p:nvSpPr>
              <p:spPr>
                <a:xfrm>
                  <a:off x="4412" y="1415"/>
                  <a:ext cx="179" cy="12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i="1" strike="noStrike" noProof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n</a:t>
                  </a:r>
                  <a:endParaRPr lang="zh-CN" altLang="en-US" sz="3600" i="1" strike="noStrike" noProof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5826" name="WordArt 28"/>
                <p:cNvSpPr>
                  <a:spLocks noTextEdit="1"/>
                </p:cNvSpPr>
                <p:nvPr/>
              </p:nvSpPr>
              <p:spPr>
                <a:xfrm>
                  <a:off x="4620" y="1384"/>
                  <a:ext cx="63" cy="6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</a:t>
                  </a:r>
                </a:p>
              </p:txBody>
            </p:sp>
          </p:grpSp>
          <p:sp>
            <p:nvSpPr>
              <p:cNvPr id="25827" name="Rectangle 29"/>
              <p:cNvSpPr/>
              <p:nvPr/>
            </p:nvSpPr>
            <p:spPr>
              <a:xfrm>
                <a:off x="3397" y="549"/>
                <a:ext cx="1568" cy="21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72" name="WordArt 30"/>
              <p:cNvSpPr>
                <a:spLocks noTextEdit="1"/>
              </p:cNvSpPr>
              <p:nvPr/>
            </p:nvSpPr>
            <p:spPr>
              <a:xfrm>
                <a:off x="3554" y="551"/>
                <a:ext cx="1400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关键数据和公式</a:t>
                </a:r>
                <a:endParaRPr lang="zh-CN" altLang="en-US" sz="3600" strike="noStrike" noProof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grpSp>
            <p:nvGrpSpPr>
              <p:cNvPr id="25829" name="Group 453"/>
              <p:cNvGrpSpPr/>
              <p:nvPr/>
            </p:nvGrpSpPr>
            <p:grpSpPr>
              <a:xfrm>
                <a:off x="3288" y="1069"/>
                <a:ext cx="2116" cy="342"/>
                <a:chOff x="550" y="3364"/>
                <a:chExt cx="2116" cy="342"/>
              </a:xfrm>
            </p:grpSpPr>
            <p:sp>
              <p:nvSpPr>
                <p:cNvPr id="51374" name="WordArt 429"/>
                <p:cNvSpPr>
                  <a:spLocks noTextEdit="1"/>
                </p:cNvSpPr>
                <p:nvPr/>
              </p:nvSpPr>
              <p:spPr>
                <a:xfrm>
                  <a:off x="2229" y="3530"/>
                  <a:ext cx="437" cy="13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玻尔半径</a:t>
                  </a:r>
                  <a:endParaRPr lang="zh-CN" altLang="en-US" sz="3600" strike="noStrike" noProof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5831" name="Group 452"/>
                <p:cNvGrpSpPr/>
                <p:nvPr/>
              </p:nvGrpSpPr>
              <p:grpSpPr>
                <a:xfrm>
                  <a:off x="550" y="3364"/>
                  <a:ext cx="1580" cy="342"/>
                  <a:chOff x="391" y="3373"/>
                  <a:chExt cx="1580" cy="342"/>
                </a:xfrm>
              </p:grpSpPr>
              <p:grpSp>
                <p:nvGrpSpPr>
                  <p:cNvPr id="25832" name="Group 431"/>
                  <p:cNvGrpSpPr/>
                  <p:nvPr/>
                </p:nvGrpSpPr>
                <p:grpSpPr>
                  <a:xfrm>
                    <a:off x="391" y="3373"/>
                    <a:ext cx="1038" cy="342"/>
                    <a:chOff x="784" y="3364"/>
                    <a:chExt cx="1422" cy="452"/>
                  </a:xfrm>
                </p:grpSpPr>
                <p:sp>
                  <p:nvSpPr>
                    <p:cNvPr id="25833" name="WordArt 406"/>
                    <p:cNvSpPr>
                      <a:spLocks noTextEdit="1"/>
                    </p:cNvSpPr>
                    <p:nvPr/>
                  </p:nvSpPr>
                  <p:spPr>
                    <a:xfrm>
                      <a:off x="784" y="3506"/>
                      <a:ext cx="136" cy="17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139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</a:t>
                      </a:r>
                    </a:p>
                  </p:txBody>
                </p:sp>
                <p:sp>
                  <p:nvSpPr>
                    <p:cNvPr id="25834" name="WordArt 407"/>
                    <p:cNvSpPr>
                      <a:spLocks noTextEdit="1"/>
                    </p:cNvSpPr>
                    <p:nvPr/>
                  </p:nvSpPr>
                  <p:spPr>
                    <a:xfrm>
                      <a:off x="882" y="3623"/>
                      <a:ext cx="75" cy="69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</a:p>
                  </p:txBody>
                </p:sp>
                <p:grpSp>
                  <p:nvGrpSpPr>
                    <p:cNvPr id="25835" name="Group 408"/>
                    <p:cNvGrpSpPr/>
                    <p:nvPr/>
                  </p:nvGrpSpPr>
                  <p:grpSpPr>
                    <a:xfrm>
                      <a:off x="1027" y="3589"/>
                      <a:ext cx="109" cy="50"/>
                      <a:chOff x="1632" y="1776"/>
                      <a:chExt cx="192" cy="96"/>
                    </a:xfrm>
                  </p:grpSpPr>
                  <p:sp>
                    <p:nvSpPr>
                      <p:cNvPr id="25836" name="Line 409"/>
                      <p:cNvSpPr/>
                      <p:nvPr/>
                    </p:nvSpPr>
                    <p:spPr>
                      <a:xfrm>
                        <a:off x="1632" y="1776"/>
                        <a:ext cx="192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837" name="Line 410"/>
                      <p:cNvSpPr/>
                      <p:nvPr/>
                    </p:nvSpPr>
                    <p:spPr>
                      <a:xfrm>
                        <a:off x="1632" y="1872"/>
                        <a:ext cx="192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25838" name="Group 411"/>
                    <p:cNvGrpSpPr/>
                    <p:nvPr/>
                  </p:nvGrpSpPr>
                  <p:grpSpPr>
                    <a:xfrm>
                      <a:off x="1442" y="3631"/>
                      <a:ext cx="427" cy="185"/>
                      <a:chOff x="2029" y="2934"/>
                      <a:chExt cx="427" cy="185"/>
                    </a:xfrm>
                  </p:grpSpPr>
                  <p:sp>
                    <p:nvSpPr>
                      <p:cNvPr id="25839" name="WordArt 412"/>
                      <p:cNvSpPr>
                        <a:spLocks noTextEdit="1"/>
                      </p:cNvSpPr>
                      <p:nvPr/>
                    </p:nvSpPr>
                    <p:spPr>
                      <a:xfrm>
                        <a:off x="2029" y="2997"/>
                        <a:ext cx="168" cy="114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m</a:t>
                        </a:r>
                      </a:p>
                    </p:txBody>
                  </p:sp>
                  <p:grpSp>
                    <p:nvGrpSpPr>
                      <p:cNvPr id="25840" name="Group 413"/>
                      <p:cNvGrpSpPr/>
                      <p:nvPr/>
                    </p:nvGrpSpPr>
                    <p:grpSpPr>
                      <a:xfrm>
                        <a:off x="2241" y="2934"/>
                        <a:ext cx="215" cy="185"/>
                        <a:chOff x="2585" y="2087"/>
                        <a:chExt cx="215" cy="185"/>
                      </a:xfrm>
                    </p:grpSpPr>
                    <p:sp>
                      <p:nvSpPr>
                        <p:cNvPr id="25841" name="WordArt 414"/>
                        <p:cNvSpPr>
                          <a:spLocks noTextEdit="1"/>
                        </p:cNvSpPr>
                        <p:nvPr/>
                      </p:nvSpPr>
                      <p:spPr>
                        <a:xfrm>
                          <a:off x="2585" y="2142"/>
                          <a:ext cx="128" cy="130"/>
                        </a:xfrm>
                        <a:prstGeom prst="rect">
                          <a:avLst/>
                        </a:prstGeom>
                      </p:spPr>
                      <p:txBody>
                        <a:bodyPr wrap="none" fromWordArt="1">
                          <a:prstTxWarp prst="textPlain">
                            <a:avLst>
                              <a:gd name="adj" fmla="val 50000"/>
                            </a:avLst>
                          </a:prstTxWarp>
                          <a:normAutofit/>
                        </a:bodyPr>
                        <a:lstStyle/>
                        <a:p>
                          <a:pPr algn="ctr"/>
                          <a:r>
                            <a:rPr lang="zh-CN" altLang="en-US" sz="3600" i="1">
                              <a:ln w="9525" cap="flat" cmpd="sng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</a:t>
                          </a:r>
                        </a:p>
                      </p:txBody>
                    </p:sp>
                    <p:sp>
                      <p:nvSpPr>
                        <p:cNvPr id="25842" name="WordArt 415"/>
                        <p:cNvSpPr>
                          <a:spLocks noTextEdit="1"/>
                        </p:cNvSpPr>
                        <p:nvPr/>
                      </p:nvSpPr>
                      <p:spPr>
                        <a:xfrm>
                          <a:off x="2739" y="2087"/>
                          <a:ext cx="61" cy="82"/>
                        </a:xfrm>
                        <a:prstGeom prst="rect">
                          <a:avLst/>
                        </a:prstGeom>
                      </p:spPr>
                      <p:txBody>
                        <a:bodyPr wrap="none" fromWordArt="1">
                          <a:prstTxWarp prst="textPlain">
                            <a:avLst>
                              <a:gd name="adj" fmla="val 50000"/>
                            </a:avLst>
                          </a:prstTxWarp>
                          <a:normAutofit/>
                        </a:bodyPr>
                        <a:lstStyle/>
                        <a:p>
                          <a:pPr algn="ctr"/>
                          <a:r>
                            <a:rPr lang="zh-CN" altLang="en-US" sz="3600">
                              <a:ln w="9525" cap="flat" cmpd="sng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2</a:t>
                          </a:r>
                        </a:p>
                      </p:txBody>
                    </p:sp>
                  </p:grpSp>
                </p:grpSp>
                <p:sp>
                  <p:nvSpPr>
                    <p:cNvPr id="25843" name="WordArt 416"/>
                    <p:cNvSpPr>
                      <a:spLocks noTextEdit="1"/>
                    </p:cNvSpPr>
                    <p:nvPr/>
                  </p:nvSpPr>
                  <p:spPr>
                    <a:xfrm>
                      <a:off x="1287" y="3683"/>
                      <a:ext cx="161" cy="13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5556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000000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p</a:t>
                      </a:r>
                    </a:p>
                  </p:txBody>
                </p:sp>
                <p:sp>
                  <p:nvSpPr>
                    <p:cNvPr id="25844" name="WordArt 417"/>
                    <p:cNvSpPr>
                      <a:spLocks noTextEdit="1"/>
                    </p:cNvSpPr>
                    <p:nvPr/>
                  </p:nvSpPr>
                  <p:spPr>
                    <a:xfrm>
                      <a:off x="1402" y="3413"/>
                      <a:ext cx="110" cy="147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6366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Symbol" panose="05050102010706020507" charset="0"/>
                          <a:ea typeface="Symbol" panose="05050102010706020507" charset="0"/>
                        </a:rPr>
                        <a:t>e</a:t>
                      </a:r>
                    </a:p>
                  </p:txBody>
                </p:sp>
                <p:sp>
                  <p:nvSpPr>
                    <p:cNvPr id="25845" name="WordArt 418"/>
                    <p:cNvSpPr>
                      <a:spLocks noTextEdit="1"/>
                    </p:cNvSpPr>
                    <p:nvPr/>
                  </p:nvSpPr>
                  <p:spPr>
                    <a:xfrm>
                      <a:off x="1522" y="3499"/>
                      <a:ext cx="42" cy="7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p:txBody>
                </p:sp>
                <p:sp>
                  <p:nvSpPr>
                    <p:cNvPr id="25846" name="WordArt 419"/>
                    <p:cNvSpPr>
                      <a:spLocks noTextEdit="1"/>
                    </p:cNvSpPr>
                    <p:nvPr/>
                  </p:nvSpPr>
                  <p:spPr>
                    <a:xfrm>
                      <a:off x="1604" y="3373"/>
                      <a:ext cx="122" cy="197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</a:p>
                  </p:txBody>
                </p:sp>
                <p:sp>
                  <p:nvSpPr>
                    <p:cNvPr id="25847" name="WordArt 420"/>
                    <p:cNvSpPr>
                      <a:spLocks noTextEdit="1"/>
                    </p:cNvSpPr>
                    <p:nvPr/>
                  </p:nvSpPr>
                  <p:spPr>
                    <a:xfrm>
                      <a:off x="1745" y="3364"/>
                      <a:ext cx="61" cy="8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p:txBody>
                </p:sp>
                <p:sp>
                  <p:nvSpPr>
                    <p:cNvPr id="25848" name="Line 421"/>
                    <p:cNvSpPr/>
                    <p:nvPr/>
                  </p:nvSpPr>
                  <p:spPr>
                    <a:xfrm>
                      <a:off x="1222" y="3605"/>
                      <a:ext cx="720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849" name="WordArt 422"/>
                    <p:cNvSpPr>
                      <a:spLocks noTextEdit="1"/>
                    </p:cNvSpPr>
                    <p:nvPr/>
                  </p:nvSpPr>
                  <p:spPr>
                    <a:xfrm>
                      <a:off x="2145" y="3505"/>
                      <a:ext cx="61" cy="8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p:txBody>
                </p:sp>
                <p:sp>
                  <p:nvSpPr>
                    <p:cNvPr id="25850" name="WordArt 423"/>
                    <p:cNvSpPr>
                      <a:spLocks noTextEdit="1"/>
                    </p:cNvSpPr>
                    <p:nvPr/>
                  </p:nvSpPr>
                  <p:spPr>
                    <a:xfrm>
                      <a:off x="1999" y="3550"/>
                      <a:ext cx="112" cy="12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</a:p>
                  </p:txBody>
                </p:sp>
              </p:grpSp>
              <p:grpSp>
                <p:nvGrpSpPr>
                  <p:cNvPr id="25851" name="Group 425"/>
                  <p:cNvGrpSpPr/>
                  <p:nvPr/>
                </p:nvGrpSpPr>
                <p:grpSpPr>
                  <a:xfrm>
                    <a:off x="1805" y="3530"/>
                    <a:ext cx="166" cy="131"/>
                    <a:chOff x="2896" y="2426"/>
                    <a:chExt cx="254" cy="246"/>
                  </a:xfrm>
                </p:grpSpPr>
                <p:sp>
                  <p:nvSpPr>
                    <p:cNvPr id="25852" name="WordArt 426"/>
                    <p:cNvSpPr>
                      <a:spLocks noTextEdit="1"/>
                    </p:cNvSpPr>
                    <p:nvPr/>
                  </p:nvSpPr>
                  <p:spPr>
                    <a:xfrm>
                      <a:off x="3085" y="2579"/>
                      <a:ext cx="65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rgbClr val="A5002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A5002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p:txBody>
                </p:sp>
                <p:sp>
                  <p:nvSpPr>
                    <p:cNvPr id="25853" name="WordArt 427"/>
                    <p:cNvSpPr>
                      <a:spLocks noTextEdit="1"/>
                    </p:cNvSpPr>
                    <p:nvPr/>
                  </p:nvSpPr>
                  <p:spPr>
                    <a:xfrm>
                      <a:off x="2896" y="2426"/>
                      <a:ext cx="189" cy="229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rgbClr val="A5002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  <p:grpSp>
                <p:nvGrpSpPr>
                  <p:cNvPr id="25854" name="Group 435"/>
                  <p:cNvGrpSpPr/>
                  <p:nvPr/>
                </p:nvGrpSpPr>
                <p:grpSpPr>
                  <a:xfrm>
                    <a:off x="1493" y="3567"/>
                    <a:ext cx="80" cy="38"/>
                    <a:chOff x="1632" y="1776"/>
                    <a:chExt cx="192" cy="96"/>
                  </a:xfrm>
                </p:grpSpPr>
                <p:sp>
                  <p:nvSpPr>
                    <p:cNvPr id="25855" name="Line 436"/>
                    <p:cNvSpPr/>
                    <p:nvPr/>
                  </p:nvSpPr>
                  <p:spPr>
                    <a:xfrm>
                      <a:off x="1632" y="1776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856" name="Line 437"/>
                    <p:cNvSpPr/>
                    <p:nvPr/>
                  </p:nvSpPr>
                  <p:spPr>
                    <a:xfrm>
                      <a:off x="1632" y="1872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5857" name="Group 451"/>
                  <p:cNvGrpSpPr/>
                  <p:nvPr/>
                </p:nvGrpSpPr>
                <p:grpSpPr>
                  <a:xfrm>
                    <a:off x="1627" y="3515"/>
                    <a:ext cx="151" cy="126"/>
                    <a:chOff x="2523" y="3536"/>
                    <a:chExt cx="151" cy="126"/>
                  </a:xfrm>
                </p:grpSpPr>
                <p:sp>
                  <p:nvSpPr>
                    <p:cNvPr id="25858" name="WordArt 449"/>
                    <p:cNvSpPr>
                      <a:spLocks noTextEdit="1"/>
                    </p:cNvSpPr>
                    <p:nvPr/>
                  </p:nvSpPr>
                  <p:spPr>
                    <a:xfrm>
                      <a:off x="2629" y="3536"/>
                      <a:ext cx="45" cy="6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p:txBody>
                </p:sp>
                <p:sp>
                  <p:nvSpPr>
                    <p:cNvPr id="25859" name="WordArt 450"/>
                    <p:cNvSpPr>
                      <a:spLocks noTextEdit="1"/>
                    </p:cNvSpPr>
                    <p:nvPr/>
                  </p:nvSpPr>
                  <p:spPr>
                    <a:xfrm>
                      <a:off x="2523" y="3570"/>
                      <a:ext cx="82" cy="9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</a:p>
                  </p:txBody>
                </p:sp>
              </p:grpSp>
            </p:grpSp>
          </p:grpSp>
          <p:grpSp>
            <p:nvGrpSpPr>
              <p:cNvPr id="25860" name="Group 457"/>
              <p:cNvGrpSpPr/>
              <p:nvPr/>
            </p:nvGrpSpPr>
            <p:grpSpPr>
              <a:xfrm>
                <a:off x="3297" y="717"/>
                <a:ext cx="2027" cy="323"/>
                <a:chOff x="452" y="2921"/>
                <a:chExt cx="2027" cy="323"/>
              </a:xfrm>
            </p:grpSpPr>
            <p:grpSp>
              <p:nvGrpSpPr>
                <p:cNvPr id="25861" name="Group 373"/>
                <p:cNvGrpSpPr/>
                <p:nvPr/>
              </p:nvGrpSpPr>
              <p:grpSpPr>
                <a:xfrm>
                  <a:off x="1397" y="2921"/>
                  <a:ext cx="1082" cy="323"/>
                  <a:chOff x="568" y="1754"/>
                  <a:chExt cx="1625" cy="381"/>
                </a:xfrm>
              </p:grpSpPr>
              <p:grpSp>
                <p:nvGrpSpPr>
                  <p:cNvPr id="25862" name="Group 374"/>
                  <p:cNvGrpSpPr/>
                  <p:nvPr/>
                </p:nvGrpSpPr>
                <p:grpSpPr>
                  <a:xfrm>
                    <a:off x="809" y="1949"/>
                    <a:ext cx="122" cy="46"/>
                    <a:chOff x="1260" y="2371"/>
                    <a:chExt cx="151" cy="53"/>
                  </a:xfrm>
                </p:grpSpPr>
                <p:sp>
                  <p:nvSpPr>
                    <p:cNvPr id="25863" name="Line 375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864" name="Line 376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5865" name="WordArt 377"/>
                  <p:cNvSpPr>
                    <a:spLocks noTextEdit="1"/>
                  </p:cNvSpPr>
                  <p:nvPr/>
                </p:nvSpPr>
                <p:spPr>
                  <a:xfrm>
                    <a:off x="1000" y="1921"/>
                    <a:ext cx="175" cy="10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m</a:t>
                    </a:r>
                  </a:p>
                </p:txBody>
              </p:sp>
              <p:sp>
                <p:nvSpPr>
                  <p:cNvPr id="25866" name="WordArt 378"/>
                  <p:cNvSpPr>
                    <a:spLocks noTextEdit="1"/>
                  </p:cNvSpPr>
                  <p:nvPr/>
                </p:nvSpPr>
                <p:spPr>
                  <a:xfrm>
                    <a:off x="568" y="1883"/>
                    <a:ext cx="161" cy="16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CC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CC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L</a:t>
                    </a:r>
                  </a:p>
                </p:txBody>
              </p:sp>
              <p:sp>
                <p:nvSpPr>
                  <p:cNvPr id="25867" name="WordArt 379"/>
                  <p:cNvSpPr>
                    <a:spLocks noTextEdit="1"/>
                  </p:cNvSpPr>
                  <p:nvPr/>
                </p:nvSpPr>
                <p:spPr>
                  <a:xfrm>
                    <a:off x="1215" y="1916"/>
                    <a:ext cx="118" cy="12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Book Antiqua" panose="02040602050305030304" charset="0"/>
                        <a:ea typeface="Book Antiqua" panose="02040602050305030304" charset="0"/>
                      </a:rPr>
                      <a:t>v</a:t>
                    </a:r>
                  </a:p>
                </p:txBody>
              </p:sp>
              <p:sp>
                <p:nvSpPr>
                  <p:cNvPr id="25868" name="WordArt 380"/>
                  <p:cNvSpPr>
                    <a:spLocks noTextEdit="1"/>
                  </p:cNvSpPr>
                  <p:nvPr/>
                </p:nvSpPr>
                <p:spPr>
                  <a:xfrm>
                    <a:off x="1332" y="1911"/>
                    <a:ext cx="163" cy="12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 r</a:t>
                    </a:r>
                  </a:p>
                </p:txBody>
              </p:sp>
              <p:grpSp>
                <p:nvGrpSpPr>
                  <p:cNvPr id="25869" name="Group 381"/>
                  <p:cNvGrpSpPr/>
                  <p:nvPr/>
                </p:nvGrpSpPr>
                <p:grpSpPr>
                  <a:xfrm>
                    <a:off x="1534" y="1961"/>
                    <a:ext cx="123" cy="46"/>
                    <a:chOff x="1260" y="2371"/>
                    <a:chExt cx="151" cy="53"/>
                  </a:xfrm>
                </p:grpSpPr>
                <p:sp>
                  <p:nvSpPr>
                    <p:cNvPr id="25870" name="Line 382"/>
                    <p:cNvSpPr/>
                    <p:nvPr/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871" name="Line 383"/>
                    <p:cNvSpPr/>
                    <p:nvPr/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5872" name="WordArt 384"/>
                  <p:cNvSpPr>
                    <a:spLocks noTextEdit="1"/>
                  </p:cNvSpPr>
                  <p:nvPr/>
                </p:nvSpPr>
                <p:spPr>
                  <a:xfrm>
                    <a:off x="1707" y="1932"/>
                    <a:ext cx="112" cy="11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n</a:t>
                    </a:r>
                  </a:p>
                </p:txBody>
              </p:sp>
              <p:sp>
                <p:nvSpPr>
                  <p:cNvPr id="25873" name="WordArt 385"/>
                  <p:cNvSpPr>
                    <a:spLocks noTextEdit="1"/>
                  </p:cNvSpPr>
                  <p:nvPr/>
                </p:nvSpPr>
                <p:spPr>
                  <a:xfrm>
                    <a:off x="1945" y="1754"/>
                    <a:ext cx="120" cy="15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h</a:t>
                    </a:r>
                  </a:p>
                </p:txBody>
              </p:sp>
              <p:sp>
                <p:nvSpPr>
                  <p:cNvPr id="25874" name="WordArt 386"/>
                  <p:cNvSpPr>
                    <a:spLocks noTextEdit="1"/>
                  </p:cNvSpPr>
                  <p:nvPr/>
                </p:nvSpPr>
                <p:spPr>
                  <a:xfrm>
                    <a:off x="1891" y="1987"/>
                    <a:ext cx="98" cy="136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4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25875" name="WordArt 387"/>
                  <p:cNvSpPr>
                    <a:spLocks noTextEdit="1"/>
                  </p:cNvSpPr>
                  <p:nvPr/>
                </p:nvSpPr>
                <p:spPr>
                  <a:xfrm>
                    <a:off x="2005" y="1994"/>
                    <a:ext cx="169" cy="14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5556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Symbol" panose="05050102010706020507" charset="0"/>
                        <a:ea typeface="Symbol" panose="05050102010706020507" charset="0"/>
                      </a:rPr>
                      <a:t>p</a:t>
                    </a:r>
                  </a:p>
                </p:txBody>
              </p:sp>
              <p:sp>
                <p:nvSpPr>
                  <p:cNvPr id="25876" name="Line 388"/>
                  <p:cNvSpPr/>
                  <p:nvPr/>
                </p:nvSpPr>
                <p:spPr>
                  <a:xfrm>
                    <a:off x="1868" y="1952"/>
                    <a:ext cx="325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1421" name="WordArt 456"/>
                <p:cNvSpPr>
                  <a:spLocks noTextEdit="1"/>
                </p:cNvSpPr>
                <p:nvPr/>
              </p:nvSpPr>
              <p:spPr>
                <a:xfrm>
                  <a:off x="452" y="3037"/>
                  <a:ext cx="822" cy="12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角动量量子化</a:t>
                  </a:r>
                  <a:endParaRPr lang="zh-CN" altLang="en-US" sz="3600" strike="noStrike" noProof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graphicFrame>
          <p:nvGraphicFramePr>
            <p:cNvPr id="25878" name="Object 3"/>
            <p:cNvGraphicFramePr/>
            <p:nvPr/>
          </p:nvGraphicFramePr>
          <p:xfrm>
            <a:off x="8962" y="5518"/>
            <a:ext cx="2472" cy="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47700" imgH="241300" progId="Equation.3">
                    <p:embed/>
                  </p:oleObj>
                </mc:Choice>
                <mc:Fallback>
                  <p:oleObj r:id="rId3" imgW="647700" imgH="2413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62" y="5518"/>
                          <a:ext cx="2472" cy="8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文本框 3"/>
          <p:cNvSpPr txBox="1"/>
          <p:nvPr>
            <p:custDataLst>
              <p:tags r:id="rId1"/>
            </p:custDataLst>
          </p:nvPr>
        </p:nvSpPr>
        <p:spPr>
          <a:xfrm>
            <a:off x="323215" y="764540"/>
            <a:ext cx="8392160" cy="2444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/>
          <a:p>
            <a:pPr eaLnBrk="0" hangingPunct="0">
              <a:lnSpc>
                <a:spcPct val="150000"/>
              </a:lnSpc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讨论题：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、如图所示，被激发的氢原子从较高能级向较低能级跃迁时，分别发出波长为</a:t>
            </a:r>
            <a:r>
              <a:rPr lang="en-US" altLang="zh-CN" sz="2400" i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sym typeface="宋体" panose="02010600030101010101" pitchFamily="2" charset="-122"/>
              </a:rPr>
              <a:t>λ</a:t>
            </a:r>
            <a:r>
              <a:rPr lang="en-US" altLang="zh-CN" sz="2400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en-US" altLang="zh-CN" sz="2400" i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sym typeface="宋体" panose="02010600030101010101" pitchFamily="2" charset="-122"/>
              </a:rPr>
              <a:t>λ</a:t>
            </a:r>
            <a:r>
              <a:rPr lang="en-US" altLang="zh-CN" sz="2400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en-US" altLang="zh-CN" sz="2400" i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sym typeface="宋体" panose="02010600030101010101" pitchFamily="2" charset="-122"/>
              </a:rPr>
              <a:t>λ</a:t>
            </a:r>
            <a:r>
              <a:rPr lang="en-US" altLang="zh-CN" sz="2400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的三条谱线，其相应频率</a:t>
            </a:r>
            <a:r>
              <a:rPr lang="en-US" altLang="zh-CN" sz="2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ν</a:t>
            </a:r>
            <a:r>
              <a:rPr lang="en-US" altLang="zh-CN" sz="2400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en-US" altLang="zh-CN" sz="2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ν</a:t>
            </a:r>
            <a:r>
              <a:rPr lang="en-US" altLang="zh-CN" sz="2400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en-US" altLang="zh-CN" sz="2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ν</a:t>
            </a:r>
            <a:r>
              <a:rPr lang="en-US" altLang="zh-CN" sz="2400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之间的关系如何？三个波长之间的关系又如何？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65540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79520" y="3573145"/>
            <a:ext cx="2339975" cy="2592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3"/>
          <p:cNvSpPr txBox="1"/>
          <p:nvPr>
            <p:custDataLst>
              <p:tags r:id="rId1"/>
            </p:custDataLst>
          </p:nvPr>
        </p:nvSpPr>
        <p:spPr>
          <a:xfrm>
            <a:off x="467360" y="692150"/>
            <a:ext cx="4886325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课前测：</a:t>
            </a:r>
            <a:r>
              <a:rPr lang="en-US" altLang="zh-CN" sz="28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800">
                <a:latin typeface="Verdana" panose="020B0604030504040204" pitchFamily="34" charset="0"/>
                <a:ea typeface="宋体" panose="02010600030101010101" pitchFamily="2" charset="-122"/>
              </a:rPr>
              <a:t>  </a:t>
            </a:r>
            <a:endParaRPr lang="zh-CN" altLang="en-US" sz="280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文本框 2"/>
          <p:cNvSpPr txBox="1"/>
          <p:nvPr>
            <p:custDataLst>
              <p:tags r:id="rId2"/>
            </p:custDataLst>
          </p:nvPr>
        </p:nvSpPr>
        <p:spPr>
          <a:xfrm>
            <a:off x="467360" y="1484313"/>
            <a:ext cx="807085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按照玻尔理论，电子绕核作圆周运动时，电子的动量矩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的可能值为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 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(A) 任意值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                    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(B)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nh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   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=1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，…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(C)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宋体" panose="02010600030101010101" pitchFamily="2" charset="-122"/>
              </a:rPr>
              <a:t>π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nh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,    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=1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，…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  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(D)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nh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/(2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宋体" panose="02010600030101010101" pitchFamily="2" charset="-122"/>
              </a:rPr>
              <a:t>π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),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=1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，…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4840" y="573278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答案(D)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173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1524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7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84994" name="Rectangle 4" descr="羊皮纸"/>
          <p:cNvSpPr/>
          <p:nvPr/>
        </p:nvSpPr>
        <p:spPr>
          <a:xfrm>
            <a:off x="0" y="0"/>
            <a:ext cx="9144000" cy="1555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995" name="Rectangle 5" descr="羊皮纸"/>
          <p:cNvSpPr/>
          <p:nvPr/>
        </p:nvSpPr>
        <p:spPr>
          <a:xfrm>
            <a:off x="0" y="6702425"/>
            <a:ext cx="9144000" cy="1555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1131888" y="317500"/>
            <a:ext cx="7402512" cy="1109663"/>
            <a:chOff x="682" y="245"/>
            <a:chExt cx="4663" cy="1030"/>
          </a:xfrm>
        </p:grpSpPr>
        <p:sp>
          <p:nvSpPr>
            <p:cNvPr id="84997" name="WordArt 12"/>
            <p:cNvSpPr>
              <a:spLocks noTextEdit="1"/>
            </p:cNvSpPr>
            <p:nvPr/>
          </p:nvSpPr>
          <p:spPr>
            <a:xfrm>
              <a:off x="938" y="245"/>
              <a:ext cx="4407" cy="2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若外来单色光把氢原子激发到第三激发态,</a:t>
              </a:r>
            </a:p>
          </p:txBody>
        </p:sp>
        <p:sp>
          <p:nvSpPr>
            <p:cNvPr id="84998" name="WordArt 13"/>
            <p:cNvSpPr>
              <a:spLocks noTextEdit="1"/>
            </p:cNvSpPr>
            <p:nvPr/>
          </p:nvSpPr>
          <p:spPr>
            <a:xfrm>
              <a:off x="709" y="611"/>
              <a:ext cx="4576" cy="2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则当氢原子跃迁回低能态时,可发出的可见光</a:t>
              </a:r>
            </a:p>
          </p:txBody>
        </p:sp>
        <p:sp>
          <p:nvSpPr>
            <p:cNvPr id="84999" name="WordArt 14"/>
            <p:cNvSpPr>
              <a:spLocks noTextEdit="1"/>
            </p:cNvSpPr>
            <p:nvPr/>
          </p:nvSpPr>
          <p:spPr>
            <a:xfrm>
              <a:off x="682" y="1008"/>
              <a:ext cx="775" cy="2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谱线有</a:t>
              </a:r>
            </a:p>
          </p:txBody>
        </p:sp>
        <p:sp>
          <p:nvSpPr>
            <p:cNvPr id="85000" name="Line 15"/>
            <p:cNvSpPr/>
            <p:nvPr/>
          </p:nvSpPr>
          <p:spPr>
            <a:xfrm>
              <a:off x="1496" y="1275"/>
              <a:ext cx="6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1" name="WordArt 16"/>
            <p:cNvSpPr>
              <a:spLocks noTextEdit="1"/>
            </p:cNvSpPr>
            <p:nvPr/>
          </p:nvSpPr>
          <p:spPr>
            <a:xfrm>
              <a:off x="2261" y="1008"/>
              <a:ext cx="298" cy="2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条.</a:t>
              </a:r>
            </a:p>
          </p:txBody>
        </p:sp>
      </p:grpSp>
      <p:sp>
        <p:nvSpPr>
          <p:cNvPr id="85002" name="Rectangle 71" descr="羊皮纸"/>
          <p:cNvSpPr/>
          <p:nvPr/>
        </p:nvSpPr>
        <p:spPr>
          <a:xfrm>
            <a:off x="0" y="1600200"/>
            <a:ext cx="9144000" cy="1174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77838" y="1943100"/>
            <a:ext cx="8188325" cy="4508500"/>
            <a:chOff x="753" y="3060"/>
            <a:chExt cx="12894" cy="7100"/>
          </a:xfrm>
        </p:grpSpPr>
        <p:sp>
          <p:nvSpPr>
            <p:cNvPr id="85004" name="Line 78"/>
            <p:cNvSpPr/>
            <p:nvPr/>
          </p:nvSpPr>
          <p:spPr>
            <a:xfrm flipV="1">
              <a:off x="2765" y="10000"/>
              <a:ext cx="8067" cy="1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5" name="Line 79"/>
            <p:cNvSpPr/>
            <p:nvPr/>
          </p:nvSpPr>
          <p:spPr>
            <a:xfrm flipV="1">
              <a:off x="2765" y="7310"/>
              <a:ext cx="8067" cy="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6" name="Line 80"/>
            <p:cNvSpPr/>
            <p:nvPr/>
          </p:nvSpPr>
          <p:spPr>
            <a:xfrm>
              <a:off x="2765" y="5968"/>
              <a:ext cx="80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7" name="Line 81"/>
            <p:cNvSpPr/>
            <p:nvPr/>
          </p:nvSpPr>
          <p:spPr>
            <a:xfrm>
              <a:off x="2765" y="5123"/>
              <a:ext cx="80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8" name="Line 82"/>
            <p:cNvSpPr/>
            <p:nvPr/>
          </p:nvSpPr>
          <p:spPr>
            <a:xfrm>
              <a:off x="2765" y="4618"/>
              <a:ext cx="80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9" name="Line 75"/>
            <p:cNvSpPr/>
            <p:nvPr/>
          </p:nvSpPr>
          <p:spPr>
            <a:xfrm>
              <a:off x="2750" y="3880"/>
              <a:ext cx="80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10" name="Line 76"/>
            <p:cNvSpPr/>
            <p:nvPr/>
          </p:nvSpPr>
          <p:spPr>
            <a:xfrm flipV="1">
              <a:off x="2760" y="3938"/>
              <a:ext cx="8087" cy="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11" name="Line 77"/>
            <p:cNvSpPr/>
            <p:nvPr/>
          </p:nvSpPr>
          <p:spPr>
            <a:xfrm>
              <a:off x="2765" y="4003"/>
              <a:ext cx="80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12" name="Line 83"/>
            <p:cNvSpPr/>
            <p:nvPr/>
          </p:nvSpPr>
          <p:spPr>
            <a:xfrm>
              <a:off x="2758" y="4258"/>
              <a:ext cx="808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13" name="Line 84"/>
            <p:cNvSpPr/>
            <p:nvPr/>
          </p:nvSpPr>
          <p:spPr>
            <a:xfrm>
              <a:off x="2758" y="4113"/>
              <a:ext cx="80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14" name="Line 85"/>
            <p:cNvSpPr/>
            <p:nvPr/>
          </p:nvSpPr>
          <p:spPr>
            <a:xfrm>
              <a:off x="2758" y="3833"/>
              <a:ext cx="8084" cy="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15" name="WordArt 89"/>
            <p:cNvSpPr>
              <a:spLocks noTextEdit="1"/>
            </p:cNvSpPr>
            <p:nvPr/>
          </p:nvSpPr>
          <p:spPr>
            <a:xfrm>
              <a:off x="11145" y="9760"/>
              <a:ext cx="440" cy="3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5016" name="WordArt 90"/>
            <p:cNvSpPr>
              <a:spLocks noTextEdit="1"/>
            </p:cNvSpPr>
            <p:nvPr/>
          </p:nvSpPr>
          <p:spPr>
            <a:xfrm>
              <a:off x="11592" y="9963"/>
              <a:ext cx="128" cy="1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5017" name="WordArt 104"/>
            <p:cNvSpPr>
              <a:spLocks noTextEdit="1"/>
            </p:cNvSpPr>
            <p:nvPr/>
          </p:nvSpPr>
          <p:spPr>
            <a:xfrm>
              <a:off x="753" y="3060"/>
              <a:ext cx="1118" cy="4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主量子数</a:t>
              </a:r>
            </a:p>
          </p:txBody>
        </p:sp>
        <p:sp>
          <p:nvSpPr>
            <p:cNvPr id="85018" name="WordArt 102"/>
            <p:cNvSpPr>
              <a:spLocks noTextEdit="1"/>
            </p:cNvSpPr>
            <p:nvPr/>
          </p:nvSpPr>
          <p:spPr>
            <a:xfrm>
              <a:off x="7901" y="3438"/>
              <a:ext cx="1733" cy="3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仿宋" panose="02010600040101010101" charset="-122"/>
                  <a:ea typeface="华文仿宋" panose="02010600040101010101" charset="-122"/>
                </a:rPr>
                <a:t>电离态</a:t>
              </a:r>
            </a:p>
          </p:txBody>
        </p:sp>
        <p:sp>
          <p:nvSpPr>
            <p:cNvPr id="85019" name="WordArt 74"/>
            <p:cNvSpPr>
              <a:spLocks noTextEdit="1"/>
            </p:cNvSpPr>
            <p:nvPr/>
          </p:nvSpPr>
          <p:spPr>
            <a:xfrm>
              <a:off x="2170" y="3170"/>
              <a:ext cx="338" cy="2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85020" name="WordArt 108"/>
            <p:cNvSpPr>
              <a:spLocks noTextEdit="1"/>
            </p:cNvSpPr>
            <p:nvPr/>
          </p:nvSpPr>
          <p:spPr>
            <a:xfrm>
              <a:off x="2255" y="9858"/>
              <a:ext cx="188" cy="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5021" name="WordArt 109"/>
            <p:cNvSpPr>
              <a:spLocks noTextEdit="1"/>
            </p:cNvSpPr>
            <p:nvPr/>
          </p:nvSpPr>
          <p:spPr>
            <a:xfrm>
              <a:off x="2248" y="7168"/>
              <a:ext cx="188" cy="27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5022" name="WordArt 110"/>
            <p:cNvSpPr>
              <a:spLocks noTextEdit="1"/>
            </p:cNvSpPr>
            <p:nvPr/>
          </p:nvSpPr>
          <p:spPr>
            <a:xfrm>
              <a:off x="2253" y="5840"/>
              <a:ext cx="188" cy="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5023" name="WordArt 111"/>
            <p:cNvSpPr>
              <a:spLocks noTextEdit="1"/>
            </p:cNvSpPr>
            <p:nvPr/>
          </p:nvSpPr>
          <p:spPr>
            <a:xfrm>
              <a:off x="2250" y="5010"/>
              <a:ext cx="185" cy="27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5024" name="WordArt 113"/>
            <p:cNvSpPr>
              <a:spLocks noTextEdit="1"/>
            </p:cNvSpPr>
            <p:nvPr/>
          </p:nvSpPr>
          <p:spPr>
            <a:xfrm rot="-5400000">
              <a:off x="2256" y="3558"/>
              <a:ext cx="165" cy="3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85025" name="WordArt 114"/>
            <p:cNvSpPr>
              <a:spLocks noTextEdit="1"/>
            </p:cNvSpPr>
            <p:nvPr/>
          </p:nvSpPr>
          <p:spPr>
            <a:xfrm>
              <a:off x="2258" y="4483"/>
              <a:ext cx="185" cy="2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5026" name="WordArt 73"/>
            <p:cNvSpPr>
              <a:spLocks noTextEdit="1"/>
            </p:cNvSpPr>
            <p:nvPr/>
          </p:nvSpPr>
          <p:spPr>
            <a:xfrm>
              <a:off x="11142" y="3300"/>
              <a:ext cx="460" cy="3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5027" name="WordArt 87"/>
            <p:cNvSpPr>
              <a:spLocks noTextEdit="1"/>
            </p:cNvSpPr>
            <p:nvPr/>
          </p:nvSpPr>
          <p:spPr>
            <a:xfrm>
              <a:off x="11152" y="7145"/>
              <a:ext cx="403" cy="3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5028" name="WordArt 88"/>
            <p:cNvSpPr>
              <a:spLocks noTextEdit="1"/>
            </p:cNvSpPr>
            <p:nvPr/>
          </p:nvSpPr>
          <p:spPr>
            <a:xfrm>
              <a:off x="11565" y="7330"/>
              <a:ext cx="140" cy="1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85029" name="Group 143"/>
            <p:cNvGrpSpPr/>
            <p:nvPr/>
          </p:nvGrpSpPr>
          <p:grpSpPr>
            <a:xfrm>
              <a:off x="11852" y="9738"/>
              <a:ext cx="1503" cy="303"/>
              <a:chOff x="4677" y="3908"/>
              <a:chExt cx="601" cy="121"/>
            </a:xfrm>
          </p:grpSpPr>
          <p:grpSp>
            <p:nvGrpSpPr>
              <p:cNvPr id="85030" name="Group 91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5031" name="Line 92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5032" name="Line 93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5033" name="WordArt 94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-13.6</a:t>
                </a:r>
              </a:p>
            </p:txBody>
          </p:sp>
        </p:grpSp>
        <p:sp>
          <p:nvSpPr>
            <p:cNvPr id="85034" name="WordArt 95"/>
            <p:cNvSpPr>
              <a:spLocks noTextEdit="1"/>
            </p:cNvSpPr>
            <p:nvPr/>
          </p:nvSpPr>
          <p:spPr>
            <a:xfrm>
              <a:off x="11145" y="5790"/>
              <a:ext cx="403" cy="3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5035" name="WordArt 96"/>
            <p:cNvSpPr>
              <a:spLocks noTextEdit="1"/>
            </p:cNvSpPr>
            <p:nvPr/>
          </p:nvSpPr>
          <p:spPr>
            <a:xfrm>
              <a:off x="11545" y="6005"/>
              <a:ext cx="143" cy="1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5036" name="WordArt 97"/>
            <p:cNvSpPr>
              <a:spLocks noTextEdit="1"/>
            </p:cNvSpPr>
            <p:nvPr/>
          </p:nvSpPr>
          <p:spPr>
            <a:xfrm>
              <a:off x="11137" y="4950"/>
              <a:ext cx="405" cy="3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5037" name="WordArt 98"/>
            <p:cNvSpPr>
              <a:spLocks noTextEdit="1"/>
            </p:cNvSpPr>
            <p:nvPr/>
          </p:nvSpPr>
          <p:spPr>
            <a:xfrm>
              <a:off x="11540" y="5158"/>
              <a:ext cx="140" cy="1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</a:p>
          </p:txBody>
        </p:sp>
        <p:grpSp>
          <p:nvGrpSpPr>
            <p:cNvPr id="85038" name="Group 130"/>
            <p:cNvGrpSpPr/>
            <p:nvPr/>
          </p:nvGrpSpPr>
          <p:grpSpPr>
            <a:xfrm>
              <a:off x="11145" y="4425"/>
              <a:ext cx="543" cy="373"/>
              <a:chOff x="4424" y="1771"/>
              <a:chExt cx="217" cy="149"/>
            </a:xfrm>
          </p:grpSpPr>
          <p:sp>
            <p:nvSpPr>
              <p:cNvPr id="85039" name="WordArt 99"/>
              <p:cNvSpPr>
                <a:spLocks noTextEdit="1"/>
              </p:cNvSpPr>
              <p:nvPr/>
            </p:nvSpPr>
            <p:spPr>
              <a:xfrm>
                <a:off x="4424" y="1771"/>
                <a:ext cx="160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5040" name="WordArt 100"/>
              <p:cNvSpPr>
                <a:spLocks noTextEdit="1"/>
              </p:cNvSpPr>
              <p:nvPr/>
            </p:nvSpPr>
            <p:spPr>
              <a:xfrm>
                <a:off x="4584" y="1857"/>
                <a:ext cx="57" cy="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</p:grpSp>
        <p:sp>
          <p:nvSpPr>
            <p:cNvPr id="85041" name="WordArt 105"/>
            <p:cNvSpPr>
              <a:spLocks noTextEdit="1"/>
            </p:cNvSpPr>
            <p:nvPr/>
          </p:nvSpPr>
          <p:spPr>
            <a:xfrm>
              <a:off x="11802" y="3170"/>
              <a:ext cx="650" cy="5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能量</a:t>
              </a:r>
            </a:p>
          </p:txBody>
        </p:sp>
        <p:sp>
          <p:nvSpPr>
            <p:cNvPr id="85042" name="WordArt 115"/>
            <p:cNvSpPr>
              <a:spLocks noTextEdit="1"/>
            </p:cNvSpPr>
            <p:nvPr/>
          </p:nvSpPr>
          <p:spPr>
            <a:xfrm>
              <a:off x="12727" y="3245"/>
              <a:ext cx="920" cy="3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(eV)</a:t>
              </a:r>
            </a:p>
          </p:txBody>
        </p:sp>
        <p:grpSp>
          <p:nvGrpSpPr>
            <p:cNvPr id="85043" name="Group 121"/>
            <p:cNvGrpSpPr/>
            <p:nvPr/>
          </p:nvGrpSpPr>
          <p:grpSpPr>
            <a:xfrm>
              <a:off x="7571" y="4880"/>
              <a:ext cx="2455" cy="405"/>
              <a:chOff x="3196" y="1981"/>
              <a:chExt cx="982" cy="162"/>
            </a:xfrm>
          </p:grpSpPr>
          <p:sp>
            <p:nvSpPr>
              <p:cNvPr id="85044" name="Rectangle 120"/>
              <p:cNvSpPr/>
              <p:nvPr/>
            </p:nvSpPr>
            <p:spPr>
              <a:xfrm>
                <a:off x="3196" y="1981"/>
                <a:ext cx="982" cy="16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045" name="WordArt 107"/>
              <p:cNvSpPr>
                <a:spLocks noTextEdit="1"/>
              </p:cNvSpPr>
              <p:nvPr/>
            </p:nvSpPr>
            <p:spPr>
              <a:xfrm>
                <a:off x="3236" y="2009"/>
                <a:ext cx="881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第三激发态</a:t>
                </a:r>
              </a:p>
            </p:txBody>
          </p:sp>
        </p:grpSp>
        <p:grpSp>
          <p:nvGrpSpPr>
            <p:cNvPr id="85046" name="Group 122"/>
            <p:cNvGrpSpPr/>
            <p:nvPr/>
          </p:nvGrpSpPr>
          <p:grpSpPr>
            <a:xfrm>
              <a:off x="7601" y="5700"/>
              <a:ext cx="2455" cy="405"/>
              <a:chOff x="3196" y="1981"/>
              <a:chExt cx="982" cy="162"/>
            </a:xfrm>
          </p:grpSpPr>
          <p:sp>
            <p:nvSpPr>
              <p:cNvPr id="85047" name="Rectangle 123"/>
              <p:cNvSpPr/>
              <p:nvPr/>
            </p:nvSpPr>
            <p:spPr>
              <a:xfrm>
                <a:off x="3196" y="1981"/>
                <a:ext cx="982" cy="16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048" name="WordArt 124"/>
              <p:cNvSpPr>
                <a:spLocks noTextEdit="1"/>
              </p:cNvSpPr>
              <p:nvPr/>
            </p:nvSpPr>
            <p:spPr>
              <a:xfrm>
                <a:off x="3236" y="2009"/>
                <a:ext cx="881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第二激发态</a:t>
                </a:r>
              </a:p>
            </p:txBody>
          </p:sp>
        </p:grpSp>
        <p:grpSp>
          <p:nvGrpSpPr>
            <p:cNvPr id="85049" name="Group 125"/>
            <p:cNvGrpSpPr/>
            <p:nvPr/>
          </p:nvGrpSpPr>
          <p:grpSpPr>
            <a:xfrm>
              <a:off x="7711" y="7095"/>
              <a:ext cx="2455" cy="405"/>
              <a:chOff x="3196" y="1981"/>
              <a:chExt cx="982" cy="162"/>
            </a:xfrm>
          </p:grpSpPr>
          <p:sp>
            <p:nvSpPr>
              <p:cNvPr id="85050" name="Rectangle 126"/>
              <p:cNvSpPr/>
              <p:nvPr/>
            </p:nvSpPr>
            <p:spPr>
              <a:xfrm>
                <a:off x="3196" y="1981"/>
                <a:ext cx="982" cy="16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051" name="WordArt 127"/>
              <p:cNvSpPr>
                <a:spLocks noTextEdit="1"/>
              </p:cNvSpPr>
              <p:nvPr/>
            </p:nvSpPr>
            <p:spPr>
              <a:xfrm>
                <a:off x="3236" y="2009"/>
                <a:ext cx="881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第一激发态</a:t>
                </a:r>
              </a:p>
            </p:txBody>
          </p:sp>
        </p:grpSp>
        <p:grpSp>
          <p:nvGrpSpPr>
            <p:cNvPr id="85052" name="Group 129"/>
            <p:cNvGrpSpPr/>
            <p:nvPr/>
          </p:nvGrpSpPr>
          <p:grpSpPr>
            <a:xfrm>
              <a:off x="8069" y="9680"/>
              <a:ext cx="1728" cy="480"/>
              <a:chOff x="3395" y="3901"/>
              <a:chExt cx="691" cy="192"/>
            </a:xfrm>
          </p:grpSpPr>
          <p:sp>
            <p:nvSpPr>
              <p:cNvPr id="85053" name="Rectangle 128"/>
              <p:cNvSpPr/>
              <p:nvPr/>
            </p:nvSpPr>
            <p:spPr>
              <a:xfrm>
                <a:off x="3395" y="3901"/>
                <a:ext cx="691" cy="19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054" name="WordArt 101"/>
              <p:cNvSpPr>
                <a:spLocks noTextEdit="1"/>
              </p:cNvSpPr>
              <p:nvPr/>
            </p:nvSpPr>
            <p:spPr>
              <a:xfrm>
                <a:off x="3471" y="3922"/>
                <a:ext cx="539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基态</a:t>
                </a:r>
              </a:p>
            </p:txBody>
          </p:sp>
        </p:grpSp>
        <p:grpSp>
          <p:nvGrpSpPr>
            <p:cNvPr id="85055" name="Group 137"/>
            <p:cNvGrpSpPr/>
            <p:nvPr/>
          </p:nvGrpSpPr>
          <p:grpSpPr>
            <a:xfrm>
              <a:off x="2308" y="3933"/>
              <a:ext cx="73" cy="358"/>
              <a:chOff x="845" y="1586"/>
              <a:chExt cx="29" cy="143"/>
            </a:xfrm>
          </p:grpSpPr>
          <p:sp>
            <p:nvSpPr>
              <p:cNvPr id="85056" name="Oval 134"/>
              <p:cNvSpPr/>
              <p:nvPr/>
            </p:nvSpPr>
            <p:spPr>
              <a:xfrm>
                <a:off x="845" y="158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057" name="Oval 135"/>
              <p:cNvSpPr/>
              <p:nvPr/>
            </p:nvSpPr>
            <p:spPr>
              <a:xfrm>
                <a:off x="846" y="1644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058" name="Oval 136"/>
              <p:cNvSpPr/>
              <p:nvPr/>
            </p:nvSpPr>
            <p:spPr>
              <a:xfrm>
                <a:off x="847" y="1702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5059" name="Group 138"/>
            <p:cNvGrpSpPr/>
            <p:nvPr/>
          </p:nvGrpSpPr>
          <p:grpSpPr>
            <a:xfrm>
              <a:off x="11350" y="3845"/>
              <a:ext cx="73" cy="358"/>
              <a:chOff x="845" y="1586"/>
              <a:chExt cx="29" cy="143"/>
            </a:xfrm>
          </p:grpSpPr>
          <p:sp>
            <p:nvSpPr>
              <p:cNvPr id="85060" name="Oval 139"/>
              <p:cNvSpPr/>
              <p:nvPr/>
            </p:nvSpPr>
            <p:spPr>
              <a:xfrm>
                <a:off x="845" y="158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061" name="Oval 140"/>
              <p:cNvSpPr/>
              <p:nvPr/>
            </p:nvSpPr>
            <p:spPr>
              <a:xfrm>
                <a:off x="846" y="1644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062" name="Oval 141"/>
              <p:cNvSpPr/>
              <p:nvPr/>
            </p:nvSpPr>
            <p:spPr>
              <a:xfrm>
                <a:off x="847" y="1702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5063" name="Group 144"/>
            <p:cNvGrpSpPr/>
            <p:nvPr/>
          </p:nvGrpSpPr>
          <p:grpSpPr>
            <a:xfrm>
              <a:off x="11867" y="7120"/>
              <a:ext cx="1503" cy="303"/>
              <a:chOff x="4677" y="3908"/>
              <a:chExt cx="601" cy="121"/>
            </a:xfrm>
          </p:grpSpPr>
          <p:grpSp>
            <p:nvGrpSpPr>
              <p:cNvPr id="85064" name="Group 145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5065" name="Line 146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5066" name="Line 147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5067" name="WordArt 148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-3.39</a:t>
                </a:r>
              </a:p>
            </p:txBody>
          </p:sp>
        </p:grpSp>
        <p:grpSp>
          <p:nvGrpSpPr>
            <p:cNvPr id="85068" name="Group 149"/>
            <p:cNvGrpSpPr/>
            <p:nvPr/>
          </p:nvGrpSpPr>
          <p:grpSpPr>
            <a:xfrm>
              <a:off x="11845" y="5750"/>
              <a:ext cx="1503" cy="303"/>
              <a:chOff x="4677" y="3908"/>
              <a:chExt cx="601" cy="121"/>
            </a:xfrm>
          </p:grpSpPr>
          <p:grpSp>
            <p:nvGrpSpPr>
              <p:cNvPr id="85069" name="Group 150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5070" name="Line 151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5071" name="Line 152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5072" name="WordArt 153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-1.51</a:t>
                </a:r>
              </a:p>
            </p:txBody>
          </p:sp>
        </p:grpSp>
        <p:grpSp>
          <p:nvGrpSpPr>
            <p:cNvPr id="85073" name="Group 154"/>
            <p:cNvGrpSpPr/>
            <p:nvPr/>
          </p:nvGrpSpPr>
          <p:grpSpPr>
            <a:xfrm>
              <a:off x="11877" y="4958"/>
              <a:ext cx="1503" cy="303"/>
              <a:chOff x="4677" y="3908"/>
              <a:chExt cx="601" cy="121"/>
            </a:xfrm>
          </p:grpSpPr>
          <p:grpSp>
            <p:nvGrpSpPr>
              <p:cNvPr id="85074" name="Group 155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5075" name="Line 156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5076" name="Line 157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5077" name="WordArt 158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-0.85</a:t>
                </a:r>
              </a:p>
            </p:txBody>
          </p:sp>
        </p:grpSp>
        <p:grpSp>
          <p:nvGrpSpPr>
            <p:cNvPr id="85078" name="Group 159"/>
            <p:cNvGrpSpPr/>
            <p:nvPr/>
          </p:nvGrpSpPr>
          <p:grpSpPr>
            <a:xfrm>
              <a:off x="11872" y="4453"/>
              <a:ext cx="1503" cy="303"/>
              <a:chOff x="4677" y="3908"/>
              <a:chExt cx="601" cy="121"/>
            </a:xfrm>
          </p:grpSpPr>
          <p:grpSp>
            <p:nvGrpSpPr>
              <p:cNvPr id="85079" name="Group 160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5080" name="Line 161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5081" name="Line 162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5082" name="WordArt 163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-0.54</a:t>
                </a:r>
              </a:p>
            </p:txBody>
          </p:sp>
        </p:grpSp>
      </p:grpSp>
      <p:sp>
        <p:nvSpPr>
          <p:cNvPr id="53341" name="Line 166"/>
          <p:cNvSpPr/>
          <p:nvPr/>
        </p:nvSpPr>
        <p:spPr>
          <a:xfrm>
            <a:off x="3875088" y="3252788"/>
            <a:ext cx="0" cy="536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sp>
      <p:grpSp>
        <p:nvGrpSpPr>
          <p:cNvPr id="8" name="组合 7"/>
          <p:cNvGrpSpPr/>
          <p:nvPr/>
        </p:nvGrpSpPr>
        <p:grpSpPr>
          <a:xfrm>
            <a:off x="2546350" y="3240088"/>
            <a:ext cx="1565275" cy="1701800"/>
            <a:chOff x="4010" y="5102"/>
            <a:chExt cx="2465" cy="2681"/>
          </a:xfrm>
        </p:grpSpPr>
        <p:sp>
          <p:nvSpPr>
            <p:cNvPr id="85085" name="WordArt 164"/>
            <p:cNvSpPr>
              <a:spLocks noTextEdit="1"/>
            </p:cNvSpPr>
            <p:nvPr/>
          </p:nvSpPr>
          <p:spPr>
            <a:xfrm>
              <a:off x="4010" y="7500"/>
              <a:ext cx="2465" cy="2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巴耳末系末态</a:t>
              </a:r>
            </a:p>
          </p:txBody>
        </p:sp>
        <p:grpSp>
          <p:nvGrpSpPr>
            <p:cNvPr id="85086" name="组合 6"/>
            <p:cNvGrpSpPr/>
            <p:nvPr/>
          </p:nvGrpSpPr>
          <p:grpSpPr>
            <a:xfrm>
              <a:off x="4645" y="5102"/>
              <a:ext cx="599" cy="2228"/>
              <a:chOff x="4323" y="5101"/>
              <a:chExt cx="599" cy="2228"/>
            </a:xfrm>
          </p:grpSpPr>
          <p:sp>
            <p:nvSpPr>
              <p:cNvPr id="85087" name="Line 167"/>
              <p:cNvSpPr/>
              <p:nvPr/>
            </p:nvSpPr>
            <p:spPr>
              <a:xfrm>
                <a:off x="4323" y="5101"/>
                <a:ext cx="0" cy="2228"/>
              </a:xfrm>
              <a:prstGeom prst="line">
                <a:avLst/>
              </a:prstGeom>
              <a:ln w="28575" cap="flat" cmpd="sng">
                <a:solidFill>
                  <a:srgbClr val="0066FF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85088" name="Line 169"/>
              <p:cNvSpPr/>
              <p:nvPr/>
            </p:nvSpPr>
            <p:spPr>
              <a:xfrm flipH="1">
                <a:off x="4919" y="5952"/>
                <a:ext cx="3" cy="1363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</p:grpSp>
      </p:grpSp>
      <p:grpSp>
        <p:nvGrpSpPr>
          <p:cNvPr id="6" name="组合 5"/>
          <p:cNvGrpSpPr/>
          <p:nvPr/>
        </p:nvGrpSpPr>
        <p:grpSpPr>
          <a:xfrm>
            <a:off x="1898650" y="3275013"/>
            <a:ext cx="496888" cy="3087687"/>
            <a:chOff x="3241" y="5158"/>
            <a:chExt cx="782" cy="4863"/>
          </a:xfrm>
        </p:grpSpPr>
        <p:sp>
          <p:nvSpPr>
            <p:cNvPr id="85090" name="Line 165"/>
            <p:cNvSpPr/>
            <p:nvPr/>
          </p:nvSpPr>
          <p:spPr>
            <a:xfrm>
              <a:off x="3241" y="5158"/>
              <a:ext cx="0" cy="48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85091" name="Line 168"/>
            <p:cNvSpPr/>
            <p:nvPr/>
          </p:nvSpPr>
          <p:spPr>
            <a:xfrm flipH="1">
              <a:off x="3598" y="6018"/>
              <a:ext cx="3" cy="400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85092" name="Line 170"/>
            <p:cNvSpPr/>
            <p:nvPr/>
          </p:nvSpPr>
          <p:spPr>
            <a:xfrm>
              <a:off x="4008" y="7330"/>
              <a:ext cx="15" cy="2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</p:grpSp>
      <p:sp>
        <p:nvSpPr>
          <p:cNvPr id="4" name="WordArt 171"/>
          <p:cNvSpPr>
            <a:spLocks noTextEdit="1"/>
          </p:cNvSpPr>
          <p:nvPr/>
        </p:nvSpPr>
        <p:spPr>
          <a:xfrm>
            <a:off x="2847975" y="1128713"/>
            <a:ext cx="203200" cy="225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1400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</a:p>
        </p:txBody>
      </p:sp>
      <p:grpSp>
        <p:nvGrpSpPr>
          <p:cNvPr id="85094" name="Group 175"/>
          <p:cNvGrpSpPr/>
          <p:nvPr/>
        </p:nvGrpSpPr>
        <p:grpSpPr>
          <a:xfrm>
            <a:off x="282575" y="496888"/>
            <a:ext cx="793750" cy="442912"/>
            <a:chOff x="396" y="441"/>
            <a:chExt cx="619" cy="368"/>
          </a:xfrm>
        </p:grpSpPr>
        <p:sp>
          <p:nvSpPr>
            <p:cNvPr id="85095" name="Oval 176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096" name="WordArt 177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144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159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86018" name="Rectangle 4" descr="羊皮纸"/>
          <p:cNvSpPr/>
          <p:nvPr/>
        </p:nvSpPr>
        <p:spPr>
          <a:xfrm>
            <a:off x="0" y="0"/>
            <a:ext cx="9144000" cy="1555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19" name="Rectangle 5" descr="羊皮纸"/>
          <p:cNvSpPr/>
          <p:nvPr/>
        </p:nvSpPr>
        <p:spPr>
          <a:xfrm>
            <a:off x="0" y="6702425"/>
            <a:ext cx="9144000" cy="1555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20" name="Rectangle 16" descr="羊皮纸"/>
          <p:cNvSpPr/>
          <p:nvPr/>
        </p:nvSpPr>
        <p:spPr>
          <a:xfrm>
            <a:off x="0" y="1600200"/>
            <a:ext cx="9144000" cy="1174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25"/>
          <p:cNvGrpSpPr/>
          <p:nvPr/>
        </p:nvGrpSpPr>
        <p:grpSpPr>
          <a:xfrm>
            <a:off x="377825" y="1963738"/>
            <a:ext cx="8186738" cy="4508500"/>
            <a:chOff x="238" y="1237"/>
            <a:chExt cx="5157" cy="2840"/>
          </a:xfrm>
        </p:grpSpPr>
        <p:sp>
          <p:nvSpPr>
            <p:cNvPr id="86022" name="Line 18"/>
            <p:cNvSpPr/>
            <p:nvPr/>
          </p:nvSpPr>
          <p:spPr>
            <a:xfrm flipV="1">
              <a:off x="1043" y="4013"/>
              <a:ext cx="3226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23" name="Line 19"/>
            <p:cNvSpPr/>
            <p:nvPr/>
          </p:nvSpPr>
          <p:spPr>
            <a:xfrm flipV="1">
              <a:off x="1043" y="2937"/>
              <a:ext cx="322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24" name="Line 20"/>
            <p:cNvSpPr/>
            <p:nvPr/>
          </p:nvSpPr>
          <p:spPr>
            <a:xfrm>
              <a:off x="1043" y="2400"/>
              <a:ext cx="32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25" name="Line 21"/>
            <p:cNvSpPr/>
            <p:nvPr/>
          </p:nvSpPr>
          <p:spPr>
            <a:xfrm>
              <a:off x="1043" y="2062"/>
              <a:ext cx="322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26" name="Line 22"/>
            <p:cNvSpPr/>
            <p:nvPr/>
          </p:nvSpPr>
          <p:spPr>
            <a:xfrm>
              <a:off x="1043" y="1860"/>
              <a:ext cx="322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27" name="Line 23"/>
            <p:cNvSpPr/>
            <p:nvPr/>
          </p:nvSpPr>
          <p:spPr>
            <a:xfrm>
              <a:off x="1037" y="1565"/>
              <a:ext cx="32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28" name="Line 24"/>
            <p:cNvSpPr/>
            <p:nvPr/>
          </p:nvSpPr>
          <p:spPr>
            <a:xfrm flipV="1">
              <a:off x="1041" y="1588"/>
              <a:ext cx="323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29" name="Line 25"/>
            <p:cNvSpPr/>
            <p:nvPr/>
          </p:nvSpPr>
          <p:spPr>
            <a:xfrm>
              <a:off x="1043" y="1614"/>
              <a:ext cx="32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30" name="Line 26"/>
            <p:cNvSpPr/>
            <p:nvPr/>
          </p:nvSpPr>
          <p:spPr>
            <a:xfrm>
              <a:off x="1040" y="1716"/>
              <a:ext cx="32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31" name="Line 27"/>
            <p:cNvSpPr/>
            <p:nvPr/>
          </p:nvSpPr>
          <p:spPr>
            <a:xfrm>
              <a:off x="1040" y="1658"/>
              <a:ext cx="32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32" name="Line 28"/>
            <p:cNvSpPr/>
            <p:nvPr/>
          </p:nvSpPr>
          <p:spPr>
            <a:xfrm>
              <a:off x="1040" y="1546"/>
              <a:ext cx="323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33" name="WordArt 29"/>
            <p:cNvSpPr>
              <a:spLocks noTextEdit="1"/>
            </p:cNvSpPr>
            <p:nvPr/>
          </p:nvSpPr>
          <p:spPr>
            <a:xfrm>
              <a:off x="4394" y="3917"/>
              <a:ext cx="176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6034" name="WordArt 30"/>
            <p:cNvSpPr>
              <a:spLocks noTextEdit="1"/>
            </p:cNvSpPr>
            <p:nvPr/>
          </p:nvSpPr>
          <p:spPr>
            <a:xfrm>
              <a:off x="4573" y="3998"/>
              <a:ext cx="51" cy="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6035" name="WordArt 31"/>
            <p:cNvSpPr>
              <a:spLocks noTextEdit="1"/>
            </p:cNvSpPr>
            <p:nvPr/>
          </p:nvSpPr>
          <p:spPr>
            <a:xfrm>
              <a:off x="238" y="1237"/>
              <a:ext cx="447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主量子数</a:t>
              </a:r>
            </a:p>
          </p:txBody>
        </p:sp>
        <p:sp>
          <p:nvSpPr>
            <p:cNvPr id="86036" name="WordArt 32"/>
            <p:cNvSpPr>
              <a:spLocks noTextEdit="1"/>
            </p:cNvSpPr>
            <p:nvPr/>
          </p:nvSpPr>
          <p:spPr>
            <a:xfrm>
              <a:off x="3097" y="1388"/>
              <a:ext cx="693" cy="12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仿宋" panose="02010600040101010101" charset="-122"/>
                  <a:ea typeface="华文仿宋" panose="02010600040101010101" charset="-122"/>
                </a:rPr>
                <a:t>电离态</a:t>
              </a:r>
            </a:p>
          </p:txBody>
        </p:sp>
        <p:sp>
          <p:nvSpPr>
            <p:cNvPr id="86037" name="WordArt 33"/>
            <p:cNvSpPr>
              <a:spLocks noTextEdit="1"/>
            </p:cNvSpPr>
            <p:nvPr/>
          </p:nvSpPr>
          <p:spPr>
            <a:xfrm>
              <a:off x="805" y="1281"/>
              <a:ext cx="135" cy="1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86038" name="WordArt 34"/>
            <p:cNvSpPr>
              <a:spLocks noTextEdit="1"/>
            </p:cNvSpPr>
            <p:nvPr/>
          </p:nvSpPr>
          <p:spPr>
            <a:xfrm>
              <a:off x="839" y="3956"/>
              <a:ext cx="75" cy="1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6039" name="WordArt 35"/>
            <p:cNvSpPr>
              <a:spLocks noTextEdit="1"/>
            </p:cNvSpPr>
            <p:nvPr/>
          </p:nvSpPr>
          <p:spPr>
            <a:xfrm>
              <a:off x="836" y="2880"/>
              <a:ext cx="75" cy="1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6040" name="WordArt 36"/>
            <p:cNvSpPr>
              <a:spLocks noTextEdit="1"/>
            </p:cNvSpPr>
            <p:nvPr/>
          </p:nvSpPr>
          <p:spPr>
            <a:xfrm>
              <a:off x="838" y="2349"/>
              <a:ext cx="75" cy="1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6041" name="WordArt 37"/>
            <p:cNvSpPr>
              <a:spLocks noTextEdit="1"/>
            </p:cNvSpPr>
            <p:nvPr/>
          </p:nvSpPr>
          <p:spPr>
            <a:xfrm>
              <a:off x="837" y="2017"/>
              <a:ext cx="74" cy="1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6042" name="WordArt 38"/>
            <p:cNvSpPr>
              <a:spLocks noTextEdit="1"/>
            </p:cNvSpPr>
            <p:nvPr/>
          </p:nvSpPr>
          <p:spPr>
            <a:xfrm rot="-5400000">
              <a:off x="842" y="1439"/>
              <a:ext cx="66" cy="14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86043" name="WordArt 39"/>
            <p:cNvSpPr>
              <a:spLocks noTextEdit="1"/>
            </p:cNvSpPr>
            <p:nvPr/>
          </p:nvSpPr>
          <p:spPr>
            <a:xfrm>
              <a:off x="840" y="1806"/>
              <a:ext cx="74" cy="1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6044" name="WordArt 40"/>
            <p:cNvSpPr>
              <a:spLocks noTextEdit="1"/>
            </p:cNvSpPr>
            <p:nvPr/>
          </p:nvSpPr>
          <p:spPr>
            <a:xfrm>
              <a:off x="4393" y="1333"/>
              <a:ext cx="184" cy="1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6045" name="WordArt 41"/>
            <p:cNvSpPr>
              <a:spLocks noTextEdit="1"/>
            </p:cNvSpPr>
            <p:nvPr/>
          </p:nvSpPr>
          <p:spPr>
            <a:xfrm>
              <a:off x="4397" y="2871"/>
              <a:ext cx="161" cy="12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6046" name="WordArt 42"/>
            <p:cNvSpPr>
              <a:spLocks noTextEdit="1"/>
            </p:cNvSpPr>
            <p:nvPr/>
          </p:nvSpPr>
          <p:spPr>
            <a:xfrm>
              <a:off x="4562" y="2945"/>
              <a:ext cx="56" cy="6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86047" name="Group 43"/>
            <p:cNvGrpSpPr/>
            <p:nvPr/>
          </p:nvGrpSpPr>
          <p:grpSpPr>
            <a:xfrm>
              <a:off x="4677" y="3908"/>
              <a:ext cx="601" cy="121"/>
              <a:chOff x="4677" y="3908"/>
              <a:chExt cx="601" cy="121"/>
            </a:xfrm>
          </p:grpSpPr>
          <p:grpSp>
            <p:nvGrpSpPr>
              <p:cNvPr id="86048" name="Group 44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6049" name="Line 45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6050" name="Line 46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6051" name="WordArt 47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-13.6</a:t>
                </a:r>
              </a:p>
            </p:txBody>
          </p:sp>
        </p:grpSp>
        <p:sp>
          <p:nvSpPr>
            <p:cNvPr id="86052" name="WordArt 48"/>
            <p:cNvSpPr>
              <a:spLocks noTextEdit="1"/>
            </p:cNvSpPr>
            <p:nvPr/>
          </p:nvSpPr>
          <p:spPr>
            <a:xfrm>
              <a:off x="4394" y="2329"/>
              <a:ext cx="161" cy="1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6053" name="WordArt 49"/>
            <p:cNvSpPr>
              <a:spLocks noTextEdit="1"/>
            </p:cNvSpPr>
            <p:nvPr/>
          </p:nvSpPr>
          <p:spPr>
            <a:xfrm>
              <a:off x="4554" y="2415"/>
              <a:ext cx="57" cy="6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6054" name="WordArt 50"/>
            <p:cNvSpPr>
              <a:spLocks noTextEdit="1"/>
            </p:cNvSpPr>
            <p:nvPr/>
          </p:nvSpPr>
          <p:spPr>
            <a:xfrm>
              <a:off x="4391" y="1993"/>
              <a:ext cx="162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6055" name="WordArt 51"/>
            <p:cNvSpPr>
              <a:spLocks noTextEdit="1"/>
            </p:cNvSpPr>
            <p:nvPr/>
          </p:nvSpPr>
          <p:spPr>
            <a:xfrm>
              <a:off x="4552" y="2076"/>
              <a:ext cx="56" cy="6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</a:p>
          </p:txBody>
        </p:sp>
        <p:grpSp>
          <p:nvGrpSpPr>
            <p:cNvPr id="86056" name="Group 52"/>
            <p:cNvGrpSpPr/>
            <p:nvPr/>
          </p:nvGrpSpPr>
          <p:grpSpPr>
            <a:xfrm>
              <a:off x="4394" y="1783"/>
              <a:ext cx="217" cy="149"/>
              <a:chOff x="4424" y="1771"/>
              <a:chExt cx="217" cy="149"/>
            </a:xfrm>
          </p:grpSpPr>
          <p:sp>
            <p:nvSpPr>
              <p:cNvPr id="86057" name="WordArt 53"/>
              <p:cNvSpPr>
                <a:spLocks noTextEdit="1"/>
              </p:cNvSpPr>
              <p:nvPr/>
            </p:nvSpPr>
            <p:spPr>
              <a:xfrm>
                <a:off x="4424" y="1771"/>
                <a:ext cx="160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6058" name="WordArt 54"/>
              <p:cNvSpPr>
                <a:spLocks noTextEdit="1"/>
              </p:cNvSpPr>
              <p:nvPr/>
            </p:nvSpPr>
            <p:spPr>
              <a:xfrm>
                <a:off x="4584" y="1857"/>
                <a:ext cx="57" cy="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</p:grpSp>
        <p:sp>
          <p:nvSpPr>
            <p:cNvPr id="86059" name="WordArt 55"/>
            <p:cNvSpPr>
              <a:spLocks noTextEdit="1"/>
            </p:cNvSpPr>
            <p:nvPr/>
          </p:nvSpPr>
          <p:spPr>
            <a:xfrm>
              <a:off x="4657" y="1281"/>
              <a:ext cx="260" cy="2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能量</a:t>
              </a:r>
            </a:p>
          </p:txBody>
        </p:sp>
        <p:sp>
          <p:nvSpPr>
            <p:cNvPr id="86060" name="WordArt 56"/>
            <p:cNvSpPr>
              <a:spLocks noTextEdit="1"/>
            </p:cNvSpPr>
            <p:nvPr/>
          </p:nvSpPr>
          <p:spPr>
            <a:xfrm>
              <a:off x="5027" y="1311"/>
              <a:ext cx="368" cy="1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(eV)</a:t>
              </a:r>
            </a:p>
          </p:txBody>
        </p:sp>
        <p:grpSp>
          <p:nvGrpSpPr>
            <p:cNvPr id="86061" name="Group 57"/>
            <p:cNvGrpSpPr/>
            <p:nvPr/>
          </p:nvGrpSpPr>
          <p:grpSpPr>
            <a:xfrm>
              <a:off x="2965" y="1965"/>
              <a:ext cx="982" cy="162"/>
              <a:chOff x="3196" y="1981"/>
              <a:chExt cx="982" cy="162"/>
            </a:xfrm>
          </p:grpSpPr>
          <p:sp>
            <p:nvSpPr>
              <p:cNvPr id="86062" name="Rectangle 58"/>
              <p:cNvSpPr/>
              <p:nvPr/>
            </p:nvSpPr>
            <p:spPr>
              <a:xfrm>
                <a:off x="3196" y="1981"/>
                <a:ext cx="982" cy="16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063" name="WordArt 59"/>
              <p:cNvSpPr>
                <a:spLocks noTextEdit="1"/>
              </p:cNvSpPr>
              <p:nvPr/>
            </p:nvSpPr>
            <p:spPr>
              <a:xfrm>
                <a:off x="3236" y="2009"/>
                <a:ext cx="881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第三激发态</a:t>
                </a:r>
              </a:p>
            </p:txBody>
          </p:sp>
        </p:grpSp>
        <p:grpSp>
          <p:nvGrpSpPr>
            <p:cNvPr id="86064" name="Group 60"/>
            <p:cNvGrpSpPr/>
            <p:nvPr/>
          </p:nvGrpSpPr>
          <p:grpSpPr>
            <a:xfrm>
              <a:off x="2977" y="2293"/>
              <a:ext cx="982" cy="162"/>
              <a:chOff x="3196" y="1981"/>
              <a:chExt cx="982" cy="162"/>
            </a:xfrm>
          </p:grpSpPr>
          <p:sp>
            <p:nvSpPr>
              <p:cNvPr id="86065" name="Rectangle 61"/>
              <p:cNvSpPr/>
              <p:nvPr/>
            </p:nvSpPr>
            <p:spPr>
              <a:xfrm>
                <a:off x="3196" y="1981"/>
                <a:ext cx="982" cy="16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066" name="WordArt 62"/>
              <p:cNvSpPr>
                <a:spLocks noTextEdit="1"/>
              </p:cNvSpPr>
              <p:nvPr/>
            </p:nvSpPr>
            <p:spPr>
              <a:xfrm>
                <a:off x="3236" y="2009"/>
                <a:ext cx="881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第二激发态</a:t>
                </a:r>
              </a:p>
            </p:txBody>
          </p:sp>
        </p:grpSp>
        <p:grpSp>
          <p:nvGrpSpPr>
            <p:cNvPr id="86067" name="Group 63"/>
            <p:cNvGrpSpPr/>
            <p:nvPr/>
          </p:nvGrpSpPr>
          <p:grpSpPr>
            <a:xfrm>
              <a:off x="3021" y="2851"/>
              <a:ext cx="982" cy="162"/>
              <a:chOff x="3196" y="1981"/>
              <a:chExt cx="982" cy="162"/>
            </a:xfrm>
          </p:grpSpPr>
          <p:sp>
            <p:nvSpPr>
              <p:cNvPr id="86068" name="Rectangle 64"/>
              <p:cNvSpPr/>
              <p:nvPr/>
            </p:nvSpPr>
            <p:spPr>
              <a:xfrm>
                <a:off x="3196" y="1981"/>
                <a:ext cx="982" cy="16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069" name="WordArt 65"/>
              <p:cNvSpPr>
                <a:spLocks noTextEdit="1"/>
              </p:cNvSpPr>
              <p:nvPr/>
            </p:nvSpPr>
            <p:spPr>
              <a:xfrm>
                <a:off x="3236" y="2009"/>
                <a:ext cx="881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第一激发态</a:t>
                </a:r>
              </a:p>
            </p:txBody>
          </p:sp>
        </p:grpSp>
        <p:grpSp>
          <p:nvGrpSpPr>
            <p:cNvPr id="86070" name="Group 66"/>
            <p:cNvGrpSpPr/>
            <p:nvPr/>
          </p:nvGrpSpPr>
          <p:grpSpPr>
            <a:xfrm>
              <a:off x="3164" y="3885"/>
              <a:ext cx="691" cy="192"/>
              <a:chOff x="3395" y="3901"/>
              <a:chExt cx="691" cy="192"/>
            </a:xfrm>
          </p:grpSpPr>
          <p:sp>
            <p:nvSpPr>
              <p:cNvPr id="86071" name="Rectangle 67"/>
              <p:cNvSpPr/>
              <p:nvPr/>
            </p:nvSpPr>
            <p:spPr>
              <a:xfrm>
                <a:off x="3395" y="3901"/>
                <a:ext cx="691" cy="19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072" name="WordArt 68"/>
              <p:cNvSpPr>
                <a:spLocks noTextEdit="1"/>
              </p:cNvSpPr>
              <p:nvPr/>
            </p:nvSpPr>
            <p:spPr>
              <a:xfrm>
                <a:off x="3471" y="3922"/>
                <a:ext cx="539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基态</a:t>
                </a:r>
              </a:p>
            </p:txBody>
          </p:sp>
        </p:grpSp>
        <p:grpSp>
          <p:nvGrpSpPr>
            <p:cNvPr id="86073" name="Group 69"/>
            <p:cNvGrpSpPr/>
            <p:nvPr/>
          </p:nvGrpSpPr>
          <p:grpSpPr>
            <a:xfrm>
              <a:off x="860" y="1586"/>
              <a:ext cx="29" cy="143"/>
              <a:chOff x="845" y="1586"/>
              <a:chExt cx="29" cy="143"/>
            </a:xfrm>
          </p:grpSpPr>
          <p:sp>
            <p:nvSpPr>
              <p:cNvPr id="86074" name="Oval 70"/>
              <p:cNvSpPr/>
              <p:nvPr/>
            </p:nvSpPr>
            <p:spPr>
              <a:xfrm>
                <a:off x="845" y="158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075" name="Oval 71"/>
              <p:cNvSpPr/>
              <p:nvPr/>
            </p:nvSpPr>
            <p:spPr>
              <a:xfrm>
                <a:off x="846" y="1644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076" name="Oval 72"/>
              <p:cNvSpPr/>
              <p:nvPr/>
            </p:nvSpPr>
            <p:spPr>
              <a:xfrm>
                <a:off x="847" y="1702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6077" name="Group 73"/>
            <p:cNvGrpSpPr/>
            <p:nvPr/>
          </p:nvGrpSpPr>
          <p:grpSpPr>
            <a:xfrm>
              <a:off x="4476" y="1551"/>
              <a:ext cx="29" cy="143"/>
              <a:chOff x="845" y="1586"/>
              <a:chExt cx="29" cy="143"/>
            </a:xfrm>
          </p:grpSpPr>
          <p:sp>
            <p:nvSpPr>
              <p:cNvPr id="86078" name="Oval 74"/>
              <p:cNvSpPr/>
              <p:nvPr/>
            </p:nvSpPr>
            <p:spPr>
              <a:xfrm>
                <a:off x="845" y="158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079" name="Oval 75"/>
              <p:cNvSpPr/>
              <p:nvPr/>
            </p:nvSpPr>
            <p:spPr>
              <a:xfrm>
                <a:off x="846" y="1644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080" name="Oval 76"/>
              <p:cNvSpPr/>
              <p:nvPr/>
            </p:nvSpPr>
            <p:spPr>
              <a:xfrm>
                <a:off x="847" y="1702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6081" name="Group 77"/>
            <p:cNvGrpSpPr/>
            <p:nvPr/>
          </p:nvGrpSpPr>
          <p:grpSpPr>
            <a:xfrm>
              <a:off x="4683" y="2861"/>
              <a:ext cx="601" cy="121"/>
              <a:chOff x="4677" y="3908"/>
              <a:chExt cx="601" cy="121"/>
            </a:xfrm>
          </p:grpSpPr>
          <p:grpSp>
            <p:nvGrpSpPr>
              <p:cNvPr id="86082" name="Group 78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6083" name="Line 79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6084" name="Line 80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6085" name="WordArt 81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-3.39</a:t>
                </a:r>
              </a:p>
            </p:txBody>
          </p:sp>
        </p:grpSp>
        <p:grpSp>
          <p:nvGrpSpPr>
            <p:cNvPr id="86086" name="Group 82"/>
            <p:cNvGrpSpPr/>
            <p:nvPr/>
          </p:nvGrpSpPr>
          <p:grpSpPr>
            <a:xfrm>
              <a:off x="4674" y="2313"/>
              <a:ext cx="601" cy="121"/>
              <a:chOff x="4677" y="3908"/>
              <a:chExt cx="601" cy="121"/>
            </a:xfrm>
          </p:grpSpPr>
          <p:grpSp>
            <p:nvGrpSpPr>
              <p:cNvPr id="86087" name="Group 83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6088" name="Line 84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6089" name="Line 85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6090" name="WordArt 86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-1.51</a:t>
                </a:r>
              </a:p>
            </p:txBody>
          </p:sp>
        </p:grpSp>
        <p:grpSp>
          <p:nvGrpSpPr>
            <p:cNvPr id="86091" name="Group 87"/>
            <p:cNvGrpSpPr/>
            <p:nvPr/>
          </p:nvGrpSpPr>
          <p:grpSpPr>
            <a:xfrm>
              <a:off x="4687" y="1996"/>
              <a:ext cx="601" cy="121"/>
              <a:chOff x="4677" y="3908"/>
              <a:chExt cx="601" cy="121"/>
            </a:xfrm>
          </p:grpSpPr>
          <p:grpSp>
            <p:nvGrpSpPr>
              <p:cNvPr id="86092" name="Group 88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6093" name="Line 89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6094" name="Line 90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6095" name="WordArt 91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-0.85</a:t>
                </a:r>
              </a:p>
            </p:txBody>
          </p:sp>
        </p:grpSp>
        <p:grpSp>
          <p:nvGrpSpPr>
            <p:cNvPr id="86096" name="Group 92"/>
            <p:cNvGrpSpPr/>
            <p:nvPr/>
          </p:nvGrpSpPr>
          <p:grpSpPr>
            <a:xfrm>
              <a:off x="4685" y="1794"/>
              <a:ext cx="601" cy="121"/>
              <a:chOff x="4677" y="3908"/>
              <a:chExt cx="601" cy="121"/>
            </a:xfrm>
          </p:grpSpPr>
          <p:grpSp>
            <p:nvGrpSpPr>
              <p:cNvPr id="86097" name="Group 93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6098" name="Line 94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6099" name="Line 95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6100" name="WordArt 96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-0.54</a:t>
                </a:r>
              </a:p>
            </p:txBody>
          </p:sp>
        </p:grpSp>
      </p:grpSp>
      <p:grpSp>
        <p:nvGrpSpPr>
          <p:cNvPr id="20" name="Group 116"/>
          <p:cNvGrpSpPr/>
          <p:nvPr/>
        </p:nvGrpSpPr>
        <p:grpSpPr>
          <a:xfrm>
            <a:off x="1209675" y="292100"/>
            <a:ext cx="7413625" cy="1165225"/>
            <a:chOff x="762" y="184"/>
            <a:chExt cx="4670" cy="734"/>
          </a:xfrm>
        </p:grpSpPr>
        <p:sp>
          <p:nvSpPr>
            <p:cNvPr id="86102" name="WordArt 11"/>
            <p:cNvSpPr>
              <a:spLocks noTextEdit="1"/>
            </p:cNvSpPr>
            <p:nvPr/>
          </p:nvSpPr>
          <p:spPr>
            <a:xfrm>
              <a:off x="1018" y="184"/>
              <a:ext cx="4414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若大量氢原子处于主量子数       的激发态,</a:t>
              </a:r>
            </a:p>
          </p:txBody>
        </p:sp>
        <p:sp>
          <p:nvSpPr>
            <p:cNvPr id="86103" name="WordArt 12"/>
            <p:cNvSpPr>
              <a:spLocks noTextEdit="1"/>
            </p:cNvSpPr>
            <p:nvPr/>
          </p:nvSpPr>
          <p:spPr>
            <a:xfrm>
              <a:off x="789" y="448"/>
              <a:ext cx="2757" cy="1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则跃迁中发射的谱线可有</a:t>
              </a:r>
            </a:p>
          </p:txBody>
        </p:sp>
        <p:sp>
          <p:nvSpPr>
            <p:cNvPr id="86104" name="WordArt 13"/>
            <p:cNvSpPr>
              <a:spLocks noTextEdit="1"/>
            </p:cNvSpPr>
            <p:nvPr/>
          </p:nvSpPr>
          <p:spPr>
            <a:xfrm>
              <a:off x="762" y="718"/>
              <a:ext cx="2167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于巴耳末系的谱线有</a:t>
              </a:r>
            </a:p>
          </p:txBody>
        </p:sp>
        <p:sp>
          <p:nvSpPr>
            <p:cNvPr id="86105" name="Line 14"/>
            <p:cNvSpPr/>
            <p:nvPr/>
          </p:nvSpPr>
          <p:spPr>
            <a:xfrm>
              <a:off x="2949" y="900"/>
              <a:ext cx="6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106" name="WordArt 15"/>
            <p:cNvSpPr>
              <a:spLocks noTextEdit="1"/>
            </p:cNvSpPr>
            <p:nvPr/>
          </p:nvSpPr>
          <p:spPr>
            <a:xfrm>
              <a:off x="3625" y="742"/>
              <a:ext cx="298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条.</a:t>
              </a:r>
            </a:p>
          </p:txBody>
        </p:sp>
        <p:sp>
          <p:nvSpPr>
            <p:cNvPr id="86107" name="WordArt 105"/>
            <p:cNvSpPr>
              <a:spLocks noTextEdit="1"/>
            </p:cNvSpPr>
            <p:nvPr/>
          </p:nvSpPr>
          <p:spPr>
            <a:xfrm>
              <a:off x="3821" y="240"/>
              <a:ext cx="135" cy="1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</a:p>
          </p:txBody>
        </p:sp>
        <p:grpSp>
          <p:nvGrpSpPr>
            <p:cNvPr id="86108" name="Group 107"/>
            <p:cNvGrpSpPr/>
            <p:nvPr/>
          </p:nvGrpSpPr>
          <p:grpSpPr>
            <a:xfrm>
              <a:off x="4046" y="272"/>
              <a:ext cx="137" cy="46"/>
              <a:chOff x="1260" y="2371"/>
              <a:chExt cx="151" cy="53"/>
            </a:xfrm>
          </p:grpSpPr>
          <p:sp>
            <p:nvSpPr>
              <p:cNvPr id="86109" name="Line 10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6110" name="Line 10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6111" name="WordArt 111"/>
            <p:cNvSpPr>
              <a:spLocks noTextEdit="1"/>
            </p:cNvSpPr>
            <p:nvPr/>
          </p:nvSpPr>
          <p:spPr>
            <a:xfrm>
              <a:off x="4259" y="215"/>
              <a:ext cx="131" cy="1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6112" name="WordArt 112"/>
            <p:cNvSpPr>
              <a:spLocks noTextEdit="1"/>
            </p:cNvSpPr>
            <p:nvPr/>
          </p:nvSpPr>
          <p:spPr>
            <a:xfrm>
              <a:off x="4362" y="466"/>
              <a:ext cx="298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条.</a:t>
              </a:r>
            </a:p>
          </p:txBody>
        </p:sp>
        <p:sp>
          <p:nvSpPr>
            <p:cNvPr id="86113" name="Line 113"/>
            <p:cNvSpPr/>
            <p:nvPr/>
          </p:nvSpPr>
          <p:spPr>
            <a:xfrm>
              <a:off x="3628" y="623"/>
              <a:ext cx="6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114" name="WordArt 114"/>
            <p:cNvSpPr>
              <a:spLocks noTextEdit="1"/>
            </p:cNvSpPr>
            <p:nvPr/>
          </p:nvSpPr>
          <p:spPr>
            <a:xfrm>
              <a:off x="4716" y="468"/>
              <a:ext cx="644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其中属</a:t>
              </a:r>
            </a:p>
          </p:txBody>
        </p:sp>
      </p:grpSp>
      <p:grpSp>
        <p:nvGrpSpPr>
          <p:cNvPr id="22" name="Group 123"/>
          <p:cNvGrpSpPr/>
          <p:nvPr/>
        </p:nvGrpSpPr>
        <p:grpSpPr>
          <a:xfrm>
            <a:off x="5033963" y="735013"/>
            <a:ext cx="1387475" cy="638175"/>
            <a:chOff x="3171" y="463"/>
            <a:chExt cx="874" cy="402"/>
          </a:xfrm>
        </p:grpSpPr>
        <p:sp>
          <p:nvSpPr>
            <p:cNvPr id="86116" name="WordArt 104"/>
            <p:cNvSpPr>
              <a:spLocks noTextEdit="1"/>
            </p:cNvSpPr>
            <p:nvPr/>
          </p:nvSpPr>
          <p:spPr>
            <a:xfrm>
              <a:off x="3834" y="463"/>
              <a:ext cx="211" cy="1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86117" name="WordArt 122"/>
            <p:cNvSpPr>
              <a:spLocks noTextEdit="1"/>
            </p:cNvSpPr>
            <p:nvPr/>
          </p:nvSpPr>
          <p:spPr>
            <a:xfrm>
              <a:off x="3171" y="748"/>
              <a:ext cx="137" cy="11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314575" y="2955925"/>
            <a:ext cx="1628775" cy="2044700"/>
            <a:chOff x="5463" y="4655"/>
            <a:chExt cx="2566" cy="3220"/>
          </a:xfrm>
        </p:grpSpPr>
        <p:sp>
          <p:nvSpPr>
            <p:cNvPr id="54375" name="WordArt 127"/>
            <p:cNvSpPr>
              <a:spLocks noTextEdit="1"/>
            </p:cNvSpPr>
            <p:nvPr/>
          </p:nvSpPr>
          <p:spPr>
            <a:xfrm>
              <a:off x="5463" y="7450"/>
              <a:ext cx="2566" cy="4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0000"/>
            </a:bodyPr>
            <a:lstStyle/>
            <a:p>
              <a:pPr algn="ctr" fontAlgn="base"/>
              <a:r>
                <a:rPr lang="zh-CN" altLang="en-US" sz="3600" strike="noStrike" noProof="1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巴耳末系（可见）</a:t>
              </a:r>
              <a:endParaRPr lang="zh-CN" altLang="en-US" sz="3600" strike="noStrike" noProof="1">
                <a:ln w="3175" cap="flat" cmpd="sng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6120" name="Line 130"/>
            <p:cNvSpPr/>
            <p:nvPr/>
          </p:nvSpPr>
          <p:spPr>
            <a:xfrm>
              <a:off x="6240" y="4655"/>
              <a:ext cx="3" cy="2680"/>
            </a:xfrm>
            <a:prstGeom prst="line">
              <a:avLst/>
            </a:prstGeom>
            <a:ln w="28575" cap="flat" cmpd="sng">
              <a:solidFill>
                <a:srgbClr val="6600FF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86121" name="Line 132"/>
            <p:cNvSpPr/>
            <p:nvPr/>
          </p:nvSpPr>
          <p:spPr>
            <a:xfrm flipH="1">
              <a:off x="6960" y="5970"/>
              <a:ext cx="3" cy="136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86122" name="Line 135"/>
            <p:cNvSpPr/>
            <p:nvPr/>
          </p:nvSpPr>
          <p:spPr>
            <a:xfrm>
              <a:off x="6592" y="5174"/>
              <a:ext cx="5" cy="2162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lg" len="lg"/>
            </a:ln>
          </p:spPr>
        </p:sp>
      </p:grpSp>
      <p:grpSp>
        <p:nvGrpSpPr>
          <p:cNvPr id="86123" name="Group 145"/>
          <p:cNvGrpSpPr/>
          <p:nvPr/>
        </p:nvGrpSpPr>
        <p:grpSpPr>
          <a:xfrm>
            <a:off x="236538" y="330200"/>
            <a:ext cx="793750" cy="442913"/>
            <a:chOff x="396" y="441"/>
            <a:chExt cx="619" cy="368"/>
          </a:xfrm>
        </p:grpSpPr>
        <p:sp>
          <p:nvSpPr>
            <p:cNvPr id="86124" name="Oval 146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125" name="WordArt 147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例2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679575" y="2971800"/>
            <a:ext cx="776288" cy="3671888"/>
            <a:chOff x="2645" y="4680"/>
            <a:chExt cx="1223" cy="5782"/>
          </a:xfrm>
        </p:grpSpPr>
        <p:grpSp>
          <p:nvGrpSpPr>
            <p:cNvPr id="86127" name="组合 5"/>
            <p:cNvGrpSpPr/>
            <p:nvPr/>
          </p:nvGrpSpPr>
          <p:grpSpPr>
            <a:xfrm>
              <a:off x="2866" y="4680"/>
              <a:ext cx="1002" cy="5396"/>
              <a:chOff x="2866" y="4680"/>
              <a:chExt cx="1002" cy="5396"/>
            </a:xfrm>
          </p:grpSpPr>
          <p:sp>
            <p:nvSpPr>
              <p:cNvPr id="86128" name="Line 128"/>
              <p:cNvSpPr/>
              <p:nvPr/>
            </p:nvSpPr>
            <p:spPr>
              <a:xfrm flipH="1">
                <a:off x="2866" y="4680"/>
                <a:ext cx="18" cy="5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86129" name="Line 129"/>
              <p:cNvSpPr/>
              <p:nvPr/>
            </p:nvSpPr>
            <p:spPr>
              <a:xfrm flipH="1">
                <a:off x="3234" y="5118"/>
                <a:ext cx="3" cy="491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86130" name="Line 131"/>
              <p:cNvSpPr/>
              <p:nvPr/>
            </p:nvSpPr>
            <p:spPr>
              <a:xfrm flipH="1">
                <a:off x="3543" y="5972"/>
                <a:ext cx="23" cy="410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86131" name="Line 136"/>
              <p:cNvSpPr/>
              <p:nvPr/>
            </p:nvSpPr>
            <p:spPr>
              <a:xfrm flipH="1">
                <a:off x="3860" y="7345"/>
                <a:ext cx="8" cy="267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</p:grpSp>
        <p:sp>
          <p:nvSpPr>
            <p:cNvPr id="86132" name="WordArt 149"/>
            <p:cNvSpPr>
              <a:spLocks noTextEdit="1"/>
            </p:cNvSpPr>
            <p:nvPr/>
          </p:nvSpPr>
          <p:spPr>
            <a:xfrm>
              <a:off x="2645" y="10167"/>
              <a:ext cx="1215" cy="29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赖曼系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75038" y="2967038"/>
            <a:ext cx="771525" cy="1116012"/>
            <a:chOff x="5371" y="4673"/>
            <a:chExt cx="1214" cy="1756"/>
          </a:xfrm>
        </p:grpSpPr>
        <p:sp>
          <p:nvSpPr>
            <p:cNvPr id="86134" name="Line 134"/>
            <p:cNvSpPr/>
            <p:nvPr/>
          </p:nvSpPr>
          <p:spPr>
            <a:xfrm flipH="1">
              <a:off x="5728" y="4673"/>
              <a:ext cx="5" cy="13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86135" name="Line 137"/>
            <p:cNvSpPr/>
            <p:nvPr/>
          </p:nvSpPr>
          <p:spPr>
            <a:xfrm>
              <a:off x="6109" y="5126"/>
              <a:ext cx="13" cy="9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86136" name="WordArt 150"/>
            <p:cNvSpPr>
              <a:spLocks noTextEdit="1"/>
            </p:cNvSpPr>
            <p:nvPr/>
          </p:nvSpPr>
          <p:spPr>
            <a:xfrm>
              <a:off x="5370" y="6135"/>
              <a:ext cx="1215" cy="29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帕刑系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144963" y="2970213"/>
            <a:ext cx="771525" cy="595312"/>
            <a:chOff x="6528" y="4677"/>
            <a:chExt cx="1214" cy="937"/>
          </a:xfrm>
        </p:grpSpPr>
        <p:sp>
          <p:nvSpPr>
            <p:cNvPr id="86138" name="Line 133"/>
            <p:cNvSpPr/>
            <p:nvPr/>
          </p:nvSpPr>
          <p:spPr>
            <a:xfrm>
              <a:off x="6951" y="4677"/>
              <a:ext cx="15" cy="5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86139" name="WordArt 151"/>
            <p:cNvSpPr>
              <a:spLocks noTextEdit="1"/>
            </p:cNvSpPr>
            <p:nvPr/>
          </p:nvSpPr>
          <p:spPr>
            <a:xfrm>
              <a:off x="6527" y="5319"/>
              <a:ext cx="1215" cy="29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布喇开系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21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032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7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87042" name="Rectangle 4" descr="羊皮纸"/>
          <p:cNvSpPr/>
          <p:nvPr/>
        </p:nvSpPr>
        <p:spPr>
          <a:xfrm>
            <a:off x="0" y="0"/>
            <a:ext cx="9144000" cy="1555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43" name="Rectangle 5" descr="羊皮纸"/>
          <p:cNvSpPr/>
          <p:nvPr/>
        </p:nvSpPr>
        <p:spPr>
          <a:xfrm>
            <a:off x="0" y="6623050"/>
            <a:ext cx="9144000" cy="1555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44" name="Rectangle 19" descr="羊皮纸"/>
          <p:cNvSpPr/>
          <p:nvPr/>
        </p:nvSpPr>
        <p:spPr>
          <a:xfrm>
            <a:off x="0" y="1735138"/>
            <a:ext cx="9144000" cy="1555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04"/>
          <p:cNvGrpSpPr/>
          <p:nvPr/>
        </p:nvGrpSpPr>
        <p:grpSpPr>
          <a:xfrm>
            <a:off x="438150" y="2135188"/>
            <a:ext cx="5978525" cy="4094162"/>
            <a:chOff x="276" y="1345"/>
            <a:chExt cx="3766" cy="2579"/>
          </a:xfrm>
        </p:grpSpPr>
        <p:sp>
          <p:nvSpPr>
            <p:cNvPr id="87046" name="Line 22"/>
            <p:cNvSpPr/>
            <p:nvPr/>
          </p:nvSpPr>
          <p:spPr>
            <a:xfrm flipV="1">
              <a:off x="864" y="3866"/>
              <a:ext cx="2356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47" name="Line 23"/>
            <p:cNvSpPr/>
            <p:nvPr/>
          </p:nvSpPr>
          <p:spPr>
            <a:xfrm flipV="1">
              <a:off x="864" y="2889"/>
              <a:ext cx="235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48" name="Line 24"/>
            <p:cNvSpPr/>
            <p:nvPr/>
          </p:nvSpPr>
          <p:spPr>
            <a:xfrm>
              <a:off x="864" y="2401"/>
              <a:ext cx="2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49" name="Line 25"/>
            <p:cNvSpPr/>
            <p:nvPr/>
          </p:nvSpPr>
          <p:spPr>
            <a:xfrm>
              <a:off x="864" y="2094"/>
              <a:ext cx="23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50" name="Line 26"/>
            <p:cNvSpPr/>
            <p:nvPr/>
          </p:nvSpPr>
          <p:spPr>
            <a:xfrm>
              <a:off x="864" y="1911"/>
              <a:ext cx="23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51" name="Line 27"/>
            <p:cNvSpPr/>
            <p:nvPr/>
          </p:nvSpPr>
          <p:spPr>
            <a:xfrm>
              <a:off x="859" y="1643"/>
              <a:ext cx="23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52" name="Line 28"/>
            <p:cNvSpPr/>
            <p:nvPr/>
          </p:nvSpPr>
          <p:spPr>
            <a:xfrm flipV="1">
              <a:off x="863" y="1664"/>
              <a:ext cx="2361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53" name="Line 29"/>
            <p:cNvSpPr/>
            <p:nvPr/>
          </p:nvSpPr>
          <p:spPr>
            <a:xfrm>
              <a:off x="864" y="1687"/>
              <a:ext cx="2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54" name="Line 30"/>
            <p:cNvSpPr/>
            <p:nvPr/>
          </p:nvSpPr>
          <p:spPr>
            <a:xfrm>
              <a:off x="862" y="1780"/>
              <a:ext cx="23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55" name="Line 31"/>
            <p:cNvSpPr/>
            <p:nvPr/>
          </p:nvSpPr>
          <p:spPr>
            <a:xfrm>
              <a:off x="862" y="1727"/>
              <a:ext cx="2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56" name="Line 32"/>
            <p:cNvSpPr/>
            <p:nvPr/>
          </p:nvSpPr>
          <p:spPr>
            <a:xfrm>
              <a:off x="862" y="1626"/>
              <a:ext cx="2361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057" name="WordArt 33"/>
            <p:cNvSpPr>
              <a:spLocks noTextEdit="1"/>
            </p:cNvSpPr>
            <p:nvPr/>
          </p:nvSpPr>
          <p:spPr>
            <a:xfrm>
              <a:off x="3311" y="3779"/>
              <a:ext cx="129" cy="1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7058" name="WordArt 34"/>
            <p:cNvSpPr>
              <a:spLocks noTextEdit="1"/>
            </p:cNvSpPr>
            <p:nvPr/>
          </p:nvSpPr>
          <p:spPr>
            <a:xfrm>
              <a:off x="3442" y="3852"/>
              <a:ext cx="37" cy="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7059" name="WordArt 35"/>
            <p:cNvSpPr>
              <a:spLocks noTextEdit="1"/>
            </p:cNvSpPr>
            <p:nvPr/>
          </p:nvSpPr>
          <p:spPr>
            <a:xfrm>
              <a:off x="276" y="1345"/>
              <a:ext cx="326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主量子数</a:t>
              </a:r>
            </a:p>
          </p:txBody>
        </p:sp>
        <p:sp>
          <p:nvSpPr>
            <p:cNvPr id="87060" name="WordArt 36"/>
            <p:cNvSpPr>
              <a:spLocks noTextEdit="1"/>
            </p:cNvSpPr>
            <p:nvPr/>
          </p:nvSpPr>
          <p:spPr>
            <a:xfrm>
              <a:off x="2364" y="1482"/>
              <a:ext cx="506" cy="1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仿宋" panose="02010600040101010101" charset="-122"/>
                  <a:ea typeface="华文仿宋" panose="02010600040101010101" charset="-122"/>
                </a:rPr>
                <a:t>电离态</a:t>
              </a:r>
            </a:p>
          </p:txBody>
        </p:sp>
        <p:sp>
          <p:nvSpPr>
            <p:cNvPr id="87061" name="WordArt 37"/>
            <p:cNvSpPr>
              <a:spLocks noTextEdit="1"/>
            </p:cNvSpPr>
            <p:nvPr/>
          </p:nvSpPr>
          <p:spPr>
            <a:xfrm>
              <a:off x="690" y="1385"/>
              <a:ext cx="99" cy="10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87062" name="WordArt 38"/>
            <p:cNvSpPr>
              <a:spLocks noTextEdit="1"/>
            </p:cNvSpPr>
            <p:nvPr/>
          </p:nvSpPr>
          <p:spPr>
            <a:xfrm>
              <a:off x="715" y="3814"/>
              <a:ext cx="54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7063" name="WordArt 39"/>
            <p:cNvSpPr>
              <a:spLocks noTextEdit="1"/>
            </p:cNvSpPr>
            <p:nvPr/>
          </p:nvSpPr>
          <p:spPr>
            <a:xfrm>
              <a:off x="712" y="2837"/>
              <a:ext cx="56" cy="10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7064" name="WordArt 40"/>
            <p:cNvSpPr>
              <a:spLocks noTextEdit="1"/>
            </p:cNvSpPr>
            <p:nvPr/>
          </p:nvSpPr>
          <p:spPr>
            <a:xfrm>
              <a:off x="714" y="2355"/>
              <a:ext cx="55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7065" name="WordArt 41"/>
            <p:cNvSpPr>
              <a:spLocks noTextEdit="1"/>
            </p:cNvSpPr>
            <p:nvPr/>
          </p:nvSpPr>
          <p:spPr>
            <a:xfrm>
              <a:off x="713" y="2053"/>
              <a:ext cx="55" cy="10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7066" name="WordArt 42"/>
            <p:cNvSpPr>
              <a:spLocks noTextEdit="1"/>
            </p:cNvSpPr>
            <p:nvPr/>
          </p:nvSpPr>
          <p:spPr>
            <a:xfrm rot="-5400000">
              <a:off x="695" y="1525"/>
              <a:ext cx="60" cy="10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87067" name="WordArt 43"/>
            <p:cNvSpPr>
              <a:spLocks noTextEdit="1"/>
            </p:cNvSpPr>
            <p:nvPr/>
          </p:nvSpPr>
          <p:spPr>
            <a:xfrm>
              <a:off x="716" y="1862"/>
              <a:ext cx="53" cy="9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7068" name="WordArt 44"/>
            <p:cNvSpPr>
              <a:spLocks noTextEdit="1"/>
            </p:cNvSpPr>
            <p:nvPr/>
          </p:nvSpPr>
          <p:spPr>
            <a:xfrm>
              <a:off x="3310" y="1432"/>
              <a:ext cx="135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87069" name="Group 109"/>
            <p:cNvGrpSpPr/>
            <p:nvPr/>
          </p:nvGrpSpPr>
          <p:grpSpPr>
            <a:xfrm>
              <a:off x="3313" y="2829"/>
              <a:ext cx="162" cy="124"/>
              <a:chOff x="3313" y="2829"/>
              <a:chExt cx="162" cy="124"/>
            </a:xfrm>
          </p:grpSpPr>
          <p:sp>
            <p:nvSpPr>
              <p:cNvPr id="87070" name="WordArt 45"/>
              <p:cNvSpPr>
                <a:spLocks noTextEdit="1"/>
              </p:cNvSpPr>
              <p:nvPr/>
            </p:nvSpPr>
            <p:spPr>
              <a:xfrm>
                <a:off x="3313" y="2829"/>
                <a:ext cx="118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7071" name="WordArt 46"/>
              <p:cNvSpPr>
                <a:spLocks noTextEdit="1"/>
              </p:cNvSpPr>
              <p:nvPr/>
            </p:nvSpPr>
            <p:spPr>
              <a:xfrm>
                <a:off x="3434" y="2896"/>
                <a:ext cx="41" cy="5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87072" name="Group 47"/>
            <p:cNvGrpSpPr/>
            <p:nvPr/>
          </p:nvGrpSpPr>
          <p:grpSpPr>
            <a:xfrm>
              <a:off x="3518" y="3771"/>
              <a:ext cx="438" cy="109"/>
              <a:chOff x="4677" y="3908"/>
              <a:chExt cx="601" cy="121"/>
            </a:xfrm>
          </p:grpSpPr>
          <p:grpSp>
            <p:nvGrpSpPr>
              <p:cNvPr id="87073" name="Group 48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7074" name="Line 49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7075" name="Line 50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7076" name="WordArt 51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-13.6</a:t>
                </a:r>
              </a:p>
            </p:txBody>
          </p:sp>
        </p:grpSp>
        <p:sp>
          <p:nvSpPr>
            <p:cNvPr id="87077" name="WordArt 52"/>
            <p:cNvSpPr>
              <a:spLocks noTextEdit="1"/>
            </p:cNvSpPr>
            <p:nvPr/>
          </p:nvSpPr>
          <p:spPr>
            <a:xfrm>
              <a:off x="3311" y="2337"/>
              <a:ext cx="118" cy="1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7078" name="WordArt 53"/>
            <p:cNvSpPr>
              <a:spLocks noTextEdit="1"/>
            </p:cNvSpPr>
            <p:nvPr/>
          </p:nvSpPr>
          <p:spPr>
            <a:xfrm>
              <a:off x="3428" y="2415"/>
              <a:ext cx="42" cy="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7079" name="WordArt 54"/>
            <p:cNvSpPr>
              <a:spLocks noTextEdit="1"/>
            </p:cNvSpPr>
            <p:nvPr/>
          </p:nvSpPr>
          <p:spPr>
            <a:xfrm>
              <a:off x="3309" y="2032"/>
              <a:ext cx="118" cy="1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7080" name="WordArt 55"/>
            <p:cNvSpPr>
              <a:spLocks noTextEdit="1"/>
            </p:cNvSpPr>
            <p:nvPr/>
          </p:nvSpPr>
          <p:spPr>
            <a:xfrm>
              <a:off x="3426" y="2107"/>
              <a:ext cx="41" cy="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</a:p>
          </p:txBody>
        </p:sp>
        <p:grpSp>
          <p:nvGrpSpPr>
            <p:cNvPr id="87081" name="Group 56"/>
            <p:cNvGrpSpPr/>
            <p:nvPr/>
          </p:nvGrpSpPr>
          <p:grpSpPr>
            <a:xfrm>
              <a:off x="3311" y="1841"/>
              <a:ext cx="159" cy="135"/>
              <a:chOff x="4424" y="1771"/>
              <a:chExt cx="217" cy="149"/>
            </a:xfrm>
          </p:grpSpPr>
          <p:sp>
            <p:nvSpPr>
              <p:cNvPr id="87082" name="WordArt 57"/>
              <p:cNvSpPr>
                <a:spLocks noTextEdit="1"/>
              </p:cNvSpPr>
              <p:nvPr/>
            </p:nvSpPr>
            <p:spPr>
              <a:xfrm>
                <a:off x="4424" y="1771"/>
                <a:ext cx="160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7083" name="WordArt 58"/>
              <p:cNvSpPr>
                <a:spLocks noTextEdit="1"/>
              </p:cNvSpPr>
              <p:nvPr/>
            </p:nvSpPr>
            <p:spPr>
              <a:xfrm>
                <a:off x="4584" y="1857"/>
                <a:ext cx="57" cy="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</p:grpSp>
        <p:sp>
          <p:nvSpPr>
            <p:cNvPr id="87084" name="WordArt 59"/>
            <p:cNvSpPr>
              <a:spLocks noTextEdit="1"/>
            </p:cNvSpPr>
            <p:nvPr/>
          </p:nvSpPr>
          <p:spPr>
            <a:xfrm>
              <a:off x="3503" y="1385"/>
              <a:ext cx="190" cy="20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能量</a:t>
              </a:r>
            </a:p>
          </p:txBody>
        </p:sp>
        <p:sp>
          <p:nvSpPr>
            <p:cNvPr id="87085" name="WordArt 60"/>
            <p:cNvSpPr>
              <a:spLocks noTextEdit="1"/>
            </p:cNvSpPr>
            <p:nvPr/>
          </p:nvSpPr>
          <p:spPr>
            <a:xfrm>
              <a:off x="3774" y="1412"/>
              <a:ext cx="268" cy="14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(eV)</a:t>
              </a:r>
            </a:p>
          </p:txBody>
        </p:sp>
        <p:grpSp>
          <p:nvGrpSpPr>
            <p:cNvPr id="87086" name="Group 61"/>
            <p:cNvGrpSpPr/>
            <p:nvPr/>
          </p:nvGrpSpPr>
          <p:grpSpPr>
            <a:xfrm>
              <a:off x="2267" y="2006"/>
              <a:ext cx="718" cy="147"/>
              <a:chOff x="3196" y="1981"/>
              <a:chExt cx="982" cy="162"/>
            </a:xfrm>
          </p:grpSpPr>
          <p:sp>
            <p:nvSpPr>
              <p:cNvPr id="87087" name="Rectangle 62"/>
              <p:cNvSpPr/>
              <p:nvPr/>
            </p:nvSpPr>
            <p:spPr>
              <a:xfrm>
                <a:off x="3196" y="1981"/>
                <a:ext cx="982" cy="16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088" name="WordArt 63"/>
              <p:cNvSpPr>
                <a:spLocks noTextEdit="1"/>
              </p:cNvSpPr>
              <p:nvPr/>
            </p:nvSpPr>
            <p:spPr>
              <a:xfrm>
                <a:off x="3236" y="2009"/>
                <a:ext cx="881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第三激发态</a:t>
                </a:r>
              </a:p>
            </p:txBody>
          </p:sp>
        </p:grpSp>
        <p:grpSp>
          <p:nvGrpSpPr>
            <p:cNvPr id="87089" name="Group 64"/>
            <p:cNvGrpSpPr/>
            <p:nvPr/>
          </p:nvGrpSpPr>
          <p:grpSpPr>
            <a:xfrm>
              <a:off x="2277" y="2304"/>
              <a:ext cx="716" cy="147"/>
              <a:chOff x="3196" y="1981"/>
              <a:chExt cx="982" cy="162"/>
            </a:xfrm>
          </p:grpSpPr>
          <p:sp>
            <p:nvSpPr>
              <p:cNvPr id="87090" name="Rectangle 65"/>
              <p:cNvSpPr/>
              <p:nvPr/>
            </p:nvSpPr>
            <p:spPr>
              <a:xfrm>
                <a:off x="3196" y="1981"/>
                <a:ext cx="982" cy="16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091" name="WordArt 66"/>
              <p:cNvSpPr>
                <a:spLocks noTextEdit="1"/>
              </p:cNvSpPr>
              <p:nvPr/>
            </p:nvSpPr>
            <p:spPr>
              <a:xfrm>
                <a:off x="3236" y="2009"/>
                <a:ext cx="881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第二激发态</a:t>
                </a:r>
              </a:p>
            </p:txBody>
          </p:sp>
        </p:grpSp>
        <p:grpSp>
          <p:nvGrpSpPr>
            <p:cNvPr id="87092" name="Group 67"/>
            <p:cNvGrpSpPr/>
            <p:nvPr/>
          </p:nvGrpSpPr>
          <p:grpSpPr>
            <a:xfrm>
              <a:off x="2308" y="2811"/>
              <a:ext cx="718" cy="147"/>
              <a:chOff x="3196" y="1981"/>
              <a:chExt cx="982" cy="162"/>
            </a:xfrm>
          </p:grpSpPr>
          <p:sp>
            <p:nvSpPr>
              <p:cNvPr id="87093" name="Rectangle 68"/>
              <p:cNvSpPr/>
              <p:nvPr/>
            </p:nvSpPr>
            <p:spPr>
              <a:xfrm>
                <a:off x="3196" y="1981"/>
                <a:ext cx="982" cy="16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094" name="WordArt 69"/>
              <p:cNvSpPr>
                <a:spLocks noTextEdit="1"/>
              </p:cNvSpPr>
              <p:nvPr/>
            </p:nvSpPr>
            <p:spPr>
              <a:xfrm>
                <a:off x="3236" y="2009"/>
                <a:ext cx="881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第一激发态</a:t>
                </a:r>
              </a:p>
            </p:txBody>
          </p:sp>
        </p:grpSp>
        <p:grpSp>
          <p:nvGrpSpPr>
            <p:cNvPr id="87095" name="Group 70"/>
            <p:cNvGrpSpPr/>
            <p:nvPr/>
          </p:nvGrpSpPr>
          <p:grpSpPr>
            <a:xfrm>
              <a:off x="2412" y="3750"/>
              <a:ext cx="506" cy="174"/>
              <a:chOff x="3395" y="3901"/>
              <a:chExt cx="691" cy="192"/>
            </a:xfrm>
          </p:grpSpPr>
          <p:sp>
            <p:nvSpPr>
              <p:cNvPr id="87096" name="Rectangle 71"/>
              <p:cNvSpPr/>
              <p:nvPr/>
            </p:nvSpPr>
            <p:spPr>
              <a:xfrm>
                <a:off x="3395" y="3901"/>
                <a:ext cx="691" cy="19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097" name="WordArt 72"/>
              <p:cNvSpPr>
                <a:spLocks noTextEdit="1"/>
              </p:cNvSpPr>
              <p:nvPr/>
            </p:nvSpPr>
            <p:spPr>
              <a:xfrm>
                <a:off x="3471" y="3922"/>
                <a:ext cx="539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基态</a:t>
                </a:r>
              </a:p>
            </p:txBody>
          </p:sp>
        </p:grpSp>
        <p:grpSp>
          <p:nvGrpSpPr>
            <p:cNvPr id="87098" name="Group 73"/>
            <p:cNvGrpSpPr/>
            <p:nvPr/>
          </p:nvGrpSpPr>
          <p:grpSpPr>
            <a:xfrm>
              <a:off x="730" y="1662"/>
              <a:ext cx="22" cy="130"/>
              <a:chOff x="845" y="1586"/>
              <a:chExt cx="29" cy="143"/>
            </a:xfrm>
          </p:grpSpPr>
          <p:sp>
            <p:nvSpPr>
              <p:cNvPr id="87099" name="Oval 74"/>
              <p:cNvSpPr/>
              <p:nvPr/>
            </p:nvSpPr>
            <p:spPr>
              <a:xfrm>
                <a:off x="845" y="158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00" name="Oval 75"/>
              <p:cNvSpPr/>
              <p:nvPr/>
            </p:nvSpPr>
            <p:spPr>
              <a:xfrm>
                <a:off x="846" y="1644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01" name="Oval 76"/>
              <p:cNvSpPr/>
              <p:nvPr/>
            </p:nvSpPr>
            <p:spPr>
              <a:xfrm>
                <a:off x="847" y="1702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102" name="Group 77"/>
            <p:cNvGrpSpPr/>
            <p:nvPr/>
          </p:nvGrpSpPr>
          <p:grpSpPr>
            <a:xfrm>
              <a:off x="3371" y="1630"/>
              <a:ext cx="21" cy="130"/>
              <a:chOff x="845" y="1586"/>
              <a:chExt cx="29" cy="143"/>
            </a:xfrm>
          </p:grpSpPr>
          <p:sp>
            <p:nvSpPr>
              <p:cNvPr id="87103" name="Oval 78"/>
              <p:cNvSpPr/>
              <p:nvPr/>
            </p:nvSpPr>
            <p:spPr>
              <a:xfrm>
                <a:off x="845" y="158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04" name="Oval 79"/>
              <p:cNvSpPr/>
              <p:nvPr/>
            </p:nvSpPr>
            <p:spPr>
              <a:xfrm>
                <a:off x="846" y="1644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05" name="Oval 80"/>
              <p:cNvSpPr/>
              <p:nvPr/>
            </p:nvSpPr>
            <p:spPr>
              <a:xfrm>
                <a:off x="847" y="1702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106" name="Group 81"/>
            <p:cNvGrpSpPr/>
            <p:nvPr/>
          </p:nvGrpSpPr>
          <p:grpSpPr>
            <a:xfrm>
              <a:off x="3522" y="2820"/>
              <a:ext cx="439" cy="110"/>
              <a:chOff x="4677" y="3908"/>
              <a:chExt cx="601" cy="121"/>
            </a:xfrm>
          </p:grpSpPr>
          <p:grpSp>
            <p:nvGrpSpPr>
              <p:cNvPr id="87107" name="Group 82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7108" name="Line 83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7109" name="Line 84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7110" name="WordArt 85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-3.39</a:t>
                </a:r>
              </a:p>
            </p:txBody>
          </p:sp>
        </p:grpSp>
        <p:grpSp>
          <p:nvGrpSpPr>
            <p:cNvPr id="87111" name="Group 86"/>
            <p:cNvGrpSpPr/>
            <p:nvPr/>
          </p:nvGrpSpPr>
          <p:grpSpPr>
            <a:xfrm>
              <a:off x="3516" y="2322"/>
              <a:ext cx="439" cy="110"/>
              <a:chOff x="4677" y="3908"/>
              <a:chExt cx="601" cy="121"/>
            </a:xfrm>
          </p:grpSpPr>
          <p:grpSp>
            <p:nvGrpSpPr>
              <p:cNvPr id="87112" name="Group 87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7113" name="Line 88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7114" name="Line 89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7115" name="WordArt 90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-1.51</a:t>
                </a:r>
              </a:p>
            </p:txBody>
          </p:sp>
        </p:grpSp>
        <p:grpSp>
          <p:nvGrpSpPr>
            <p:cNvPr id="87116" name="Group 91"/>
            <p:cNvGrpSpPr/>
            <p:nvPr/>
          </p:nvGrpSpPr>
          <p:grpSpPr>
            <a:xfrm>
              <a:off x="3525" y="2034"/>
              <a:ext cx="439" cy="110"/>
              <a:chOff x="4677" y="3908"/>
              <a:chExt cx="601" cy="121"/>
            </a:xfrm>
          </p:grpSpPr>
          <p:grpSp>
            <p:nvGrpSpPr>
              <p:cNvPr id="87117" name="Group 92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7118" name="Line 93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7119" name="Line 94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7120" name="WordArt 95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-0.85</a:t>
                </a:r>
              </a:p>
            </p:txBody>
          </p:sp>
        </p:grpSp>
        <p:grpSp>
          <p:nvGrpSpPr>
            <p:cNvPr id="87121" name="Group 96"/>
            <p:cNvGrpSpPr/>
            <p:nvPr/>
          </p:nvGrpSpPr>
          <p:grpSpPr>
            <a:xfrm>
              <a:off x="3523" y="1851"/>
              <a:ext cx="439" cy="110"/>
              <a:chOff x="4677" y="3908"/>
              <a:chExt cx="601" cy="121"/>
            </a:xfrm>
          </p:grpSpPr>
          <p:grpSp>
            <p:nvGrpSpPr>
              <p:cNvPr id="87122" name="Group 97"/>
              <p:cNvGrpSpPr/>
              <p:nvPr/>
            </p:nvGrpSpPr>
            <p:grpSpPr>
              <a:xfrm>
                <a:off x="4677" y="3969"/>
                <a:ext cx="137" cy="46"/>
                <a:chOff x="1260" y="2371"/>
                <a:chExt cx="151" cy="53"/>
              </a:xfrm>
            </p:grpSpPr>
            <p:sp>
              <p:nvSpPr>
                <p:cNvPr id="87123" name="Line 98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7124" name="Line 99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7125" name="WordArt 100"/>
              <p:cNvSpPr>
                <a:spLocks noTextEdit="1"/>
              </p:cNvSpPr>
              <p:nvPr/>
            </p:nvSpPr>
            <p:spPr>
              <a:xfrm>
                <a:off x="4886" y="3908"/>
                <a:ext cx="39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-0.54</a:t>
                </a:r>
              </a:p>
            </p:txBody>
          </p:sp>
        </p:grpSp>
      </p:grpSp>
      <p:grpSp>
        <p:nvGrpSpPr>
          <p:cNvPr id="21" name="Group 217"/>
          <p:cNvGrpSpPr/>
          <p:nvPr/>
        </p:nvGrpSpPr>
        <p:grpSpPr>
          <a:xfrm>
            <a:off x="1403350" y="317500"/>
            <a:ext cx="7146925" cy="1212850"/>
            <a:chOff x="884" y="200"/>
            <a:chExt cx="4502" cy="764"/>
          </a:xfrm>
        </p:grpSpPr>
        <p:sp>
          <p:nvSpPr>
            <p:cNvPr id="87127" name="WordArt 11"/>
            <p:cNvSpPr>
              <a:spLocks noTextEdit="1"/>
            </p:cNvSpPr>
            <p:nvPr/>
          </p:nvSpPr>
          <p:spPr>
            <a:xfrm>
              <a:off x="1095" y="200"/>
              <a:ext cx="4291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要使处于基态的氢原子受激发后能发射赖曼</a:t>
              </a:r>
            </a:p>
          </p:txBody>
        </p:sp>
        <p:sp>
          <p:nvSpPr>
            <p:cNvPr id="87128" name="Line 14"/>
            <p:cNvSpPr/>
            <p:nvPr/>
          </p:nvSpPr>
          <p:spPr>
            <a:xfrm flipV="1">
              <a:off x="945" y="953"/>
              <a:ext cx="91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7129" name="WordArt 16"/>
            <p:cNvSpPr>
              <a:spLocks noTextEdit="1"/>
            </p:cNvSpPr>
            <p:nvPr/>
          </p:nvSpPr>
          <p:spPr>
            <a:xfrm>
              <a:off x="884" y="489"/>
              <a:ext cx="375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系的</a:t>
              </a:r>
            </a:p>
          </p:txBody>
        </p:sp>
        <p:sp>
          <p:nvSpPr>
            <p:cNvPr id="87130" name="WordArt 17"/>
            <p:cNvSpPr>
              <a:spLocks noTextEdit="1"/>
            </p:cNvSpPr>
            <p:nvPr/>
          </p:nvSpPr>
          <p:spPr>
            <a:xfrm>
              <a:off x="1945" y="820"/>
              <a:ext cx="257" cy="1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eV</a:t>
              </a:r>
            </a:p>
          </p:txBody>
        </p:sp>
        <p:sp>
          <p:nvSpPr>
            <p:cNvPr id="87131" name="WordArt 18"/>
            <p:cNvSpPr>
              <a:spLocks noTextEdit="1"/>
            </p:cNvSpPr>
            <p:nvPr/>
          </p:nvSpPr>
          <p:spPr>
            <a:xfrm>
              <a:off x="2310" y="781"/>
              <a:ext cx="675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的能量.</a:t>
              </a:r>
            </a:p>
          </p:txBody>
        </p:sp>
        <p:sp>
          <p:nvSpPr>
            <p:cNvPr id="87132" name="WordArt 193"/>
            <p:cNvSpPr>
              <a:spLocks noTextEdit="1"/>
            </p:cNvSpPr>
            <p:nvPr/>
          </p:nvSpPr>
          <p:spPr>
            <a:xfrm>
              <a:off x="1311" y="486"/>
              <a:ext cx="850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最长波长</a:t>
              </a:r>
            </a:p>
          </p:txBody>
        </p:sp>
        <p:sp>
          <p:nvSpPr>
            <p:cNvPr id="87133" name="WordArt 194"/>
            <p:cNvSpPr>
              <a:spLocks noTextEdit="1"/>
            </p:cNvSpPr>
            <p:nvPr/>
          </p:nvSpPr>
          <p:spPr>
            <a:xfrm>
              <a:off x="2230" y="476"/>
              <a:ext cx="3133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的谱线,至少应向基态氢原子提供</a:t>
              </a:r>
            </a:p>
          </p:txBody>
        </p:sp>
      </p:grpSp>
      <p:grpSp>
        <p:nvGrpSpPr>
          <p:cNvPr id="22" name="Group 215"/>
          <p:cNvGrpSpPr/>
          <p:nvPr/>
        </p:nvGrpSpPr>
        <p:grpSpPr>
          <a:xfrm>
            <a:off x="6702425" y="2055813"/>
            <a:ext cx="2060575" cy="1695450"/>
            <a:chOff x="4222" y="1295"/>
            <a:chExt cx="1298" cy="1068"/>
          </a:xfrm>
        </p:grpSpPr>
        <p:sp>
          <p:nvSpPr>
            <p:cNvPr id="87135" name="AutoShape 111"/>
            <p:cNvSpPr/>
            <p:nvPr/>
          </p:nvSpPr>
          <p:spPr>
            <a:xfrm>
              <a:off x="4222" y="1391"/>
              <a:ext cx="1298" cy="972"/>
            </a:xfrm>
            <a:prstGeom prst="roundRect">
              <a:avLst>
                <a:gd name="adj" fmla="val 8718"/>
              </a:avLst>
            </a:prstGeom>
            <a:noFill/>
            <a:ln w="57150" cap="flat" cmpd="sng">
              <a:solidFill>
                <a:srgbClr val="FF99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7136" name="Group 190"/>
            <p:cNvGrpSpPr/>
            <p:nvPr/>
          </p:nvGrpSpPr>
          <p:grpSpPr>
            <a:xfrm>
              <a:off x="4388" y="1552"/>
              <a:ext cx="977" cy="418"/>
              <a:chOff x="4388" y="1491"/>
              <a:chExt cx="977" cy="418"/>
            </a:xfrm>
          </p:grpSpPr>
          <p:sp>
            <p:nvSpPr>
              <p:cNvPr id="87137" name="WordArt 112"/>
              <p:cNvSpPr>
                <a:spLocks noTextEdit="1"/>
              </p:cNvSpPr>
              <p:nvPr/>
            </p:nvSpPr>
            <p:spPr>
              <a:xfrm>
                <a:off x="4388" y="1507"/>
                <a:ext cx="111" cy="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7138" name="WordArt 113"/>
              <p:cNvSpPr>
                <a:spLocks noTextEdit="1"/>
              </p:cNvSpPr>
              <p:nvPr/>
            </p:nvSpPr>
            <p:spPr>
              <a:xfrm>
                <a:off x="4499" y="1567"/>
                <a:ext cx="40" cy="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87139" name="Group 114"/>
              <p:cNvGrpSpPr/>
              <p:nvPr/>
            </p:nvGrpSpPr>
            <p:grpSpPr>
              <a:xfrm>
                <a:off x="4583" y="1534"/>
                <a:ext cx="103" cy="47"/>
                <a:chOff x="3736" y="952"/>
                <a:chExt cx="176" cy="49"/>
              </a:xfrm>
            </p:grpSpPr>
            <p:sp>
              <p:nvSpPr>
                <p:cNvPr id="87140" name="Line 115"/>
                <p:cNvSpPr/>
                <p:nvPr/>
              </p:nvSpPr>
              <p:spPr>
                <a:xfrm>
                  <a:off x="3736" y="952"/>
                  <a:ext cx="17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7141" name="Line 116"/>
                <p:cNvSpPr/>
                <p:nvPr/>
              </p:nvSpPr>
              <p:spPr>
                <a:xfrm>
                  <a:off x="3736" y="1001"/>
                  <a:ext cx="17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7142" name="WordArt 117"/>
              <p:cNvSpPr>
                <a:spLocks noTextEdit="1"/>
              </p:cNvSpPr>
              <p:nvPr/>
            </p:nvSpPr>
            <p:spPr>
              <a:xfrm>
                <a:off x="4860" y="1499"/>
                <a:ext cx="264" cy="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13.6</a:t>
                </a:r>
              </a:p>
            </p:txBody>
          </p:sp>
          <p:sp>
            <p:nvSpPr>
              <p:cNvPr id="87143" name="Line 118"/>
              <p:cNvSpPr/>
              <p:nvPr/>
            </p:nvSpPr>
            <p:spPr>
              <a:xfrm>
                <a:off x="4729" y="1545"/>
                <a:ext cx="102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7144" name="WordArt 119"/>
              <p:cNvSpPr>
                <a:spLocks noTextEdit="1"/>
              </p:cNvSpPr>
              <p:nvPr/>
            </p:nvSpPr>
            <p:spPr>
              <a:xfrm>
                <a:off x="5191" y="1491"/>
                <a:ext cx="174" cy="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eV</a:t>
                </a:r>
              </a:p>
            </p:txBody>
          </p:sp>
          <p:sp>
            <p:nvSpPr>
              <p:cNvPr id="87145" name="WordArt 121"/>
              <p:cNvSpPr>
                <a:spLocks noTextEdit="1"/>
              </p:cNvSpPr>
              <p:nvPr/>
            </p:nvSpPr>
            <p:spPr>
              <a:xfrm>
                <a:off x="4517" y="1747"/>
                <a:ext cx="111" cy="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7146" name="WordArt 122"/>
              <p:cNvSpPr>
                <a:spLocks noTextEdit="1"/>
              </p:cNvSpPr>
              <p:nvPr/>
            </p:nvSpPr>
            <p:spPr>
              <a:xfrm>
                <a:off x="4623" y="1807"/>
                <a:ext cx="70" cy="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grpSp>
            <p:nvGrpSpPr>
              <p:cNvPr id="87147" name="Group 123"/>
              <p:cNvGrpSpPr/>
              <p:nvPr/>
            </p:nvGrpSpPr>
            <p:grpSpPr>
              <a:xfrm>
                <a:off x="4742" y="1767"/>
                <a:ext cx="110" cy="47"/>
                <a:chOff x="1260" y="2371"/>
                <a:chExt cx="151" cy="53"/>
              </a:xfrm>
            </p:grpSpPr>
            <p:sp>
              <p:nvSpPr>
                <p:cNvPr id="87148" name="Line 124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7149" name="Line 125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7150" name="Line 126"/>
              <p:cNvSpPr/>
              <p:nvPr/>
            </p:nvSpPr>
            <p:spPr>
              <a:xfrm>
                <a:off x="4906" y="1790"/>
                <a:ext cx="35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7151" name="WordArt 128"/>
              <p:cNvSpPr>
                <a:spLocks noTextEdit="1"/>
              </p:cNvSpPr>
              <p:nvPr/>
            </p:nvSpPr>
            <p:spPr>
              <a:xfrm>
                <a:off x="5011" y="1657"/>
                <a:ext cx="111" cy="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7152" name="WordArt 129"/>
              <p:cNvSpPr>
                <a:spLocks noTextEdit="1"/>
              </p:cNvSpPr>
              <p:nvPr/>
            </p:nvSpPr>
            <p:spPr>
              <a:xfrm>
                <a:off x="5122" y="1717"/>
                <a:ext cx="40" cy="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87153" name="WordArt 130"/>
              <p:cNvSpPr>
                <a:spLocks noTextEdit="1"/>
              </p:cNvSpPr>
              <p:nvPr/>
            </p:nvSpPr>
            <p:spPr>
              <a:xfrm>
                <a:off x="5028" y="1828"/>
                <a:ext cx="112" cy="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87154" name="WordArt 131"/>
              <p:cNvSpPr>
                <a:spLocks noTextEdit="1"/>
              </p:cNvSpPr>
              <p:nvPr/>
            </p:nvSpPr>
            <p:spPr>
              <a:xfrm>
                <a:off x="5158" y="1807"/>
                <a:ext cx="40" cy="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87155" name="Rectangle 132"/>
            <p:cNvSpPr/>
            <p:nvPr/>
          </p:nvSpPr>
          <p:spPr>
            <a:xfrm>
              <a:off x="4373" y="1306"/>
              <a:ext cx="1008" cy="16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156" name="WordArt 133"/>
            <p:cNvSpPr>
              <a:spLocks noTextEdit="1"/>
            </p:cNvSpPr>
            <p:nvPr/>
          </p:nvSpPr>
          <p:spPr>
            <a:xfrm>
              <a:off x="4399" y="1295"/>
              <a:ext cx="954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66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66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记住关键数据和公式</a:t>
              </a:r>
            </a:p>
          </p:txBody>
        </p:sp>
        <p:sp>
          <p:nvSpPr>
            <p:cNvPr id="87157" name="WordArt 136"/>
            <p:cNvSpPr>
              <a:spLocks noTextEdit="1"/>
            </p:cNvSpPr>
            <p:nvPr/>
          </p:nvSpPr>
          <p:spPr>
            <a:xfrm>
              <a:off x="4600" y="2054"/>
              <a:ext cx="38" cy="1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87158" name="WordArt 137"/>
            <p:cNvSpPr>
              <a:spLocks noTextEdit="1"/>
            </p:cNvSpPr>
            <p:nvPr/>
          </p:nvSpPr>
          <p:spPr>
            <a:xfrm flipH="1">
              <a:off x="5129" y="2045"/>
              <a:ext cx="38" cy="1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grpSp>
          <p:nvGrpSpPr>
            <p:cNvPr id="87159" name="Group 138"/>
            <p:cNvGrpSpPr/>
            <p:nvPr/>
          </p:nvGrpSpPr>
          <p:grpSpPr>
            <a:xfrm>
              <a:off x="4465" y="2116"/>
              <a:ext cx="98" cy="44"/>
              <a:chOff x="1260" y="2371"/>
              <a:chExt cx="151" cy="53"/>
            </a:xfrm>
          </p:grpSpPr>
          <p:sp>
            <p:nvSpPr>
              <p:cNvPr id="87160" name="Line 139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7161" name="Line 140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7162" name="WordArt 141"/>
            <p:cNvSpPr>
              <a:spLocks noTextEdit="1"/>
            </p:cNvSpPr>
            <p:nvPr/>
          </p:nvSpPr>
          <p:spPr>
            <a:xfrm>
              <a:off x="4337" y="2085"/>
              <a:ext cx="73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87163" name="WordArt 142"/>
            <p:cNvSpPr>
              <a:spLocks noTextEdit="1"/>
            </p:cNvSpPr>
            <p:nvPr/>
          </p:nvSpPr>
          <p:spPr>
            <a:xfrm>
              <a:off x="5311" y="2074"/>
              <a:ext cx="73" cy="1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361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87164" name="Group 143"/>
            <p:cNvGrpSpPr/>
            <p:nvPr/>
          </p:nvGrpSpPr>
          <p:grpSpPr>
            <a:xfrm>
              <a:off x="4661" y="2067"/>
              <a:ext cx="447" cy="136"/>
              <a:chOff x="3944" y="1029"/>
              <a:chExt cx="658" cy="152"/>
            </a:xfrm>
          </p:grpSpPr>
          <p:sp>
            <p:nvSpPr>
              <p:cNvPr id="87165" name="Line 144"/>
              <p:cNvSpPr/>
              <p:nvPr/>
            </p:nvSpPr>
            <p:spPr>
              <a:xfrm>
                <a:off x="4223" y="1091"/>
                <a:ext cx="8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7166" name="WordArt 145"/>
              <p:cNvSpPr>
                <a:spLocks noTextEdit="1"/>
              </p:cNvSpPr>
              <p:nvPr/>
            </p:nvSpPr>
            <p:spPr>
              <a:xfrm>
                <a:off x="3944" y="1039"/>
                <a:ext cx="145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7167" name="WordArt 146"/>
              <p:cNvSpPr>
                <a:spLocks noTextEdit="1"/>
              </p:cNvSpPr>
              <p:nvPr/>
            </p:nvSpPr>
            <p:spPr>
              <a:xfrm>
                <a:off x="4095" y="1110"/>
                <a:ext cx="81" cy="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初</a:t>
                </a:r>
              </a:p>
            </p:txBody>
          </p:sp>
          <p:sp>
            <p:nvSpPr>
              <p:cNvPr id="87168" name="WordArt 147"/>
              <p:cNvSpPr>
                <a:spLocks noTextEdit="1"/>
              </p:cNvSpPr>
              <p:nvPr/>
            </p:nvSpPr>
            <p:spPr>
              <a:xfrm>
                <a:off x="4367" y="1029"/>
                <a:ext cx="145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7169" name="WordArt 148"/>
              <p:cNvSpPr>
                <a:spLocks noTextEdit="1"/>
              </p:cNvSpPr>
              <p:nvPr/>
            </p:nvSpPr>
            <p:spPr>
              <a:xfrm>
                <a:off x="4521" y="1098"/>
                <a:ext cx="81" cy="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末</a:t>
                </a:r>
              </a:p>
            </p:txBody>
          </p:sp>
        </p:grpSp>
        <p:sp>
          <p:nvSpPr>
            <p:cNvPr id="87170" name="Line 149"/>
            <p:cNvSpPr/>
            <p:nvPr/>
          </p:nvSpPr>
          <p:spPr>
            <a:xfrm flipH="1">
              <a:off x="5197" y="2047"/>
              <a:ext cx="86" cy="16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8" name="Group 218"/>
          <p:cNvGrpSpPr/>
          <p:nvPr/>
        </p:nvGrpSpPr>
        <p:grpSpPr>
          <a:xfrm>
            <a:off x="7032625" y="4067175"/>
            <a:ext cx="1298575" cy="744538"/>
            <a:chOff x="4430" y="2562"/>
            <a:chExt cx="818" cy="469"/>
          </a:xfrm>
        </p:grpSpPr>
        <p:sp>
          <p:nvSpPr>
            <p:cNvPr id="87172" name="WordArt 186"/>
            <p:cNvSpPr>
              <a:spLocks noTextEdit="1"/>
            </p:cNvSpPr>
            <p:nvPr/>
          </p:nvSpPr>
          <p:spPr>
            <a:xfrm>
              <a:off x="4441" y="2562"/>
              <a:ext cx="807" cy="1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最长波长</a:t>
              </a:r>
            </a:p>
          </p:txBody>
        </p:sp>
        <p:sp>
          <p:nvSpPr>
            <p:cNvPr id="87173" name="WordArt 187"/>
            <p:cNvSpPr>
              <a:spLocks noTextEdit="1"/>
            </p:cNvSpPr>
            <p:nvPr/>
          </p:nvSpPr>
          <p:spPr>
            <a:xfrm>
              <a:off x="4430" y="2747"/>
              <a:ext cx="807" cy="10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最低频率</a:t>
              </a:r>
            </a:p>
          </p:txBody>
        </p:sp>
        <p:sp>
          <p:nvSpPr>
            <p:cNvPr id="87174" name="WordArt 188"/>
            <p:cNvSpPr>
              <a:spLocks noTextEdit="1"/>
            </p:cNvSpPr>
            <p:nvPr/>
          </p:nvSpPr>
          <p:spPr>
            <a:xfrm>
              <a:off x="4440" y="2923"/>
              <a:ext cx="807" cy="1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最小能量差</a:t>
              </a:r>
            </a:p>
          </p:txBody>
        </p:sp>
      </p:grpSp>
      <p:grpSp>
        <p:nvGrpSpPr>
          <p:cNvPr id="29" name="Group 219"/>
          <p:cNvGrpSpPr/>
          <p:nvPr/>
        </p:nvGrpSpPr>
        <p:grpSpPr>
          <a:xfrm>
            <a:off x="6738938" y="5002213"/>
            <a:ext cx="1862137" cy="1362075"/>
            <a:chOff x="4245" y="3151"/>
            <a:chExt cx="1173" cy="858"/>
          </a:xfrm>
        </p:grpSpPr>
        <p:sp>
          <p:nvSpPr>
            <p:cNvPr id="87176" name="WordArt 160"/>
            <p:cNvSpPr>
              <a:spLocks noTextEdit="1"/>
            </p:cNvSpPr>
            <p:nvPr/>
          </p:nvSpPr>
          <p:spPr>
            <a:xfrm>
              <a:off x="4245" y="3151"/>
              <a:ext cx="1173" cy="14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赖曼系的最小能量差</a:t>
              </a:r>
            </a:p>
          </p:txBody>
        </p:sp>
        <p:grpSp>
          <p:nvGrpSpPr>
            <p:cNvPr id="87177" name="Group 180"/>
            <p:cNvGrpSpPr/>
            <p:nvPr/>
          </p:nvGrpSpPr>
          <p:grpSpPr>
            <a:xfrm>
              <a:off x="4566" y="3401"/>
              <a:ext cx="505" cy="152"/>
              <a:chOff x="4259" y="3154"/>
              <a:chExt cx="505" cy="152"/>
            </a:xfrm>
          </p:grpSpPr>
          <p:sp>
            <p:nvSpPr>
              <p:cNvPr id="87178" name="Line 162"/>
              <p:cNvSpPr/>
              <p:nvPr/>
            </p:nvSpPr>
            <p:spPr>
              <a:xfrm>
                <a:off x="4483" y="3211"/>
                <a:ext cx="7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7179" name="WordArt 163"/>
              <p:cNvSpPr>
                <a:spLocks noTextEdit="1"/>
              </p:cNvSpPr>
              <p:nvPr/>
            </p:nvSpPr>
            <p:spPr>
              <a:xfrm>
                <a:off x="4259" y="3157"/>
                <a:ext cx="116" cy="1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7180" name="WordArt 164"/>
              <p:cNvSpPr>
                <a:spLocks noTextEdit="1"/>
              </p:cNvSpPr>
              <p:nvPr/>
            </p:nvSpPr>
            <p:spPr>
              <a:xfrm>
                <a:off x="4380" y="3231"/>
                <a:ext cx="65" cy="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87181" name="WordArt 165"/>
              <p:cNvSpPr>
                <a:spLocks noTextEdit="1"/>
              </p:cNvSpPr>
              <p:nvPr/>
            </p:nvSpPr>
            <p:spPr>
              <a:xfrm>
                <a:off x="4591" y="3154"/>
                <a:ext cx="117" cy="1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7182" name="WordArt 166"/>
              <p:cNvSpPr>
                <a:spLocks noTextEdit="1"/>
              </p:cNvSpPr>
              <p:nvPr/>
            </p:nvSpPr>
            <p:spPr>
              <a:xfrm>
                <a:off x="4715" y="3227"/>
                <a:ext cx="49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87183" name="Group 167"/>
            <p:cNvGrpSpPr/>
            <p:nvPr/>
          </p:nvGrpSpPr>
          <p:grpSpPr>
            <a:xfrm>
              <a:off x="4302" y="3659"/>
              <a:ext cx="116" cy="51"/>
              <a:chOff x="1260" y="2371"/>
              <a:chExt cx="151" cy="53"/>
            </a:xfrm>
          </p:grpSpPr>
          <p:sp>
            <p:nvSpPr>
              <p:cNvPr id="87184" name="Line 16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7185" name="Line 16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7186" name="WordArt 174"/>
            <p:cNvSpPr>
              <a:spLocks noTextEdit="1"/>
            </p:cNvSpPr>
            <p:nvPr/>
          </p:nvSpPr>
          <p:spPr>
            <a:xfrm>
              <a:off x="5017" y="3639"/>
              <a:ext cx="286" cy="1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-13.6</a:t>
              </a:r>
            </a:p>
          </p:txBody>
        </p:sp>
        <p:sp>
          <p:nvSpPr>
            <p:cNvPr id="87187" name="WordArt 179"/>
            <p:cNvSpPr>
              <a:spLocks noTextEdit="1"/>
            </p:cNvSpPr>
            <p:nvPr/>
          </p:nvSpPr>
          <p:spPr>
            <a:xfrm>
              <a:off x="4501" y="3640"/>
              <a:ext cx="286" cy="1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-3.39</a:t>
              </a:r>
            </a:p>
          </p:txBody>
        </p:sp>
        <p:sp>
          <p:nvSpPr>
            <p:cNvPr id="87188" name="WordArt 181"/>
            <p:cNvSpPr>
              <a:spLocks noTextEdit="1"/>
            </p:cNvSpPr>
            <p:nvPr/>
          </p:nvSpPr>
          <p:spPr>
            <a:xfrm>
              <a:off x="4949" y="3618"/>
              <a:ext cx="42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87189" name="WordArt 182"/>
            <p:cNvSpPr>
              <a:spLocks noTextEdit="1"/>
            </p:cNvSpPr>
            <p:nvPr/>
          </p:nvSpPr>
          <p:spPr>
            <a:xfrm flipH="1">
              <a:off x="5336" y="3618"/>
              <a:ext cx="42" cy="1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87190" name="Line 184"/>
            <p:cNvSpPr/>
            <p:nvPr/>
          </p:nvSpPr>
          <p:spPr>
            <a:xfrm flipV="1">
              <a:off x="4823" y="3695"/>
              <a:ext cx="7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87191" name="Group 196"/>
            <p:cNvGrpSpPr/>
            <p:nvPr/>
          </p:nvGrpSpPr>
          <p:grpSpPr>
            <a:xfrm>
              <a:off x="4307" y="3925"/>
              <a:ext cx="116" cy="51"/>
              <a:chOff x="1260" y="2371"/>
              <a:chExt cx="151" cy="53"/>
            </a:xfrm>
          </p:grpSpPr>
          <p:sp>
            <p:nvSpPr>
              <p:cNvPr id="87192" name="Line 197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7193" name="Line 198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7194" name="WordArt 200"/>
            <p:cNvSpPr>
              <a:spLocks noTextEdit="1"/>
            </p:cNvSpPr>
            <p:nvPr/>
          </p:nvSpPr>
          <p:spPr>
            <a:xfrm>
              <a:off x="4499" y="3899"/>
              <a:ext cx="340" cy="1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10.21</a:t>
              </a:r>
            </a:p>
          </p:txBody>
        </p:sp>
        <p:sp>
          <p:nvSpPr>
            <p:cNvPr id="87195" name="WordArt 201"/>
            <p:cNvSpPr>
              <a:spLocks noTextEdit="1"/>
            </p:cNvSpPr>
            <p:nvPr/>
          </p:nvSpPr>
          <p:spPr>
            <a:xfrm>
              <a:off x="4901" y="3905"/>
              <a:ext cx="191" cy="9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eV</a:t>
              </a:r>
            </a:p>
          </p:txBody>
        </p:sp>
      </p:grpSp>
      <p:sp>
        <p:nvSpPr>
          <p:cNvPr id="3" name="WordArt 202"/>
          <p:cNvSpPr>
            <a:spLocks noTextEdit="1"/>
          </p:cNvSpPr>
          <p:nvPr/>
        </p:nvSpPr>
        <p:spPr>
          <a:xfrm>
            <a:off x="1870075" y="1189038"/>
            <a:ext cx="771525" cy="187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25000"/>
          </a:bodyPr>
          <a:lstStyle/>
          <a:p>
            <a:pPr algn="ctr" fontAlgn="base"/>
            <a:r>
              <a:rPr lang="zh-CN" altLang="en-US" sz="3600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10.21</a:t>
            </a:r>
            <a:endParaRPr lang="zh-CN" altLang="en-US" sz="3600" strike="noStrike" noProof="1"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69505" name="Group 205"/>
          <p:cNvGrpSpPr/>
          <p:nvPr/>
        </p:nvGrpSpPr>
        <p:grpSpPr>
          <a:xfrm>
            <a:off x="3535363" y="4581525"/>
            <a:ext cx="1584325" cy="1539875"/>
            <a:chOff x="1502" y="2889"/>
            <a:chExt cx="998" cy="970"/>
          </a:xfrm>
        </p:grpSpPr>
        <p:sp>
          <p:nvSpPr>
            <p:cNvPr id="87198" name="Line 206"/>
            <p:cNvSpPr/>
            <p:nvPr/>
          </p:nvSpPr>
          <p:spPr>
            <a:xfrm>
              <a:off x="1502" y="2889"/>
              <a:ext cx="4" cy="9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grpSp>
          <p:nvGrpSpPr>
            <p:cNvPr id="87199" name="Group 207"/>
            <p:cNvGrpSpPr/>
            <p:nvPr/>
          </p:nvGrpSpPr>
          <p:grpSpPr>
            <a:xfrm>
              <a:off x="1627" y="3329"/>
              <a:ext cx="615" cy="132"/>
              <a:chOff x="1642" y="3383"/>
              <a:chExt cx="423" cy="78"/>
            </a:xfrm>
          </p:grpSpPr>
          <p:sp>
            <p:nvSpPr>
              <p:cNvPr id="87200" name="Freeform 208"/>
              <p:cNvSpPr/>
              <p:nvPr/>
            </p:nvSpPr>
            <p:spPr>
              <a:xfrm>
                <a:off x="1713" y="3383"/>
                <a:ext cx="248" cy="7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0" b="0"/>
                <a:pathLst>
                  <a:path w="747" h="130">
                    <a:moveTo>
                      <a:pt x="0" y="67"/>
                    </a:moveTo>
                    <a:cubicBezTo>
                      <a:pt x="26" y="41"/>
                      <a:pt x="53" y="15"/>
                      <a:pt x="84" y="24"/>
                    </a:cubicBezTo>
                    <a:cubicBezTo>
                      <a:pt x="115" y="33"/>
                      <a:pt x="152" y="124"/>
                      <a:pt x="186" y="121"/>
                    </a:cubicBezTo>
                    <a:cubicBezTo>
                      <a:pt x="220" y="118"/>
                      <a:pt x="256" y="2"/>
                      <a:pt x="290" y="3"/>
                    </a:cubicBezTo>
                    <a:cubicBezTo>
                      <a:pt x="324" y="4"/>
                      <a:pt x="358" y="130"/>
                      <a:pt x="389" y="130"/>
                    </a:cubicBezTo>
                    <a:cubicBezTo>
                      <a:pt x="420" y="130"/>
                      <a:pt x="449" y="2"/>
                      <a:pt x="476" y="1"/>
                    </a:cubicBezTo>
                    <a:cubicBezTo>
                      <a:pt x="503" y="0"/>
                      <a:pt x="521" y="119"/>
                      <a:pt x="549" y="123"/>
                    </a:cubicBezTo>
                    <a:cubicBezTo>
                      <a:pt x="577" y="127"/>
                      <a:pt x="612" y="33"/>
                      <a:pt x="645" y="24"/>
                    </a:cubicBezTo>
                    <a:cubicBezTo>
                      <a:pt x="678" y="15"/>
                      <a:pt x="712" y="41"/>
                      <a:pt x="747" y="67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201" name="Line 209"/>
              <p:cNvSpPr/>
              <p:nvPr/>
            </p:nvSpPr>
            <p:spPr>
              <a:xfrm>
                <a:off x="1642" y="3422"/>
                <a:ext cx="7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7202" name="AutoShape 210"/>
              <p:cNvSpPr/>
              <p:nvPr/>
            </p:nvSpPr>
            <p:spPr>
              <a:xfrm rot="5264965" flipH="1">
                <a:off x="1990" y="3365"/>
                <a:ext cx="35" cy="82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203" name="Line 211"/>
              <p:cNvSpPr/>
              <p:nvPr/>
            </p:nvSpPr>
            <p:spPr>
              <a:xfrm>
                <a:off x="1963" y="3424"/>
                <a:ext cx="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7204" name="WordArt 212"/>
            <p:cNvSpPr>
              <a:spLocks noTextEdit="1"/>
            </p:cNvSpPr>
            <p:nvPr/>
          </p:nvSpPr>
          <p:spPr>
            <a:xfrm>
              <a:off x="2399" y="3340"/>
              <a:ext cx="101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87205" name="WordArt 213"/>
            <p:cNvSpPr>
              <a:spLocks noTextEdit="1"/>
            </p:cNvSpPr>
            <p:nvPr/>
          </p:nvSpPr>
          <p:spPr>
            <a:xfrm>
              <a:off x="2294" y="3306"/>
              <a:ext cx="86" cy="1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361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269526" name="Line 214"/>
          <p:cNvSpPr/>
          <p:nvPr/>
        </p:nvSpPr>
        <p:spPr>
          <a:xfrm flipV="1">
            <a:off x="3244850" y="4581525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</p:spPr>
      </p:sp>
      <p:grpSp>
        <p:nvGrpSpPr>
          <p:cNvPr id="87207" name="Group 222"/>
          <p:cNvGrpSpPr/>
          <p:nvPr/>
        </p:nvGrpSpPr>
        <p:grpSpPr>
          <a:xfrm>
            <a:off x="282575" y="496888"/>
            <a:ext cx="793750" cy="442912"/>
            <a:chOff x="396" y="441"/>
            <a:chExt cx="619" cy="368"/>
          </a:xfrm>
        </p:grpSpPr>
        <p:sp>
          <p:nvSpPr>
            <p:cNvPr id="87208" name="Oval 223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209" name="WordArt 224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例3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317625" y="3040063"/>
            <a:ext cx="776288" cy="3351212"/>
            <a:chOff x="2645" y="4680"/>
            <a:chExt cx="1223" cy="5782"/>
          </a:xfrm>
        </p:grpSpPr>
        <p:grpSp>
          <p:nvGrpSpPr>
            <p:cNvPr id="87211" name="组合 5"/>
            <p:cNvGrpSpPr/>
            <p:nvPr/>
          </p:nvGrpSpPr>
          <p:grpSpPr>
            <a:xfrm>
              <a:off x="2866" y="4680"/>
              <a:ext cx="1002" cy="5396"/>
              <a:chOff x="2866" y="4680"/>
              <a:chExt cx="1002" cy="5396"/>
            </a:xfrm>
          </p:grpSpPr>
          <p:sp>
            <p:nvSpPr>
              <p:cNvPr id="87212" name="Line 128"/>
              <p:cNvSpPr/>
              <p:nvPr/>
            </p:nvSpPr>
            <p:spPr>
              <a:xfrm flipH="1">
                <a:off x="2866" y="4680"/>
                <a:ext cx="18" cy="5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87213" name="Line 129"/>
              <p:cNvSpPr/>
              <p:nvPr/>
            </p:nvSpPr>
            <p:spPr>
              <a:xfrm flipH="1">
                <a:off x="3234" y="5118"/>
                <a:ext cx="3" cy="491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87214" name="Line 131"/>
              <p:cNvSpPr/>
              <p:nvPr/>
            </p:nvSpPr>
            <p:spPr>
              <a:xfrm flipH="1">
                <a:off x="3543" y="5972"/>
                <a:ext cx="23" cy="410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87215" name="Line 136"/>
              <p:cNvSpPr/>
              <p:nvPr/>
            </p:nvSpPr>
            <p:spPr>
              <a:xfrm flipH="1">
                <a:off x="3860" y="7345"/>
                <a:ext cx="8" cy="267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</p:grpSp>
        <p:sp>
          <p:nvSpPr>
            <p:cNvPr id="4" name="WordArt 149"/>
            <p:cNvSpPr>
              <a:spLocks noTextEdit="1"/>
            </p:cNvSpPr>
            <p:nvPr/>
          </p:nvSpPr>
          <p:spPr>
            <a:xfrm>
              <a:off x="2645" y="10168"/>
              <a:ext cx="1215" cy="29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赖曼系</a:t>
              </a:r>
              <a:endParaRPr lang="zh-CN" altLang="en-US" sz="3600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497138" y="3811588"/>
            <a:ext cx="354012" cy="2335212"/>
            <a:chOff x="3933" y="6003"/>
            <a:chExt cx="558" cy="3677"/>
          </a:xfrm>
        </p:grpSpPr>
        <p:sp>
          <p:nvSpPr>
            <p:cNvPr id="87218" name="Line 214"/>
            <p:cNvSpPr/>
            <p:nvPr/>
          </p:nvSpPr>
          <p:spPr>
            <a:xfrm flipV="1">
              <a:off x="3933" y="6038"/>
              <a:ext cx="1" cy="35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87219" name="Line 136"/>
            <p:cNvSpPr/>
            <p:nvPr/>
          </p:nvSpPr>
          <p:spPr>
            <a:xfrm flipH="1">
              <a:off x="4483" y="7240"/>
              <a:ext cx="8" cy="243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87220" name="Line 131"/>
            <p:cNvSpPr/>
            <p:nvPr/>
          </p:nvSpPr>
          <p:spPr>
            <a:xfrm flipH="1">
              <a:off x="4272" y="6003"/>
              <a:ext cx="1" cy="12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6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6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151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127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7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88066" name="Rectangle 5" descr="羊皮纸"/>
          <p:cNvSpPr/>
          <p:nvPr/>
        </p:nvSpPr>
        <p:spPr>
          <a:xfrm>
            <a:off x="0" y="6334125"/>
            <a:ext cx="9144000" cy="515938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7" name="Rectangle 6" descr="羊皮纸"/>
          <p:cNvSpPr/>
          <p:nvPr/>
        </p:nvSpPr>
        <p:spPr>
          <a:xfrm>
            <a:off x="0" y="0"/>
            <a:ext cx="9144000" cy="47942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8" name="Rectangle 8" descr="羊皮纸"/>
          <p:cNvSpPr/>
          <p:nvPr/>
        </p:nvSpPr>
        <p:spPr>
          <a:xfrm flipH="1">
            <a:off x="4432300" y="0"/>
            <a:ext cx="122238" cy="68580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8069" name="Group 397"/>
          <p:cNvGrpSpPr/>
          <p:nvPr/>
        </p:nvGrpSpPr>
        <p:grpSpPr>
          <a:xfrm>
            <a:off x="282575" y="496888"/>
            <a:ext cx="793750" cy="442912"/>
            <a:chOff x="396" y="441"/>
            <a:chExt cx="619" cy="368"/>
          </a:xfrm>
        </p:grpSpPr>
        <p:sp>
          <p:nvSpPr>
            <p:cNvPr id="88070" name="Oval 398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071" name="WordArt 399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例4</a:t>
              </a:r>
            </a:p>
          </p:txBody>
        </p:sp>
      </p:grpSp>
      <p:grpSp>
        <p:nvGrpSpPr>
          <p:cNvPr id="88072" name="Group 402"/>
          <p:cNvGrpSpPr/>
          <p:nvPr/>
        </p:nvGrpSpPr>
        <p:grpSpPr>
          <a:xfrm>
            <a:off x="746125" y="1116013"/>
            <a:ext cx="3217863" cy="1689100"/>
            <a:chOff x="626" y="651"/>
            <a:chExt cx="2027" cy="1064"/>
          </a:xfrm>
        </p:grpSpPr>
        <p:grpSp>
          <p:nvGrpSpPr>
            <p:cNvPr id="88073" name="Group 401"/>
            <p:cNvGrpSpPr/>
            <p:nvPr/>
          </p:nvGrpSpPr>
          <p:grpSpPr>
            <a:xfrm>
              <a:off x="649" y="1323"/>
              <a:ext cx="301" cy="392"/>
              <a:chOff x="666" y="1569"/>
              <a:chExt cx="301" cy="392"/>
            </a:xfrm>
          </p:grpSpPr>
          <p:sp>
            <p:nvSpPr>
              <p:cNvPr id="88074" name="WordArt 108"/>
              <p:cNvSpPr>
                <a:spLocks noTextEdit="1"/>
              </p:cNvSpPr>
              <p:nvPr/>
            </p:nvSpPr>
            <p:spPr>
              <a:xfrm>
                <a:off x="877" y="1888"/>
                <a:ext cx="56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88075" name="Line 109"/>
              <p:cNvSpPr/>
              <p:nvPr/>
            </p:nvSpPr>
            <p:spPr>
              <a:xfrm>
                <a:off x="666" y="1744"/>
                <a:ext cx="30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076" name="WordArt 110"/>
              <p:cNvSpPr>
                <a:spLocks noTextEdit="1"/>
              </p:cNvSpPr>
              <p:nvPr/>
            </p:nvSpPr>
            <p:spPr>
              <a:xfrm>
                <a:off x="748" y="1798"/>
                <a:ext cx="108" cy="1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28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88077" name="WordArt 111"/>
              <p:cNvSpPr>
                <a:spLocks noTextEdit="1"/>
              </p:cNvSpPr>
              <p:nvPr/>
            </p:nvSpPr>
            <p:spPr>
              <a:xfrm>
                <a:off x="768" y="1569"/>
                <a:ext cx="121" cy="1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88078" name="WordArt 115"/>
              <p:cNvSpPr>
                <a:spLocks noTextEdit="1"/>
              </p:cNvSpPr>
              <p:nvPr/>
            </p:nvSpPr>
            <p:spPr>
              <a:xfrm>
                <a:off x="899" y="1616"/>
                <a:ext cx="31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88079" name="WordArt 60"/>
            <p:cNvSpPr>
              <a:spLocks noTextEdit="1"/>
            </p:cNvSpPr>
            <p:nvPr/>
          </p:nvSpPr>
          <p:spPr>
            <a:xfrm>
              <a:off x="626" y="651"/>
              <a:ext cx="2001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氢原子中的电子在</a:t>
              </a:r>
            </a:p>
          </p:txBody>
        </p:sp>
        <p:sp>
          <p:nvSpPr>
            <p:cNvPr id="88080" name="WordArt 69"/>
            <p:cNvSpPr>
              <a:spLocks noTextEdit="1"/>
            </p:cNvSpPr>
            <p:nvPr/>
          </p:nvSpPr>
          <p:spPr>
            <a:xfrm>
              <a:off x="630" y="877"/>
              <a:ext cx="1990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第一和第三轨道运</a:t>
              </a:r>
            </a:p>
          </p:txBody>
        </p:sp>
        <p:sp>
          <p:nvSpPr>
            <p:cNvPr id="88081" name="WordArt 71"/>
            <p:cNvSpPr>
              <a:spLocks noTextEdit="1"/>
            </p:cNvSpPr>
            <p:nvPr/>
          </p:nvSpPr>
          <p:spPr>
            <a:xfrm>
              <a:off x="1101" y="1424"/>
              <a:ext cx="758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是多少？</a:t>
              </a:r>
            </a:p>
          </p:txBody>
        </p:sp>
        <p:sp>
          <p:nvSpPr>
            <p:cNvPr id="88082" name="WordArt 400"/>
            <p:cNvSpPr>
              <a:spLocks noTextEdit="1"/>
            </p:cNvSpPr>
            <p:nvPr/>
          </p:nvSpPr>
          <p:spPr>
            <a:xfrm>
              <a:off x="663" y="1118"/>
              <a:ext cx="1990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动时，速度大小之比</a:t>
              </a:r>
            </a:p>
          </p:txBody>
        </p:sp>
      </p:grpSp>
      <p:grpSp>
        <p:nvGrpSpPr>
          <p:cNvPr id="5" name="Group 463"/>
          <p:cNvGrpSpPr/>
          <p:nvPr/>
        </p:nvGrpSpPr>
        <p:grpSpPr>
          <a:xfrm>
            <a:off x="4810125" y="719138"/>
            <a:ext cx="3516313" cy="1317625"/>
            <a:chOff x="3030" y="453"/>
            <a:chExt cx="2215" cy="830"/>
          </a:xfrm>
        </p:grpSpPr>
        <p:sp>
          <p:nvSpPr>
            <p:cNvPr id="88084" name="WordArt 403"/>
            <p:cNvSpPr>
              <a:spLocks noTextEdit="1"/>
            </p:cNvSpPr>
            <p:nvPr/>
          </p:nvSpPr>
          <p:spPr>
            <a:xfrm>
              <a:off x="3031" y="453"/>
              <a:ext cx="423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解：</a:t>
              </a:r>
            </a:p>
          </p:txBody>
        </p:sp>
        <p:graphicFrame>
          <p:nvGraphicFramePr>
            <p:cNvPr id="88085" name="Object 404"/>
            <p:cNvGraphicFramePr>
              <a:graphicFrameLocks noChangeAspect="1"/>
            </p:cNvGraphicFramePr>
            <p:nvPr/>
          </p:nvGraphicFramePr>
          <p:xfrm>
            <a:off x="3988" y="698"/>
            <a:ext cx="1257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748665" imgH="393700" progId="Equation.3">
                    <p:embed/>
                  </p:oleObj>
                </mc:Choice>
                <mc:Fallback>
                  <p:oleObj r:id="rId4" imgW="748665" imgH="3937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88" y="698"/>
                          <a:ext cx="1257" cy="5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086" name="WordArt 405"/>
            <p:cNvSpPr>
              <a:spLocks noTextEdit="1"/>
            </p:cNvSpPr>
            <p:nvPr/>
          </p:nvSpPr>
          <p:spPr>
            <a:xfrm>
              <a:off x="3030" y="902"/>
              <a:ext cx="964" cy="20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由角动量量子化</a:t>
              </a:r>
            </a:p>
          </p:txBody>
        </p:sp>
      </p:grpSp>
      <p:grpSp>
        <p:nvGrpSpPr>
          <p:cNvPr id="6" name="Group 464"/>
          <p:cNvGrpSpPr/>
          <p:nvPr/>
        </p:nvGrpSpPr>
        <p:grpSpPr>
          <a:xfrm>
            <a:off x="5573713" y="2035175"/>
            <a:ext cx="1846262" cy="1662113"/>
            <a:chOff x="3511" y="1282"/>
            <a:chExt cx="1163" cy="1047"/>
          </a:xfrm>
        </p:grpSpPr>
        <p:graphicFrame>
          <p:nvGraphicFramePr>
            <p:cNvPr id="88088" name="Object 406"/>
            <p:cNvGraphicFramePr>
              <a:graphicFrameLocks noChangeAspect="1"/>
            </p:cNvGraphicFramePr>
            <p:nvPr/>
          </p:nvGraphicFramePr>
          <p:xfrm>
            <a:off x="3531" y="1282"/>
            <a:ext cx="1143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711200" imgH="393700" progId="Equation.3">
                    <p:embed/>
                  </p:oleObj>
                </mc:Choice>
                <mc:Fallback>
                  <p:oleObj r:id="rId6" imgW="711200" imgH="3937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531" y="1282"/>
                          <a:ext cx="1143" cy="5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89" name="Object 407"/>
            <p:cNvGraphicFramePr>
              <a:graphicFrameLocks noChangeAspect="1"/>
            </p:cNvGraphicFramePr>
            <p:nvPr/>
          </p:nvGraphicFramePr>
          <p:xfrm>
            <a:off x="3511" y="1837"/>
            <a:ext cx="1146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812165" imgH="393700" progId="Equation.3">
                    <p:embed/>
                  </p:oleObj>
                </mc:Choice>
                <mc:Fallback>
                  <p:oleObj r:id="rId8" imgW="812165" imgH="39370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511" y="1837"/>
                          <a:ext cx="1146" cy="4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090" name="Group 462"/>
          <p:cNvGrpSpPr/>
          <p:nvPr/>
        </p:nvGrpSpPr>
        <p:grpSpPr>
          <a:xfrm>
            <a:off x="619125" y="3100388"/>
            <a:ext cx="3292475" cy="3140075"/>
            <a:chOff x="390" y="1953"/>
            <a:chExt cx="2074" cy="1978"/>
          </a:xfrm>
        </p:grpSpPr>
        <p:grpSp>
          <p:nvGrpSpPr>
            <p:cNvPr id="88091" name="Group 410"/>
            <p:cNvGrpSpPr/>
            <p:nvPr/>
          </p:nvGrpSpPr>
          <p:grpSpPr>
            <a:xfrm>
              <a:off x="858" y="2263"/>
              <a:ext cx="1191" cy="1196"/>
              <a:chOff x="3435" y="573"/>
              <a:chExt cx="1667" cy="1806"/>
            </a:xfrm>
          </p:grpSpPr>
          <p:grpSp>
            <p:nvGrpSpPr>
              <p:cNvPr id="88092" name="Group 411"/>
              <p:cNvGrpSpPr/>
              <p:nvPr/>
            </p:nvGrpSpPr>
            <p:grpSpPr>
              <a:xfrm>
                <a:off x="4164" y="1469"/>
                <a:ext cx="188" cy="183"/>
                <a:chOff x="3452" y="2227"/>
                <a:chExt cx="188" cy="183"/>
              </a:xfrm>
            </p:grpSpPr>
            <p:sp>
              <p:nvSpPr>
                <p:cNvPr id="88093" name="Oval 412"/>
                <p:cNvSpPr/>
                <p:nvPr/>
              </p:nvSpPr>
              <p:spPr>
                <a:xfrm>
                  <a:off x="3452" y="2227"/>
                  <a:ext cx="188" cy="18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0A0A0"/>
                    </a:gs>
                    <a:gs pos="100000">
                      <a:schemeClr val="tx1"/>
                    </a:gs>
                  </a:gsLst>
                  <a:path path="rect">
                    <a:fillToRect r="100000" b="100000"/>
                  </a:path>
                  <a:tileRect/>
                </a:gradFill>
                <a:ln w="28575" cap="flat" cmpd="sng">
                  <a:solidFill>
                    <a:srgbClr val="B2B2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094" name="WordArt 413"/>
                <p:cNvSpPr>
                  <a:spLocks noTextEdit="1"/>
                </p:cNvSpPr>
                <p:nvPr/>
              </p:nvSpPr>
              <p:spPr>
                <a:xfrm>
                  <a:off x="3483" y="2258"/>
                  <a:ext cx="118" cy="11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FFFF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</a:p>
              </p:txBody>
            </p:sp>
          </p:grpSp>
          <p:sp>
            <p:nvSpPr>
              <p:cNvPr id="88095" name="Oval 414"/>
              <p:cNvSpPr/>
              <p:nvPr/>
            </p:nvSpPr>
            <p:spPr>
              <a:xfrm>
                <a:off x="3435" y="741"/>
                <a:ext cx="1614" cy="163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8096" name="Group 415"/>
              <p:cNvGrpSpPr/>
              <p:nvPr/>
            </p:nvGrpSpPr>
            <p:grpSpPr>
              <a:xfrm>
                <a:off x="4573" y="801"/>
                <a:ext cx="70" cy="71"/>
                <a:chOff x="1804" y="1778"/>
                <a:chExt cx="47" cy="48"/>
              </a:xfrm>
            </p:grpSpPr>
            <p:sp>
              <p:nvSpPr>
                <p:cNvPr id="88097" name="Oval 416"/>
                <p:cNvSpPr/>
                <p:nvPr/>
              </p:nvSpPr>
              <p:spPr>
                <a:xfrm>
                  <a:off x="1804" y="1778"/>
                  <a:ext cx="47" cy="48"/>
                </a:xfrm>
                <a:prstGeom prst="ellipse">
                  <a:avLst/>
                </a:prstGeom>
                <a:solidFill>
                  <a:srgbClr val="969696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098" name="Line 417"/>
                <p:cNvSpPr/>
                <p:nvPr/>
              </p:nvSpPr>
              <p:spPr>
                <a:xfrm>
                  <a:off x="1812" y="1802"/>
                  <a:ext cx="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8099" name="Line 418"/>
              <p:cNvSpPr/>
              <p:nvPr/>
            </p:nvSpPr>
            <p:spPr>
              <a:xfrm flipV="1">
                <a:off x="4303" y="857"/>
                <a:ext cx="296" cy="6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100" name="Line 419"/>
              <p:cNvSpPr/>
              <p:nvPr/>
            </p:nvSpPr>
            <p:spPr>
              <a:xfrm flipH="1" flipV="1">
                <a:off x="4250" y="682"/>
                <a:ext cx="326" cy="13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  <p:sp>
            <p:nvSpPr>
              <p:cNvPr id="88101" name="WordArt 420"/>
              <p:cNvSpPr>
                <a:spLocks noTextEdit="1"/>
              </p:cNvSpPr>
              <p:nvPr/>
            </p:nvSpPr>
            <p:spPr>
              <a:xfrm>
                <a:off x="4693" y="746"/>
                <a:ext cx="128" cy="12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8102" name="WordArt 421"/>
              <p:cNvSpPr>
                <a:spLocks noTextEdit="1"/>
              </p:cNvSpPr>
              <p:nvPr/>
            </p:nvSpPr>
            <p:spPr>
              <a:xfrm>
                <a:off x="4874" y="828"/>
                <a:ext cx="28" cy="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88103" name="Line 422"/>
              <p:cNvSpPr/>
              <p:nvPr/>
            </p:nvSpPr>
            <p:spPr>
              <a:xfrm flipH="1">
                <a:off x="4379" y="1204"/>
                <a:ext cx="6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  <p:sp>
            <p:nvSpPr>
              <p:cNvPr id="88104" name="WordArt 423"/>
              <p:cNvSpPr>
                <a:spLocks noTextEdit="1"/>
              </p:cNvSpPr>
              <p:nvPr/>
            </p:nvSpPr>
            <p:spPr>
              <a:xfrm>
                <a:off x="4516" y="1196"/>
                <a:ext cx="183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2000" b="1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88105" name="WordArt 424"/>
              <p:cNvSpPr>
                <a:spLocks noTextEdit="1"/>
              </p:cNvSpPr>
              <p:nvPr/>
            </p:nvSpPr>
            <p:spPr>
              <a:xfrm>
                <a:off x="4090" y="573"/>
                <a:ext cx="118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88106" name="WordArt 425"/>
              <p:cNvSpPr>
                <a:spLocks noTextEdit="1"/>
              </p:cNvSpPr>
              <p:nvPr/>
            </p:nvSpPr>
            <p:spPr>
              <a:xfrm>
                <a:off x="4927" y="734"/>
                <a:ext cx="175" cy="1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88107" name="WordArt 426"/>
              <p:cNvSpPr>
                <a:spLocks noTextEdit="1"/>
              </p:cNvSpPr>
              <p:nvPr/>
            </p:nvSpPr>
            <p:spPr>
              <a:xfrm>
                <a:off x="4264" y="982"/>
                <a:ext cx="185" cy="1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r</a:t>
                </a:r>
              </a:p>
            </p:txBody>
          </p:sp>
        </p:grpSp>
        <p:grpSp>
          <p:nvGrpSpPr>
            <p:cNvPr id="88108" name="Group 431"/>
            <p:cNvGrpSpPr/>
            <p:nvPr/>
          </p:nvGrpSpPr>
          <p:grpSpPr>
            <a:xfrm>
              <a:off x="1485" y="2968"/>
              <a:ext cx="96" cy="98"/>
              <a:chOff x="2896" y="2495"/>
              <a:chExt cx="254" cy="177"/>
            </a:xfrm>
          </p:grpSpPr>
          <p:sp>
            <p:nvSpPr>
              <p:cNvPr id="88109" name="WordArt 432"/>
              <p:cNvSpPr>
                <a:spLocks noTextEdit="1"/>
              </p:cNvSpPr>
              <p:nvPr/>
            </p:nvSpPr>
            <p:spPr>
              <a:xfrm>
                <a:off x="3085" y="2579"/>
                <a:ext cx="65" cy="9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A5002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88110" name="WordArt 433"/>
              <p:cNvSpPr>
                <a:spLocks noTextEdit="1"/>
              </p:cNvSpPr>
              <p:nvPr/>
            </p:nvSpPr>
            <p:spPr>
              <a:xfrm>
                <a:off x="2896" y="2495"/>
                <a:ext cx="152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A5002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88111" name="Group 434"/>
            <p:cNvGrpSpPr/>
            <p:nvPr/>
          </p:nvGrpSpPr>
          <p:grpSpPr>
            <a:xfrm>
              <a:off x="1364" y="2850"/>
              <a:ext cx="135" cy="122"/>
              <a:chOff x="3452" y="2227"/>
              <a:chExt cx="188" cy="183"/>
            </a:xfrm>
          </p:grpSpPr>
          <p:sp>
            <p:nvSpPr>
              <p:cNvPr id="88112" name="Oval 435"/>
              <p:cNvSpPr/>
              <p:nvPr/>
            </p:nvSpPr>
            <p:spPr>
              <a:xfrm>
                <a:off x="3452" y="2227"/>
                <a:ext cx="188" cy="183"/>
              </a:xfrm>
              <a:prstGeom prst="ellipse">
                <a:avLst/>
              </a:prstGeom>
              <a:gradFill rotWithShape="0">
                <a:gsLst>
                  <a:gs pos="0">
                    <a:srgbClr val="A0A0A0"/>
                  </a:gs>
                  <a:gs pos="100000">
                    <a:schemeClr val="tx1"/>
                  </a:gs>
                </a:gsLst>
                <a:path path="rect">
                  <a:fillToRect r="100000" b="100000"/>
                </a:path>
                <a:tileRect/>
              </a:gradFill>
              <a:ln w="285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8113" name="WordArt 436"/>
              <p:cNvSpPr>
                <a:spLocks noTextEdit="1"/>
              </p:cNvSpPr>
              <p:nvPr/>
            </p:nvSpPr>
            <p:spPr>
              <a:xfrm>
                <a:off x="3483" y="2258"/>
                <a:ext cx="118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+</a:t>
                </a:r>
              </a:p>
            </p:txBody>
          </p:sp>
        </p:grpSp>
        <p:sp>
          <p:nvSpPr>
            <p:cNvPr id="88114" name="Oval 437"/>
            <p:cNvSpPr/>
            <p:nvPr/>
          </p:nvSpPr>
          <p:spPr>
            <a:xfrm>
              <a:off x="1274" y="2762"/>
              <a:ext cx="315" cy="30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8115" name="Group 438"/>
            <p:cNvGrpSpPr/>
            <p:nvPr/>
          </p:nvGrpSpPr>
          <p:grpSpPr>
            <a:xfrm>
              <a:off x="850" y="2374"/>
              <a:ext cx="1155" cy="1086"/>
              <a:chOff x="573" y="1486"/>
              <a:chExt cx="1457" cy="1448"/>
            </a:xfrm>
          </p:grpSpPr>
          <p:grpSp>
            <p:nvGrpSpPr>
              <p:cNvPr id="88116" name="Group 439"/>
              <p:cNvGrpSpPr/>
              <p:nvPr/>
            </p:nvGrpSpPr>
            <p:grpSpPr>
              <a:xfrm>
                <a:off x="573" y="1486"/>
                <a:ext cx="1457" cy="1448"/>
                <a:chOff x="573" y="1486"/>
                <a:chExt cx="1457" cy="1448"/>
              </a:xfrm>
            </p:grpSpPr>
            <p:grpSp>
              <p:nvGrpSpPr>
                <p:cNvPr id="88117" name="Group 440"/>
                <p:cNvGrpSpPr/>
                <p:nvPr/>
              </p:nvGrpSpPr>
              <p:grpSpPr>
                <a:xfrm>
                  <a:off x="1749" y="1905"/>
                  <a:ext cx="281" cy="133"/>
                  <a:chOff x="3609" y="3831"/>
                  <a:chExt cx="347" cy="170"/>
                </a:xfrm>
              </p:grpSpPr>
              <p:sp>
                <p:nvSpPr>
                  <p:cNvPr id="88118" name="WordArt 441"/>
                  <p:cNvSpPr>
                    <a:spLocks noTextEdit="1"/>
                  </p:cNvSpPr>
                  <p:nvPr/>
                </p:nvSpPr>
                <p:spPr>
                  <a:xfrm>
                    <a:off x="3609" y="3831"/>
                    <a:ext cx="106" cy="15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4</a:t>
                    </a:r>
                  </a:p>
                </p:txBody>
              </p:sp>
              <p:grpSp>
                <p:nvGrpSpPr>
                  <p:cNvPr id="88119" name="Group 442"/>
                  <p:cNvGrpSpPr/>
                  <p:nvPr/>
                </p:nvGrpSpPr>
                <p:grpSpPr>
                  <a:xfrm>
                    <a:off x="3740" y="3832"/>
                    <a:ext cx="216" cy="169"/>
                    <a:chOff x="2896" y="2495"/>
                    <a:chExt cx="254" cy="177"/>
                  </a:xfrm>
                </p:grpSpPr>
                <p:sp>
                  <p:nvSpPr>
                    <p:cNvPr id="88120" name="WordArt 443"/>
                    <p:cNvSpPr>
                      <a:spLocks noTextEdit="1"/>
                    </p:cNvSpPr>
                    <p:nvPr/>
                  </p:nvSpPr>
                  <p:spPr>
                    <a:xfrm>
                      <a:off x="3085" y="2579"/>
                      <a:ext cx="65" cy="9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rgbClr val="A5002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A5002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p:txBody>
                </p:sp>
                <p:sp>
                  <p:nvSpPr>
                    <p:cNvPr id="88121" name="WordArt 444"/>
                    <p:cNvSpPr>
                      <a:spLocks noTextEdit="1"/>
                    </p:cNvSpPr>
                    <p:nvPr/>
                  </p:nvSpPr>
                  <p:spPr>
                    <a:xfrm>
                      <a:off x="2896" y="2495"/>
                      <a:ext cx="152" cy="160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rgbClr val="A5002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</p:grpSp>
            <p:sp>
              <p:nvSpPr>
                <p:cNvPr id="88122" name="Oval 445"/>
                <p:cNvSpPr/>
                <p:nvPr/>
              </p:nvSpPr>
              <p:spPr>
                <a:xfrm>
                  <a:off x="573" y="1486"/>
                  <a:ext cx="1455" cy="14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8123" name="Group 446"/>
              <p:cNvGrpSpPr/>
              <p:nvPr/>
            </p:nvGrpSpPr>
            <p:grpSpPr>
              <a:xfrm>
                <a:off x="1510" y="1503"/>
                <a:ext cx="63" cy="63"/>
                <a:chOff x="1804" y="1778"/>
                <a:chExt cx="47" cy="48"/>
              </a:xfrm>
            </p:grpSpPr>
            <p:sp>
              <p:nvSpPr>
                <p:cNvPr id="88124" name="Oval 447"/>
                <p:cNvSpPr/>
                <p:nvPr/>
              </p:nvSpPr>
              <p:spPr>
                <a:xfrm>
                  <a:off x="1804" y="1778"/>
                  <a:ext cx="47" cy="48"/>
                </a:xfrm>
                <a:prstGeom prst="ellipse">
                  <a:avLst/>
                </a:prstGeom>
                <a:solidFill>
                  <a:srgbClr val="969696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125" name="Line 448"/>
                <p:cNvSpPr/>
                <p:nvPr/>
              </p:nvSpPr>
              <p:spPr>
                <a:xfrm>
                  <a:off x="1812" y="1802"/>
                  <a:ext cx="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88126" name="Group 450"/>
            <p:cNvGrpSpPr/>
            <p:nvPr/>
          </p:nvGrpSpPr>
          <p:grpSpPr>
            <a:xfrm>
              <a:off x="2107" y="2416"/>
              <a:ext cx="233" cy="105"/>
              <a:chOff x="4152" y="3837"/>
              <a:chExt cx="332" cy="169"/>
            </a:xfrm>
          </p:grpSpPr>
          <p:sp>
            <p:nvSpPr>
              <p:cNvPr id="88127" name="WordArt 451"/>
              <p:cNvSpPr>
                <a:spLocks noTextEdit="1"/>
              </p:cNvSpPr>
              <p:nvPr/>
            </p:nvSpPr>
            <p:spPr>
              <a:xfrm>
                <a:off x="4152" y="3840"/>
                <a:ext cx="84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9</a:t>
                </a:r>
              </a:p>
            </p:txBody>
          </p:sp>
          <p:grpSp>
            <p:nvGrpSpPr>
              <p:cNvPr id="88128" name="Group 452"/>
              <p:cNvGrpSpPr/>
              <p:nvPr/>
            </p:nvGrpSpPr>
            <p:grpSpPr>
              <a:xfrm>
                <a:off x="4268" y="3837"/>
                <a:ext cx="216" cy="169"/>
                <a:chOff x="2896" y="2495"/>
                <a:chExt cx="254" cy="177"/>
              </a:xfrm>
            </p:grpSpPr>
            <p:sp>
              <p:nvSpPr>
                <p:cNvPr id="88129" name="WordArt 453"/>
                <p:cNvSpPr>
                  <a:spLocks noTextEdit="1"/>
                </p:cNvSpPr>
                <p:nvPr/>
              </p:nvSpPr>
              <p:spPr>
                <a:xfrm>
                  <a:off x="3085" y="2579"/>
                  <a:ext cx="65" cy="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A5002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A5002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88130" name="WordArt 454"/>
                <p:cNvSpPr>
                  <a:spLocks noTextEdit="1"/>
                </p:cNvSpPr>
                <p:nvPr/>
              </p:nvSpPr>
              <p:spPr>
                <a:xfrm>
                  <a:off x="2896" y="2495"/>
                  <a:ext cx="152" cy="16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A5002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A5002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</p:grpSp>
        <p:sp>
          <p:nvSpPr>
            <p:cNvPr id="88131" name="Oval 455"/>
            <p:cNvSpPr/>
            <p:nvPr/>
          </p:nvSpPr>
          <p:spPr>
            <a:xfrm>
              <a:off x="390" y="1953"/>
              <a:ext cx="2074" cy="197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Group 465"/>
          <p:cNvGrpSpPr/>
          <p:nvPr/>
        </p:nvGrpSpPr>
        <p:grpSpPr>
          <a:xfrm>
            <a:off x="5364163" y="3775075"/>
            <a:ext cx="2073275" cy="1571625"/>
            <a:chOff x="3379" y="2378"/>
            <a:chExt cx="1306" cy="990"/>
          </a:xfrm>
        </p:grpSpPr>
        <p:graphicFrame>
          <p:nvGraphicFramePr>
            <p:cNvPr id="88133" name="Object 408"/>
            <p:cNvGraphicFramePr>
              <a:graphicFrameLocks noChangeAspect="1"/>
            </p:cNvGraphicFramePr>
            <p:nvPr/>
          </p:nvGraphicFramePr>
          <p:xfrm>
            <a:off x="3457" y="2378"/>
            <a:ext cx="1164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748665" imgH="393700" progId="Equation.3">
                    <p:embed/>
                  </p:oleObj>
                </mc:Choice>
                <mc:Fallback>
                  <p:oleObj r:id="rId10" imgW="748665" imgH="3937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457" y="2378"/>
                          <a:ext cx="1164" cy="4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134" name="Object 459"/>
            <p:cNvGraphicFramePr>
              <a:graphicFrameLocks noChangeAspect="1"/>
            </p:cNvGraphicFramePr>
            <p:nvPr/>
          </p:nvGraphicFramePr>
          <p:xfrm>
            <a:off x="3379" y="2850"/>
            <a:ext cx="1306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002665" imgH="393700" progId="Equation.3">
                    <p:embed/>
                  </p:oleObj>
                </mc:Choice>
                <mc:Fallback>
                  <p:oleObj r:id="rId12" imgW="1002665" imgH="393700" progId="Equation.3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379" y="2850"/>
                          <a:ext cx="1306" cy="5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1580" name="Object 460"/>
          <p:cNvGraphicFramePr>
            <a:graphicFrameLocks noChangeAspect="1"/>
          </p:cNvGraphicFramePr>
          <p:nvPr/>
        </p:nvGraphicFramePr>
        <p:xfrm>
          <a:off x="5578475" y="5411788"/>
          <a:ext cx="87788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08000" imgH="431800" progId="Equation.3">
                  <p:embed/>
                </p:oleObj>
              </mc:Choice>
              <mc:Fallback>
                <p:oleObj r:id="rId14" imgW="508000" imgH="4318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78475" y="5411788"/>
                        <a:ext cx="877888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581" name="Object 461"/>
          <p:cNvGraphicFramePr>
            <a:graphicFrameLocks noChangeAspect="1"/>
          </p:cNvGraphicFramePr>
          <p:nvPr/>
        </p:nvGraphicFramePr>
        <p:xfrm>
          <a:off x="6916738" y="5443538"/>
          <a:ext cx="7239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19100" imgH="431800" progId="Equation.3">
                  <p:embed/>
                </p:oleObj>
              </mc:Choice>
              <mc:Fallback>
                <p:oleObj r:id="rId16" imgW="419100" imgH="4318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916738" y="5443538"/>
                        <a:ext cx="723900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587" name="AutoShape 467"/>
          <p:cNvSpPr/>
          <p:nvPr/>
        </p:nvSpPr>
        <p:spPr>
          <a:xfrm>
            <a:off x="5224463" y="2322513"/>
            <a:ext cx="146050" cy="1073150"/>
          </a:xfrm>
          <a:prstGeom prst="leftBrace">
            <a:avLst>
              <a:gd name="adj1" fmla="val 6068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1588" name="AutoShape 468"/>
          <p:cNvSpPr/>
          <p:nvPr/>
        </p:nvSpPr>
        <p:spPr>
          <a:xfrm>
            <a:off x="5121275" y="4048125"/>
            <a:ext cx="146050" cy="1073150"/>
          </a:xfrm>
          <a:prstGeom prst="leftBrace">
            <a:avLst>
              <a:gd name="adj1" fmla="val 6068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6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587" grpId="0" bldLvl="0" animBg="1"/>
      <p:bldP spid="261588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181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159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89090" name="Rectangle 5" descr="羊皮纸"/>
          <p:cNvSpPr/>
          <p:nvPr/>
        </p:nvSpPr>
        <p:spPr>
          <a:xfrm>
            <a:off x="0" y="0"/>
            <a:ext cx="9144000" cy="18891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091" name="Rectangle 6" descr="羊皮纸"/>
          <p:cNvSpPr/>
          <p:nvPr/>
        </p:nvSpPr>
        <p:spPr>
          <a:xfrm>
            <a:off x="0" y="6669088"/>
            <a:ext cx="9144000" cy="188912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08"/>
          <p:cNvGrpSpPr/>
          <p:nvPr/>
        </p:nvGrpSpPr>
        <p:grpSpPr>
          <a:xfrm>
            <a:off x="0" y="379413"/>
            <a:ext cx="4598988" cy="2411412"/>
            <a:chOff x="0" y="239"/>
            <a:chExt cx="2897" cy="1519"/>
          </a:xfrm>
        </p:grpSpPr>
        <p:sp>
          <p:nvSpPr>
            <p:cNvPr id="89093" name="WordArt 57"/>
            <p:cNvSpPr>
              <a:spLocks noTextEdit="1"/>
            </p:cNvSpPr>
            <p:nvPr/>
          </p:nvSpPr>
          <p:spPr>
            <a:xfrm>
              <a:off x="1428" y="239"/>
              <a:ext cx="560" cy="15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已知</a:t>
              </a:r>
            </a:p>
          </p:txBody>
        </p:sp>
        <p:sp>
          <p:nvSpPr>
            <p:cNvPr id="89094" name="WordArt 58"/>
            <p:cNvSpPr>
              <a:spLocks noTextEdit="1"/>
            </p:cNvSpPr>
            <p:nvPr/>
          </p:nvSpPr>
          <p:spPr>
            <a:xfrm>
              <a:off x="792" y="486"/>
              <a:ext cx="1915" cy="17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巴耳末系一谱线频率为</a:t>
              </a:r>
            </a:p>
          </p:txBody>
        </p:sp>
        <p:grpSp>
          <p:nvGrpSpPr>
            <p:cNvPr id="89095" name="Group 206"/>
            <p:cNvGrpSpPr/>
            <p:nvPr/>
          </p:nvGrpSpPr>
          <p:grpSpPr>
            <a:xfrm>
              <a:off x="940" y="755"/>
              <a:ext cx="1372" cy="230"/>
              <a:chOff x="784" y="796"/>
              <a:chExt cx="1372" cy="230"/>
            </a:xfrm>
          </p:grpSpPr>
          <p:sp>
            <p:nvSpPr>
              <p:cNvPr id="89096" name="WordArt 59"/>
              <p:cNvSpPr>
                <a:spLocks noTextEdit="1"/>
              </p:cNvSpPr>
              <p:nvPr/>
            </p:nvSpPr>
            <p:spPr>
              <a:xfrm>
                <a:off x="784" y="849"/>
                <a:ext cx="131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</a:p>
            </p:txBody>
          </p:sp>
          <p:grpSp>
            <p:nvGrpSpPr>
              <p:cNvPr id="89097" name="Group 60"/>
              <p:cNvGrpSpPr/>
              <p:nvPr/>
            </p:nvGrpSpPr>
            <p:grpSpPr>
              <a:xfrm>
                <a:off x="957" y="911"/>
                <a:ext cx="170" cy="55"/>
                <a:chOff x="1260" y="2371"/>
                <a:chExt cx="151" cy="53"/>
              </a:xfrm>
            </p:grpSpPr>
            <p:sp>
              <p:nvSpPr>
                <p:cNvPr id="89098" name="Line 61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099" name="Line 62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89100" name="Group 63"/>
              <p:cNvGrpSpPr/>
              <p:nvPr/>
            </p:nvGrpSpPr>
            <p:grpSpPr>
              <a:xfrm>
                <a:off x="1197" y="796"/>
                <a:ext cx="696" cy="215"/>
                <a:chOff x="1257" y="796"/>
                <a:chExt cx="731" cy="215"/>
              </a:xfrm>
            </p:grpSpPr>
            <p:sp>
              <p:nvSpPr>
                <p:cNvPr id="89101" name="WordArt 64"/>
                <p:cNvSpPr>
                  <a:spLocks noTextEdit="1"/>
                </p:cNvSpPr>
                <p:nvPr/>
              </p:nvSpPr>
              <p:spPr>
                <a:xfrm>
                  <a:off x="1257" y="867"/>
                  <a:ext cx="307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6.15</a:t>
                  </a:r>
                </a:p>
              </p:txBody>
            </p:sp>
            <p:grpSp>
              <p:nvGrpSpPr>
                <p:cNvPr id="89102" name="Group 65"/>
                <p:cNvGrpSpPr/>
                <p:nvPr/>
              </p:nvGrpSpPr>
              <p:grpSpPr>
                <a:xfrm>
                  <a:off x="1621" y="878"/>
                  <a:ext cx="80" cy="94"/>
                  <a:chOff x="1781" y="2282"/>
                  <a:chExt cx="577" cy="577"/>
                </a:xfrm>
              </p:grpSpPr>
              <p:sp>
                <p:nvSpPr>
                  <p:cNvPr id="89103" name="Line 66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104" name="Line 67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89105" name="WordArt 68"/>
                <p:cNvSpPr>
                  <a:spLocks noTextEdit="1"/>
                </p:cNvSpPr>
                <p:nvPr/>
              </p:nvSpPr>
              <p:spPr>
                <a:xfrm>
                  <a:off x="1747" y="856"/>
                  <a:ext cx="123" cy="1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89106" name="WordArt 69"/>
                <p:cNvSpPr>
                  <a:spLocks noTextEdit="1"/>
                </p:cNvSpPr>
                <p:nvPr/>
              </p:nvSpPr>
              <p:spPr>
                <a:xfrm>
                  <a:off x="1880" y="796"/>
                  <a:ext cx="108" cy="7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14</a:t>
                  </a:r>
                </a:p>
              </p:txBody>
            </p:sp>
          </p:grpSp>
          <p:sp>
            <p:nvSpPr>
              <p:cNvPr id="89107" name="WordArt 70"/>
              <p:cNvSpPr>
                <a:spLocks noTextEdit="1"/>
              </p:cNvSpPr>
              <p:nvPr/>
            </p:nvSpPr>
            <p:spPr>
              <a:xfrm>
                <a:off x="1936" y="833"/>
                <a:ext cx="220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Hz</a:t>
                </a:r>
              </a:p>
            </p:txBody>
          </p:sp>
        </p:grpSp>
        <p:sp>
          <p:nvSpPr>
            <p:cNvPr id="89108" name="WordArt 71"/>
            <p:cNvSpPr>
              <a:spLocks noTextEdit="1"/>
            </p:cNvSpPr>
            <p:nvPr/>
          </p:nvSpPr>
          <p:spPr>
            <a:xfrm>
              <a:off x="1430" y="1098"/>
              <a:ext cx="299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求</a:t>
              </a:r>
            </a:p>
          </p:txBody>
        </p:sp>
        <p:grpSp>
          <p:nvGrpSpPr>
            <p:cNvPr id="89109" name="Group 207"/>
            <p:cNvGrpSpPr/>
            <p:nvPr/>
          </p:nvGrpSpPr>
          <p:grpSpPr>
            <a:xfrm>
              <a:off x="490" y="1345"/>
              <a:ext cx="2051" cy="228"/>
              <a:chOff x="490" y="1345"/>
              <a:chExt cx="2051" cy="228"/>
            </a:xfrm>
          </p:grpSpPr>
          <p:sp>
            <p:nvSpPr>
              <p:cNvPr id="89110" name="WordArt 72"/>
              <p:cNvSpPr>
                <a:spLocks noTextEdit="1"/>
              </p:cNvSpPr>
              <p:nvPr/>
            </p:nvSpPr>
            <p:spPr>
              <a:xfrm>
                <a:off x="787" y="1358"/>
                <a:ext cx="165" cy="1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和</a:t>
                </a:r>
              </a:p>
            </p:txBody>
          </p:sp>
          <p:grpSp>
            <p:nvGrpSpPr>
              <p:cNvPr id="89111" name="Group 73"/>
              <p:cNvGrpSpPr/>
              <p:nvPr/>
            </p:nvGrpSpPr>
            <p:grpSpPr>
              <a:xfrm>
                <a:off x="490" y="1345"/>
                <a:ext cx="263" cy="208"/>
                <a:chOff x="438" y="1322"/>
                <a:chExt cx="276" cy="208"/>
              </a:xfrm>
            </p:grpSpPr>
            <p:sp>
              <p:nvSpPr>
                <p:cNvPr id="89112" name="WordArt 74"/>
                <p:cNvSpPr>
                  <a:spLocks noTextEdit="1"/>
                </p:cNvSpPr>
                <p:nvPr/>
              </p:nvSpPr>
              <p:spPr>
                <a:xfrm>
                  <a:off x="438" y="1322"/>
                  <a:ext cx="161" cy="15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89113" name="WordArt 75"/>
                <p:cNvSpPr>
                  <a:spLocks noTextEdit="1"/>
                </p:cNvSpPr>
                <p:nvPr/>
              </p:nvSpPr>
              <p:spPr>
                <a:xfrm>
                  <a:off x="599" y="1449"/>
                  <a:ext cx="115" cy="8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初</a:t>
                  </a:r>
                </a:p>
              </p:txBody>
            </p:sp>
          </p:grpSp>
          <p:grpSp>
            <p:nvGrpSpPr>
              <p:cNvPr id="89114" name="Group 76"/>
              <p:cNvGrpSpPr/>
              <p:nvPr/>
            </p:nvGrpSpPr>
            <p:grpSpPr>
              <a:xfrm>
                <a:off x="1026" y="1365"/>
                <a:ext cx="263" cy="208"/>
                <a:chOff x="1086" y="1472"/>
                <a:chExt cx="276" cy="208"/>
              </a:xfrm>
            </p:grpSpPr>
            <p:sp>
              <p:nvSpPr>
                <p:cNvPr id="89115" name="WordArt 77"/>
                <p:cNvSpPr>
                  <a:spLocks noTextEdit="1"/>
                </p:cNvSpPr>
                <p:nvPr/>
              </p:nvSpPr>
              <p:spPr>
                <a:xfrm>
                  <a:off x="1086" y="1472"/>
                  <a:ext cx="161" cy="15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89116" name="WordArt 78"/>
                <p:cNvSpPr>
                  <a:spLocks noTextEdit="1"/>
                </p:cNvSpPr>
                <p:nvPr/>
              </p:nvSpPr>
              <p:spPr>
                <a:xfrm>
                  <a:off x="1247" y="1599"/>
                  <a:ext cx="115" cy="8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末</a:t>
                  </a:r>
                </a:p>
              </p:txBody>
            </p:sp>
          </p:grpSp>
          <p:sp>
            <p:nvSpPr>
              <p:cNvPr id="89117" name="WordArt 79"/>
              <p:cNvSpPr>
                <a:spLocks noTextEdit="1"/>
              </p:cNvSpPr>
              <p:nvPr/>
            </p:nvSpPr>
            <p:spPr>
              <a:xfrm>
                <a:off x="1394" y="1349"/>
                <a:ext cx="861" cy="1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分别是多少</a:t>
                </a:r>
              </a:p>
            </p:txBody>
          </p:sp>
          <p:sp>
            <p:nvSpPr>
              <p:cNvPr id="89118" name="WordArt 80"/>
              <p:cNvSpPr>
                <a:spLocks noTextEdit="1"/>
              </p:cNvSpPr>
              <p:nvPr/>
            </p:nvSpPr>
            <p:spPr>
              <a:xfrm>
                <a:off x="2333" y="1384"/>
                <a:ext cx="208" cy="1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eV</a:t>
                </a:r>
              </a:p>
            </p:txBody>
          </p:sp>
        </p:grpSp>
        <p:sp>
          <p:nvSpPr>
            <p:cNvPr id="89119" name="Rectangle 81" descr="羊皮纸"/>
            <p:cNvSpPr/>
            <p:nvPr/>
          </p:nvSpPr>
          <p:spPr>
            <a:xfrm>
              <a:off x="0" y="1691"/>
              <a:ext cx="2897" cy="67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213"/>
          <p:cNvGrpSpPr/>
          <p:nvPr/>
        </p:nvGrpSpPr>
        <p:grpSpPr>
          <a:xfrm>
            <a:off x="631825" y="3036888"/>
            <a:ext cx="3556000" cy="571500"/>
            <a:chOff x="546" y="1913"/>
            <a:chExt cx="2240" cy="360"/>
          </a:xfrm>
        </p:grpSpPr>
        <p:grpSp>
          <p:nvGrpSpPr>
            <p:cNvPr id="89121" name="Group 83"/>
            <p:cNvGrpSpPr/>
            <p:nvPr/>
          </p:nvGrpSpPr>
          <p:grpSpPr>
            <a:xfrm>
              <a:off x="2183" y="2006"/>
              <a:ext cx="345" cy="153"/>
              <a:chOff x="2293" y="2006"/>
              <a:chExt cx="362" cy="153"/>
            </a:xfrm>
          </p:grpSpPr>
          <p:sp>
            <p:nvSpPr>
              <p:cNvPr id="89122" name="Line 84"/>
              <p:cNvSpPr/>
              <p:nvPr/>
            </p:nvSpPr>
            <p:spPr>
              <a:xfrm>
                <a:off x="2293" y="2089"/>
                <a:ext cx="8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3" name="WordArt 85"/>
              <p:cNvSpPr>
                <a:spLocks noTextEdit="1"/>
              </p:cNvSpPr>
              <p:nvPr/>
            </p:nvSpPr>
            <p:spPr>
              <a:xfrm>
                <a:off x="2411" y="2006"/>
                <a:ext cx="244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3.4</a:t>
                </a:r>
              </a:p>
            </p:txBody>
          </p:sp>
        </p:grpSp>
        <p:sp>
          <p:nvSpPr>
            <p:cNvPr id="89124" name="WordArt 87"/>
            <p:cNvSpPr>
              <a:spLocks noTextEdit="1"/>
            </p:cNvSpPr>
            <p:nvPr/>
          </p:nvSpPr>
          <p:spPr>
            <a:xfrm>
              <a:off x="1771" y="2129"/>
              <a:ext cx="56" cy="8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9125" name="WordArt 88"/>
            <p:cNvSpPr>
              <a:spLocks noTextEdit="1"/>
            </p:cNvSpPr>
            <p:nvPr/>
          </p:nvSpPr>
          <p:spPr>
            <a:xfrm>
              <a:off x="1639" y="1913"/>
              <a:ext cx="274" cy="1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13.6</a:t>
              </a:r>
            </a:p>
          </p:txBody>
        </p:sp>
        <p:sp>
          <p:nvSpPr>
            <p:cNvPr id="89126" name="WordArt 89"/>
            <p:cNvSpPr>
              <a:spLocks noTextEdit="1"/>
            </p:cNvSpPr>
            <p:nvPr/>
          </p:nvSpPr>
          <p:spPr>
            <a:xfrm>
              <a:off x="1184" y="2119"/>
              <a:ext cx="57" cy="7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89127" name="Group 90"/>
            <p:cNvGrpSpPr/>
            <p:nvPr/>
          </p:nvGrpSpPr>
          <p:grpSpPr>
            <a:xfrm>
              <a:off x="863" y="2089"/>
              <a:ext cx="116" cy="52"/>
              <a:chOff x="1260" y="2371"/>
              <a:chExt cx="151" cy="53"/>
            </a:xfrm>
          </p:grpSpPr>
          <p:sp>
            <p:nvSpPr>
              <p:cNvPr id="89128" name="Line 91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9" name="Line 92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9130" name="Line 93"/>
            <p:cNvSpPr/>
            <p:nvPr/>
          </p:nvSpPr>
          <p:spPr>
            <a:xfrm>
              <a:off x="1514" y="1978"/>
              <a:ext cx="8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89131" name="Group 94"/>
            <p:cNvGrpSpPr/>
            <p:nvPr/>
          </p:nvGrpSpPr>
          <p:grpSpPr>
            <a:xfrm>
              <a:off x="546" y="2022"/>
              <a:ext cx="263" cy="208"/>
              <a:chOff x="573" y="2022"/>
              <a:chExt cx="276" cy="208"/>
            </a:xfrm>
          </p:grpSpPr>
          <p:sp>
            <p:nvSpPr>
              <p:cNvPr id="89132" name="WordArt 95"/>
              <p:cNvSpPr>
                <a:spLocks noTextEdit="1"/>
              </p:cNvSpPr>
              <p:nvPr/>
            </p:nvSpPr>
            <p:spPr>
              <a:xfrm>
                <a:off x="573" y="2022"/>
                <a:ext cx="161" cy="15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89133" name="WordArt 96"/>
              <p:cNvSpPr>
                <a:spLocks noTextEdit="1"/>
              </p:cNvSpPr>
              <p:nvPr/>
            </p:nvSpPr>
            <p:spPr>
              <a:xfrm>
                <a:off x="734" y="2149"/>
                <a:ext cx="115" cy="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末</a:t>
                </a:r>
              </a:p>
            </p:txBody>
          </p:sp>
        </p:grpSp>
        <p:sp>
          <p:nvSpPr>
            <p:cNvPr id="89134" name="WordArt 97"/>
            <p:cNvSpPr>
              <a:spLocks noTextEdit="1"/>
            </p:cNvSpPr>
            <p:nvPr/>
          </p:nvSpPr>
          <p:spPr>
            <a:xfrm>
              <a:off x="1020" y="2031"/>
              <a:ext cx="153" cy="1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89135" name="Group 98"/>
            <p:cNvGrpSpPr/>
            <p:nvPr/>
          </p:nvGrpSpPr>
          <p:grpSpPr>
            <a:xfrm>
              <a:off x="1306" y="2076"/>
              <a:ext cx="116" cy="52"/>
              <a:chOff x="1260" y="2371"/>
              <a:chExt cx="151" cy="53"/>
            </a:xfrm>
          </p:grpSpPr>
          <p:sp>
            <p:nvSpPr>
              <p:cNvPr id="89136" name="Line 99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7" name="Line 100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9138" name="Line 101"/>
            <p:cNvSpPr/>
            <p:nvPr/>
          </p:nvSpPr>
          <p:spPr>
            <a:xfrm>
              <a:off x="1479" y="2096"/>
              <a:ext cx="4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39" name="WordArt 102"/>
            <p:cNvSpPr>
              <a:spLocks noTextEdit="1"/>
            </p:cNvSpPr>
            <p:nvPr/>
          </p:nvSpPr>
          <p:spPr>
            <a:xfrm>
              <a:off x="1646" y="2137"/>
              <a:ext cx="97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89140" name="Group 103"/>
            <p:cNvGrpSpPr/>
            <p:nvPr/>
          </p:nvGrpSpPr>
          <p:grpSpPr>
            <a:xfrm>
              <a:off x="2008" y="2063"/>
              <a:ext cx="116" cy="52"/>
              <a:chOff x="1260" y="2371"/>
              <a:chExt cx="151" cy="53"/>
            </a:xfrm>
          </p:grpSpPr>
          <p:sp>
            <p:nvSpPr>
              <p:cNvPr id="89141" name="Line 104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2" name="Line 105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9143" name="WordArt 106"/>
            <p:cNvSpPr>
              <a:spLocks noTextEdit="1"/>
            </p:cNvSpPr>
            <p:nvPr/>
          </p:nvSpPr>
          <p:spPr>
            <a:xfrm>
              <a:off x="2578" y="2000"/>
              <a:ext cx="208" cy="1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eV</a:t>
              </a:r>
            </a:p>
          </p:txBody>
        </p:sp>
      </p:grpSp>
      <p:grpSp>
        <p:nvGrpSpPr>
          <p:cNvPr id="16" name="Group 214"/>
          <p:cNvGrpSpPr/>
          <p:nvPr/>
        </p:nvGrpSpPr>
        <p:grpSpPr>
          <a:xfrm>
            <a:off x="617538" y="3810000"/>
            <a:ext cx="2927350" cy="1016000"/>
            <a:chOff x="389" y="2400"/>
            <a:chExt cx="1844" cy="640"/>
          </a:xfrm>
        </p:grpSpPr>
        <p:grpSp>
          <p:nvGrpSpPr>
            <p:cNvPr id="89145" name="Group 108"/>
            <p:cNvGrpSpPr/>
            <p:nvPr/>
          </p:nvGrpSpPr>
          <p:grpSpPr>
            <a:xfrm>
              <a:off x="389" y="2400"/>
              <a:ext cx="1734" cy="246"/>
              <a:chOff x="409" y="2389"/>
              <a:chExt cx="1821" cy="246"/>
            </a:xfrm>
          </p:grpSpPr>
          <p:grpSp>
            <p:nvGrpSpPr>
              <p:cNvPr id="89146" name="Group 109"/>
              <p:cNvGrpSpPr/>
              <p:nvPr/>
            </p:nvGrpSpPr>
            <p:grpSpPr>
              <a:xfrm>
                <a:off x="989" y="2389"/>
                <a:ext cx="1241" cy="246"/>
                <a:chOff x="402" y="2433"/>
                <a:chExt cx="1241" cy="246"/>
              </a:xfrm>
            </p:grpSpPr>
            <p:sp>
              <p:nvSpPr>
                <p:cNvPr id="89147" name="WordArt 110"/>
                <p:cNvSpPr>
                  <a:spLocks noTextEdit="1"/>
                </p:cNvSpPr>
                <p:nvPr/>
              </p:nvSpPr>
              <p:spPr>
                <a:xfrm>
                  <a:off x="1327" y="2433"/>
                  <a:ext cx="144" cy="19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705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  <p:grpSp>
              <p:nvGrpSpPr>
                <p:cNvPr id="89148" name="Group 111"/>
                <p:cNvGrpSpPr/>
                <p:nvPr/>
              </p:nvGrpSpPr>
              <p:grpSpPr>
                <a:xfrm>
                  <a:off x="402" y="2471"/>
                  <a:ext cx="276" cy="208"/>
                  <a:chOff x="438" y="1322"/>
                  <a:chExt cx="276" cy="208"/>
                </a:xfrm>
              </p:grpSpPr>
              <p:sp>
                <p:nvSpPr>
                  <p:cNvPr id="89149" name="WordArt 112"/>
                  <p:cNvSpPr>
                    <a:spLocks noTextEdit="1"/>
                  </p:cNvSpPr>
                  <p:nvPr/>
                </p:nvSpPr>
                <p:spPr>
                  <a:xfrm>
                    <a:off x="438" y="1322"/>
                    <a:ext cx="161" cy="15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89150" name="WordArt 113"/>
                  <p:cNvSpPr>
                    <a:spLocks noTextEdit="1"/>
                  </p:cNvSpPr>
                  <p:nvPr/>
                </p:nvSpPr>
                <p:spPr>
                  <a:xfrm>
                    <a:off x="599" y="1449"/>
                    <a:ext cx="115" cy="8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初</a:t>
                    </a:r>
                  </a:p>
                </p:txBody>
              </p:sp>
            </p:grpSp>
            <p:sp>
              <p:nvSpPr>
                <p:cNvPr id="89151" name="Line 114"/>
                <p:cNvSpPr/>
                <p:nvPr/>
              </p:nvSpPr>
              <p:spPr>
                <a:xfrm>
                  <a:off x="683" y="2544"/>
                  <a:ext cx="83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89152" name="Group 115"/>
                <p:cNvGrpSpPr/>
                <p:nvPr/>
              </p:nvGrpSpPr>
              <p:grpSpPr>
                <a:xfrm>
                  <a:off x="821" y="2464"/>
                  <a:ext cx="276" cy="208"/>
                  <a:chOff x="573" y="2022"/>
                  <a:chExt cx="276" cy="208"/>
                </a:xfrm>
              </p:grpSpPr>
              <p:sp>
                <p:nvSpPr>
                  <p:cNvPr id="89153" name="WordArt 116"/>
                  <p:cNvSpPr>
                    <a:spLocks noTextEdit="1"/>
                  </p:cNvSpPr>
                  <p:nvPr/>
                </p:nvSpPr>
                <p:spPr>
                  <a:xfrm>
                    <a:off x="573" y="2022"/>
                    <a:ext cx="161" cy="15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89154" name="WordArt 117"/>
                  <p:cNvSpPr>
                    <a:spLocks noTextEdit="1"/>
                  </p:cNvSpPr>
                  <p:nvPr/>
                </p:nvSpPr>
                <p:spPr>
                  <a:xfrm>
                    <a:off x="734" y="2149"/>
                    <a:ext cx="115" cy="81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末</a:t>
                    </a:r>
                  </a:p>
                </p:txBody>
              </p:sp>
            </p:grpSp>
            <p:grpSp>
              <p:nvGrpSpPr>
                <p:cNvPr id="89155" name="Group 118"/>
                <p:cNvGrpSpPr/>
                <p:nvPr/>
              </p:nvGrpSpPr>
              <p:grpSpPr>
                <a:xfrm>
                  <a:off x="1152" y="2520"/>
                  <a:ext cx="122" cy="52"/>
                  <a:chOff x="1260" y="2371"/>
                  <a:chExt cx="151" cy="53"/>
                </a:xfrm>
              </p:grpSpPr>
              <p:sp>
                <p:nvSpPr>
                  <p:cNvPr id="89156" name="Line 119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157" name="Line 120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89158" name="WordArt 121"/>
                <p:cNvSpPr>
                  <a:spLocks noTextEdit="1"/>
                </p:cNvSpPr>
                <p:nvPr/>
              </p:nvSpPr>
              <p:spPr>
                <a:xfrm>
                  <a:off x="1505" y="2456"/>
                  <a:ext cx="138" cy="17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v</a:t>
                  </a:r>
                </a:p>
              </p:txBody>
            </p:sp>
          </p:grpSp>
          <p:sp>
            <p:nvSpPr>
              <p:cNvPr id="89159" name="WordArt 122"/>
              <p:cNvSpPr>
                <a:spLocks noTextEdit="1"/>
              </p:cNvSpPr>
              <p:nvPr/>
            </p:nvSpPr>
            <p:spPr>
              <a:xfrm>
                <a:off x="409" y="2438"/>
                <a:ext cx="179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由</a:t>
                </a:r>
              </a:p>
            </p:txBody>
          </p:sp>
        </p:grpSp>
        <p:grpSp>
          <p:nvGrpSpPr>
            <p:cNvPr id="89160" name="Group 123"/>
            <p:cNvGrpSpPr/>
            <p:nvPr/>
          </p:nvGrpSpPr>
          <p:grpSpPr>
            <a:xfrm>
              <a:off x="398" y="2811"/>
              <a:ext cx="1835" cy="229"/>
              <a:chOff x="418" y="2756"/>
              <a:chExt cx="1927" cy="229"/>
            </a:xfrm>
          </p:grpSpPr>
          <p:sp>
            <p:nvSpPr>
              <p:cNvPr id="89161" name="WordArt 124"/>
              <p:cNvSpPr>
                <a:spLocks noTextEdit="1"/>
              </p:cNvSpPr>
              <p:nvPr/>
            </p:nvSpPr>
            <p:spPr>
              <a:xfrm>
                <a:off x="1489" y="2756"/>
                <a:ext cx="144" cy="1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89162" name="Group 125"/>
              <p:cNvGrpSpPr/>
              <p:nvPr/>
            </p:nvGrpSpPr>
            <p:grpSpPr>
              <a:xfrm>
                <a:off x="966" y="2772"/>
                <a:ext cx="276" cy="208"/>
                <a:chOff x="438" y="1322"/>
                <a:chExt cx="276" cy="208"/>
              </a:xfrm>
            </p:grpSpPr>
            <p:sp>
              <p:nvSpPr>
                <p:cNvPr id="89163" name="WordArt 126"/>
                <p:cNvSpPr>
                  <a:spLocks noTextEdit="1"/>
                </p:cNvSpPr>
                <p:nvPr/>
              </p:nvSpPr>
              <p:spPr>
                <a:xfrm>
                  <a:off x="438" y="1322"/>
                  <a:ext cx="161" cy="15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89164" name="WordArt 127"/>
                <p:cNvSpPr>
                  <a:spLocks noTextEdit="1"/>
                </p:cNvSpPr>
                <p:nvPr/>
              </p:nvSpPr>
              <p:spPr>
                <a:xfrm>
                  <a:off x="599" y="1449"/>
                  <a:ext cx="115" cy="8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初</a:t>
                  </a:r>
                </a:p>
              </p:txBody>
            </p:sp>
          </p:grpSp>
          <p:grpSp>
            <p:nvGrpSpPr>
              <p:cNvPr id="89165" name="Group 128"/>
              <p:cNvGrpSpPr/>
              <p:nvPr/>
            </p:nvGrpSpPr>
            <p:grpSpPr>
              <a:xfrm>
                <a:off x="2069" y="2777"/>
                <a:ext cx="276" cy="208"/>
                <a:chOff x="573" y="2022"/>
                <a:chExt cx="276" cy="208"/>
              </a:xfrm>
            </p:grpSpPr>
            <p:sp>
              <p:nvSpPr>
                <p:cNvPr id="89166" name="WordArt 129"/>
                <p:cNvSpPr>
                  <a:spLocks noTextEdit="1"/>
                </p:cNvSpPr>
                <p:nvPr/>
              </p:nvSpPr>
              <p:spPr>
                <a:xfrm>
                  <a:off x="573" y="2022"/>
                  <a:ext cx="161" cy="15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89167" name="WordArt 130"/>
                <p:cNvSpPr>
                  <a:spLocks noTextEdit="1"/>
                </p:cNvSpPr>
                <p:nvPr/>
              </p:nvSpPr>
              <p:spPr>
                <a:xfrm>
                  <a:off x="734" y="2149"/>
                  <a:ext cx="115" cy="8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末</a:t>
                  </a:r>
                </a:p>
              </p:txBody>
            </p:sp>
          </p:grpSp>
          <p:grpSp>
            <p:nvGrpSpPr>
              <p:cNvPr id="89168" name="Group 131"/>
              <p:cNvGrpSpPr/>
              <p:nvPr/>
            </p:nvGrpSpPr>
            <p:grpSpPr>
              <a:xfrm>
                <a:off x="1291" y="2821"/>
                <a:ext cx="122" cy="52"/>
                <a:chOff x="1260" y="2371"/>
                <a:chExt cx="151" cy="53"/>
              </a:xfrm>
            </p:grpSpPr>
            <p:sp>
              <p:nvSpPr>
                <p:cNvPr id="89169" name="Line 132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170" name="Line 133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9171" name="WordArt 134"/>
              <p:cNvSpPr>
                <a:spLocks noTextEdit="1"/>
              </p:cNvSpPr>
              <p:nvPr/>
            </p:nvSpPr>
            <p:spPr>
              <a:xfrm>
                <a:off x="1645" y="2768"/>
                <a:ext cx="138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89172" name="WordArt 135"/>
              <p:cNvSpPr>
                <a:spLocks noTextEdit="1"/>
              </p:cNvSpPr>
              <p:nvPr/>
            </p:nvSpPr>
            <p:spPr>
              <a:xfrm>
                <a:off x="418" y="2774"/>
                <a:ext cx="200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得</a:t>
                </a:r>
              </a:p>
            </p:txBody>
          </p:sp>
          <p:sp>
            <p:nvSpPr>
              <p:cNvPr id="89173" name="WordArt 136"/>
              <p:cNvSpPr>
                <a:spLocks noTextEdit="1"/>
              </p:cNvSpPr>
              <p:nvPr/>
            </p:nvSpPr>
            <p:spPr>
              <a:xfrm>
                <a:off x="1856" y="2780"/>
                <a:ext cx="155" cy="14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</a:p>
            </p:txBody>
          </p:sp>
        </p:grpSp>
      </p:grpSp>
      <p:grpSp>
        <p:nvGrpSpPr>
          <p:cNvPr id="26" name="Group 215"/>
          <p:cNvGrpSpPr/>
          <p:nvPr/>
        </p:nvGrpSpPr>
        <p:grpSpPr>
          <a:xfrm>
            <a:off x="836613" y="5054600"/>
            <a:ext cx="3436937" cy="1246188"/>
            <a:chOff x="527" y="3184"/>
            <a:chExt cx="2165" cy="785"/>
          </a:xfrm>
        </p:grpSpPr>
        <p:sp>
          <p:nvSpPr>
            <p:cNvPr id="89175" name="Line 137"/>
            <p:cNvSpPr/>
            <p:nvPr/>
          </p:nvSpPr>
          <p:spPr>
            <a:xfrm>
              <a:off x="1323" y="3242"/>
              <a:ext cx="5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89176" name="Group 138"/>
            <p:cNvGrpSpPr/>
            <p:nvPr/>
          </p:nvGrpSpPr>
          <p:grpSpPr>
            <a:xfrm>
              <a:off x="527" y="3184"/>
              <a:ext cx="2165" cy="785"/>
              <a:chOff x="554" y="3184"/>
              <a:chExt cx="2273" cy="785"/>
            </a:xfrm>
          </p:grpSpPr>
          <p:grpSp>
            <p:nvGrpSpPr>
              <p:cNvPr id="89177" name="Group 139"/>
              <p:cNvGrpSpPr/>
              <p:nvPr/>
            </p:nvGrpSpPr>
            <p:grpSpPr>
              <a:xfrm>
                <a:off x="554" y="3352"/>
                <a:ext cx="144" cy="63"/>
                <a:chOff x="1260" y="2371"/>
                <a:chExt cx="151" cy="53"/>
              </a:xfrm>
            </p:grpSpPr>
            <p:sp>
              <p:nvSpPr>
                <p:cNvPr id="89178" name="Line 14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179" name="Line 14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89180" name="Group 142"/>
              <p:cNvGrpSpPr/>
              <p:nvPr/>
            </p:nvGrpSpPr>
            <p:grpSpPr>
              <a:xfrm>
                <a:off x="1120" y="3254"/>
                <a:ext cx="83" cy="101"/>
                <a:chOff x="1781" y="2282"/>
                <a:chExt cx="577" cy="577"/>
              </a:xfrm>
            </p:grpSpPr>
            <p:sp>
              <p:nvSpPr>
                <p:cNvPr id="89181" name="Line 14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182" name="Line 14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9183" name="WordArt 145"/>
              <p:cNvSpPr>
                <a:spLocks noTextEdit="1"/>
              </p:cNvSpPr>
              <p:nvPr/>
            </p:nvSpPr>
            <p:spPr>
              <a:xfrm>
                <a:off x="1250" y="3232"/>
                <a:ext cx="129" cy="13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89184" name="WordArt 146"/>
              <p:cNvSpPr>
                <a:spLocks noTextEdit="1"/>
              </p:cNvSpPr>
              <p:nvPr/>
            </p:nvSpPr>
            <p:spPr>
              <a:xfrm>
                <a:off x="1461" y="3200"/>
                <a:ext cx="88" cy="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34</a:t>
                </a:r>
              </a:p>
            </p:txBody>
          </p:sp>
          <p:sp>
            <p:nvSpPr>
              <p:cNvPr id="89185" name="WordArt 147"/>
              <p:cNvSpPr>
                <a:spLocks noTextEdit="1"/>
              </p:cNvSpPr>
              <p:nvPr/>
            </p:nvSpPr>
            <p:spPr>
              <a:xfrm>
                <a:off x="801" y="3223"/>
                <a:ext cx="271" cy="1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6.63</a:t>
                </a:r>
              </a:p>
            </p:txBody>
          </p:sp>
          <p:grpSp>
            <p:nvGrpSpPr>
              <p:cNvPr id="89186" name="Group 148"/>
              <p:cNvGrpSpPr/>
              <p:nvPr/>
            </p:nvGrpSpPr>
            <p:grpSpPr>
              <a:xfrm>
                <a:off x="1209" y="3462"/>
                <a:ext cx="704" cy="184"/>
                <a:chOff x="3449" y="2766"/>
                <a:chExt cx="1030" cy="217"/>
              </a:xfrm>
            </p:grpSpPr>
            <p:grpSp>
              <p:nvGrpSpPr>
                <p:cNvPr id="89187" name="Group 149"/>
                <p:cNvGrpSpPr/>
                <p:nvPr/>
              </p:nvGrpSpPr>
              <p:grpSpPr>
                <a:xfrm>
                  <a:off x="3888" y="2832"/>
                  <a:ext cx="114" cy="124"/>
                  <a:chOff x="1781" y="2282"/>
                  <a:chExt cx="577" cy="577"/>
                </a:xfrm>
              </p:grpSpPr>
              <p:sp>
                <p:nvSpPr>
                  <p:cNvPr id="89188" name="Line 150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189" name="Line 151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89190" name="WordArt 152"/>
                <p:cNvSpPr>
                  <a:spLocks noTextEdit="1"/>
                </p:cNvSpPr>
                <p:nvPr/>
              </p:nvSpPr>
              <p:spPr>
                <a:xfrm>
                  <a:off x="4067" y="2805"/>
                  <a:ext cx="177" cy="1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89191" name="WordArt 153"/>
                <p:cNvSpPr>
                  <a:spLocks noTextEdit="1"/>
                </p:cNvSpPr>
                <p:nvPr/>
              </p:nvSpPr>
              <p:spPr>
                <a:xfrm>
                  <a:off x="4357" y="2766"/>
                  <a:ext cx="122" cy="8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19</a:t>
                  </a:r>
                </a:p>
              </p:txBody>
            </p:sp>
            <p:sp>
              <p:nvSpPr>
                <p:cNvPr id="89192" name="Line 154"/>
                <p:cNvSpPr/>
                <p:nvPr/>
              </p:nvSpPr>
              <p:spPr>
                <a:xfrm>
                  <a:off x="4260" y="2817"/>
                  <a:ext cx="74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193" name="WordArt 155"/>
                <p:cNvSpPr>
                  <a:spLocks noTextEdit="1"/>
                </p:cNvSpPr>
                <p:nvPr/>
              </p:nvSpPr>
              <p:spPr>
                <a:xfrm>
                  <a:off x="3449" y="2795"/>
                  <a:ext cx="373" cy="1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1.60</a:t>
                  </a:r>
                </a:p>
              </p:txBody>
            </p:sp>
          </p:grpSp>
          <p:sp>
            <p:nvSpPr>
              <p:cNvPr id="89194" name="WordArt 156"/>
              <p:cNvSpPr>
                <a:spLocks noTextEdit="1"/>
              </p:cNvSpPr>
              <p:nvPr/>
            </p:nvSpPr>
            <p:spPr>
              <a:xfrm>
                <a:off x="1733" y="3251"/>
                <a:ext cx="284" cy="13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6.15</a:t>
                </a:r>
              </a:p>
            </p:txBody>
          </p:sp>
          <p:sp>
            <p:nvSpPr>
              <p:cNvPr id="89195" name="WordArt 157"/>
              <p:cNvSpPr>
                <a:spLocks noTextEdit="1"/>
              </p:cNvSpPr>
              <p:nvPr/>
            </p:nvSpPr>
            <p:spPr>
              <a:xfrm>
                <a:off x="2186" y="3241"/>
                <a:ext cx="124" cy="13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89196" name="WordArt 158"/>
              <p:cNvSpPr>
                <a:spLocks noTextEdit="1"/>
              </p:cNvSpPr>
              <p:nvPr/>
            </p:nvSpPr>
            <p:spPr>
              <a:xfrm>
                <a:off x="2309" y="3184"/>
                <a:ext cx="100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14</a:t>
                </a:r>
              </a:p>
            </p:txBody>
          </p:sp>
          <p:grpSp>
            <p:nvGrpSpPr>
              <p:cNvPr id="89197" name="Group 159"/>
              <p:cNvGrpSpPr/>
              <p:nvPr/>
            </p:nvGrpSpPr>
            <p:grpSpPr>
              <a:xfrm>
                <a:off x="1585" y="3273"/>
                <a:ext cx="83" cy="101"/>
                <a:chOff x="1781" y="2282"/>
                <a:chExt cx="577" cy="577"/>
              </a:xfrm>
            </p:grpSpPr>
            <p:sp>
              <p:nvSpPr>
                <p:cNvPr id="89198" name="Line 160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199" name="Line 161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89200" name="Group 162"/>
              <p:cNvGrpSpPr/>
              <p:nvPr/>
            </p:nvGrpSpPr>
            <p:grpSpPr>
              <a:xfrm>
                <a:off x="2050" y="3250"/>
                <a:ext cx="83" cy="101"/>
                <a:chOff x="1781" y="2282"/>
                <a:chExt cx="577" cy="577"/>
              </a:xfrm>
            </p:grpSpPr>
            <p:sp>
              <p:nvSpPr>
                <p:cNvPr id="89201" name="Line 16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02" name="Line 16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9203" name="Line 165"/>
              <p:cNvSpPr/>
              <p:nvPr/>
            </p:nvSpPr>
            <p:spPr>
              <a:xfrm>
                <a:off x="782" y="3423"/>
                <a:ext cx="159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89204" name="Group 166"/>
              <p:cNvGrpSpPr/>
              <p:nvPr/>
            </p:nvGrpSpPr>
            <p:grpSpPr>
              <a:xfrm>
                <a:off x="2465" y="3329"/>
                <a:ext cx="362" cy="153"/>
                <a:chOff x="2293" y="2006"/>
                <a:chExt cx="362" cy="153"/>
              </a:xfrm>
            </p:grpSpPr>
            <p:sp>
              <p:nvSpPr>
                <p:cNvPr id="89205" name="Line 167"/>
                <p:cNvSpPr/>
                <p:nvPr/>
              </p:nvSpPr>
              <p:spPr>
                <a:xfrm>
                  <a:off x="2293" y="2089"/>
                  <a:ext cx="83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06" name="WordArt 168"/>
                <p:cNvSpPr>
                  <a:spLocks noTextEdit="1"/>
                </p:cNvSpPr>
                <p:nvPr/>
              </p:nvSpPr>
              <p:spPr>
                <a:xfrm>
                  <a:off x="2411" y="2006"/>
                  <a:ext cx="244" cy="15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3.4</a:t>
                  </a:r>
                </a:p>
              </p:txBody>
            </p:sp>
          </p:grpSp>
          <p:grpSp>
            <p:nvGrpSpPr>
              <p:cNvPr id="89207" name="Group 169"/>
              <p:cNvGrpSpPr/>
              <p:nvPr/>
            </p:nvGrpSpPr>
            <p:grpSpPr>
              <a:xfrm>
                <a:off x="561" y="3873"/>
                <a:ext cx="122" cy="52"/>
                <a:chOff x="1260" y="2371"/>
                <a:chExt cx="151" cy="53"/>
              </a:xfrm>
            </p:grpSpPr>
            <p:sp>
              <p:nvSpPr>
                <p:cNvPr id="89208" name="Line 17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09" name="Line 17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9210" name="Line 172"/>
              <p:cNvSpPr/>
              <p:nvPr/>
            </p:nvSpPr>
            <p:spPr>
              <a:xfrm>
                <a:off x="1182" y="3899"/>
                <a:ext cx="8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211" name="WordArt 173"/>
              <p:cNvSpPr>
                <a:spLocks noTextEdit="1"/>
              </p:cNvSpPr>
              <p:nvPr/>
            </p:nvSpPr>
            <p:spPr>
              <a:xfrm>
                <a:off x="1300" y="3816"/>
                <a:ext cx="244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3.4</a:t>
                </a:r>
              </a:p>
            </p:txBody>
          </p:sp>
          <p:sp>
            <p:nvSpPr>
              <p:cNvPr id="89212" name="WordArt 174"/>
              <p:cNvSpPr>
                <a:spLocks noTextEdit="1"/>
              </p:cNvSpPr>
              <p:nvPr/>
            </p:nvSpPr>
            <p:spPr>
              <a:xfrm>
                <a:off x="818" y="3804"/>
                <a:ext cx="298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1.39</a:t>
                </a:r>
              </a:p>
            </p:txBody>
          </p:sp>
          <p:grpSp>
            <p:nvGrpSpPr>
              <p:cNvPr id="89213" name="Group 175"/>
              <p:cNvGrpSpPr/>
              <p:nvPr/>
            </p:nvGrpSpPr>
            <p:grpSpPr>
              <a:xfrm>
                <a:off x="1646" y="3861"/>
                <a:ext cx="122" cy="52"/>
                <a:chOff x="1260" y="2371"/>
                <a:chExt cx="151" cy="53"/>
              </a:xfrm>
            </p:grpSpPr>
            <p:sp>
              <p:nvSpPr>
                <p:cNvPr id="89214" name="Line 176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15" name="Line 177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9216" name="WordArt 178"/>
              <p:cNvSpPr>
                <a:spLocks noTextEdit="1"/>
              </p:cNvSpPr>
              <p:nvPr/>
            </p:nvSpPr>
            <p:spPr>
              <a:xfrm>
                <a:off x="1968" y="3791"/>
                <a:ext cx="298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0.85</a:t>
                </a:r>
              </a:p>
            </p:txBody>
          </p:sp>
          <p:sp>
            <p:nvSpPr>
              <p:cNvPr id="89217" name="Line 179"/>
              <p:cNvSpPr/>
              <p:nvPr/>
            </p:nvSpPr>
            <p:spPr>
              <a:xfrm>
                <a:off x="1843" y="3876"/>
                <a:ext cx="8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218" name="WordArt 180"/>
              <p:cNvSpPr>
                <a:spLocks noTextEdit="1"/>
              </p:cNvSpPr>
              <p:nvPr/>
            </p:nvSpPr>
            <p:spPr>
              <a:xfrm>
                <a:off x="2326" y="3804"/>
                <a:ext cx="219" cy="1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eV</a:t>
                </a:r>
              </a:p>
            </p:txBody>
          </p:sp>
        </p:grpSp>
      </p:grpSp>
      <p:sp>
        <p:nvSpPr>
          <p:cNvPr id="89219" name="Rectangle 204" descr="羊皮纸"/>
          <p:cNvSpPr/>
          <p:nvPr/>
        </p:nvSpPr>
        <p:spPr>
          <a:xfrm flipH="1">
            <a:off x="4624388" y="0"/>
            <a:ext cx="112712" cy="68580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9600" name="Group 225"/>
          <p:cNvGrpSpPr/>
          <p:nvPr/>
        </p:nvGrpSpPr>
        <p:grpSpPr>
          <a:xfrm>
            <a:off x="4881563" y="685800"/>
            <a:ext cx="3908425" cy="5397500"/>
            <a:chOff x="3075" y="432"/>
            <a:chExt cx="2462" cy="3400"/>
          </a:xfrm>
        </p:grpSpPr>
        <p:sp>
          <p:nvSpPr>
            <p:cNvPr id="89221" name="WordArt 8"/>
            <p:cNvSpPr>
              <a:spLocks noTextEdit="1"/>
            </p:cNvSpPr>
            <p:nvPr/>
          </p:nvSpPr>
          <p:spPr>
            <a:xfrm>
              <a:off x="4907" y="636"/>
              <a:ext cx="149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9222" name="WordArt 9"/>
            <p:cNvSpPr>
              <a:spLocks noTextEdit="1"/>
            </p:cNvSpPr>
            <p:nvPr/>
          </p:nvSpPr>
          <p:spPr>
            <a:xfrm>
              <a:off x="3253" y="670"/>
              <a:ext cx="100" cy="1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89223" name="Line 10"/>
            <p:cNvSpPr/>
            <p:nvPr/>
          </p:nvSpPr>
          <p:spPr>
            <a:xfrm>
              <a:off x="3417" y="906"/>
              <a:ext cx="140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24" name="Line 11"/>
            <p:cNvSpPr/>
            <p:nvPr/>
          </p:nvSpPr>
          <p:spPr>
            <a:xfrm>
              <a:off x="3423" y="931"/>
              <a:ext cx="14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25" name="Line 12"/>
            <p:cNvSpPr/>
            <p:nvPr/>
          </p:nvSpPr>
          <p:spPr>
            <a:xfrm>
              <a:off x="3421" y="960"/>
              <a:ext cx="140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26" name="Line 13"/>
            <p:cNvSpPr/>
            <p:nvPr/>
          </p:nvSpPr>
          <p:spPr>
            <a:xfrm flipV="1">
              <a:off x="3421" y="3692"/>
              <a:ext cx="1001" cy="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27" name="Line 14"/>
            <p:cNvSpPr/>
            <p:nvPr/>
          </p:nvSpPr>
          <p:spPr>
            <a:xfrm>
              <a:off x="3421" y="2468"/>
              <a:ext cx="14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28" name="Line 15"/>
            <p:cNvSpPr/>
            <p:nvPr/>
          </p:nvSpPr>
          <p:spPr>
            <a:xfrm>
              <a:off x="3421" y="1855"/>
              <a:ext cx="14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29" name="Line 16"/>
            <p:cNvSpPr/>
            <p:nvPr/>
          </p:nvSpPr>
          <p:spPr>
            <a:xfrm>
              <a:off x="3421" y="1471"/>
              <a:ext cx="14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30" name="Line 17"/>
            <p:cNvSpPr/>
            <p:nvPr/>
          </p:nvSpPr>
          <p:spPr>
            <a:xfrm>
              <a:off x="3421" y="1240"/>
              <a:ext cx="14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31" name="Line 18"/>
            <p:cNvSpPr/>
            <p:nvPr/>
          </p:nvSpPr>
          <p:spPr>
            <a:xfrm>
              <a:off x="3425" y="1076"/>
              <a:ext cx="14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32" name="Line 19"/>
            <p:cNvSpPr/>
            <p:nvPr/>
          </p:nvSpPr>
          <p:spPr>
            <a:xfrm>
              <a:off x="3423" y="1011"/>
              <a:ext cx="14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33" name="Line 20"/>
            <p:cNvSpPr/>
            <p:nvPr/>
          </p:nvSpPr>
          <p:spPr>
            <a:xfrm>
              <a:off x="3424" y="885"/>
              <a:ext cx="14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34" name="Line 21"/>
            <p:cNvSpPr/>
            <p:nvPr/>
          </p:nvSpPr>
          <p:spPr>
            <a:xfrm>
              <a:off x="4844" y="845"/>
              <a:ext cx="0" cy="2923"/>
            </a:xfrm>
            <a:prstGeom prst="line">
              <a:avLst/>
            </a:prstGeom>
            <a:ln w="762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235" name="WordArt 28"/>
            <p:cNvSpPr>
              <a:spLocks noTextEdit="1"/>
            </p:cNvSpPr>
            <p:nvPr/>
          </p:nvSpPr>
          <p:spPr>
            <a:xfrm>
              <a:off x="4897" y="2383"/>
              <a:ext cx="131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9236" name="WordArt 29"/>
            <p:cNvSpPr>
              <a:spLocks noTextEdit="1"/>
            </p:cNvSpPr>
            <p:nvPr/>
          </p:nvSpPr>
          <p:spPr>
            <a:xfrm>
              <a:off x="5028" y="2480"/>
              <a:ext cx="46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9237" name="WordArt 30"/>
            <p:cNvSpPr>
              <a:spLocks noTextEdit="1"/>
            </p:cNvSpPr>
            <p:nvPr/>
          </p:nvSpPr>
          <p:spPr>
            <a:xfrm>
              <a:off x="4469" y="3589"/>
              <a:ext cx="130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9238" name="WordArt 31"/>
            <p:cNvSpPr>
              <a:spLocks noTextEdit="1"/>
            </p:cNvSpPr>
            <p:nvPr/>
          </p:nvSpPr>
          <p:spPr>
            <a:xfrm>
              <a:off x="4599" y="3686"/>
              <a:ext cx="46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89239" name="Group 32"/>
            <p:cNvGrpSpPr/>
            <p:nvPr/>
          </p:nvGrpSpPr>
          <p:grpSpPr>
            <a:xfrm>
              <a:off x="4689" y="3632"/>
              <a:ext cx="129" cy="53"/>
              <a:chOff x="1260" y="2371"/>
              <a:chExt cx="151" cy="53"/>
            </a:xfrm>
          </p:grpSpPr>
          <p:sp>
            <p:nvSpPr>
              <p:cNvPr id="89240" name="Line 33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241" name="Line 34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9242" name="WordArt 35"/>
            <p:cNvSpPr>
              <a:spLocks noTextEdit="1"/>
            </p:cNvSpPr>
            <p:nvPr/>
          </p:nvSpPr>
          <p:spPr>
            <a:xfrm>
              <a:off x="4867" y="3575"/>
              <a:ext cx="310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-13.6</a:t>
              </a:r>
            </a:p>
          </p:txBody>
        </p:sp>
        <p:sp>
          <p:nvSpPr>
            <p:cNvPr id="89243" name="WordArt 36"/>
            <p:cNvSpPr>
              <a:spLocks noTextEdit="1"/>
            </p:cNvSpPr>
            <p:nvPr/>
          </p:nvSpPr>
          <p:spPr>
            <a:xfrm>
              <a:off x="4905" y="1773"/>
              <a:ext cx="130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9244" name="WordArt 37"/>
            <p:cNvSpPr>
              <a:spLocks noTextEdit="1"/>
            </p:cNvSpPr>
            <p:nvPr/>
          </p:nvSpPr>
          <p:spPr>
            <a:xfrm>
              <a:off x="5035" y="1870"/>
              <a:ext cx="47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9245" name="WordArt 38"/>
            <p:cNvSpPr>
              <a:spLocks noTextEdit="1"/>
            </p:cNvSpPr>
            <p:nvPr/>
          </p:nvSpPr>
          <p:spPr>
            <a:xfrm>
              <a:off x="4913" y="1390"/>
              <a:ext cx="130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9246" name="WordArt 39"/>
            <p:cNvSpPr>
              <a:spLocks noTextEdit="1"/>
            </p:cNvSpPr>
            <p:nvPr/>
          </p:nvSpPr>
          <p:spPr>
            <a:xfrm>
              <a:off x="5043" y="1487"/>
              <a:ext cx="46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9247" name="WordArt 40"/>
            <p:cNvSpPr>
              <a:spLocks noTextEdit="1"/>
            </p:cNvSpPr>
            <p:nvPr/>
          </p:nvSpPr>
          <p:spPr>
            <a:xfrm>
              <a:off x="4902" y="1139"/>
              <a:ext cx="130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9248" name="WordArt 41"/>
            <p:cNvSpPr>
              <a:spLocks noTextEdit="1"/>
            </p:cNvSpPr>
            <p:nvPr/>
          </p:nvSpPr>
          <p:spPr>
            <a:xfrm>
              <a:off x="5032" y="1236"/>
              <a:ext cx="46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9249" name="WordArt 42"/>
            <p:cNvSpPr>
              <a:spLocks noTextEdit="1"/>
            </p:cNvSpPr>
            <p:nvPr/>
          </p:nvSpPr>
          <p:spPr>
            <a:xfrm>
              <a:off x="3917" y="3492"/>
              <a:ext cx="271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基态</a:t>
              </a:r>
            </a:p>
          </p:txBody>
        </p:sp>
        <p:sp>
          <p:nvSpPr>
            <p:cNvPr id="89250" name="WordArt 43"/>
            <p:cNvSpPr>
              <a:spLocks noTextEdit="1"/>
            </p:cNvSpPr>
            <p:nvPr/>
          </p:nvSpPr>
          <p:spPr>
            <a:xfrm>
              <a:off x="3879" y="686"/>
              <a:ext cx="410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电离态</a:t>
              </a:r>
            </a:p>
          </p:txBody>
        </p:sp>
        <p:sp>
          <p:nvSpPr>
            <p:cNvPr id="89251" name="WordArt 44"/>
            <p:cNvSpPr>
              <a:spLocks noTextEdit="1"/>
            </p:cNvSpPr>
            <p:nvPr/>
          </p:nvSpPr>
          <p:spPr>
            <a:xfrm>
              <a:off x="3915" y="2281"/>
              <a:ext cx="763" cy="1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第一激发态</a:t>
              </a:r>
            </a:p>
          </p:txBody>
        </p:sp>
        <p:sp>
          <p:nvSpPr>
            <p:cNvPr id="89252" name="WordArt 45"/>
            <p:cNvSpPr>
              <a:spLocks noTextEdit="1"/>
            </p:cNvSpPr>
            <p:nvPr/>
          </p:nvSpPr>
          <p:spPr>
            <a:xfrm>
              <a:off x="3075" y="434"/>
              <a:ext cx="448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主量子数</a:t>
              </a:r>
            </a:p>
          </p:txBody>
        </p:sp>
        <p:sp>
          <p:nvSpPr>
            <p:cNvPr id="89253" name="WordArt 46"/>
            <p:cNvSpPr>
              <a:spLocks noTextEdit="1"/>
            </p:cNvSpPr>
            <p:nvPr/>
          </p:nvSpPr>
          <p:spPr>
            <a:xfrm>
              <a:off x="4816" y="432"/>
              <a:ext cx="336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能量</a:t>
              </a:r>
            </a:p>
          </p:txBody>
        </p:sp>
        <p:sp>
          <p:nvSpPr>
            <p:cNvPr id="89254" name="WordArt 47"/>
            <p:cNvSpPr>
              <a:spLocks noTextEdit="1"/>
            </p:cNvSpPr>
            <p:nvPr/>
          </p:nvSpPr>
          <p:spPr>
            <a:xfrm>
              <a:off x="3443" y="2524"/>
              <a:ext cx="634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巴耳末系末态</a:t>
              </a:r>
            </a:p>
          </p:txBody>
        </p:sp>
        <p:sp>
          <p:nvSpPr>
            <p:cNvPr id="89255" name="WordArt 48"/>
            <p:cNvSpPr>
              <a:spLocks noTextEdit="1"/>
            </p:cNvSpPr>
            <p:nvPr/>
          </p:nvSpPr>
          <p:spPr>
            <a:xfrm>
              <a:off x="3441" y="3729"/>
              <a:ext cx="569" cy="10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赖曼系末态</a:t>
              </a:r>
            </a:p>
          </p:txBody>
        </p:sp>
        <p:sp>
          <p:nvSpPr>
            <p:cNvPr id="89256" name="WordArt 50"/>
            <p:cNvSpPr>
              <a:spLocks noTextEdit="1"/>
            </p:cNvSpPr>
            <p:nvPr/>
          </p:nvSpPr>
          <p:spPr>
            <a:xfrm>
              <a:off x="3876" y="1693"/>
              <a:ext cx="773" cy="14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第二激发态</a:t>
              </a:r>
            </a:p>
          </p:txBody>
        </p:sp>
        <p:sp>
          <p:nvSpPr>
            <p:cNvPr id="89257" name="WordArt 51"/>
            <p:cNvSpPr>
              <a:spLocks noTextEdit="1"/>
            </p:cNvSpPr>
            <p:nvPr/>
          </p:nvSpPr>
          <p:spPr>
            <a:xfrm>
              <a:off x="3874" y="1322"/>
              <a:ext cx="773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第三激发态</a:t>
              </a:r>
            </a:p>
          </p:txBody>
        </p:sp>
        <p:grpSp>
          <p:nvGrpSpPr>
            <p:cNvPr id="89258" name="Group 203"/>
            <p:cNvGrpSpPr/>
            <p:nvPr/>
          </p:nvGrpSpPr>
          <p:grpSpPr>
            <a:xfrm>
              <a:off x="5122" y="1144"/>
              <a:ext cx="415" cy="1374"/>
              <a:chOff x="5122" y="1144"/>
              <a:chExt cx="455" cy="1374"/>
            </a:xfrm>
          </p:grpSpPr>
          <p:grpSp>
            <p:nvGrpSpPr>
              <p:cNvPr id="89259" name="Group 183"/>
              <p:cNvGrpSpPr/>
              <p:nvPr/>
            </p:nvGrpSpPr>
            <p:grpSpPr>
              <a:xfrm>
                <a:off x="5135" y="2408"/>
                <a:ext cx="439" cy="110"/>
                <a:chOff x="4677" y="3908"/>
                <a:chExt cx="601" cy="121"/>
              </a:xfrm>
            </p:grpSpPr>
            <p:grpSp>
              <p:nvGrpSpPr>
                <p:cNvPr id="89260" name="Group 184"/>
                <p:cNvGrpSpPr/>
                <p:nvPr/>
              </p:nvGrpSpPr>
              <p:grpSpPr>
                <a:xfrm>
                  <a:off x="4677" y="3969"/>
                  <a:ext cx="137" cy="46"/>
                  <a:chOff x="1260" y="2371"/>
                  <a:chExt cx="151" cy="53"/>
                </a:xfrm>
              </p:grpSpPr>
              <p:sp>
                <p:nvSpPr>
                  <p:cNvPr id="89261" name="Line 185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262" name="Line 186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89263" name="WordArt 187"/>
                <p:cNvSpPr>
                  <a:spLocks noTextEdit="1"/>
                </p:cNvSpPr>
                <p:nvPr/>
              </p:nvSpPr>
              <p:spPr>
                <a:xfrm>
                  <a:off x="4886" y="3908"/>
                  <a:ext cx="39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-3.39</a:t>
                  </a:r>
                </a:p>
              </p:txBody>
            </p:sp>
          </p:grpSp>
          <p:grpSp>
            <p:nvGrpSpPr>
              <p:cNvPr id="89264" name="Group 188"/>
              <p:cNvGrpSpPr/>
              <p:nvPr/>
            </p:nvGrpSpPr>
            <p:grpSpPr>
              <a:xfrm>
                <a:off x="5122" y="1779"/>
                <a:ext cx="439" cy="110"/>
                <a:chOff x="4677" y="3908"/>
                <a:chExt cx="601" cy="121"/>
              </a:xfrm>
            </p:grpSpPr>
            <p:grpSp>
              <p:nvGrpSpPr>
                <p:cNvPr id="89265" name="Group 189"/>
                <p:cNvGrpSpPr/>
                <p:nvPr/>
              </p:nvGrpSpPr>
              <p:grpSpPr>
                <a:xfrm>
                  <a:off x="4677" y="3969"/>
                  <a:ext cx="137" cy="46"/>
                  <a:chOff x="1260" y="2371"/>
                  <a:chExt cx="151" cy="53"/>
                </a:xfrm>
              </p:grpSpPr>
              <p:sp>
                <p:nvSpPr>
                  <p:cNvPr id="89266" name="Line 190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267" name="Line 191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89268" name="WordArt 192"/>
                <p:cNvSpPr>
                  <a:spLocks noTextEdit="1"/>
                </p:cNvSpPr>
                <p:nvPr/>
              </p:nvSpPr>
              <p:spPr>
                <a:xfrm>
                  <a:off x="4886" y="3908"/>
                  <a:ext cx="39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-1.51</a:t>
                  </a:r>
                </a:p>
              </p:txBody>
            </p:sp>
          </p:grpSp>
          <p:grpSp>
            <p:nvGrpSpPr>
              <p:cNvPr id="89269" name="Group 193"/>
              <p:cNvGrpSpPr/>
              <p:nvPr/>
            </p:nvGrpSpPr>
            <p:grpSpPr>
              <a:xfrm>
                <a:off x="5138" y="1400"/>
                <a:ext cx="439" cy="110"/>
                <a:chOff x="4677" y="3908"/>
                <a:chExt cx="601" cy="121"/>
              </a:xfrm>
            </p:grpSpPr>
            <p:grpSp>
              <p:nvGrpSpPr>
                <p:cNvPr id="89270" name="Group 194"/>
                <p:cNvGrpSpPr/>
                <p:nvPr/>
              </p:nvGrpSpPr>
              <p:grpSpPr>
                <a:xfrm>
                  <a:off x="4677" y="3969"/>
                  <a:ext cx="137" cy="46"/>
                  <a:chOff x="1260" y="2371"/>
                  <a:chExt cx="151" cy="53"/>
                </a:xfrm>
              </p:grpSpPr>
              <p:sp>
                <p:nvSpPr>
                  <p:cNvPr id="89271" name="Line 195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272" name="Line 196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89273" name="WordArt 197"/>
                <p:cNvSpPr>
                  <a:spLocks noTextEdit="1"/>
                </p:cNvSpPr>
                <p:nvPr/>
              </p:nvSpPr>
              <p:spPr>
                <a:xfrm>
                  <a:off x="4886" y="3908"/>
                  <a:ext cx="39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-0.85</a:t>
                  </a:r>
                </a:p>
              </p:txBody>
            </p:sp>
          </p:grpSp>
          <p:grpSp>
            <p:nvGrpSpPr>
              <p:cNvPr id="89274" name="Group 198"/>
              <p:cNvGrpSpPr/>
              <p:nvPr/>
            </p:nvGrpSpPr>
            <p:grpSpPr>
              <a:xfrm>
                <a:off x="5136" y="1144"/>
                <a:ext cx="439" cy="110"/>
                <a:chOff x="4677" y="3908"/>
                <a:chExt cx="601" cy="121"/>
              </a:xfrm>
            </p:grpSpPr>
            <p:grpSp>
              <p:nvGrpSpPr>
                <p:cNvPr id="89275" name="Group 199"/>
                <p:cNvGrpSpPr/>
                <p:nvPr/>
              </p:nvGrpSpPr>
              <p:grpSpPr>
                <a:xfrm>
                  <a:off x="4677" y="3969"/>
                  <a:ext cx="137" cy="46"/>
                  <a:chOff x="1260" y="2371"/>
                  <a:chExt cx="151" cy="53"/>
                </a:xfrm>
              </p:grpSpPr>
              <p:sp>
                <p:nvSpPr>
                  <p:cNvPr id="89276" name="Line 200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277" name="Line 201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89278" name="WordArt 202"/>
                <p:cNvSpPr>
                  <a:spLocks noTextEdit="1"/>
                </p:cNvSpPr>
                <p:nvPr/>
              </p:nvSpPr>
              <p:spPr>
                <a:xfrm>
                  <a:off x="4886" y="3908"/>
                  <a:ext cx="39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-0.54</a:t>
                  </a:r>
                </a:p>
              </p:txBody>
            </p:sp>
          </p:grpSp>
        </p:grpSp>
        <p:grpSp>
          <p:nvGrpSpPr>
            <p:cNvPr id="89279" name="Group 216"/>
            <p:cNvGrpSpPr/>
            <p:nvPr/>
          </p:nvGrpSpPr>
          <p:grpSpPr>
            <a:xfrm>
              <a:off x="3199" y="855"/>
              <a:ext cx="140" cy="2891"/>
              <a:chOff x="440" y="1095"/>
              <a:chExt cx="132" cy="2891"/>
            </a:xfrm>
          </p:grpSpPr>
          <p:sp>
            <p:nvSpPr>
              <p:cNvPr id="3" name="WordArt 217"/>
              <p:cNvSpPr>
                <a:spLocks noTextEdit="1"/>
              </p:cNvSpPr>
              <p:nvPr/>
            </p:nvSpPr>
            <p:spPr>
              <a:xfrm rot="5400000">
                <a:off x="471" y="1064"/>
                <a:ext cx="70" cy="132"/>
              </a:xfrm>
              <a:prstGeom prst="rect">
                <a:avLst/>
              </a:prstGeom>
            </p:spPr>
            <p:txBody>
              <a:bodyPr vert="wordArt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3600" b="0" i="0" u="none" strike="noStrike" kern="1200" cap="none" spc="0" normalizeH="0" baseline="0" noProof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8</a:t>
                </a:r>
              </a:p>
            </p:txBody>
          </p:sp>
          <p:sp>
            <p:nvSpPr>
              <p:cNvPr id="89281" name="WordArt 218"/>
              <p:cNvSpPr>
                <a:spLocks noTextEdit="1"/>
              </p:cNvSpPr>
              <p:nvPr/>
            </p:nvSpPr>
            <p:spPr>
              <a:xfrm>
                <a:off x="462" y="1242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89282" name="WordArt 219"/>
              <p:cNvSpPr>
                <a:spLocks noTextEdit="1"/>
              </p:cNvSpPr>
              <p:nvPr/>
            </p:nvSpPr>
            <p:spPr>
              <a:xfrm>
                <a:off x="464" y="1420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89283" name="WordArt 220"/>
              <p:cNvSpPr>
                <a:spLocks noTextEdit="1"/>
              </p:cNvSpPr>
              <p:nvPr/>
            </p:nvSpPr>
            <p:spPr>
              <a:xfrm>
                <a:off x="452" y="1642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89284" name="WordArt 221"/>
              <p:cNvSpPr>
                <a:spLocks noTextEdit="1"/>
              </p:cNvSpPr>
              <p:nvPr/>
            </p:nvSpPr>
            <p:spPr>
              <a:xfrm>
                <a:off x="468" y="2026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89285" name="WordArt 222"/>
              <p:cNvSpPr>
                <a:spLocks noTextEdit="1"/>
              </p:cNvSpPr>
              <p:nvPr/>
            </p:nvSpPr>
            <p:spPr>
              <a:xfrm>
                <a:off x="490" y="2645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89286" name="WordArt 223"/>
              <p:cNvSpPr>
                <a:spLocks noTextEdit="1"/>
              </p:cNvSpPr>
              <p:nvPr/>
            </p:nvSpPr>
            <p:spPr>
              <a:xfrm>
                <a:off x="461" y="3874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89287" name="WordArt 224"/>
            <p:cNvSpPr>
              <a:spLocks noTextEdit="1"/>
            </p:cNvSpPr>
            <p:nvPr/>
          </p:nvSpPr>
          <p:spPr>
            <a:xfrm>
              <a:off x="4877" y="853"/>
              <a:ext cx="261" cy="13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(eV)</a:t>
              </a:r>
            </a:p>
          </p:txBody>
        </p:sp>
      </p:grpSp>
      <p:grpSp>
        <p:nvGrpSpPr>
          <p:cNvPr id="89288" name="Group 226"/>
          <p:cNvGrpSpPr/>
          <p:nvPr/>
        </p:nvGrpSpPr>
        <p:grpSpPr>
          <a:xfrm>
            <a:off x="282575" y="496888"/>
            <a:ext cx="793750" cy="442912"/>
            <a:chOff x="396" y="441"/>
            <a:chExt cx="619" cy="368"/>
          </a:xfrm>
        </p:grpSpPr>
        <p:sp>
          <p:nvSpPr>
            <p:cNvPr id="89289" name="Oval 227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290" name="WordArt 228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例5</a:t>
              </a:r>
            </a:p>
          </p:txBody>
        </p:sp>
      </p:grpSp>
      <p:sp>
        <p:nvSpPr>
          <p:cNvPr id="263398" name="Line 230"/>
          <p:cNvSpPr/>
          <p:nvPr/>
        </p:nvSpPr>
        <p:spPr>
          <a:xfrm>
            <a:off x="6022975" y="2319338"/>
            <a:ext cx="0" cy="1611312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6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53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54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90114" name="Rectangle 5" descr="羊皮纸"/>
          <p:cNvSpPr/>
          <p:nvPr/>
        </p:nvSpPr>
        <p:spPr>
          <a:xfrm>
            <a:off x="0" y="6669088"/>
            <a:ext cx="9144000" cy="188912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5" name="Rectangle 6" descr="羊皮纸"/>
          <p:cNvSpPr/>
          <p:nvPr/>
        </p:nvSpPr>
        <p:spPr>
          <a:xfrm>
            <a:off x="0" y="6723063"/>
            <a:ext cx="4486275" cy="134937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6" name="Rectangle 8" descr="羊皮纸"/>
          <p:cNvSpPr/>
          <p:nvPr/>
        </p:nvSpPr>
        <p:spPr>
          <a:xfrm>
            <a:off x="0" y="0"/>
            <a:ext cx="9144000" cy="18891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1319213" y="347663"/>
            <a:ext cx="7364412" cy="766762"/>
            <a:chOff x="361" y="241"/>
            <a:chExt cx="5109" cy="483"/>
          </a:xfrm>
        </p:grpSpPr>
        <p:sp>
          <p:nvSpPr>
            <p:cNvPr id="90118" name="WordArt 10"/>
            <p:cNvSpPr>
              <a:spLocks noTextEdit="1"/>
            </p:cNvSpPr>
            <p:nvPr/>
          </p:nvSpPr>
          <p:spPr>
            <a:xfrm>
              <a:off x="361" y="523"/>
              <a:ext cx="3206" cy="20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入射光的波长   不能大于多少</a:t>
              </a:r>
            </a:p>
          </p:txBody>
        </p:sp>
        <p:grpSp>
          <p:nvGrpSpPr>
            <p:cNvPr id="90119" name="Group 11"/>
            <p:cNvGrpSpPr/>
            <p:nvPr/>
          </p:nvGrpSpPr>
          <p:grpSpPr>
            <a:xfrm>
              <a:off x="841" y="241"/>
              <a:ext cx="4629" cy="180"/>
              <a:chOff x="255" y="230"/>
              <a:chExt cx="4629" cy="180"/>
            </a:xfrm>
          </p:grpSpPr>
          <p:sp>
            <p:nvSpPr>
              <p:cNvPr id="90120" name="WordArt 12"/>
              <p:cNvSpPr>
                <a:spLocks noTextEdit="1"/>
              </p:cNvSpPr>
              <p:nvPr/>
            </p:nvSpPr>
            <p:spPr>
              <a:xfrm>
                <a:off x="255" y="230"/>
                <a:ext cx="4629" cy="1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要使处在    态的氢原子越迁到电离态，</a:t>
                </a:r>
              </a:p>
            </p:txBody>
          </p:sp>
          <p:sp>
            <p:nvSpPr>
              <p:cNvPr id="90121" name="WordArt 13"/>
              <p:cNvSpPr>
                <a:spLocks noTextEdit="1"/>
              </p:cNvSpPr>
              <p:nvPr/>
            </p:nvSpPr>
            <p:spPr>
              <a:xfrm>
                <a:off x="1380" y="262"/>
                <a:ext cx="126" cy="1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grpSp>
            <p:nvGrpSpPr>
              <p:cNvPr id="90122" name="Group 14"/>
              <p:cNvGrpSpPr/>
              <p:nvPr/>
            </p:nvGrpSpPr>
            <p:grpSpPr>
              <a:xfrm>
                <a:off x="1549" y="318"/>
                <a:ext cx="134" cy="39"/>
                <a:chOff x="1260" y="2371"/>
                <a:chExt cx="151" cy="53"/>
              </a:xfrm>
            </p:grpSpPr>
            <p:sp>
              <p:nvSpPr>
                <p:cNvPr id="90123" name="Line 15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24" name="Line 16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125" name="WordArt 17"/>
              <p:cNvSpPr>
                <a:spLocks noTextEdit="1"/>
              </p:cNvSpPr>
              <p:nvPr/>
            </p:nvSpPr>
            <p:spPr>
              <a:xfrm>
                <a:off x="1713" y="272"/>
                <a:ext cx="103" cy="10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90126" name="WordArt 18"/>
            <p:cNvSpPr>
              <a:spLocks noTextEdit="1"/>
            </p:cNvSpPr>
            <p:nvPr/>
          </p:nvSpPr>
          <p:spPr>
            <a:xfrm>
              <a:off x="3625" y="575"/>
              <a:ext cx="364" cy="9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 m</a:t>
              </a:r>
            </a:p>
          </p:txBody>
        </p:sp>
        <p:sp>
          <p:nvSpPr>
            <p:cNvPr id="90127" name="WordArt 19"/>
            <p:cNvSpPr>
              <a:spLocks noTextEdit="1"/>
            </p:cNvSpPr>
            <p:nvPr/>
          </p:nvSpPr>
          <p:spPr>
            <a:xfrm>
              <a:off x="1879" y="530"/>
              <a:ext cx="187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</p:grpSp>
      <p:sp>
        <p:nvSpPr>
          <p:cNvPr id="90128" name="Rectangle 20" descr="羊皮纸"/>
          <p:cNvSpPr/>
          <p:nvPr/>
        </p:nvSpPr>
        <p:spPr>
          <a:xfrm>
            <a:off x="0" y="1238250"/>
            <a:ext cx="9144000" cy="11906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29" name="Rectangle 62" descr="羊皮纸"/>
          <p:cNvSpPr/>
          <p:nvPr/>
        </p:nvSpPr>
        <p:spPr>
          <a:xfrm>
            <a:off x="4624388" y="1336675"/>
            <a:ext cx="120650" cy="2033588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30" name="Rectangle 63" descr="羊皮纸"/>
          <p:cNvSpPr/>
          <p:nvPr/>
        </p:nvSpPr>
        <p:spPr>
          <a:xfrm>
            <a:off x="4657725" y="4011613"/>
            <a:ext cx="103188" cy="2846387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80" name="Oval 64" descr="深色上对角线"/>
          <p:cNvSpPr/>
          <p:nvPr/>
        </p:nvSpPr>
        <p:spPr>
          <a:xfrm>
            <a:off x="6530975" y="4195763"/>
            <a:ext cx="242888" cy="242887"/>
          </a:xfrm>
          <a:prstGeom prst="ellipse">
            <a:avLst/>
          </a:prstGeom>
          <a:blipFill rotWithShape="0">
            <a:blip r:embed="rId3"/>
          </a:blipFill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81" name="Line 65"/>
          <p:cNvSpPr/>
          <p:nvPr/>
        </p:nvSpPr>
        <p:spPr>
          <a:xfrm flipV="1">
            <a:off x="6654800" y="2238375"/>
            <a:ext cx="0" cy="2105025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round/>
            <a:headEnd type="none" w="med" len="med"/>
            <a:tailEnd type="triangle" w="lg" len="lg"/>
          </a:ln>
        </p:spPr>
      </p:sp>
      <p:grpSp>
        <p:nvGrpSpPr>
          <p:cNvPr id="5" name="Group 66"/>
          <p:cNvGrpSpPr/>
          <p:nvPr/>
        </p:nvGrpSpPr>
        <p:grpSpPr>
          <a:xfrm>
            <a:off x="4191000" y="3451225"/>
            <a:ext cx="2349500" cy="1014413"/>
            <a:chOff x="1141" y="2479"/>
            <a:chExt cx="1480" cy="639"/>
          </a:xfrm>
        </p:grpSpPr>
        <p:grpSp>
          <p:nvGrpSpPr>
            <p:cNvPr id="90134" name="Group 67"/>
            <p:cNvGrpSpPr/>
            <p:nvPr/>
          </p:nvGrpSpPr>
          <p:grpSpPr>
            <a:xfrm rot="-321102">
              <a:off x="1278" y="2549"/>
              <a:ext cx="1343" cy="569"/>
              <a:chOff x="1267" y="2493"/>
              <a:chExt cx="1343" cy="569"/>
            </a:xfrm>
          </p:grpSpPr>
          <p:grpSp>
            <p:nvGrpSpPr>
              <p:cNvPr id="90135" name="Group 68"/>
              <p:cNvGrpSpPr/>
              <p:nvPr/>
            </p:nvGrpSpPr>
            <p:grpSpPr>
              <a:xfrm rot="-9588770">
                <a:off x="1681" y="2698"/>
                <a:ext cx="537" cy="179"/>
                <a:chOff x="2681" y="3323"/>
                <a:chExt cx="312" cy="164"/>
              </a:xfrm>
            </p:grpSpPr>
            <p:grpSp>
              <p:nvGrpSpPr>
                <p:cNvPr id="90136" name="Group 69"/>
                <p:cNvGrpSpPr/>
                <p:nvPr/>
              </p:nvGrpSpPr>
              <p:grpSpPr>
                <a:xfrm>
                  <a:off x="2684" y="3323"/>
                  <a:ext cx="306" cy="164"/>
                  <a:chOff x="624" y="912"/>
                  <a:chExt cx="960" cy="96"/>
                </a:xfrm>
              </p:grpSpPr>
              <p:sp>
                <p:nvSpPr>
                  <p:cNvPr id="90137" name="Freeform 70"/>
                  <p:cNvSpPr/>
                  <p:nvPr/>
                </p:nvSpPr>
                <p:spPr>
                  <a:xfrm>
                    <a:off x="624" y="912"/>
                    <a:ext cx="480" cy="96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040" h="1208">
                        <a:moveTo>
                          <a:pt x="0" y="584"/>
                        </a:moveTo>
                        <a:cubicBezTo>
                          <a:pt x="148" y="296"/>
                          <a:pt x="296" y="8"/>
                          <a:pt x="432" y="8"/>
                        </a:cubicBezTo>
                        <a:cubicBezTo>
                          <a:pt x="568" y="8"/>
                          <a:pt x="680" y="384"/>
                          <a:pt x="816" y="584"/>
                        </a:cubicBezTo>
                        <a:cubicBezTo>
                          <a:pt x="952" y="784"/>
                          <a:pt x="1104" y="1208"/>
                          <a:pt x="1248" y="1208"/>
                        </a:cubicBezTo>
                        <a:cubicBezTo>
                          <a:pt x="1392" y="1208"/>
                          <a:pt x="1536" y="784"/>
                          <a:pt x="1680" y="584"/>
                        </a:cubicBezTo>
                        <a:cubicBezTo>
                          <a:pt x="1824" y="384"/>
                          <a:pt x="1968" y="0"/>
                          <a:pt x="2112" y="8"/>
                        </a:cubicBezTo>
                        <a:cubicBezTo>
                          <a:pt x="2256" y="16"/>
                          <a:pt x="2408" y="432"/>
                          <a:pt x="2544" y="632"/>
                        </a:cubicBezTo>
                        <a:cubicBezTo>
                          <a:pt x="2680" y="832"/>
                          <a:pt x="2792" y="1208"/>
                          <a:pt x="2928" y="1208"/>
                        </a:cubicBezTo>
                        <a:cubicBezTo>
                          <a:pt x="3064" y="1208"/>
                          <a:pt x="3216" y="832"/>
                          <a:pt x="3360" y="632"/>
                        </a:cubicBezTo>
                        <a:cubicBezTo>
                          <a:pt x="3504" y="432"/>
                          <a:pt x="3656" y="8"/>
                          <a:pt x="3792" y="8"/>
                        </a:cubicBezTo>
                        <a:cubicBezTo>
                          <a:pt x="3928" y="8"/>
                          <a:pt x="4040" y="432"/>
                          <a:pt x="4176" y="632"/>
                        </a:cubicBezTo>
                        <a:cubicBezTo>
                          <a:pt x="4312" y="832"/>
                          <a:pt x="4464" y="1208"/>
                          <a:pt x="4608" y="1208"/>
                        </a:cubicBezTo>
                        <a:cubicBezTo>
                          <a:pt x="4752" y="1208"/>
                          <a:pt x="4968" y="728"/>
                          <a:pt x="5040" y="632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0138" name="Freeform 71"/>
                  <p:cNvSpPr/>
                  <p:nvPr/>
                </p:nvSpPr>
                <p:spPr>
                  <a:xfrm>
                    <a:off x="1104" y="912"/>
                    <a:ext cx="480" cy="96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040" h="1208">
                        <a:moveTo>
                          <a:pt x="0" y="584"/>
                        </a:moveTo>
                        <a:cubicBezTo>
                          <a:pt x="148" y="296"/>
                          <a:pt x="296" y="8"/>
                          <a:pt x="432" y="8"/>
                        </a:cubicBezTo>
                        <a:cubicBezTo>
                          <a:pt x="568" y="8"/>
                          <a:pt x="680" y="384"/>
                          <a:pt x="816" y="584"/>
                        </a:cubicBezTo>
                        <a:cubicBezTo>
                          <a:pt x="952" y="784"/>
                          <a:pt x="1104" y="1208"/>
                          <a:pt x="1248" y="1208"/>
                        </a:cubicBezTo>
                        <a:cubicBezTo>
                          <a:pt x="1392" y="1208"/>
                          <a:pt x="1536" y="784"/>
                          <a:pt x="1680" y="584"/>
                        </a:cubicBezTo>
                        <a:cubicBezTo>
                          <a:pt x="1824" y="384"/>
                          <a:pt x="1968" y="0"/>
                          <a:pt x="2112" y="8"/>
                        </a:cubicBezTo>
                        <a:cubicBezTo>
                          <a:pt x="2256" y="16"/>
                          <a:pt x="2408" y="432"/>
                          <a:pt x="2544" y="632"/>
                        </a:cubicBezTo>
                        <a:cubicBezTo>
                          <a:pt x="2680" y="832"/>
                          <a:pt x="2792" y="1208"/>
                          <a:pt x="2928" y="1208"/>
                        </a:cubicBezTo>
                        <a:cubicBezTo>
                          <a:pt x="3064" y="1208"/>
                          <a:pt x="3216" y="832"/>
                          <a:pt x="3360" y="632"/>
                        </a:cubicBezTo>
                        <a:cubicBezTo>
                          <a:pt x="3504" y="432"/>
                          <a:pt x="3656" y="8"/>
                          <a:pt x="3792" y="8"/>
                        </a:cubicBezTo>
                        <a:cubicBezTo>
                          <a:pt x="3928" y="8"/>
                          <a:pt x="4040" y="432"/>
                          <a:pt x="4176" y="632"/>
                        </a:cubicBezTo>
                        <a:cubicBezTo>
                          <a:pt x="4312" y="832"/>
                          <a:pt x="4464" y="1208"/>
                          <a:pt x="4608" y="1208"/>
                        </a:cubicBezTo>
                        <a:cubicBezTo>
                          <a:pt x="4752" y="1208"/>
                          <a:pt x="4968" y="728"/>
                          <a:pt x="5040" y="632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0139" name="Line 72"/>
                <p:cNvSpPr/>
                <p:nvPr/>
              </p:nvSpPr>
              <p:spPr>
                <a:xfrm flipH="1">
                  <a:off x="2681" y="3395"/>
                  <a:ext cx="3" cy="23"/>
                </a:xfrm>
                <a:prstGeom prst="line">
                  <a:avLst/>
                </a:prstGeom>
                <a:ln w="63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0" name="Line 73"/>
                <p:cNvSpPr/>
                <p:nvPr/>
              </p:nvSpPr>
              <p:spPr>
                <a:xfrm>
                  <a:off x="2837" y="3400"/>
                  <a:ext cx="1" cy="22"/>
                </a:xfrm>
                <a:prstGeom prst="line">
                  <a:avLst/>
                </a:prstGeom>
                <a:ln w="63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1" name="Line 74"/>
                <p:cNvSpPr/>
                <p:nvPr/>
              </p:nvSpPr>
              <p:spPr>
                <a:xfrm flipH="1">
                  <a:off x="2991" y="3394"/>
                  <a:ext cx="2" cy="22"/>
                </a:xfrm>
                <a:prstGeom prst="line">
                  <a:avLst/>
                </a:prstGeom>
                <a:ln w="63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142" name="Line 75"/>
              <p:cNvSpPr/>
              <p:nvPr/>
            </p:nvSpPr>
            <p:spPr>
              <a:xfrm rot="-266126">
                <a:off x="1267" y="2493"/>
                <a:ext cx="424" cy="21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143" name="Line 76"/>
              <p:cNvSpPr/>
              <p:nvPr/>
            </p:nvSpPr>
            <p:spPr>
              <a:xfrm rot="-266126">
                <a:off x="2208" y="2866"/>
                <a:ext cx="402" cy="1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</p:grpSp>
        <p:sp>
          <p:nvSpPr>
            <p:cNvPr id="90144" name="Oval 77"/>
            <p:cNvSpPr/>
            <p:nvPr/>
          </p:nvSpPr>
          <p:spPr>
            <a:xfrm>
              <a:off x="1141" y="2479"/>
              <a:ext cx="326" cy="315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145" name="WordArt 78"/>
            <p:cNvSpPr>
              <a:spLocks noTextEdit="1"/>
            </p:cNvSpPr>
            <p:nvPr/>
          </p:nvSpPr>
          <p:spPr>
            <a:xfrm>
              <a:off x="1230" y="2555"/>
              <a:ext cx="165" cy="16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</p:grpSp>
      <p:grpSp>
        <p:nvGrpSpPr>
          <p:cNvPr id="9" name="Group 79"/>
          <p:cNvGrpSpPr/>
          <p:nvPr/>
        </p:nvGrpSpPr>
        <p:grpSpPr>
          <a:xfrm>
            <a:off x="366713" y="1504950"/>
            <a:ext cx="3889375" cy="2370138"/>
            <a:chOff x="231" y="948"/>
            <a:chExt cx="2450" cy="1493"/>
          </a:xfrm>
        </p:grpSpPr>
        <p:sp>
          <p:nvSpPr>
            <p:cNvPr id="90147" name="WordArt 80"/>
            <p:cNvSpPr>
              <a:spLocks noTextEdit="1"/>
            </p:cNvSpPr>
            <p:nvPr/>
          </p:nvSpPr>
          <p:spPr>
            <a:xfrm>
              <a:off x="231" y="948"/>
              <a:ext cx="2450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从       跃迁到        要吸收的能量</a:t>
              </a:r>
            </a:p>
          </p:txBody>
        </p:sp>
        <p:grpSp>
          <p:nvGrpSpPr>
            <p:cNvPr id="90148" name="Group 81"/>
            <p:cNvGrpSpPr/>
            <p:nvPr/>
          </p:nvGrpSpPr>
          <p:grpSpPr>
            <a:xfrm>
              <a:off x="413" y="957"/>
              <a:ext cx="349" cy="120"/>
              <a:chOff x="413" y="957"/>
              <a:chExt cx="349" cy="120"/>
            </a:xfrm>
          </p:grpSpPr>
          <p:sp>
            <p:nvSpPr>
              <p:cNvPr id="90149" name="WordArt 82"/>
              <p:cNvSpPr>
                <a:spLocks noTextEdit="1"/>
              </p:cNvSpPr>
              <p:nvPr/>
            </p:nvSpPr>
            <p:spPr>
              <a:xfrm>
                <a:off x="413" y="958"/>
                <a:ext cx="96" cy="1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grpSp>
            <p:nvGrpSpPr>
              <p:cNvPr id="90150" name="Group 83"/>
              <p:cNvGrpSpPr/>
              <p:nvPr/>
            </p:nvGrpSpPr>
            <p:grpSpPr>
              <a:xfrm>
                <a:off x="550" y="998"/>
                <a:ext cx="102" cy="43"/>
                <a:chOff x="1260" y="2371"/>
                <a:chExt cx="151" cy="53"/>
              </a:xfrm>
            </p:grpSpPr>
            <p:sp>
              <p:nvSpPr>
                <p:cNvPr id="90151" name="Line 84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52" name="Line 85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153" name="WordArt 86"/>
              <p:cNvSpPr>
                <a:spLocks noTextEdit="1"/>
              </p:cNvSpPr>
              <p:nvPr/>
            </p:nvSpPr>
            <p:spPr>
              <a:xfrm>
                <a:off x="684" y="957"/>
                <a:ext cx="78" cy="1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90154" name="WordArt 87"/>
            <p:cNvSpPr>
              <a:spLocks noTextEdit="1"/>
            </p:cNvSpPr>
            <p:nvPr/>
          </p:nvSpPr>
          <p:spPr>
            <a:xfrm>
              <a:off x="1335" y="956"/>
              <a:ext cx="96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</a:p>
          </p:txBody>
        </p:sp>
        <p:grpSp>
          <p:nvGrpSpPr>
            <p:cNvPr id="90155" name="Group 88"/>
            <p:cNvGrpSpPr/>
            <p:nvPr/>
          </p:nvGrpSpPr>
          <p:grpSpPr>
            <a:xfrm>
              <a:off x="1482" y="996"/>
              <a:ext cx="102" cy="43"/>
              <a:chOff x="1260" y="2371"/>
              <a:chExt cx="151" cy="53"/>
            </a:xfrm>
          </p:grpSpPr>
          <p:sp>
            <p:nvSpPr>
              <p:cNvPr id="90156" name="Line 89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157" name="Line 90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3643" name="WordArt 91"/>
            <p:cNvSpPr>
              <a:spLocks noTextEdit="1"/>
            </p:cNvSpPr>
            <p:nvPr/>
          </p:nvSpPr>
          <p:spPr>
            <a:xfrm>
              <a:off x="1610" y="972"/>
              <a:ext cx="154" cy="77"/>
            </a:xfrm>
            <a:prstGeom prst="rect">
              <a:avLst/>
            </a:prstGeom>
          </p:spPr>
          <p:txBody>
            <a:bodyPr vert="wordArtVert"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600" b="0" i="0" u="none" strike="noStrike" kern="1200" cap="none" spc="0" normalizeH="0" baseline="0" noProof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8</a:t>
              </a:r>
            </a:p>
          </p:txBody>
        </p:sp>
        <p:grpSp>
          <p:nvGrpSpPr>
            <p:cNvPr id="90159" name="Group 92"/>
            <p:cNvGrpSpPr/>
            <p:nvPr/>
          </p:nvGrpSpPr>
          <p:grpSpPr>
            <a:xfrm>
              <a:off x="1184" y="1390"/>
              <a:ext cx="119" cy="49"/>
              <a:chOff x="1260" y="2371"/>
              <a:chExt cx="151" cy="53"/>
            </a:xfrm>
          </p:grpSpPr>
          <p:sp>
            <p:nvSpPr>
              <p:cNvPr id="90160" name="Line 93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161" name="Line 94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0162" name="Line 95"/>
            <p:cNvSpPr/>
            <p:nvPr/>
          </p:nvSpPr>
          <p:spPr>
            <a:xfrm>
              <a:off x="695" y="1414"/>
              <a:ext cx="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63" name="WordArt 96"/>
            <p:cNvSpPr>
              <a:spLocks noTextEdit="1"/>
            </p:cNvSpPr>
            <p:nvPr/>
          </p:nvSpPr>
          <p:spPr>
            <a:xfrm>
              <a:off x="424" y="1343"/>
              <a:ext cx="156" cy="14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0164" name="WordArt 97"/>
            <p:cNvSpPr>
              <a:spLocks noTextEdit="1"/>
            </p:cNvSpPr>
            <p:nvPr/>
          </p:nvSpPr>
          <p:spPr>
            <a:xfrm>
              <a:off x="792" y="1342"/>
              <a:ext cx="157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0165" name="WordArt 98"/>
            <p:cNvSpPr>
              <a:spLocks noTextEdit="1"/>
            </p:cNvSpPr>
            <p:nvPr/>
          </p:nvSpPr>
          <p:spPr>
            <a:xfrm>
              <a:off x="971" y="1439"/>
              <a:ext cx="56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0166" name="WordArt 99"/>
            <p:cNvSpPr>
              <a:spLocks noTextEdit="1"/>
            </p:cNvSpPr>
            <p:nvPr/>
          </p:nvSpPr>
          <p:spPr>
            <a:xfrm flipH="1">
              <a:off x="1071" y="1304"/>
              <a:ext cx="52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90167" name="WordArt 100"/>
            <p:cNvSpPr>
              <a:spLocks noTextEdit="1"/>
            </p:cNvSpPr>
            <p:nvPr/>
          </p:nvSpPr>
          <p:spPr>
            <a:xfrm>
              <a:off x="346" y="1331"/>
              <a:ext cx="51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63651" name="WordArt 101"/>
            <p:cNvSpPr>
              <a:spLocks noTextEdit="1"/>
            </p:cNvSpPr>
            <p:nvPr/>
          </p:nvSpPr>
          <p:spPr>
            <a:xfrm>
              <a:off x="586" y="1450"/>
              <a:ext cx="111" cy="66"/>
            </a:xfrm>
            <a:prstGeom prst="rect">
              <a:avLst/>
            </a:prstGeom>
          </p:spPr>
          <p:txBody>
            <a:bodyPr vert="wordArtVert"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600" b="0" i="0" u="none" strike="noStrike" kern="1200" cap="none" spc="0" normalizeH="0" baseline="0" noProof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8</a:t>
              </a:r>
            </a:p>
          </p:txBody>
        </p:sp>
        <p:sp>
          <p:nvSpPr>
            <p:cNvPr id="90169" name="WordArt 102"/>
            <p:cNvSpPr>
              <a:spLocks noTextEdit="1"/>
            </p:cNvSpPr>
            <p:nvPr/>
          </p:nvSpPr>
          <p:spPr>
            <a:xfrm>
              <a:off x="1333" y="1340"/>
              <a:ext cx="157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0170" name="WordArt 103"/>
            <p:cNvSpPr>
              <a:spLocks noTextEdit="1"/>
            </p:cNvSpPr>
            <p:nvPr/>
          </p:nvSpPr>
          <p:spPr>
            <a:xfrm>
              <a:off x="1490" y="1438"/>
              <a:ext cx="56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0171" name="WordArt 104"/>
            <p:cNvSpPr>
              <a:spLocks noTextEdit="1"/>
            </p:cNvSpPr>
            <p:nvPr/>
          </p:nvSpPr>
          <p:spPr>
            <a:xfrm>
              <a:off x="1583" y="1310"/>
              <a:ext cx="51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63655" name="WordArt 105"/>
            <p:cNvSpPr>
              <a:spLocks noTextEdit="1"/>
            </p:cNvSpPr>
            <p:nvPr/>
          </p:nvSpPr>
          <p:spPr>
            <a:xfrm>
              <a:off x="1727" y="1471"/>
              <a:ext cx="154" cy="77"/>
            </a:xfrm>
            <a:prstGeom prst="rect">
              <a:avLst/>
            </a:prstGeom>
          </p:spPr>
          <p:txBody>
            <a:bodyPr vert="wordArtVert"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600" b="0" i="0" u="none" strike="noStrike" kern="1200" cap="none" spc="0" normalizeH="0" baseline="0" noProof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8</a:t>
              </a:r>
            </a:p>
          </p:txBody>
        </p:sp>
        <p:sp>
          <p:nvSpPr>
            <p:cNvPr id="90173" name="WordArt 106"/>
            <p:cNvSpPr>
              <a:spLocks noTextEdit="1"/>
            </p:cNvSpPr>
            <p:nvPr/>
          </p:nvSpPr>
          <p:spPr>
            <a:xfrm>
              <a:off x="1915" y="1427"/>
              <a:ext cx="56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90174" name="Group 107"/>
            <p:cNvGrpSpPr/>
            <p:nvPr/>
          </p:nvGrpSpPr>
          <p:grpSpPr>
            <a:xfrm>
              <a:off x="1684" y="1220"/>
              <a:ext cx="272" cy="171"/>
              <a:chOff x="1695" y="1263"/>
              <a:chExt cx="272" cy="171"/>
            </a:xfrm>
          </p:grpSpPr>
          <p:sp>
            <p:nvSpPr>
              <p:cNvPr id="90175" name="Line 108"/>
              <p:cNvSpPr/>
              <p:nvPr/>
            </p:nvSpPr>
            <p:spPr>
              <a:xfrm>
                <a:off x="1695" y="1434"/>
                <a:ext cx="2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176" name="WordArt 109"/>
              <p:cNvSpPr>
                <a:spLocks noTextEdit="1"/>
              </p:cNvSpPr>
              <p:nvPr/>
            </p:nvSpPr>
            <p:spPr>
              <a:xfrm>
                <a:off x="1793" y="1263"/>
                <a:ext cx="78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90177" name="Line 110"/>
            <p:cNvSpPr/>
            <p:nvPr/>
          </p:nvSpPr>
          <p:spPr>
            <a:xfrm>
              <a:off x="2031" y="1390"/>
              <a:ext cx="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0178" name="Group 111"/>
            <p:cNvGrpSpPr/>
            <p:nvPr/>
          </p:nvGrpSpPr>
          <p:grpSpPr>
            <a:xfrm>
              <a:off x="2204" y="1208"/>
              <a:ext cx="272" cy="171"/>
              <a:chOff x="1695" y="1263"/>
              <a:chExt cx="272" cy="171"/>
            </a:xfrm>
          </p:grpSpPr>
          <p:sp>
            <p:nvSpPr>
              <p:cNvPr id="90179" name="Line 112"/>
              <p:cNvSpPr/>
              <p:nvPr/>
            </p:nvSpPr>
            <p:spPr>
              <a:xfrm>
                <a:off x="1695" y="1434"/>
                <a:ext cx="2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180" name="WordArt 113"/>
              <p:cNvSpPr>
                <a:spLocks noTextEdit="1"/>
              </p:cNvSpPr>
              <p:nvPr/>
            </p:nvSpPr>
            <p:spPr>
              <a:xfrm>
                <a:off x="1793" y="1263"/>
                <a:ext cx="78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90181" name="WordArt 114"/>
            <p:cNvSpPr>
              <a:spLocks noTextEdit="1"/>
            </p:cNvSpPr>
            <p:nvPr/>
          </p:nvSpPr>
          <p:spPr>
            <a:xfrm>
              <a:off x="2251" y="1425"/>
              <a:ext cx="110" cy="11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0182" name="WordArt 115"/>
            <p:cNvSpPr>
              <a:spLocks noTextEdit="1"/>
            </p:cNvSpPr>
            <p:nvPr/>
          </p:nvSpPr>
          <p:spPr>
            <a:xfrm>
              <a:off x="2382" y="1416"/>
              <a:ext cx="56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0183" name="WordArt 116"/>
            <p:cNvSpPr>
              <a:spLocks noTextEdit="1"/>
            </p:cNvSpPr>
            <p:nvPr/>
          </p:nvSpPr>
          <p:spPr>
            <a:xfrm flipH="1">
              <a:off x="2493" y="1335"/>
              <a:ext cx="52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90184" name="WordArt 117"/>
            <p:cNvSpPr>
              <a:spLocks noTextEdit="1"/>
            </p:cNvSpPr>
            <p:nvPr/>
          </p:nvSpPr>
          <p:spPr>
            <a:xfrm>
              <a:off x="1842" y="1679"/>
              <a:ext cx="233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3.4</a:t>
              </a:r>
            </a:p>
          </p:txBody>
        </p:sp>
        <p:grpSp>
          <p:nvGrpSpPr>
            <p:cNvPr id="90185" name="Group 118"/>
            <p:cNvGrpSpPr/>
            <p:nvPr/>
          </p:nvGrpSpPr>
          <p:grpSpPr>
            <a:xfrm>
              <a:off x="433" y="1758"/>
              <a:ext cx="119" cy="60"/>
              <a:chOff x="1260" y="2371"/>
              <a:chExt cx="151" cy="53"/>
            </a:xfrm>
          </p:grpSpPr>
          <p:sp>
            <p:nvSpPr>
              <p:cNvPr id="90186" name="Line 119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187" name="Line 120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0188" name="WordArt 121"/>
            <p:cNvSpPr>
              <a:spLocks noTextEdit="1"/>
            </p:cNvSpPr>
            <p:nvPr/>
          </p:nvSpPr>
          <p:spPr>
            <a:xfrm>
              <a:off x="747" y="1710"/>
              <a:ext cx="270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13.6</a:t>
              </a:r>
            </a:p>
          </p:txBody>
        </p:sp>
        <p:sp>
          <p:nvSpPr>
            <p:cNvPr id="90189" name="Line 122"/>
            <p:cNvSpPr/>
            <p:nvPr/>
          </p:nvSpPr>
          <p:spPr>
            <a:xfrm>
              <a:off x="616" y="1779"/>
              <a:ext cx="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90" name="WordArt 123"/>
            <p:cNvSpPr>
              <a:spLocks noTextEdit="1"/>
            </p:cNvSpPr>
            <p:nvPr/>
          </p:nvSpPr>
          <p:spPr>
            <a:xfrm>
              <a:off x="1071" y="1666"/>
              <a:ext cx="51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90191" name="Line 124"/>
            <p:cNvSpPr/>
            <p:nvPr/>
          </p:nvSpPr>
          <p:spPr>
            <a:xfrm>
              <a:off x="1127" y="1757"/>
              <a:ext cx="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92" name="WordArt 125"/>
            <p:cNvSpPr>
              <a:spLocks noTextEdit="1"/>
            </p:cNvSpPr>
            <p:nvPr/>
          </p:nvSpPr>
          <p:spPr>
            <a:xfrm>
              <a:off x="1267" y="1699"/>
              <a:ext cx="270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0.25</a:t>
              </a:r>
            </a:p>
          </p:txBody>
        </p:sp>
        <p:sp>
          <p:nvSpPr>
            <p:cNvPr id="90193" name="WordArt 126"/>
            <p:cNvSpPr>
              <a:spLocks noTextEdit="1"/>
            </p:cNvSpPr>
            <p:nvPr/>
          </p:nvSpPr>
          <p:spPr>
            <a:xfrm flipH="1">
              <a:off x="1570" y="1650"/>
              <a:ext cx="52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grpSp>
          <p:nvGrpSpPr>
            <p:cNvPr id="90194" name="Group 127"/>
            <p:cNvGrpSpPr/>
            <p:nvPr/>
          </p:nvGrpSpPr>
          <p:grpSpPr>
            <a:xfrm>
              <a:off x="1660" y="1746"/>
              <a:ext cx="119" cy="49"/>
              <a:chOff x="1260" y="2371"/>
              <a:chExt cx="151" cy="53"/>
            </a:xfrm>
          </p:grpSpPr>
          <p:sp>
            <p:nvSpPr>
              <p:cNvPr id="90195" name="Line 12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196" name="Line 12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0197" name="WordArt 130"/>
            <p:cNvSpPr>
              <a:spLocks noTextEdit="1"/>
            </p:cNvSpPr>
            <p:nvPr/>
          </p:nvSpPr>
          <p:spPr>
            <a:xfrm>
              <a:off x="2122" y="1697"/>
              <a:ext cx="220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eV</a:t>
              </a:r>
            </a:p>
          </p:txBody>
        </p:sp>
        <p:grpSp>
          <p:nvGrpSpPr>
            <p:cNvPr id="90198" name="Group 131"/>
            <p:cNvGrpSpPr/>
            <p:nvPr/>
          </p:nvGrpSpPr>
          <p:grpSpPr>
            <a:xfrm>
              <a:off x="1382" y="1971"/>
              <a:ext cx="435" cy="163"/>
              <a:chOff x="1382" y="1971"/>
              <a:chExt cx="435" cy="163"/>
            </a:xfrm>
          </p:grpSpPr>
          <p:grpSp>
            <p:nvGrpSpPr>
              <p:cNvPr id="90199" name="Group 132"/>
              <p:cNvGrpSpPr/>
              <p:nvPr/>
            </p:nvGrpSpPr>
            <p:grpSpPr>
              <a:xfrm>
                <a:off x="1382" y="2030"/>
                <a:ext cx="79" cy="91"/>
                <a:chOff x="1781" y="2282"/>
                <a:chExt cx="577" cy="577"/>
              </a:xfrm>
            </p:grpSpPr>
            <p:sp>
              <p:nvSpPr>
                <p:cNvPr id="90200" name="Line 133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1" name="Line 134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90202" name="Group 135"/>
              <p:cNvGrpSpPr/>
              <p:nvPr/>
            </p:nvGrpSpPr>
            <p:grpSpPr>
              <a:xfrm>
                <a:off x="1496" y="1971"/>
                <a:ext cx="321" cy="163"/>
                <a:chOff x="1507" y="1949"/>
                <a:chExt cx="288" cy="152"/>
              </a:xfrm>
            </p:grpSpPr>
            <p:sp>
              <p:nvSpPr>
                <p:cNvPr id="90203" name="WordArt 136"/>
                <p:cNvSpPr>
                  <a:spLocks noTextEdit="1"/>
                </p:cNvSpPr>
                <p:nvPr/>
              </p:nvSpPr>
              <p:spPr>
                <a:xfrm>
                  <a:off x="1507" y="1977"/>
                  <a:ext cx="124" cy="12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90204" name="WordArt 137"/>
                <p:cNvSpPr>
                  <a:spLocks noTextEdit="1"/>
                </p:cNvSpPr>
                <p:nvPr/>
              </p:nvSpPr>
              <p:spPr>
                <a:xfrm>
                  <a:off x="1709" y="1949"/>
                  <a:ext cx="86" cy="6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19</a:t>
                  </a:r>
                </a:p>
              </p:txBody>
            </p:sp>
            <p:sp>
              <p:nvSpPr>
                <p:cNvPr id="90205" name="Line 138"/>
                <p:cNvSpPr/>
                <p:nvPr/>
              </p:nvSpPr>
              <p:spPr>
                <a:xfrm>
                  <a:off x="1642" y="1986"/>
                  <a:ext cx="5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90206" name="WordArt 139"/>
            <p:cNvSpPr>
              <a:spLocks noTextEdit="1"/>
            </p:cNvSpPr>
            <p:nvPr/>
          </p:nvSpPr>
          <p:spPr>
            <a:xfrm>
              <a:off x="1075" y="2003"/>
              <a:ext cx="260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1.60</a:t>
              </a:r>
            </a:p>
          </p:txBody>
        </p:sp>
        <p:grpSp>
          <p:nvGrpSpPr>
            <p:cNvPr id="90207" name="Group 140"/>
            <p:cNvGrpSpPr/>
            <p:nvPr/>
          </p:nvGrpSpPr>
          <p:grpSpPr>
            <a:xfrm>
              <a:off x="902" y="2029"/>
              <a:ext cx="80" cy="90"/>
              <a:chOff x="1781" y="2282"/>
              <a:chExt cx="577" cy="577"/>
            </a:xfrm>
          </p:grpSpPr>
          <p:sp>
            <p:nvSpPr>
              <p:cNvPr id="90208" name="Line 141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209" name="Line 142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0210" name="Group 143"/>
            <p:cNvGrpSpPr/>
            <p:nvPr/>
          </p:nvGrpSpPr>
          <p:grpSpPr>
            <a:xfrm>
              <a:off x="431" y="2050"/>
              <a:ext cx="119" cy="60"/>
              <a:chOff x="1260" y="2371"/>
              <a:chExt cx="151" cy="53"/>
            </a:xfrm>
          </p:grpSpPr>
          <p:sp>
            <p:nvSpPr>
              <p:cNvPr id="90211" name="Line 144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212" name="Line 145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0213" name="WordArt 146"/>
            <p:cNvSpPr>
              <a:spLocks noTextEdit="1"/>
            </p:cNvSpPr>
            <p:nvPr/>
          </p:nvSpPr>
          <p:spPr>
            <a:xfrm>
              <a:off x="623" y="2015"/>
              <a:ext cx="233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3.4</a:t>
              </a:r>
            </a:p>
          </p:txBody>
        </p:sp>
        <p:grpSp>
          <p:nvGrpSpPr>
            <p:cNvPr id="90214" name="Group 147"/>
            <p:cNvGrpSpPr/>
            <p:nvPr/>
          </p:nvGrpSpPr>
          <p:grpSpPr>
            <a:xfrm>
              <a:off x="453" y="2343"/>
              <a:ext cx="119" cy="60"/>
              <a:chOff x="1260" y="2371"/>
              <a:chExt cx="151" cy="53"/>
            </a:xfrm>
          </p:grpSpPr>
          <p:sp>
            <p:nvSpPr>
              <p:cNvPr id="90215" name="Line 14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216" name="Line 14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0217" name="Group 150"/>
            <p:cNvGrpSpPr/>
            <p:nvPr/>
          </p:nvGrpSpPr>
          <p:grpSpPr>
            <a:xfrm>
              <a:off x="651" y="2252"/>
              <a:ext cx="917" cy="189"/>
              <a:chOff x="651" y="2252"/>
              <a:chExt cx="917" cy="189"/>
            </a:xfrm>
          </p:grpSpPr>
          <p:sp>
            <p:nvSpPr>
              <p:cNvPr id="90218" name="WordArt 151"/>
              <p:cNvSpPr>
                <a:spLocks noTextEdit="1"/>
              </p:cNvSpPr>
              <p:nvPr/>
            </p:nvSpPr>
            <p:spPr>
              <a:xfrm>
                <a:off x="651" y="2297"/>
                <a:ext cx="281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5.44</a:t>
                </a:r>
              </a:p>
            </p:txBody>
          </p:sp>
          <p:grpSp>
            <p:nvGrpSpPr>
              <p:cNvPr id="90219" name="Group 152"/>
              <p:cNvGrpSpPr/>
              <p:nvPr/>
            </p:nvGrpSpPr>
            <p:grpSpPr>
              <a:xfrm>
                <a:off x="968" y="2252"/>
                <a:ext cx="435" cy="163"/>
                <a:chOff x="1382" y="1971"/>
                <a:chExt cx="435" cy="163"/>
              </a:xfrm>
            </p:grpSpPr>
            <p:grpSp>
              <p:nvGrpSpPr>
                <p:cNvPr id="90220" name="Group 153"/>
                <p:cNvGrpSpPr/>
                <p:nvPr/>
              </p:nvGrpSpPr>
              <p:grpSpPr>
                <a:xfrm>
                  <a:off x="1382" y="2030"/>
                  <a:ext cx="79" cy="91"/>
                  <a:chOff x="1781" y="2282"/>
                  <a:chExt cx="577" cy="577"/>
                </a:xfrm>
              </p:grpSpPr>
              <p:sp>
                <p:nvSpPr>
                  <p:cNvPr id="90221" name="Line 154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0222" name="Line 155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90223" name="Group 156"/>
                <p:cNvGrpSpPr/>
                <p:nvPr/>
              </p:nvGrpSpPr>
              <p:grpSpPr>
                <a:xfrm>
                  <a:off x="1496" y="1971"/>
                  <a:ext cx="321" cy="163"/>
                  <a:chOff x="1507" y="1949"/>
                  <a:chExt cx="288" cy="152"/>
                </a:xfrm>
              </p:grpSpPr>
              <p:sp>
                <p:nvSpPr>
                  <p:cNvPr id="90224" name="WordArt 157"/>
                  <p:cNvSpPr>
                    <a:spLocks noTextEdit="1"/>
                  </p:cNvSpPr>
                  <p:nvPr/>
                </p:nvSpPr>
                <p:spPr>
                  <a:xfrm>
                    <a:off x="1507" y="1977"/>
                    <a:ext cx="124" cy="12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90225" name="WordArt 158"/>
                  <p:cNvSpPr>
                    <a:spLocks noTextEdit="1"/>
                  </p:cNvSpPr>
                  <p:nvPr/>
                </p:nvSpPr>
                <p:spPr>
                  <a:xfrm>
                    <a:off x="1709" y="1949"/>
                    <a:ext cx="86" cy="6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400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19</a:t>
                    </a:r>
                  </a:p>
                </p:txBody>
              </p:sp>
              <p:sp>
                <p:nvSpPr>
                  <p:cNvPr id="90226" name="Line 159"/>
                  <p:cNvSpPr/>
                  <p:nvPr/>
                </p:nvSpPr>
                <p:spPr>
                  <a:xfrm>
                    <a:off x="1642" y="1986"/>
                    <a:ext cx="52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90227" name="WordArt 160"/>
              <p:cNvSpPr>
                <a:spLocks noTextEdit="1"/>
              </p:cNvSpPr>
              <p:nvPr/>
            </p:nvSpPr>
            <p:spPr>
              <a:xfrm>
                <a:off x="1486" y="2274"/>
                <a:ext cx="82" cy="1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</a:t>
                </a:r>
              </a:p>
            </p:txBody>
          </p:sp>
        </p:grpSp>
      </p:grpSp>
      <p:grpSp>
        <p:nvGrpSpPr>
          <p:cNvPr id="28" name="Group 161"/>
          <p:cNvGrpSpPr/>
          <p:nvPr/>
        </p:nvGrpSpPr>
        <p:grpSpPr>
          <a:xfrm>
            <a:off x="241300" y="4032250"/>
            <a:ext cx="4229100" cy="1749425"/>
            <a:chOff x="152" y="2540"/>
            <a:chExt cx="2664" cy="1102"/>
          </a:xfrm>
        </p:grpSpPr>
        <p:grpSp>
          <p:nvGrpSpPr>
            <p:cNvPr id="90229" name="Group 162"/>
            <p:cNvGrpSpPr/>
            <p:nvPr/>
          </p:nvGrpSpPr>
          <p:grpSpPr>
            <a:xfrm>
              <a:off x="389" y="2540"/>
              <a:ext cx="1971" cy="315"/>
              <a:chOff x="324" y="2650"/>
              <a:chExt cx="1971" cy="315"/>
            </a:xfrm>
          </p:grpSpPr>
          <p:sp>
            <p:nvSpPr>
              <p:cNvPr id="90230" name="WordArt 163"/>
              <p:cNvSpPr>
                <a:spLocks noTextEdit="1"/>
              </p:cNvSpPr>
              <p:nvPr/>
            </p:nvSpPr>
            <p:spPr>
              <a:xfrm>
                <a:off x="470" y="2753"/>
                <a:ext cx="122" cy="1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90231" name="Line 164"/>
              <p:cNvSpPr/>
              <p:nvPr/>
            </p:nvSpPr>
            <p:spPr>
              <a:xfrm flipH="1" flipV="1">
                <a:off x="931" y="2791"/>
                <a:ext cx="218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232" name="WordArt 165"/>
              <p:cNvSpPr>
                <a:spLocks noTextEdit="1"/>
              </p:cNvSpPr>
              <p:nvPr/>
            </p:nvSpPr>
            <p:spPr>
              <a:xfrm>
                <a:off x="324" y="2708"/>
                <a:ext cx="140" cy="1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grpSp>
            <p:nvGrpSpPr>
              <p:cNvPr id="90233" name="Group 166"/>
              <p:cNvGrpSpPr/>
              <p:nvPr/>
            </p:nvGrpSpPr>
            <p:grpSpPr>
              <a:xfrm>
                <a:off x="636" y="2798"/>
                <a:ext cx="119" cy="49"/>
                <a:chOff x="1260" y="2371"/>
                <a:chExt cx="151" cy="53"/>
              </a:xfrm>
            </p:grpSpPr>
            <p:sp>
              <p:nvSpPr>
                <p:cNvPr id="90234" name="Line 167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35" name="Line 168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236" name="WordArt 169"/>
              <p:cNvSpPr>
                <a:spLocks noTextEdit="1"/>
              </p:cNvSpPr>
              <p:nvPr/>
            </p:nvSpPr>
            <p:spPr>
              <a:xfrm>
                <a:off x="768" y="2716"/>
                <a:ext cx="140" cy="1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90237" name="WordArt 170"/>
              <p:cNvSpPr>
                <a:spLocks noTextEdit="1"/>
              </p:cNvSpPr>
              <p:nvPr/>
            </p:nvSpPr>
            <p:spPr>
              <a:xfrm>
                <a:off x="968" y="2825"/>
                <a:ext cx="122" cy="1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sp>
            <p:nvSpPr>
              <p:cNvPr id="90238" name="WordArt 171"/>
              <p:cNvSpPr>
                <a:spLocks noTextEdit="1"/>
              </p:cNvSpPr>
              <p:nvPr/>
            </p:nvSpPr>
            <p:spPr>
              <a:xfrm>
                <a:off x="973" y="2650"/>
                <a:ext cx="129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grpSp>
            <p:nvGrpSpPr>
              <p:cNvPr id="90239" name="Group 172"/>
              <p:cNvGrpSpPr/>
              <p:nvPr/>
            </p:nvGrpSpPr>
            <p:grpSpPr>
              <a:xfrm>
                <a:off x="1199" y="2785"/>
                <a:ext cx="119" cy="49"/>
                <a:chOff x="1260" y="2371"/>
                <a:chExt cx="151" cy="53"/>
              </a:xfrm>
            </p:grpSpPr>
            <p:sp>
              <p:nvSpPr>
                <p:cNvPr id="90240" name="Line 173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41" name="Line 174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90242" name="Group 175"/>
              <p:cNvGrpSpPr/>
              <p:nvPr/>
            </p:nvGrpSpPr>
            <p:grpSpPr>
              <a:xfrm>
                <a:off x="1378" y="2696"/>
                <a:ext cx="917" cy="189"/>
                <a:chOff x="651" y="2252"/>
                <a:chExt cx="917" cy="189"/>
              </a:xfrm>
            </p:grpSpPr>
            <p:sp>
              <p:nvSpPr>
                <p:cNvPr id="90243" name="WordArt 176"/>
                <p:cNvSpPr>
                  <a:spLocks noTextEdit="1"/>
                </p:cNvSpPr>
                <p:nvPr/>
              </p:nvSpPr>
              <p:spPr>
                <a:xfrm>
                  <a:off x="651" y="2297"/>
                  <a:ext cx="281" cy="12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5.44</a:t>
                  </a:r>
                </a:p>
              </p:txBody>
            </p:sp>
            <p:grpSp>
              <p:nvGrpSpPr>
                <p:cNvPr id="90244" name="Group 177"/>
                <p:cNvGrpSpPr/>
                <p:nvPr/>
              </p:nvGrpSpPr>
              <p:grpSpPr>
                <a:xfrm>
                  <a:off x="968" y="2252"/>
                  <a:ext cx="435" cy="163"/>
                  <a:chOff x="1382" y="1971"/>
                  <a:chExt cx="435" cy="163"/>
                </a:xfrm>
              </p:grpSpPr>
              <p:grpSp>
                <p:nvGrpSpPr>
                  <p:cNvPr id="90245" name="Group 178"/>
                  <p:cNvGrpSpPr/>
                  <p:nvPr/>
                </p:nvGrpSpPr>
                <p:grpSpPr>
                  <a:xfrm>
                    <a:off x="1382" y="2030"/>
                    <a:ext cx="79" cy="91"/>
                    <a:chOff x="1781" y="2282"/>
                    <a:chExt cx="577" cy="577"/>
                  </a:xfrm>
                </p:grpSpPr>
                <p:sp>
                  <p:nvSpPr>
                    <p:cNvPr id="90246" name="Line 179"/>
                    <p:cNvSpPr/>
                    <p:nvPr/>
                  </p:nvSpPr>
                  <p:spPr>
                    <a:xfrm>
                      <a:off x="1782" y="2282"/>
                      <a:ext cx="576" cy="576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0247" name="Line 180"/>
                    <p:cNvSpPr/>
                    <p:nvPr/>
                  </p:nvSpPr>
                  <p:spPr>
                    <a:xfrm flipH="1">
                      <a:off x="1781" y="2282"/>
                      <a:ext cx="577" cy="577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90248" name="Group 181"/>
                  <p:cNvGrpSpPr/>
                  <p:nvPr/>
                </p:nvGrpSpPr>
                <p:grpSpPr>
                  <a:xfrm>
                    <a:off x="1496" y="1971"/>
                    <a:ext cx="321" cy="163"/>
                    <a:chOff x="1507" y="1949"/>
                    <a:chExt cx="288" cy="152"/>
                  </a:xfrm>
                </p:grpSpPr>
                <p:sp>
                  <p:nvSpPr>
                    <p:cNvPr id="90249" name="WordArt 182"/>
                    <p:cNvSpPr>
                      <a:spLocks noTextEdit="1"/>
                    </p:cNvSpPr>
                    <p:nvPr/>
                  </p:nvSpPr>
                  <p:spPr>
                    <a:xfrm>
                      <a:off x="1507" y="1977"/>
                      <a:ext cx="124" cy="12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</a:p>
                  </p:txBody>
                </p:sp>
                <p:sp>
                  <p:nvSpPr>
                    <p:cNvPr id="90250" name="WordArt 183"/>
                    <p:cNvSpPr>
                      <a:spLocks noTextEdit="1"/>
                    </p:cNvSpPr>
                    <p:nvPr/>
                  </p:nvSpPr>
                  <p:spPr>
                    <a:xfrm>
                      <a:off x="1709" y="1949"/>
                      <a:ext cx="86" cy="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</a:t>
                      </a:r>
                    </a:p>
                  </p:txBody>
                </p:sp>
                <p:sp>
                  <p:nvSpPr>
                    <p:cNvPr id="90251" name="Line 184"/>
                    <p:cNvSpPr/>
                    <p:nvPr/>
                  </p:nvSpPr>
                  <p:spPr>
                    <a:xfrm>
                      <a:off x="1642" y="1986"/>
                      <a:ext cx="5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90252" name="WordArt 185"/>
                <p:cNvSpPr>
                  <a:spLocks noTextEdit="1"/>
                </p:cNvSpPr>
                <p:nvPr/>
              </p:nvSpPr>
              <p:spPr>
                <a:xfrm>
                  <a:off x="1486" y="2274"/>
                  <a:ext cx="82" cy="16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J</a:t>
                  </a:r>
                </a:p>
              </p:txBody>
            </p:sp>
          </p:grpSp>
        </p:grpSp>
        <p:grpSp>
          <p:nvGrpSpPr>
            <p:cNvPr id="90253" name="Group 186"/>
            <p:cNvGrpSpPr/>
            <p:nvPr/>
          </p:nvGrpSpPr>
          <p:grpSpPr>
            <a:xfrm>
              <a:off x="152" y="2925"/>
              <a:ext cx="2664" cy="420"/>
              <a:chOff x="185" y="3077"/>
              <a:chExt cx="2664" cy="420"/>
            </a:xfrm>
          </p:grpSpPr>
          <p:sp>
            <p:nvSpPr>
              <p:cNvPr id="90254" name="Line 187"/>
              <p:cNvSpPr/>
              <p:nvPr/>
            </p:nvSpPr>
            <p:spPr>
              <a:xfrm>
                <a:off x="1534" y="3297"/>
                <a:ext cx="128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90255" name="Group 188"/>
              <p:cNvGrpSpPr/>
              <p:nvPr/>
            </p:nvGrpSpPr>
            <p:grpSpPr>
              <a:xfrm>
                <a:off x="1581" y="3085"/>
                <a:ext cx="737" cy="148"/>
                <a:chOff x="939" y="2604"/>
                <a:chExt cx="1030" cy="217"/>
              </a:xfrm>
            </p:grpSpPr>
            <p:grpSp>
              <p:nvGrpSpPr>
                <p:cNvPr id="90256" name="Group 189"/>
                <p:cNvGrpSpPr/>
                <p:nvPr/>
              </p:nvGrpSpPr>
              <p:grpSpPr>
                <a:xfrm>
                  <a:off x="1378" y="2670"/>
                  <a:ext cx="114" cy="124"/>
                  <a:chOff x="1781" y="2282"/>
                  <a:chExt cx="577" cy="577"/>
                </a:xfrm>
              </p:grpSpPr>
              <p:sp>
                <p:nvSpPr>
                  <p:cNvPr id="90257" name="Line 190"/>
                  <p:cNvSpPr/>
                  <p:nvPr/>
                </p:nvSpPr>
                <p:spPr>
                  <a:xfrm>
                    <a:off x="1782" y="2282"/>
                    <a:ext cx="576" cy="576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0258" name="Line 191"/>
                  <p:cNvSpPr/>
                  <p:nvPr/>
                </p:nvSpPr>
                <p:spPr>
                  <a:xfrm flipH="1">
                    <a:off x="1781" y="2282"/>
                    <a:ext cx="577" cy="57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90259" name="WordArt 192"/>
                <p:cNvSpPr>
                  <a:spLocks noTextEdit="1"/>
                </p:cNvSpPr>
                <p:nvPr/>
              </p:nvSpPr>
              <p:spPr>
                <a:xfrm>
                  <a:off x="1557" y="2643"/>
                  <a:ext cx="177" cy="1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90260" name="WordArt 193"/>
                <p:cNvSpPr>
                  <a:spLocks noTextEdit="1"/>
                </p:cNvSpPr>
                <p:nvPr/>
              </p:nvSpPr>
              <p:spPr>
                <a:xfrm>
                  <a:off x="1847" y="2604"/>
                  <a:ext cx="122" cy="8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4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34</a:t>
                  </a:r>
                </a:p>
              </p:txBody>
            </p:sp>
            <p:sp>
              <p:nvSpPr>
                <p:cNvPr id="90261" name="Line 194"/>
                <p:cNvSpPr/>
                <p:nvPr/>
              </p:nvSpPr>
              <p:spPr>
                <a:xfrm>
                  <a:off x="1750" y="2655"/>
                  <a:ext cx="7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62" name="WordArt 195"/>
                <p:cNvSpPr>
                  <a:spLocks noTextEdit="1"/>
                </p:cNvSpPr>
                <p:nvPr/>
              </p:nvSpPr>
              <p:spPr>
                <a:xfrm>
                  <a:off x="939" y="2633"/>
                  <a:ext cx="373" cy="1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6.63</a:t>
                  </a:r>
                </a:p>
              </p:txBody>
            </p:sp>
          </p:grpSp>
          <p:sp>
            <p:nvSpPr>
              <p:cNvPr id="90263" name="WordArt 196"/>
              <p:cNvSpPr>
                <a:spLocks noTextEdit="1"/>
              </p:cNvSpPr>
              <p:nvPr/>
            </p:nvSpPr>
            <p:spPr>
              <a:xfrm>
                <a:off x="2433" y="3129"/>
                <a:ext cx="75" cy="1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90264" name="Group 197"/>
              <p:cNvGrpSpPr/>
              <p:nvPr/>
            </p:nvGrpSpPr>
            <p:grpSpPr>
              <a:xfrm>
                <a:off x="2325" y="3149"/>
                <a:ext cx="67" cy="77"/>
                <a:chOff x="1781" y="2282"/>
                <a:chExt cx="577" cy="577"/>
              </a:xfrm>
            </p:grpSpPr>
            <p:sp>
              <p:nvSpPr>
                <p:cNvPr id="90265" name="Line 198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66" name="Line 199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267" name="WordArt 200"/>
              <p:cNvSpPr>
                <a:spLocks noTextEdit="1"/>
              </p:cNvSpPr>
              <p:nvPr/>
            </p:nvSpPr>
            <p:spPr>
              <a:xfrm>
                <a:off x="2649" y="3119"/>
                <a:ext cx="115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grpSp>
            <p:nvGrpSpPr>
              <p:cNvPr id="90268" name="Group 201"/>
              <p:cNvGrpSpPr/>
              <p:nvPr/>
            </p:nvGrpSpPr>
            <p:grpSpPr>
              <a:xfrm>
                <a:off x="1361" y="3271"/>
                <a:ext cx="130" cy="60"/>
                <a:chOff x="1260" y="2371"/>
                <a:chExt cx="151" cy="53"/>
              </a:xfrm>
            </p:grpSpPr>
            <p:sp>
              <p:nvSpPr>
                <p:cNvPr id="90269" name="Line 202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70" name="Line 203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271" name="Line 204"/>
              <p:cNvSpPr/>
              <p:nvPr/>
            </p:nvSpPr>
            <p:spPr>
              <a:xfrm flipH="1">
                <a:off x="528" y="3278"/>
                <a:ext cx="783" cy="1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90272" name="Group 205"/>
              <p:cNvGrpSpPr/>
              <p:nvPr/>
            </p:nvGrpSpPr>
            <p:grpSpPr>
              <a:xfrm>
                <a:off x="352" y="3273"/>
                <a:ext cx="119" cy="49"/>
                <a:chOff x="1260" y="2371"/>
                <a:chExt cx="151" cy="53"/>
              </a:xfrm>
            </p:grpSpPr>
            <p:sp>
              <p:nvSpPr>
                <p:cNvPr id="90273" name="Line 206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74" name="Line 207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275" name="WordArt 208"/>
              <p:cNvSpPr>
                <a:spLocks noTextEdit="1"/>
              </p:cNvSpPr>
              <p:nvPr/>
            </p:nvSpPr>
            <p:spPr>
              <a:xfrm>
                <a:off x="756" y="3083"/>
                <a:ext cx="140" cy="1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90276" name="WordArt 209"/>
              <p:cNvSpPr>
                <a:spLocks noTextEdit="1"/>
              </p:cNvSpPr>
              <p:nvPr/>
            </p:nvSpPr>
            <p:spPr>
              <a:xfrm>
                <a:off x="185" y="3213"/>
                <a:ext cx="133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sp>
            <p:nvSpPr>
              <p:cNvPr id="90277" name="WordArt 210"/>
              <p:cNvSpPr>
                <a:spLocks noTextEdit="1"/>
              </p:cNvSpPr>
              <p:nvPr/>
            </p:nvSpPr>
            <p:spPr>
              <a:xfrm>
                <a:off x="917" y="3126"/>
                <a:ext cx="129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</a:p>
            </p:txBody>
          </p:sp>
          <p:grpSp>
            <p:nvGrpSpPr>
              <p:cNvPr id="90278" name="Group 211"/>
              <p:cNvGrpSpPr/>
              <p:nvPr/>
            </p:nvGrpSpPr>
            <p:grpSpPr>
              <a:xfrm>
                <a:off x="573" y="3334"/>
                <a:ext cx="752" cy="163"/>
                <a:chOff x="573" y="3334"/>
                <a:chExt cx="752" cy="163"/>
              </a:xfrm>
            </p:grpSpPr>
            <p:sp>
              <p:nvSpPr>
                <p:cNvPr id="90279" name="WordArt 212"/>
                <p:cNvSpPr>
                  <a:spLocks noTextEdit="1"/>
                </p:cNvSpPr>
                <p:nvPr/>
              </p:nvSpPr>
              <p:spPr>
                <a:xfrm>
                  <a:off x="573" y="3357"/>
                  <a:ext cx="281" cy="12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5.44</a:t>
                  </a:r>
                </a:p>
              </p:txBody>
            </p:sp>
            <p:grpSp>
              <p:nvGrpSpPr>
                <p:cNvPr id="90280" name="Group 213"/>
                <p:cNvGrpSpPr/>
                <p:nvPr/>
              </p:nvGrpSpPr>
              <p:grpSpPr>
                <a:xfrm>
                  <a:off x="890" y="3334"/>
                  <a:ext cx="435" cy="163"/>
                  <a:chOff x="1382" y="1971"/>
                  <a:chExt cx="435" cy="163"/>
                </a:xfrm>
              </p:grpSpPr>
              <p:grpSp>
                <p:nvGrpSpPr>
                  <p:cNvPr id="90281" name="Group 214"/>
                  <p:cNvGrpSpPr/>
                  <p:nvPr/>
                </p:nvGrpSpPr>
                <p:grpSpPr>
                  <a:xfrm>
                    <a:off x="1382" y="2030"/>
                    <a:ext cx="79" cy="91"/>
                    <a:chOff x="1781" y="2282"/>
                    <a:chExt cx="577" cy="577"/>
                  </a:xfrm>
                </p:grpSpPr>
                <p:sp>
                  <p:nvSpPr>
                    <p:cNvPr id="90282" name="Line 215"/>
                    <p:cNvSpPr/>
                    <p:nvPr/>
                  </p:nvSpPr>
                  <p:spPr>
                    <a:xfrm>
                      <a:off x="1782" y="2282"/>
                      <a:ext cx="576" cy="576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0283" name="Line 216"/>
                    <p:cNvSpPr/>
                    <p:nvPr/>
                  </p:nvSpPr>
                  <p:spPr>
                    <a:xfrm flipH="1">
                      <a:off x="1781" y="2282"/>
                      <a:ext cx="577" cy="577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90284" name="Group 217"/>
                  <p:cNvGrpSpPr/>
                  <p:nvPr/>
                </p:nvGrpSpPr>
                <p:grpSpPr>
                  <a:xfrm>
                    <a:off x="1496" y="1971"/>
                    <a:ext cx="321" cy="163"/>
                    <a:chOff x="1507" y="1949"/>
                    <a:chExt cx="288" cy="152"/>
                  </a:xfrm>
                </p:grpSpPr>
                <p:sp>
                  <p:nvSpPr>
                    <p:cNvPr id="90285" name="WordArt 218"/>
                    <p:cNvSpPr>
                      <a:spLocks noTextEdit="1"/>
                    </p:cNvSpPr>
                    <p:nvPr/>
                  </p:nvSpPr>
                  <p:spPr>
                    <a:xfrm>
                      <a:off x="1507" y="1977"/>
                      <a:ext cx="124" cy="12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</a:p>
                  </p:txBody>
                </p:sp>
                <p:sp>
                  <p:nvSpPr>
                    <p:cNvPr id="90286" name="WordArt 219"/>
                    <p:cNvSpPr>
                      <a:spLocks noTextEdit="1"/>
                    </p:cNvSpPr>
                    <p:nvPr/>
                  </p:nvSpPr>
                  <p:spPr>
                    <a:xfrm>
                      <a:off x="1709" y="1949"/>
                      <a:ext cx="86" cy="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</a:t>
                      </a:r>
                    </a:p>
                  </p:txBody>
                </p:sp>
                <p:sp>
                  <p:nvSpPr>
                    <p:cNvPr id="90287" name="Line 220"/>
                    <p:cNvSpPr/>
                    <p:nvPr/>
                  </p:nvSpPr>
                  <p:spPr>
                    <a:xfrm>
                      <a:off x="1642" y="1986"/>
                      <a:ext cx="5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90288" name="Group 221"/>
              <p:cNvGrpSpPr/>
              <p:nvPr/>
            </p:nvGrpSpPr>
            <p:grpSpPr>
              <a:xfrm>
                <a:off x="2541" y="3125"/>
                <a:ext cx="67" cy="77"/>
                <a:chOff x="1781" y="2282"/>
                <a:chExt cx="577" cy="577"/>
              </a:xfrm>
            </p:grpSpPr>
            <p:sp>
              <p:nvSpPr>
                <p:cNvPr id="90289" name="Line 222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90" name="Line 223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291" name="WordArt 224"/>
              <p:cNvSpPr>
                <a:spLocks noTextEdit="1"/>
              </p:cNvSpPr>
              <p:nvPr/>
            </p:nvSpPr>
            <p:spPr>
              <a:xfrm>
                <a:off x="2793" y="3077"/>
                <a:ext cx="56" cy="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8</a:t>
                </a:r>
              </a:p>
            </p:txBody>
          </p:sp>
          <p:grpSp>
            <p:nvGrpSpPr>
              <p:cNvPr id="90292" name="Group 225"/>
              <p:cNvGrpSpPr/>
              <p:nvPr/>
            </p:nvGrpSpPr>
            <p:grpSpPr>
              <a:xfrm>
                <a:off x="1778" y="3332"/>
                <a:ext cx="752" cy="163"/>
                <a:chOff x="573" y="3334"/>
                <a:chExt cx="752" cy="163"/>
              </a:xfrm>
            </p:grpSpPr>
            <p:sp>
              <p:nvSpPr>
                <p:cNvPr id="90293" name="WordArt 226"/>
                <p:cNvSpPr>
                  <a:spLocks noTextEdit="1"/>
                </p:cNvSpPr>
                <p:nvPr/>
              </p:nvSpPr>
              <p:spPr>
                <a:xfrm>
                  <a:off x="573" y="3357"/>
                  <a:ext cx="281" cy="12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5.44</a:t>
                  </a:r>
                </a:p>
              </p:txBody>
            </p:sp>
            <p:grpSp>
              <p:nvGrpSpPr>
                <p:cNvPr id="90294" name="Group 227"/>
                <p:cNvGrpSpPr/>
                <p:nvPr/>
              </p:nvGrpSpPr>
              <p:grpSpPr>
                <a:xfrm>
                  <a:off x="890" y="3334"/>
                  <a:ext cx="435" cy="163"/>
                  <a:chOff x="1382" y="1971"/>
                  <a:chExt cx="435" cy="163"/>
                </a:xfrm>
              </p:grpSpPr>
              <p:grpSp>
                <p:nvGrpSpPr>
                  <p:cNvPr id="90295" name="Group 228"/>
                  <p:cNvGrpSpPr/>
                  <p:nvPr/>
                </p:nvGrpSpPr>
                <p:grpSpPr>
                  <a:xfrm>
                    <a:off x="1382" y="2030"/>
                    <a:ext cx="79" cy="91"/>
                    <a:chOff x="1781" y="2282"/>
                    <a:chExt cx="577" cy="577"/>
                  </a:xfrm>
                </p:grpSpPr>
                <p:sp>
                  <p:nvSpPr>
                    <p:cNvPr id="90296" name="Line 229"/>
                    <p:cNvSpPr/>
                    <p:nvPr/>
                  </p:nvSpPr>
                  <p:spPr>
                    <a:xfrm>
                      <a:off x="1782" y="2282"/>
                      <a:ext cx="576" cy="576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0297" name="Line 230"/>
                    <p:cNvSpPr/>
                    <p:nvPr/>
                  </p:nvSpPr>
                  <p:spPr>
                    <a:xfrm flipH="1">
                      <a:off x="1781" y="2282"/>
                      <a:ext cx="577" cy="577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90298" name="Group 231"/>
                  <p:cNvGrpSpPr/>
                  <p:nvPr/>
                </p:nvGrpSpPr>
                <p:grpSpPr>
                  <a:xfrm>
                    <a:off x="1496" y="1971"/>
                    <a:ext cx="321" cy="163"/>
                    <a:chOff x="1507" y="1949"/>
                    <a:chExt cx="288" cy="152"/>
                  </a:xfrm>
                </p:grpSpPr>
                <p:sp>
                  <p:nvSpPr>
                    <p:cNvPr id="90299" name="WordArt 232"/>
                    <p:cNvSpPr>
                      <a:spLocks noTextEdit="1"/>
                    </p:cNvSpPr>
                    <p:nvPr/>
                  </p:nvSpPr>
                  <p:spPr>
                    <a:xfrm>
                      <a:off x="1507" y="1977"/>
                      <a:ext cx="124" cy="12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</a:p>
                  </p:txBody>
                </p:sp>
                <p:sp>
                  <p:nvSpPr>
                    <p:cNvPr id="90300" name="WordArt 233"/>
                    <p:cNvSpPr>
                      <a:spLocks noTextEdit="1"/>
                    </p:cNvSpPr>
                    <p:nvPr/>
                  </p:nvSpPr>
                  <p:spPr>
                    <a:xfrm>
                      <a:off x="1709" y="1949"/>
                      <a:ext cx="86" cy="65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400">
                          <a:ln w="9525" cap="flat" cmpd="sng">
                            <a:solidFill>
                              <a:srgbClr val="000000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</a:t>
                      </a:r>
                    </a:p>
                  </p:txBody>
                </p:sp>
                <p:sp>
                  <p:nvSpPr>
                    <p:cNvPr id="90301" name="Line 234"/>
                    <p:cNvSpPr/>
                    <p:nvPr/>
                  </p:nvSpPr>
                  <p:spPr>
                    <a:xfrm>
                      <a:off x="1642" y="1986"/>
                      <a:ext cx="5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</p:grpSp>
        <p:grpSp>
          <p:nvGrpSpPr>
            <p:cNvPr id="90302" name="Group 235"/>
            <p:cNvGrpSpPr/>
            <p:nvPr/>
          </p:nvGrpSpPr>
          <p:grpSpPr>
            <a:xfrm>
              <a:off x="403" y="3447"/>
              <a:ext cx="1975" cy="195"/>
              <a:chOff x="360" y="3414"/>
              <a:chExt cx="1975" cy="195"/>
            </a:xfrm>
          </p:grpSpPr>
          <p:grpSp>
            <p:nvGrpSpPr>
              <p:cNvPr id="90303" name="Group 236"/>
              <p:cNvGrpSpPr/>
              <p:nvPr/>
            </p:nvGrpSpPr>
            <p:grpSpPr>
              <a:xfrm>
                <a:off x="360" y="3527"/>
                <a:ext cx="124" cy="62"/>
                <a:chOff x="1260" y="2371"/>
                <a:chExt cx="151" cy="53"/>
              </a:xfrm>
            </p:grpSpPr>
            <p:sp>
              <p:nvSpPr>
                <p:cNvPr id="90304" name="Line 237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305" name="Line 238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306" name="WordArt 239"/>
              <p:cNvSpPr>
                <a:spLocks noTextEdit="1"/>
              </p:cNvSpPr>
              <p:nvPr/>
            </p:nvSpPr>
            <p:spPr>
              <a:xfrm>
                <a:off x="541" y="3480"/>
                <a:ext cx="281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3.66</a:t>
                </a:r>
              </a:p>
            </p:txBody>
          </p:sp>
          <p:grpSp>
            <p:nvGrpSpPr>
              <p:cNvPr id="90307" name="Group 240"/>
              <p:cNvGrpSpPr/>
              <p:nvPr/>
            </p:nvGrpSpPr>
            <p:grpSpPr>
              <a:xfrm>
                <a:off x="858" y="3494"/>
                <a:ext cx="79" cy="91"/>
                <a:chOff x="1781" y="2282"/>
                <a:chExt cx="577" cy="577"/>
              </a:xfrm>
            </p:grpSpPr>
            <p:sp>
              <p:nvSpPr>
                <p:cNvPr id="90308" name="Line 241"/>
                <p:cNvSpPr/>
                <p:nvPr/>
              </p:nvSpPr>
              <p:spPr>
                <a:xfrm>
                  <a:off x="1782" y="2282"/>
                  <a:ext cx="576" cy="57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309" name="Line 242"/>
                <p:cNvSpPr/>
                <p:nvPr/>
              </p:nvSpPr>
              <p:spPr>
                <a:xfrm flipH="1">
                  <a:off x="1781" y="2282"/>
                  <a:ext cx="577" cy="57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310" name="WordArt 243"/>
              <p:cNvSpPr>
                <a:spLocks noTextEdit="1"/>
              </p:cNvSpPr>
              <p:nvPr/>
            </p:nvSpPr>
            <p:spPr>
              <a:xfrm>
                <a:off x="972" y="3465"/>
                <a:ext cx="138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90311" name="WordArt 244"/>
              <p:cNvSpPr>
                <a:spLocks noTextEdit="1"/>
              </p:cNvSpPr>
              <p:nvPr/>
            </p:nvSpPr>
            <p:spPr>
              <a:xfrm>
                <a:off x="1208" y="3414"/>
                <a:ext cx="64" cy="10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90312" name="Line 245"/>
              <p:cNvSpPr/>
              <p:nvPr/>
            </p:nvSpPr>
            <p:spPr>
              <a:xfrm>
                <a:off x="1133" y="3464"/>
                <a:ext cx="5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313" name="WordArt 246"/>
              <p:cNvSpPr>
                <a:spLocks noTextEdit="1"/>
              </p:cNvSpPr>
              <p:nvPr/>
            </p:nvSpPr>
            <p:spPr>
              <a:xfrm>
                <a:off x="1278" y="3489"/>
                <a:ext cx="136" cy="10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</a:p>
            </p:txBody>
          </p:sp>
          <p:grpSp>
            <p:nvGrpSpPr>
              <p:cNvPr id="90314" name="Group 247"/>
              <p:cNvGrpSpPr/>
              <p:nvPr/>
            </p:nvGrpSpPr>
            <p:grpSpPr>
              <a:xfrm>
                <a:off x="1478" y="3504"/>
                <a:ext cx="124" cy="51"/>
                <a:chOff x="1260" y="2371"/>
                <a:chExt cx="151" cy="53"/>
              </a:xfrm>
            </p:grpSpPr>
            <p:sp>
              <p:nvSpPr>
                <p:cNvPr id="90315" name="Line 248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316" name="Line 249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0317" name="WordArt 250"/>
              <p:cNvSpPr>
                <a:spLocks noTextEdit="1"/>
              </p:cNvSpPr>
              <p:nvPr/>
            </p:nvSpPr>
            <p:spPr>
              <a:xfrm>
                <a:off x="1659" y="3457"/>
                <a:ext cx="325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366</a:t>
                </a:r>
              </a:p>
            </p:txBody>
          </p:sp>
          <p:sp>
            <p:nvSpPr>
              <p:cNvPr id="90318" name="WordArt 251"/>
              <p:cNvSpPr>
                <a:spLocks noTextEdit="1"/>
              </p:cNvSpPr>
              <p:nvPr/>
            </p:nvSpPr>
            <p:spPr>
              <a:xfrm>
                <a:off x="2036" y="3498"/>
                <a:ext cx="299" cy="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 m</a:t>
                </a:r>
              </a:p>
            </p:txBody>
          </p:sp>
        </p:grpSp>
      </p:grpSp>
      <p:sp>
        <p:nvSpPr>
          <p:cNvPr id="7" name="WordArt 252"/>
          <p:cNvSpPr>
            <a:spLocks noTextEdit="1"/>
          </p:cNvSpPr>
          <p:nvPr/>
        </p:nvSpPr>
        <p:spPr>
          <a:xfrm>
            <a:off x="847725" y="6108700"/>
            <a:ext cx="3128963" cy="250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可见光能胜任吗？</a:t>
            </a:r>
          </a:p>
        </p:txBody>
      </p:sp>
      <p:grpSp>
        <p:nvGrpSpPr>
          <p:cNvPr id="265305" name="Group 267"/>
          <p:cNvGrpSpPr/>
          <p:nvPr/>
        </p:nvGrpSpPr>
        <p:grpSpPr>
          <a:xfrm>
            <a:off x="4851400" y="1477963"/>
            <a:ext cx="3813175" cy="4906962"/>
            <a:chOff x="3056" y="931"/>
            <a:chExt cx="2402" cy="3091"/>
          </a:xfrm>
        </p:grpSpPr>
        <p:sp>
          <p:nvSpPr>
            <p:cNvPr id="90321" name="WordArt 23"/>
            <p:cNvSpPr>
              <a:spLocks noTextEdit="1"/>
            </p:cNvSpPr>
            <p:nvPr/>
          </p:nvSpPr>
          <p:spPr>
            <a:xfrm>
              <a:off x="5149" y="1120"/>
              <a:ext cx="171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0322" name="WordArt 24"/>
            <p:cNvSpPr>
              <a:spLocks noTextEdit="1"/>
            </p:cNvSpPr>
            <p:nvPr/>
          </p:nvSpPr>
          <p:spPr>
            <a:xfrm>
              <a:off x="3260" y="1152"/>
              <a:ext cx="114" cy="10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0323" name="Line 25"/>
            <p:cNvSpPr/>
            <p:nvPr/>
          </p:nvSpPr>
          <p:spPr>
            <a:xfrm>
              <a:off x="3447" y="1370"/>
              <a:ext cx="160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24" name="Line 26"/>
            <p:cNvSpPr/>
            <p:nvPr/>
          </p:nvSpPr>
          <p:spPr>
            <a:xfrm>
              <a:off x="3454" y="1393"/>
              <a:ext cx="16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25" name="Line 27"/>
            <p:cNvSpPr/>
            <p:nvPr/>
          </p:nvSpPr>
          <p:spPr>
            <a:xfrm>
              <a:off x="3451" y="1420"/>
              <a:ext cx="160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26" name="Line 28"/>
            <p:cNvSpPr/>
            <p:nvPr/>
          </p:nvSpPr>
          <p:spPr>
            <a:xfrm flipV="1">
              <a:off x="3451" y="3952"/>
              <a:ext cx="1145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27" name="Line 29"/>
            <p:cNvSpPr/>
            <p:nvPr/>
          </p:nvSpPr>
          <p:spPr>
            <a:xfrm>
              <a:off x="3451" y="2817"/>
              <a:ext cx="164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28" name="Line 30"/>
            <p:cNvSpPr/>
            <p:nvPr/>
          </p:nvSpPr>
          <p:spPr>
            <a:xfrm>
              <a:off x="3451" y="2249"/>
              <a:ext cx="164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29" name="Line 31"/>
            <p:cNvSpPr/>
            <p:nvPr/>
          </p:nvSpPr>
          <p:spPr>
            <a:xfrm>
              <a:off x="3451" y="1894"/>
              <a:ext cx="164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30" name="Line 32"/>
            <p:cNvSpPr/>
            <p:nvPr/>
          </p:nvSpPr>
          <p:spPr>
            <a:xfrm>
              <a:off x="3451" y="1680"/>
              <a:ext cx="164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31" name="Line 33"/>
            <p:cNvSpPr/>
            <p:nvPr/>
          </p:nvSpPr>
          <p:spPr>
            <a:xfrm>
              <a:off x="3456" y="1528"/>
              <a:ext cx="160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32" name="Line 34"/>
            <p:cNvSpPr/>
            <p:nvPr/>
          </p:nvSpPr>
          <p:spPr>
            <a:xfrm>
              <a:off x="3454" y="1467"/>
              <a:ext cx="16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33" name="Line 35"/>
            <p:cNvSpPr/>
            <p:nvPr/>
          </p:nvSpPr>
          <p:spPr>
            <a:xfrm>
              <a:off x="3455" y="1351"/>
              <a:ext cx="16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34" name="Line 36"/>
            <p:cNvSpPr/>
            <p:nvPr/>
          </p:nvSpPr>
          <p:spPr>
            <a:xfrm>
              <a:off x="5078" y="1314"/>
              <a:ext cx="0" cy="2708"/>
            </a:xfrm>
            <a:prstGeom prst="line">
              <a:avLst/>
            </a:prstGeom>
            <a:ln w="762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335" name="WordArt 43"/>
            <p:cNvSpPr>
              <a:spLocks noTextEdit="1"/>
            </p:cNvSpPr>
            <p:nvPr/>
          </p:nvSpPr>
          <p:spPr>
            <a:xfrm>
              <a:off x="5139" y="2739"/>
              <a:ext cx="149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0336" name="WordArt 44"/>
            <p:cNvSpPr>
              <a:spLocks noTextEdit="1"/>
            </p:cNvSpPr>
            <p:nvPr/>
          </p:nvSpPr>
          <p:spPr>
            <a:xfrm>
              <a:off x="5288" y="2829"/>
              <a:ext cx="53" cy="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0337" name="WordArt 45"/>
            <p:cNvSpPr>
              <a:spLocks noTextEdit="1"/>
            </p:cNvSpPr>
            <p:nvPr/>
          </p:nvSpPr>
          <p:spPr>
            <a:xfrm>
              <a:off x="4649" y="3856"/>
              <a:ext cx="149" cy="1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0338" name="WordArt 46"/>
            <p:cNvSpPr>
              <a:spLocks noTextEdit="1"/>
            </p:cNvSpPr>
            <p:nvPr/>
          </p:nvSpPr>
          <p:spPr>
            <a:xfrm>
              <a:off x="4798" y="3946"/>
              <a:ext cx="52" cy="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90339" name="Group 47"/>
            <p:cNvGrpSpPr/>
            <p:nvPr/>
          </p:nvGrpSpPr>
          <p:grpSpPr>
            <a:xfrm>
              <a:off x="4900" y="3896"/>
              <a:ext cx="148" cy="49"/>
              <a:chOff x="1260" y="2371"/>
              <a:chExt cx="151" cy="53"/>
            </a:xfrm>
          </p:grpSpPr>
          <p:sp>
            <p:nvSpPr>
              <p:cNvPr id="90340" name="Line 4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341" name="Line 4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0342" name="WordArt 50"/>
            <p:cNvSpPr>
              <a:spLocks noTextEdit="1"/>
            </p:cNvSpPr>
            <p:nvPr/>
          </p:nvSpPr>
          <p:spPr>
            <a:xfrm>
              <a:off x="5104" y="3843"/>
              <a:ext cx="354" cy="1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-13.6</a:t>
              </a:r>
            </a:p>
          </p:txBody>
        </p:sp>
        <p:sp>
          <p:nvSpPr>
            <p:cNvPr id="90343" name="WordArt 51"/>
            <p:cNvSpPr>
              <a:spLocks noTextEdit="1"/>
            </p:cNvSpPr>
            <p:nvPr/>
          </p:nvSpPr>
          <p:spPr>
            <a:xfrm>
              <a:off x="5147" y="2174"/>
              <a:ext cx="149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0344" name="WordArt 52"/>
            <p:cNvSpPr>
              <a:spLocks noTextEdit="1"/>
            </p:cNvSpPr>
            <p:nvPr/>
          </p:nvSpPr>
          <p:spPr>
            <a:xfrm>
              <a:off x="5296" y="2263"/>
              <a:ext cx="53" cy="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0345" name="WordArt 53"/>
            <p:cNvSpPr>
              <a:spLocks noTextEdit="1"/>
            </p:cNvSpPr>
            <p:nvPr/>
          </p:nvSpPr>
          <p:spPr>
            <a:xfrm>
              <a:off x="5156" y="1819"/>
              <a:ext cx="149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0346" name="WordArt 54"/>
            <p:cNvSpPr>
              <a:spLocks noTextEdit="1"/>
            </p:cNvSpPr>
            <p:nvPr/>
          </p:nvSpPr>
          <p:spPr>
            <a:xfrm>
              <a:off x="5305" y="1909"/>
              <a:ext cx="53" cy="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90347" name="WordArt 55"/>
            <p:cNvSpPr>
              <a:spLocks noTextEdit="1"/>
            </p:cNvSpPr>
            <p:nvPr/>
          </p:nvSpPr>
          <p:spPr>
            <a:xfrm>
              <a:off x="5144" y="1586"/>
              <a:ext cx="149" cy="1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0348" name="WordArt 56"/>
            <p:cNvSpPr>
              <a:spLocks noTextEdit="1"/>
            </p:cNvSpPr>
            <p:nvPr/>
          </p:nvSpPr>
          <p:spPr>
            <a:xfrm>
              <a:off x="5293" y="1676"/>
              <a:ext cx="52" cy="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0349" name="WordArt 57"/>
            <p:cNvSpPr>
              <a:spLocks noTextEdit="1"/>
            </p:cNvSpPr>
            <p:nvPr/>
          </p:nvSpPr>
          <p:spPr>
            <a:xfrm>
              <a:off x="3974" y="1166"/>
              <a:ext cx="470" cy="14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电离态</a:t>
              </a:r>
            </a:p>
          </p:txBody>
        </p:sp>
        <p:sp>
          <p:nvSpPr>
            <p:cNvPr id="90350" name="WordArt 58"/>
            <p:cNvSpPr>
              <a:spLocks noTextEdit="1"/>
            </p:cNvSpPr>
            <p:nvPr/>
          </p:nvSpPr>
          <p:spPr>
            <a:xfrm>
              <a:off x="3056" y="933"/>
              <a:ext cx="512" cy="1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主量子数</a:t>
              </a:r>
            </a:p>
          </p:txBody>
        </p:sp>
        <p:sp>
          <p:nvSpPr>
            <p:cNvPr id="90351" name="WordArt 59"/>
            <p:cNvSpPr>
              <a:spLocks noTextEdit="1"/>
            </p:cNvSpPr>
            <p:nvPr/>
          </p:nvSpPr>
          <p:spPr>
            <a:xfrm>
              <a:off x="5046" y="931"/>
              <a:ext cx="384" cy="14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能量</a:t>
              </a:r>
            </a:p>
          </p:txBody>
        </p:sp>
        <p:grpSp>
          <p:nvGrpSpPr>
            <p:cNvPr id="90352" name="Group 258"/>
            <p:cNvGrpSpPr/>
            <p:nvPr/>
          </p:nvGrpSpPr>
          <p:grpSpPr>
            <a:xfrm>
              <a:off x="3300" y="1325"/>
              <a:ext cx="123" cy="2688"/>
              <a:chOff x="440" y="1095"/>
              <a:chExt cx="132" cy="2891"/>
            </a:xfrm>
          </p:grpSpPr>
          <p:sp>
            <p:nvSpPr>
              <p:cNvPr id="8" name="WordArt 259"/>
              <p:cNvSpPr>
                <a:spLocks noTextEdit="1"/>
              </p:cNvSpPr>
              <p:nvPr/>
            </p:nvSpPr>
            <p:spPr>
              <a:xfrm rot="5400000">
                <a:off x="471" y="1064"/>
                <a:ext cx="70" cy="132"/>
              </a:xfrm>
              <a:prstGeom prst="rect">
                <a:avLst/>
              </a:prstGeom>
            </p:spPr>
            <p:txBody>
              <a:bodyPr vert="wordArtVert"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3600" b="0" i="0" u="none" strike="noStrike" kern="1200" cap="none" spc="0" normalizeH="0" baseline="0" noProof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8</a:t>
                </a:r>
              </a:p>
            </p:txBody>
          </p:sp>
          <p:sp>
            <p:nvSpPr>
              <p:cNvPr id="90354" name="WordArt 260"/>
              <p:cNvSpPr>
                <a:spLocks noTextEdit="1"/>
              </p:cNvSpPr>
              <p:nvPr/>
            </p:nvSpPr>
            <p:spPr>
              <a:xfrm>
                <a:off x="462" y="1242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90355" name="WordArt 261"/>
              <p:cNvSpPr>
                <a:spLocks noTextEdit="1"/>
              </p:cNvSpPr>
              <p:nvPr/>
            </p:nvSpPr>
            <p:spPr>
              <a:xfrm>
                <a:off x="464" y="1420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90356" name="WordArt 262"/>
              <p:cNvSpPr>
                <a:spLocks noTextEdit="1"/>
              </p:cNvSpPr>
              <p:nvPr/>
            </p:nvSpPr>
            <p:spPr>
              <a:xfrm>
                <a:off x="452" y="1642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90357" name="WordArt 263"/>
              <p:cNvSpPr>
                <a:spLocks noTextEdit="1"/>
              </p:cNvSpPr>
              <p:nvPr/>
            </p:nvSpPr>
            <p:spPr>
              <a:xfrm>
                <a:off x="468" y="2026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90358" name="WordArt 264"/>
              <p:cNvSpPr>
                <a:spLocks noTextEdit="1"/>
              </p:cNvSpPr>
              <p:nvPr/>
            </p:nvSpPr>
            <p:spPr>
              <a:xfrm>
                <a:off x="490" y="2645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0359" name="WordArt 265"/>
              <p:cNvSpPr>
                <a:spLocks noTextEdit="1"/>
              </p:cNvSpPr>
              <p:nvPr/>
            </p:nvSpPr>
            <p:spPr>
              <a:xfrm>
                <a:off x="461" y="3874"/>
                <a:ext cx="72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90360" name="WordArt 266"/>
            <p:cNvSpPr>
              <a:spLocks noTextEdit="1"/>
            </p:cNvSpPr>
            <p:nvPr/>
          </p:nvSpPr>
          <p:spPr>
            <a:xfrm>
              <a:off x="5116" y="1323"/>
              <a:ext cx="309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(eV)</a:t>
              </a:r>
            </a:p>
          </p:txBody>
        </p:sp>
      </p:grpSp>
      <p:grpSp>
        <p:nvGrpSpPr>
          <p:cNvPr id="90361" name="Group 268"/>
          <p:cNvGrpSpPr/>
          <p:nvPr/>
        </p:nvGrpSpPr>
        <p:grpSpPr>
          <a:xfrm>
            <a:off x="282575" y="496888"/>
            <a:ext cx="793750" cy="442912"/>
            <a:chOff x="396" y="441"/>
            <a:chExt cx="619" cy="368"/>
          </a:xfrm>
        </p:grpSpPr>
        <p:sp>
          <p:nvSpPr>
            <p:cNvPr id="90362" name="Oval 269" descr="软木塞"/>
            <p:cNvSpPr/>
            <p:nvPr/>
          </p:nvSpPr>
          <p:spPr>
            <a:xfrm>
              <a:off x="396" y="441"/>
              <a:ext cx="619" cy="368"/>
            </a:xfrm>
            <a:prstGeom prst="ellipse">
              <a:avLst/>
            </a:prstGeom>
            <a:blipFill rotWithShape="0">
              <a:blip r:embed="rId4"/>
            </a:blipFill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027" name="WordArt 270"/>
            <p:cNvSpPr>
              <a:spLocks noTextEdit="1"/>
            </p:cNvSpPr>
            <p:nvPr/>
          </p:nvSpPr>
          <p:spPr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b="1" strike="noStrike" noProof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例</a:t>
              </a:r>
              <a:r>
                <a:rPr lang="en-US" altLang="zh-CN" sz="3600" b="1" strike="noStrike" noProof="1">
                  <a:ln w="317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effectLst>
                    <a:outerShdw dist="35921" dir="2699999" algn="ctr" rotWithShape="0">
                      <a:schemeClr val="tx1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6</a:t>
              </a:r>
              <a:endParaRPr lang="en-US" altLang="zh-CN" sz="3600" b="1" strike="noStrike" noProof="1">
                <a:ln w="317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effectLst>
                  <a:outerShdw dist="35921" dir="2699999" algn="ctr" rotWithShape="0">
                    <a:schemeClr val="tx1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6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6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80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7" name="Picture 2" descr="IMAGE00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463550"/>
            <a:ext cx="8229600" cy="17700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6"/>
          <p:cNvGrpSpPr/>
          <p:nvPr/>
        </p:nvGrpSpPr>
        <p:grpSpPr>
          <a:xfrm>
            <a:off x="584200" y="1665288"/>
            <a:ext cx="3429000" cy="304800"/>
            <a:chOff x="384" y="1872"/>
            <a:chExt cx="2160" cy="192"/>
          </a:xfrm>
        </p:grpSpPr>
        <p:sp>
          <p:nvSpPr>
            <p:cNvPr id="91139" name="WordArt 4"/>
            <p:cNvSpPr>
              <a:spLocks noTextEdit="1"/>
            </p:cNvSpPr>
            <p:nvPr/>
          </p:nvSpPr>
          <p:spPr>
            <a:xfrm>
              <a:off x="384" y="1872"/>
              <a:ext cx="240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effectLst>
                    <a:outerShdw dist="45791" dir="2021404" algn="ctr" rotWithShape="0">
                      <a:srgbClr val="B2B2B2">
                        <a:alpha val="79999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负</a:t>
              </a:r>
            </a:p>
          </p:txBody>
        </p:sp>
        <p:sp>
          <p:nvSpPr>
            <p:cNvPr id="91140" name="WordArt 5"/>
            <p:cNvSpPr>
              <a:spLocks noTextEdit="1"/>
            </p:cNvSpPr>
            <p:nvPr/>
          </p:nvSpPr>
          <p:spPr>
            <a:xfrm>
              <a:off x="2064" y="1872"/>
              <a:ext cx="480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effectLst>
                    <a:outerShdw dist="45791" dir="2021404" algn="ctr" rotWithShape="0">
                      <a:srgbClr val="B2B2B2">
                        <a:alpha val="79999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不连续</a:t>
              </a:r>
            </a:p>
          </p:txBody>
        </p:sp>
      </p:grpSp>
      <p:pic>
        <p:nvPicPr>
          <p:cNvPr id="91141" name="Picture 3" descr="IMAGE00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63" y="2874963"/>
            <a:ext cx="8229600" cy="21050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Group 7"/>
          <p:cNvGrpSpPr/>
          <p:nvPr/>
        </p:nvGrpSpPr>
        <p:grpSpPr>
          <a:xfrm>
            <a:off x="1325563" y="3332163"/>
            <a:ext cx="5029200" cy="1082675"/>
            <a:chOff x="960" y="1392"/>
            <a:chExt cx="3168" cy="682"/>
          </a:xfrm>
        </p:grpSpPr>
        <p:sp>
          <p:nvSpPr>
            <p:cNvPr id="91143" name="Text Box 4"/>
            <p:cNvSpPr txBox="1"/>
            <p:nvPr/>
          </p:nvSpPr>
          <p:spPr>
            <a:xfrm>
              <a:off x="3408" y="1392"/>
              <a:ext cx="72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定态</a:t>
              </a:r>
            </a:p>
          </p:txBody>
        </p:sp>
        <p:sp>
          <p:nvSpPr>
            <p:cNvPr id="91144" name="Text Box 6"/>
            <p:cNvSpPr txBox="1"/>
            <p:nvPr/>
          </p:nvSpPr>
          <p:spPr>
            <a:xfrm>
              <a:off x="960" y="1824"/>
              <a:ext cx="17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能级跃迁决定谱线频率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1" name="Picture 3" descr="IMAGE00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305800" cy="27955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9"/>
          <p:cNvGrpSpPr/>
          <p:nvPr/>
        </p:nvGrpSpPr>
        <p:grpSpPr>
          <a:xfrm>
            <a:off x="2819400" y="2667000"/>
            <a:ext cx="1524000" cy="1600200"/>
            <a:chOff x="1776" y="1680"/>
            <a:chExt cx="960" cy="1008"/>
          </a:xfrm>
        </p:grpSpPr>
        <p:sp>
          <p:nvSpPr>
            <p:cNvPr id="92163" name="WordArt 6"/>
            <p:cNvSpPr>
              <a:spLocks noTextEdit="1"/>
            </p:cNvSpPr>
            <p:nvPr/>
          </p:nvSpPr>
          <p:spPr>
            <a:xfrm>
              <a:off x="1872" y="1680"/>
              <a:ext cx="720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effectLst>
                    <a:outerShdw dist="45791" dir="2021404" algn="ctr" rotWithShape="0">
                      <a:srgbClr val="B2B2B2">
                        <a:alpha val="79999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定态假设</a:t>
              </a:r>
            </a:p>
          </p:txBody>
        </p:sp>
        <p:sp>
          <p:nvSpPr>
            <p:cNvPr id="92164" name="WordArt 7"/>
            <p:cNvSpPr>
              <a:spLocks noTextEdit="1"/>
            </p:cNvSpPr>
            <p:nvPr/>
          </p:nvSpPr>
          <p:spPr>
            <a:xfrm>
              <a:off x="1776" y="2112"/>
              <a:ext cx="960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effectLst>
                    <a:outerShdw dist="45791" dir="2021404" algn="ctr" rotWithShape="0">
                      <a:srgbClr val="B2B2B2">
                        <a:alpha val="79999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角动量量子化假设</a:t>
              </a:r>
            </a:p>
          </p:txBody>
        </p:sp>
        <p:sp>
          <p:nvSpPr>
            <p:cNvPr id="92165" name="WordArt 8"/>
            <p:cNvSpPr>
              <a:spLocks noTextEdit="1"/>
            </p:cNvSpPr>
            <p:nvPr/>
          </p:nvSpPr>
          <p:spPr>
            <a:xfrm>
              <a:off x="1776" y="2496"/>
              <a:ext cx="960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effectLst>
                    <a:outerShdw dist="45791" dir="2021404" algn="ctr" rotWithShape="0">
                      <a:srgbClr val="B2B2B2">
                        <a:alpha val="79999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频率条件假设</a:t>
              </a:r>
            </a:p>
          </p:txBody>
        </p:sp>
      </p:grpSp>
      <p:sp>
        <p:nvSpPr>
          <p:cNvPr id="92166" name="Rectangle 10"/>
          <p:cNvSpPr/>
          <p:nvPr/>
        </p:nvSpPr>
        <p:spPr>
          <a:xfrm>
            <a:off x="1752600" y="457200"/>
            <a:ext cx="525780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波尔氢原子理论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Picture 3" descr="IMAGE000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51143" y="116205"/>
            <a:ext cx="8229600" cy="19859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2" name="WordArt 4"/>
          <p:cNvSpPr>
            <a:spLocks noTextEdit="1"/>
          </p:cNvSpPr>
          <p:nvPr>
            <p:custDataLst>
              <p:tags r:id="rId2"/>
            </p:custDataLst>
          </p:nvPr>
        </p:nvSpPr>
        <p:spPr>
          <a:xfrm>
            <a:off x="7482205" y="1584325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60000"/>
          </a:bodyPr>
          <a:lstStyle/>
          <a:p>
            <a:pPr algn="ctr" fontAlgn="base"/>
            <a:r>
              <a:rPr lang="zh-CN" altLang="en-US" sz="3600" strike="noStrike" noProof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endParaRPr lang="zh-CN" altLang="en-US" sz="3600" strike="noStrike" noProof="1"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4209" name="Picture 3" descr="IMAGE000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67043" y="2041208"/>
            <a:ext cx="8229600" cy="2109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3" name="WordArt 4"/>
          <p:cNvSpPr>
            <a:spLocks noTextEdit="1"/>
          </p:cNvSpPr>
          <p:nvPr>
            <p:custDataLst>
              <p:tags r:id="rId4"/>
            </p:custDataLst>
          </p:nvPr>
        </p:nvSpPr>
        <p:spPr>
          <a:xfrm>
            <a:off x="7316153" y="3706495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60000"/>
          </a:bodyPr>
          <a:lstStyle/>
          <a:p>
            <a:pPr algn="ctr" fontAlgn="base"/>
            <a:r>
              <a:rPr lang="zh-CN" altLang="en-US" sz="3600" strike="noStrike" noProof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</a:t>
            </a:r>
            <a:endParaRPr lang="zh-CN" altLang="en-US" sz="3600" strike="noStrike" noProof="1"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4211" name="Picture 3" descr="IMAGE000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7360" y="4292918"/>
            <a:ext cx="8305800" cy="2128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87" name="WordArt 4"/>
          <p:cNvSpPr>
            <a:spLocks noTextEdit="1"/>
          </p:cNvSpPr>
          <p:nvPr>
            <p:custDataLst>
              <p:tags r:id="rId6"/>
            </p:custDataLst>
          </p:nvPr>
        </p:nvSpPr>
        <p:spPr>
          <a:xfrm>
            <a:off x="7380605" y="5804853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60000"/>
          </a:bodyPr>
          <a:lstStyle/>
          <a:p>
            <a:pPr algn="ctr" fontAlgn="base"/>
            <a:r>
              <a:rPr lang="zh-CN" altLang="en-US" sz="3600" strike="noStrike" noProof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</a:t>
            </a:r>
            <a:endParaRPr lang="zh-CN" altLang="en-US" sz="3600" strike="noStrike" noProof="1"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3" name="Picture 3" descr="IMAGE00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80975"/>
            <a:ext cx="8229600" cy="1800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4" name="WordArt 4"/>
          <p:cNvSpPr>
            <a:spLocks noTextEdit="1"/>
          </p:cNvSpPr>
          <p:nvPr/>
        </p:nvSpPr>
        <p:spPr>
          <a:xfrm>
            <a:off x="3506788" y="962025"/>
            <a:ext cx="381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60000"/>
          </a:bodyPr>
          <a:lstStyle/>
          <a:p>
            <a:pPr algn="ctr" fontAlgn="base"/>
            <a:r>
              <a:rPr lang="zh-CN" altLang="en-US" sz="3600" strike="noStrike" noProof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</a:t>
            </a:r>
            <a:endParaRPr lang="zh-CN" altLang="en-US" sz="3600" strike="noStrike" noProof="1"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2296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6196013" y="4567238"/>
          <a:ext cx="2652712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51000" imgH="1066800" progId="Equation.3">
                  <p:embed/>
                </p:oleObj>
              </mc:Choice>
              <mc:Fallback>
                <p:oleObj r:id="rId3" imgW="1651000" imgH="10668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96013" y="4567238"/>
                        <a:ext cx="2652712" cy="20447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236" name="组合 1"/>
          <p:cNvGrpSpPr>
            <a:grpSpLocks noChangeAspect="1"/>
          </p:cNvGrpSpPr>
          <p:nvPr/>
        </p:nvGrpSpPr>
        <p:grpSpPr>
          <a:xfrm>
            <a:off x="185738" y="2590800"/>
            <a:ext cx="4976812" cy="3078163"/>
            <a:chOff x="753" y="3060"/>
            <a:chExt cx="12894" cy="7100"/>
          </a:xfrm>
        </p:grpSpPr>
        <p:grpSp>
          <p:nvGrpSpPr>
            <p:cNvPr id="95237" name="组合 4"/>
            <p:cNvGrpSpPr/>
            <p:nvPr/>
          </p:nvGrpSpPr>
          <p:grpSpPr>
            <a:xfrm>
              <a:off x="753" y="3060"/>
              <a:ext cx="12894" cy="7100"/>
              <a:chOff x="753" y="3060"/>
              <a:chExt cx="12894" cy="7100"/>
            </a:xfrm>
          </p:grpSpPr>
          <p:sp>
            <p:nvSpPr>
              <p:cNvPr id="95238" name="Line 78"/>
              <p:cNvSpPr/>
              <p:nvPr/>
            </p:nvSpPr>
            <p:spPr>
              <a:xfrm flipV="1">
                <a:off x="2765" y="10000"/>
                <a:ext cx="8067" cy="1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39" name="Line 79"/>
              <p:cNvSpPr/>
              <p:nvPr/>
            </p:nvSpPr>
            <p:spPr>
              <a:xfrm flipV="1">
                <a:off x="2765" y="7310"/>
                <a:ext cx="8067" cy="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40" name="Line 80"/>
              <p:cNvSpPr/>
              <p:nvPr/>
            </p:nvSpPr>
            <p:spPr>
              <a:xfrm>
                <a:off x="2765" y="5968"/>
                <a:ext cx="808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41" name="Line 81"/>
              <p:cNvSpPr/>
              <p:nvPr/>
            </p:nvSpPr>
            <p:spPr>
              <a:xfrm>
                <a:off x="2765" y="5123"/>
                <a:ext cx="80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42" name="Line 82"/>
              <p:cNvSpPr/>
              <p:nvPr/>
            </p:nvSpPr>
            <p:spPr>
              <a:xfrm>
                <a:off x="2765" y="4618"/>
                <a:ext cx="80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43" name="Line 75"/>
              <p:cNvSpPr/>
              <p:nvPr/>
            </p:nvSpPr>
            <p:spPr>
              <a:xfrm>
                <a:off x="2750" y="3880"/>
                <a:ext cx="808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44" name="Line 76"/>
              <p:cNvSpPr/>
              <p:nvPr/>
            </p:nvSpPr>
            <p:spPr>
              <a:xfrm flipV="1">
                <a:off x="2760" y="3938"/>
                <a:ext cx="8087" cy="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45" name="Line 77"/>
              <p:cNvSpPr/>
              <p:nvPr/>
            </p:nvSpPr>
            <p:spPr>
              <a:xfrm>
                <a:off x="2765" y="4003"/>
                <a:ext cx="808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46" name="Line 83"/>
              <p:cNvSpPr/>
              <p:nvPr/>
            </p:nvSpPr>
            <p:spPr>
              <a:xfrm>
                <a:off x="2758" y="4258"/>
                <a:ext cx="8087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47" name="Line 84"/>
              <p:cNvSpPr/>
              <p:nvPr/>
            </p:nvSpPr>
            <p:spPr>
              <a:xfrm>
                <a:off x="2758" y="4113"/>
                <a:ext cx="808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48" name="Line 85"/>
              <p:cNvSpPr/>
              <p:nvPr/>
            </p:nvSpPr>
            <p:spPr>
              <a:xfrm>
                <a:off x="2758" y="3833"/>
                <a:ext cx="8084" cy="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71" name="WordArt 89"/>
              <p:cNvSpPr>
                <a:spLocks noTextEdit="1"/>
              </p:cNvSpPr>
              <p:nvPr/>
            </p:nvSpPr>
            <p:spPr>
              <a:xfrm>
                <a:off x="11145" y="9760"/>
                <a:ext cx="440" cy="3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i="1" strike="noStrike" noProof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E</a:t>
                </a:r>
                <a:endParaRPr lang="zh-CN" altLang="en-US" sz="3600" i="1" strike="noStrike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95250" name="WordArt 90"/>
              <p:cNvSpPr>
                <a:spLocks noTextEdit="1"/>
              </p:cNvSpPr>
              <p:nvPr/>
            </p:nvSpPr>
            <p:spPr>
              <a:xfrm>
                <a:off x="11592" y="9963"/>
                <a:ext cx="128" cy="1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3273" name="WordArt 104"/>
              <p:cNvSpPr>
                <a:spLocks noTextEdit="1"/>
              </p:cNvSpPr>
              <p:nvPr/>
            </p:nvSpPr>
            <p:spPr>
              <a:xfrm>
                <a:off x="753" y="3060"/>
                <a:ext cx="1118" cy="4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主量子数</a:t>
                </a:r>
                <a:endPara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274" name="WordArt 102"/>
              <p:cNvSpPr>
                <a:spLocks noTextEdit="1"/>
              </p:cNvSpPr>
              <p:nvPr/>
            </p:nvSpPr>
            <p:spPr>
              <a:xfrm>
                <a:off x="7901" y="3438"/>
                <a:ext cx="1733" cy="3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  <a:cs typeface="+mn-cs"/>
                  </a:rPr>
                  <a:t>电离态</a:t>
                </a:r>
                <a:endPara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  <p:sp>
            <p:nvSpPr>
              <p:cNvPr id="95253" name="WordArt 74"/>
              <p:cNvSpPr>
                <a:spLocks noTextEdit="1"/>
              </p:cNvSpPr>
              <p:nvPr/>
            </p:nvSpPr>
            <p:spPr>
              <a:xfrm>
                <a:off x="2170" y="3170"/>
                <a:ext cx="338" cy="28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95254" name="WordArt 108"/>
              <p:cNvSpPr>
                <a:spLocks noTextEdit="1"/>
              </p:cNvSpPr>
              <p:nvPr/>
            </p:nvSpPr>
            <p:spPr>
              <a:xfrm>
                <a:off x="2255" y="9858"/>
                <a:ext cx="188" cy="2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5255" name="WordArt 109"/>
              <p:cNvSpPr>
                <a:spLocks noTextEdit="1"/>
              </p:cNvSpPr>
              <p:nvPr/>
            </p:nvSpPr>
            <p:spPr>
              <a:xfrm>
                <a:off x="2248" y="7168"/>
                <a:ext cx="188" cy="2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5256" name="WordArt 110"/>
              <p:cNvSpPr>
                <a:spLocks noTextEdit="1"/>
              </p:cNvSpPr>
              <p:nvPr/>
            </p:nvSpPr>
            <p:spPr>
              <a:xfrm>
                <a:off x="2253" y="5840"/>
                <a:ext cx="188" cy="2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95257" name="WordArt 111"/>
              <p:cNvSpPr>
                <a:spLocks noTextEdit="1"/>
              </p:cNvSpPr>
              <p:nvPr/>
            </p:nvSpPr>
            <p:spPr>
              <a:xfrm>
                <a:off x="2250" y="5010"/>
                <a:ext cx="185" cy="2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95258" name="WordArt 113"/>
              <p:cNvSpPr>
                <a:spLocks noTextEdit="1"/>
              </p:cNvSpPr>
              <p:nvPr/>
            </p:nvSpPr>
            <p:spPr>
              <a:xfrm rot="-5400000">
                <a:off x="2256" y="3558"/>
                <a:ext cx="165" cy="3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95259" name="WordArt 114"/>
              <p:cNvSpPr>
                <a:spLocks noTextEdit="1"/>
              </p:cNvSpPr>
              <p:nvPr/>
            </p:nvSpPr>
            <p:spPr>
              <a:xfrm>
                <a:off x="2258" y="4483"/>
                <a:ext cx="185" cy="2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3282" name="WordArt 73"/>
              <p:cNvSpPr>
                <a:spLocks noTextEdit="1"/>
              </p:cNvSpPr>
              <p:nvPr/>
            </p:nvSpPr>
            <p:spPr>
              <a:xfrm>
                <a:off x="11142" y="3300"/>
                <a:ext cx="460" cy="3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i="1" strike="noStrike" noProof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E</a:t>
                </a:r>
                <a:endParaRPr lang="zh-CN" altLang="en-US" sz="3600" i="1" strike="noStrike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95261" name="WordArt 87"/>
              <p:cNvSpPr>
                <a:spLocks noTextEdit="1"/>
              </p:cNvSpPr>
              <p:nvPr/>
            </p:nvSpPr>
            <p:spPr>
              <a:xfrm>
                <a:off x="11152" y="7145"/>
                <a:ext cx="403" cy="3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95262" name="WordArt 88"/>
              <p:cNvSpPr>
                <a:spLocks noTextEdit="1"/>
              </p:cNvSpPr>
              <p:nvPr/>
            </p:nvSpPr>
            <p:spPr>
              <a:xfrm>
                <a:off x="11565" y="7330"/>
                <a:ext cx="140" cy="1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grpSp>
            <p:nvGrpSpPr>
              <p:cNvPr id="95263" name="Group 143"/>
              <p:cNvGrpSpPr/>
              <p:nvPr/>
            </p:nvGrpSpPr>
            <p:grpSpPr>
              <a:xfrm>
                <a:off x="11852" y="9738"/>
                <a:ext cx="1503" cy="303"/>
                <a:chOff x="4677" y="3908"/>
                <a:chExt cx="601" cy="121"/>
              </a:xfrm>
            </p:grpSpPr>
            <p:grpSp>
              <p:nvGrpSpPr>
                <p:cNvPr id="95264" name="Group 91"/>
                <p:cNvGrpSpPr/>
                <p:nvPr/>
              </p:nvGrpSpPr>
              <p:grpSpPr>
                <a:xfrm>
                  <a:off x="4677" y="3969"/>
                  <a:ext cx="137" cy="46"/>
                  <a:chOff x="1260" y="2371"/>
                  <a:chExt cx="151" cy="53"/>
                </a:xfrm>
              </p:grpSpPr>
              <p:sp>
                <p:nvSpPr>
                  <p:cNvPr id="95265" name="Line 92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5266" name="Line 93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3289" name="WordArt 94"/>
                <p:cNvSpPr>
                  <a:spLocks noTextEdit="1"/>
                </p:cNvSpPr>
                <p:nvPr/>
              </p:nvSpPr>
              <p:spPr>
                <a:xfrm>
                  <a:off x="4886" y="3908"/>
                  <a:ext cx="39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-13.6</a:t>
                  </a:r>
                  <a:endParaRPr lang="zh-CN" altLang="en-US" sz="3600" strike="noStrike" noProof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5268" name="WordArt 95"/>
              <p:cNvSpPr>
                <a:spLocks noTextEdit="1"/>
              </p:cNvSpPr>
              <p:nvPr/>
            </p:nvSpPr>
            <p:spPr>
              <a:xfrm>
                <a:off x="11145" y="5790"/>
                <a:ext cx="403" cy="31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95269" name="WordArt 96"/>
              <p:cNvSpPr>
                <a:spLocks noTextEdit="1"/>
              </p:cNvSpPr>
              <p:nvPr/>
            </p:nvSpPr>
            <p:spPr>
              <a:xfrm>
                <a:off x="11545" y="6005"/>
                <a:ext cx="143" cy="1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95270" name="WordArt 97"/>
              <p:cNvSpPr>
                <a:spLocks noTextEdit="1"/>
              </p:cNvSpPr>
              <p:nvPr/>
            </p:nvSpPr>
            <p:spPr>
              <a:xfrm>
                <a:off x="11137" y="4950"/>
                <a:ext cx="405" cy="3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95271" name="WordArt 98"/>
              <p:cNvSpPr>
                <a:spLocks noTextEdit="1"/>
              </p:cNvSpPr>
              <p:nvPr/>
            </p:nvSpPr>
            <p:spPr>
              <a:xfrm>
                <a:off x="11540" y="5158"/>
                <a:ext cx="140" cy="1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</a:t>
                </a:r>
              </a:p>
            </p:txBody>
          </p:sp>
          <p:grpSp>
            <p:nvGrpSpPr>
              <p:cNvPr id="95272" name="Group 130"/>
              <p:cNvGrpSpPr/>
              <p:nvPr/>
            </p:nvGrpSpPr>
            <p:grpSpPr>
              <a:xfrm>
                <a:off x="11145" y="4425"/>
                <a:ext cx="543" cy="373"/>
                <a:chOff x="4424" y="1771"/>
                <a:chExt cx="217" cy="149"/>
              </a:xfrm>
            </p:grpSpPr>
            <p:sp>
              <p:nvSpPr>
                <p:cNvPr id="95273" name="WordArt 99"/>
                <p:cNvSpPr>
                  <a:spLocks noTextEdit="1"/>
                </p:cNvSpPr>
                <p:nvPr/>
              </p:nvSpPr>
              <p:spPr>
                <a:xfrm>
                  <a:off x="4424" y="1771"/>
                  <a:ext cx="160" cy="12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95274" name="WordArt 100"/>
                <p:cNvSpPr>
                  <a:spLocks noTextEdit="1"/>
                </p:cNvSpPr>
                <p:nvPr/>
              </p:nvSpPr>
              <p:spPr>
                <a:xfrm>
                  <a:off x="4584" y="1857"/>
                  <a:ext cx="57" cy="6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5</a:t>
                  </a:r>
                </a:p>
              </p:txBody>
            </p:sp>
          </p:grpSp>
          <p:sp>
            <p:nvSpPr>
              <p:cNvPr id="53297" name="WordArt 105"/>
              <p:cNvSpPr>
                <a:spLocks noTextEdit="1"/>
              </p:cNvSpPr>
              <p:nvPr/>
            </p:nvSpPr>
            <p:spPr>
              <a:xfrm>
                <a:off x="11802" y="3170"/>
                <a:ext cx="650" cy="5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能量</a:t>
                </a:r>
                <a:endParaRPr lang="zh-CN" altLang="en-US" sz="3600" strike="noStrike" noProof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298" name="WordArt 115"/>
              <p:cNvSpPr>
                <a:spLocks noTextEdit="1"/>
              </p:cNvSpPr>
              <p:nvPr/>
            </p:nvSpPr>
            <p:spPr>
              <a:xfrm>
                <a:off x="12727" y="3245"/>
                <a:ext cx="920" cy="39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(eV)</a:t>
                </a:r>
                <a:endParaRPr lang="zh-CN" altLang="en-US" sz="3600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95277" name="Group 121"/>
              <p:cNvGrpSpPr/>
              <p:nvPr/>
            </p:nvGrpSpPr>
            <p:grpSpPr>
              <a:xfrm>
                <a:off x="7571" y="4880"/>
                <a:ext cx="2455" cy="405"/>
                <a:chOff x="3196" y="1981"/>
                <a:chExt cx="982" cy="162"/>
              </a:xfrm>
            </p:grpSpPr>
            <p:sp>
              <p:nvSpPr>
                <p:cNvPr id="95278" name="Rectangle 120"/>
                <p:cNvSpPr/>
                <p:nvPr/>
              </p:nvSpPr>
              <p:spPr>
                <a:xfrm>
                  <a:off x="3196" y="1981"/>
                  <a:ext cx="982" cy="16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301" name="WordArt 107"/>
                <p:cNvSpPr>
                  <a:spLocks noTextEdit="1"/>
                </p:cNvSpPr>
                <p:nvPr/>
              </p:nvSpPr>
              <p:spPr>
                <a:xfrm>
                  <a:off x="3236" y="2009"/>
                  <a:ext cx="881" cy="11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华文仿宋" panose="02010600040101010101" charset="-122"/>
                      <a:ea typeface="华文仿宋" panose="02010600040101010101" charset="-122"/>
                      <a:cs typeface="+mn-cs"/>
                    </a:rPr>
                    <a:t>第三激发态</a:t>
                  </a:r>
                  <a:endParaRPr lang="zh-CN" altLang="en-US" sz="3600" strike="noStrike" noProof="1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endParaRPr>
                </a:p>
              </p:txBody>
            </p:sp>
          </p:grpSp>
          <p:grpSp>
            <p:nvGrpSpPr>
              <p:cNvPr id="95280" name="Group 122"/>
              <p:cNvGrpSpPr/>
              <p:nvPr/>
            </p:nvGrpSpPr>
            <p:grpSpPr>
              <a:xfrm>
                <a:off x="7601" y="5700"/>
                <a:ext cx="2455" cy="405"/>
                <a:chOff x="3196" y="1981"/>
                <a:chExt cx="982" cy="162"/>
              </a:xfrm>
            </p:grpSpPr>
            <p:sp>
              <p:nvSpPr>
                <p:cNvPr id="95281" name="Rectangle 123"/>
                <p:cNvSpPr/>
                <p:nvPr/>
              </p:nvSpPr>
              <p:spPr>
                <a:xfrm>
                  <a:off x="3196" y="1981"/>
                  <a:ext cx="982" cy="16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304" name="WordArt 124"/>
                <p:cNvSpPr>
                  <a:spLocks noTextEdit="1"/>
                </p:cNvSpPr>
                <p:nvPr/>
              </p:nvSpPr>
              <p:spPr>
                <a:xfrm>
                  <a:off x="3236" y="2009"/>
                  <a:ext cx="881" cy="11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华文仿宋" panose="02010600040101010101" charset="-122"/>
                      <a:ea typeface="华文仿宋" panose="02010600040101010101" charset="-122"/>
                      <a:cs typeface="+mn-cs"/>
                    </a:rPr>
                    <a:t>第二激发态</a:t>
                  </a:r>
                  <a:endParaRPr lang="zh-CN" altLang="en-US" sz="3600" strike="noStrike" noProof="1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endParaRPr>
                </a:p>
              </p:txBody>
            </p:sp>
          </p:grpSp>
          <p:grpSp>
            <p:nvGrpSpPr>
              <p:cNvPr id="95283" name="Group 125"/>
              <p:cNvGrpSpPr/>
              <p:nvPr/>
            </p:nvGrpSpPr>
            <p:grpSpPr>
              <a:xfrm>
                <a:off x="7711" y="7095"/>
                <a:ext cx="2455" cy="405"/>
                <a:chOff x="3196" y="1981"/>
                <a:chExt cx="982" cy="162"/>
              </a:xfrm>
            </p:grpSpPr>
            <p:sp>
              <p:nvSpPr>
                <p:cNvPr id="95284" name="Rectangle 126"/>
                <p:cNvSpPr/>
                <p:nvPr/>
              </p:nvSpPr>
              <p:spPr>
                <a:xfrm>
                  <a:off x="3196" y="1981"/>
                  <a:ext cx="982" cy="16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307" name="WordArt 127"/>
                <p:cNvSpPr>
                  <a:spLocks noTextEdit="1"/>
                </p:cNvSpPr>
                <p:nvPr/>
              </p:nvSpPr>
              <p:spPr>
                <a:xfrm>
                  <a:off x="3236" y="2009"/>
                  <a:ext cx="881" cy="11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华文仿宋" panose="02010600040101010101" charset="-122"/>
                      <a:ea typeface="华文仿宋" panose="02010600040101010101" charset="-122"/>
                      <a:cs typeface="+mn-cs"/>
                    </a:rPr>
                    <a:t>第一激发态</a:t>
                  </a:r>
                  <a:endParaRPr lang="zh-CN" altLang="en-US" sz="3600" strike="noStrike" noProof="1"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华文仿宋" panose="02010600040101010101" charset="-122"/>
                    <a:ea typeface="华文仿宋" panose="02010600040101010101" charset="-122"/>
                  </a:endParaRPr>
                </a:p>
              </p:txBody>
            </p:sp>
          </p:grpSp>
          <p:grpSp>
            <p:nvGrpSpPr>
              <p:cNvPr id="95286" name="Group 129"/>
              <p:cNvGrpSpPr/>
              <p:nvPr/>
            </p:nvGrpSpPr>
            <p:grpSpPr>
              <a:xfrm>
                <a:off x="8069" y="9680"/>
                <a:ext cx="1728" cy="480"/>
                <a:chOff x="3395" y="3901"/>
                <a:chExt cx="691" cy="192"/>
              </a:xfrm>
            </p:grpSpPr>
            <p:sp>
              <p:nvSpPr>
                <p:cNvPr id="95287" name="Rectangle 128"/>
                <p:cNvSpPr/>
                <p:nvPr/>
              </p:nvSpPr>
              <p:spPr>
                <a:xfrm>
                  <a:off x="3395" y="3901"/>
                  <a:ext cx="691" cy="19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310" name="WordArt 101"/>
                <p:cNvSpPr>
                  <a:spLocks noTextEdit="1"/>
                </p:cNvSpPr>
                <p:nvPr/>
              </p:nvSpPr>
              <p:spPr>
                <a:xfrm>
                  <a:off x="3471" y="3922"/>
                  <a:ext cx="539" cy="13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317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华文仿宋" panose="02010600040101010101" charset="-122"/>
                      <a:ea typeface="华文仿宋" panose="02010600040101010101" charset="-122"/>
                      <a:cs typeface="+mn-cs"/>
                    </a:rPr>
                    <a:t>基态</a:t>
                  </a:r>
                  <a:endParaRPr lang="zh-CN" altLang="en-US" sz="3600" strike="noStrike" noProof="1">
                    <a:ln w="31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华文仿宋" panose="02010600040101010101" charset="-122"/>
                    <a:ea typeface="华文仿宋" panose="02010600040101010101" charset="-122"/>
                  </a:endParaRPr>
                </a:p>
              </p:txBody>
            </p:sp>
          </p:grpSp>
          <p:grpSp>
            <p:nvGrpSpPr>
              <p:cNvPr id="95289" name="Group 137"/>
              <p:cNvGrpSpPr/>
              <p:nvPr/>
            </p:nvGrpSpPr>
            <p:grpSpPr>
              <a:xfrm>
                <a:off x="2308" y="3933"/>
                <a:ext cx="73" cy="358"/>
                <a:chOff x="845" y="1586"/>
                <a:chExt cx="29" cy="143"/>
              </a:xfrm>
            </p:grpSpPr>
            <p:sp>
              <p:nvSpPr>
                <p:cNvPr id="95290" name="Oval 134"/>
                <p:cNvSpPr/>
                <p:nvPr/>
              </p:nvSpPr>
              <p:spPr>
                <a:xfrm>
                  <a:off x="845" y="1586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291" name="Oval 135"/>
                <p:cNvSpPr/>
                <p:nvPr/>
              </p:nvSpPr>
              <p:spPr>
                <a:xfrm>
                  <a:off x="846" y="1644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292" name="Oval 136"/>
                <p:cNvSpPr/>
                <p:nvPr/>
              </p:nvSpPr>
              <p:spPr>
                <a:xfrm>
                  <a:off x="847" y="1702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5293" name="Group 138"/>
              <p:cNvGrpSpPr/>
              <p:nvPr/>
            </p:nvGrpSpPr>
            <p:grpSpPr>
              <a:xfrm>
                <a:off x="11350" y="3845"/>
                <a:ext cx="73" cy="358"/>
                <a:chOff x="845" y="1586"/>
                <a:chExt cx="29" cy="143"/>
              </a:xfrm>
            </p:grpSpPr>
            <p:sp>
              <p:nvSpPr>
                <p:cNvPr id="95294" name="Oval 139"/>
                <p:cNvSpPr/>
                <p:nvPr/>
              </p:nvSpPr>
              <p:spPr>
                <a:xfrm>
                  <a:off x="845" y="1586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295" name="Oval 140"/>
                <p:cNvSpPr/>
                <p:nvPr/>
              </p:nvSpPr>
              <p:spPr>
                <a:xfrm>
                  <a:off x="846" y="1644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296" name="Oval 141"/>
                <p:cNvSpPr/>
                <p:nvPr/>
              </p:nvSpPr>
              <p:spPr>
                <a:xfrm>
                  <a:off x="847" y="1702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5297" name="Group 144"/>
              <p:cNvGrpSpPr/>
              <p:nvPr/>
            </p:nvGrpSpPr>
            <p:grpSpPr>
              <a:xfrm>
                <a:off x="11867" y="7120"/>
                <a:ext cx="1503" cy="303"/>
                <a:chOff x="4677" y="3908"/>
                <a:chExt cx="601" cy="121"/>
              </a:xfrm>
            </p:grpSpPr>
            <p:grpSp>
              <p:nvGrpSpPr>
                <p:cNvPr id="95298" name="Group 145"/>
                <p:cNvGrpSpPr/>
                <p:nvPr/>
              </p:nvGrpSpPr>
              <p:grpSpPr>
                <a:xfrm>
                  <a:off x="4677" y="3969"/>
                  <a:ext cx="137" cy="46"/>
                  <a:chOff x="1260" y="2371"/>
                  <a:chExt cx="151" cy="53"/>
                </a:xfrm>
              </p:grpSpPr>
              <p:sp>
                <p:nvSpPr>
                  <p:cNvPr id="95299" name="Line 146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5300" name="Line 147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3323" name="WordArt 148"/>
                <p:cNvSpPr>
                  <a:spLocks noTextEdit="1"/>
                </p:cNvSpPr>
                <p:nvPr/>
              </p:nvSpPr>
              <p:spPr>
                <a:xfrm>
                  <a:off x="4886" y="3908"/>
                  <a:ext cx="39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-3.39</a:t>
                  </a:r>
                  <a:endParaRPr lang="zh-CN" altLang="en-US" sz="3600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5302" name="Group 149"/>
              <p:cNvGrpSpPr/>
              <p:nvPr/>
            </p:nvGrpSpPr>
            <p:grpSpPr>
              <a:xfrm>
                <a:off x="11845" y="5750"/>
                <a:ext cx="1503" cy="303"/>
                <a:chOff x="4677" y="3908"/>
                <a:chExt cx="601" cy="121"/>
              </a:xfrm>
            </p:grpSpPr>
            <p:grpSp>
              <p:nvGrpSpPr>
                <p:cNvPr id="95303" name="Group 150"/>
                <p:cNvGrpSpPr/>
                <p:nvPr/>
              </p:nvGrpSpPr>
              <p:grpSpPr>
                <a:xfrm>
                  <a:off x="4677" y="3969"/>
                  <a:ext cx="137" cy="46"/>
                  <a:chOff x="1260" y="2371"/>
                  <a:chExt cx="151" cy="53"/>
                </a:xfrm>
              </p:grpSpPr>
              <p:sp>
                <p:nvSpPr>
                  <p:cNvPr id="95304" name="Line 151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5305" name="Line 152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3328" name="WordArt 153"/>
                <p:cNvSpPr>
                  <a:spLocks noTextEdit="1"/>
                </p:cNvSpPr>
                <p:nvPr/>
              </p:nvSpPr>
              <p:spPr>
                <a:xfrm>
                  <a:off x="4886" y="3908"/>
                  <a:ext cx="39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-1.51</a:t>
                  </a:r>
                  <a:endParaRPr lang="zh-CN" altLang="en-US" sz="3600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5307" name="Group 154"/>
              <p:cNvGrpSpPr/>
              <p:nvPr/>
            </p:nvGrpSpPr>
            <p:grpSpPr>
              <a:xfrm>
                <a:off x="11877" y="4958"/>
                <a:ext cx="1503" cy="303"/>
                <a:chOff x="4677" y="3908"/>
                <a:chExt cx="601" cy="121"/>
              </a:xfrm>
            </p:grpSpPr>
            <p:grpSp>
              <p:nvGrpSpPr>
                <p:cNvPr id="95308" name="Group 155"/>
                <p:cNvGrpSpPr/>
                <p:nvPr/>
              </p:nvGrpSpPr>
              <p:grpSpPr>
                <a:xfrm>
                  <a:off x="4677" y="3969"/>
                  <a:ext cx="137" cy="46"/>
                  <a:chOff x="1260" y="2371"/>
                  <a:chExt cx="151" cy="53"/>
                </a:xfrm>
              </p:grpSpPr>
              <p:sp>
                <p:nvSpPr>
                  <p:cNvPr id="95309" name="Line 156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5310" name="Line 157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3333" name="WordArt 158"/>
                <p:cNvSpPr>
                  <a:spLocks noTextEdit="1"/>
                </p:cNvSpPr>
                <p:nvPr/>
              </p:nvSpPr>
              <p:spPr>
                <a:xfrm>
                  <a:off x="4886" y="3908"/>
                  <a:ext cx="39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-0.85</a:t>
                  </a:r>
                  <a:endParaRPr lang="zh-CN" altLang="en-US" sz="3600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5312" name="Group 159"/>
              <p:cNvGrpSpPr/>
              <p:nvPr/>
            </p:nvGrpSpPr>
            <p:grpSpPr>
              <a:xfrm>
                <a:off x="11872" y="4453"/>
                <a:ext cx="1503" cy="303"/>
                <a:chOff x="4677" y="3908"/>
                <a:chExt cx="601" cy="121"/>
              </a:xfrm>
            </p:grpSpPr>
            <p:grpSp>
              <p:nvGrpSpPr>
                <p:cNvPr id="95313" name="Group 160"/>
                <p:cNvGrpSpPr/>
                <p:nvPr/>
              </p:nvGrpSpPr>
              <p:grpSpPr>
                <a:xfrm>
                  <a:off x="4677" y="3969"/>
                  <a:ext cx="137" cy="46"/>
                  <a:chOff x="1260" y="2371"/>
                  <a:chExt cx="151" cy="53"/>
                </a:xfrm>
              </p:grpSpPr>
              <p:sp>
                <p:nvSpPr>
                  <p:cNvPr id="95314" name="Line 161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5315" name="Line 162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3338" name="WordArt 163"/>
                <p:cNvSpPr>
                  <a:spLocks noTextEdit="1"/>
                </p:cNvSpPr>
                <p:nvPr/>
              </p:nvSpPr>
              <p:spPr>
                <a:xfrm>
                  <a:off x="4886" y="3908"/>
                  <a:ext cx="392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-0.54</a:t>
                  </a:r>
                  <a:endParaRPr lang="zh-CN" altLang="en-US" sz="3600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95317" name="Line 166"/>
            <p:cNvSpPr/>
            <p:nvPr/>
          </p:nvSpPr>
          <p:spPr>
            <a:xfrm>
              <a:off x="6102" y="5123"/>
              <a:ext cx="0" cy="8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grpSp>
          <p:nvGrpSpPr>
            <p:cNvPr id="95318" name="组合 7"/>
            <p:cNvGrpSpPr/>
            <p:nvPr/>
          </p:nvGrpSpPr>
          <p:grpSpPr>
            <a:xfrm>
              <a:off x="4010" y="5102"/>
              <a:ext cx="2465" cy="2681"/>
              <a:chOff x="4010" y="5102"/>
              <a:chExt cx="2465" cy="2681"/>
            </a:xfrm>
          </p:grpSpPr>
          <p:sp>
            <p:nvSpPr>
              <p:cNvPr id="53339" name="WordArt 164"/>
              <p:cNvSpPr>
                <a:spLocks noTextEdit="1"/>
              </p:cNvSpPr>
              <p:nvPr/>
            </p:nvSpPr>
            <p:spPr>
              <a:xfrm>
                <a:off x="4010" y="7500"/>
                <a:ext cx="2465" cy="28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3175" cap="flat" cmpd="sng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巴耳末系末态</a:t>
                </a:r>
                <a:endParaRPr lang="zh-CN" altLang="en-US" sz="3600" strike="noStrike" noProof="1">
                  <a:ln w="31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95320" name="组合 6"/>
              <p:cNvGrpSpPr/>
              <p:nvPr/>
            </p:nvGrpSpPr>
            <p:grpSpPr>
              <a:xfrm>
                <a:off x="4645" y="5102"/>
                <a:ext cx="599" cy="2266"/>
                <a:chOff x="4323" y="5101"/>
                <a:chExt cx="599" cy="2266"/>
              </a:xfrm>
            </p:grpSpPr>
            <p:sp>
              <p:nvSpPr>
                <p:cNvPr id="95321" name="Line 167"/>
                <p:cNvSpPr/>
                <p:nvPr/>
              </p:nvSpPr>
              <p:spPr>
                <a:xfrm>
                  <a:off x="4323" y="5101"/>
                  <a:ext cx="0" cy="2228"/>
                </a:xfrm>
                <a:prstGeom prst="line">
                  <a:avLst/>
                </a:prstGeom>
                <a:ln w="28575" cap="flat" cmpd="sng">
                  <a:solidFill>
                    <a:srgbClr val="0066FF"/>
                  </a:solidFill>
                  <a:prstDash val="solid"/>
                  <a:round/>
                  <a:headEnd type="none" w="med" len="med"/>
                  <a:tailEnd type="triangle" w="lg" len="lg"/>
                </a:ln>
              </p:spPr>
            </p:sp>
            <p:sp>
              <p:nvSpPr>
                <p:cNvPr id="95322" name="Line 169"/>
                <p:cNvSpPr/>
                <p:nvPr/>
              </p:nvSpPr>
              <p:spPr>
                <a:xfrm flipH="1">
                  <a:off x="4919" y="6004"/>
                  <a:ext cx="3" cy="1363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lg" len="lg"/>
                </a:ln>
              </p:spPr>
            </p:sp>
          </p:grpSp>
        </p:grpSp>
        <p:grpSp>
          <p:nvGrpSpPr>
            <p:cNvPr id="95323" name="组合 5"/>
            <p:cNvGrpSpPr/>
            <p:nvPr/>
          </p:nvGrpSpPr>
          <p:grpSpPr>
            <a:xfrm>
              <a:off x="2991" y="5158"/>
              <a:ext cx="782" cy="4863"/>
              <a:chOff x="3241" y="5158"/>
              <a:chExt cx="782" cy="4863"/>
            </a:xfrm>
          </p:grpSpPr>
          <p:sp>
            <p:nvSpPr>
              <p:cNvPr id="95324" name="Line 165"/>
              <p:cNvSpPr/>
              <p:nvPr/>
            </p:nvSpPr>
            <p:spPr>
              <a:xfrm>
                <a:off x="3241" y="5158"/>
                <a:ext cx="0" cy="485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95325" name="Line 168"/>
              <p:cNvSpPr/>
              <p:nvPr/>
            </p:nvSpPr>
            <p:spPr>
              <a:xfrm flipH="1">
                <a:off x="3598" y="6018"/>
                <a:ext cx="3" cy="400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95326" name="Line 170"/>
              <p:cNvSpPr/>
              <p:nvPr/>
            </p:nvSpPr>
            <p:spPr>
              <a:xfrm>
                <a:off x="4008" y="7330"/>
                <a:ext cx="15" cy="26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</p:grpSp>
      </p:grpSp>
      <p:graphicFrame>
        <p:nvGraphicFramePr>
          <p:cNvPr id="12293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6243638" y="1624013"/>
          <a:ext cx="2557462" cy="287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33500" imgH="1498600" progId="Equation.3">
                  <p:embed/>
                </p:oleObj>
              </mc:Choice>
              <mc:Fallback>
                <p:oleObj r:id="rId5" imgW="1333500" imgH="14986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43638" y="1624013"/>
                        <a:ext cx="2557462" cy="28733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/>
          <p:cNvSpPr txBox="1"/>
          <p:nvPr>
            <p:custDataLst>
              <p:tags r:id="rId1"/>
            </p:custDataLst>
          </p:nvPr>
        </p:nvSpPr>
        <p:spPr>
          <a:xfrm>
            <a:off x="611188" y="4581525"/>
            <a:ext cx="4513262" cy="1384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、课件课前测、讨论题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课件例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1~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，课件图片题</a:t>
            </a:r>
          </a:p>
        </p:txBody>
      </p:sp>
      <p:sp>
        <p:nvSpPr>
          <p:cNvPr id="2" name="TextBox 137"/>
          <p:cNvSpPr txBox="1"/>
          <p:nvPr>
            <p:custDataLst>
              <p:tags r:id="rId2"/>
            </p:custDataLst>
          </p:nvPr>
        </p:nvSpPr>
        <p:spPr>
          <a:xfrm>
            <a:off x="466725" y="692150"/>
            <a:ext cx="7981950" cy="830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氢原子光谱中的可见光：从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n=3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5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跃迁到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n=2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，共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条谱线</a:t>
            </a:r>
          </a:p>
        </p:txBody>
      </p:sp>
      <p:sp>
        <p:nvSpPr>
          <p:cNvPr id="3" name="TextBox 137"/>
          <p:cNvSpPr txBox="1"/>
          <p:nvPr>
            <p:custDataLst>
              <p:tags r:id="rId3"/>
            </p:custDataLst>
          </p:nvPr>
        </p:nvSpPr>
        <p:spPr>
          <a:xfrm>
            <a:off x="539750" y="1844675"/>
            <a:ext cx="79813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noProof="1">
                <a:ln w="3175" cap="flat" cmpd="sng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巴耳末系：从高能级跃迁到</a:t>
            </a:r>
            <a:r>
              <a:rPr lang="en-US" altLang="zh-CN" sz="2400" noProof="1">
                <a:ln w="3175" cap="flat" cmpd="sng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n=2</a:t>
            </a:r>
            <a:endParaRPr lang="zh-CN" altLang="en-US" sz="2400" noProof="1">
              <a:ln w="317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8000"/>
              </a:solidFill>
              <a:latin typeface="宋体" panose="02010600030101010101" pitchFamily="2" charset="-122"/>
              <a:sym typeface="+mn-ea"/>
            </a:endParaRPr>
          </a:p>
          <a:p>
            <a:r>
              <a:rPr lang="zh-CN" altLang="en-US" sz="2400" noProof="1">
                <a:ln w="3175" cap="flat" cmpd="sng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赖曼系：从高能级跃迁到基态</a:t>
            </a:r>
            <a:endParaRPr lang="zh-CN" altLang="en-US" sz="2400" noProof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" name="TextBox 137"/>
          <p:cNvSpPr txBox="1"/>
          <p:nvPr>
            <p:custDataLst>
              <p:tags r:id="rId4"/>
            </p:custDataLst>
          </p:nvPr>
        </p:nvSpPr>
        <p:spPr>
          <a:xfrm>
            <a:off x="3132138" y="3365500"/>
            <a:ext cx="20653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课件复习重点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g2MGQ4N2NjYmE0YzdjYmVmZjdmMzlhODEwMjZmY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625,&quot;width&quot;:12840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315,&quot;width&quot;:12882.500787401576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4686</Words>
  <Application>Microsoft Office PowerPoint</Application>
  <PresentationFormat>全屏显示(4:3)</PresentationFormat>
  <Paragraphs>1986</Paragraphs>
  <Slides>61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61</vt:i4>
      </vt:variant>
    </vt:vector>
  </HeadingPairs>
  <TitlesOfParts>
    <vt:vector size="84" baseType="lpstr">
      <vt:lpstr>方正姚体</vt:lpstr>
      <vt:lpstr>黑体</vt:lpstr>
      <vt:lpstr>华文仿宋</vt:lpstr>
      <vt:lpstr>华文楷体</vt:lpstr>
      <vt:lpstr>华文新魏</vt:lpstr>
      <vt:lpstr>华文中宋</vt:lpstr>
      <vt:lpstr>楷体</vt:lpstr>
      <vt:lpstr>楷体_GB2312</vt:lpstr>
      <vt:lpstr>宋体</vt:lpstr>
      <vt:lpstr>Arial</vt:lpstr>
      <vt:lpstr>Book Antiqua</vt:lpstr>
      <vt:lpstr>Bookman Old Style</vt:lpstr>
      <vt:lpstr>Calibri</vt:lpstr>
      <vt:lpstr>Monotype Corsiva</vt:lpstr>
      <vt:lpstr>Symbol</vt:lpstr>
      <vt:lpstr>Times New Roman</vt:lpstr>
      <vt:lpstr>Verdana</vt:lpstr>
      <vt:lpstr>Wingdings 3</vt:lpstr>
      <vt:lpstr>默认设计模板</vt:lpstr>
      <vt:lpstr>1_默认设计模板</vt:lpstr>
      <vt:lpstr>Bitmap Image</vt:lpstr>
      <vt:lpstr>Microsoft Equation 3.0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普朗克假说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实验简介</vt:lpstr>
      <vt:lpstr>续上</vt:lpstr>
      <vt:lpstr>光量子理论</vt:lpstr>
      <vt:lpstr>光子能、质、动量式</vt:lpstr>
      <vt:lpstr>PowerPoint 演示文稿</vt:lpstr>
      <vt:lpstr>光电方程</vt:lpstr>
      <vt:lpstr>光电效应光子论解释</vt:lpstr>
      <vt:lpstr>PowerPoint 演示文稿</vt:lpstr>
      <vt:lpstr>PowerPoint 演示文稿</vt:lpstr>
      <vt:lpstr>例</vt:lpstr>
      <vt:lpstr>例</vt:lpstr>
      <vt:lpstr>例</vt:lpstr>
      <vt:lpstr>例</vt:lpstr>
      <vt:lpstr>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</vt:lpstr>
      <vt:lpstr>PowerPoint 演示文稿</vt:lpstr>
      <vt:lpstr>PowerPoint 演示文稿</vt:lpstr>
      <vt:lpstr>康普顿、光电效应比较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归纳１</vt:lpstr>
      <vt:lpstr>PowerPoint 演示文稿</vt:lpstr>
      <vt:lpstr>PowerPoint 演示文稿</vt:lpstr>
      <vt:lpstr>例</vt:lpstr>
      <vt:lpstr>例</vt:lpstr>
      <vt:lpstr>例</vt:lpstr>
      <vt:lpstr>例</vt:lpstr>
      <vt:lpstr>例</vt:lpstr>
      <vt:lpstr>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172022027@qq.com</cp:lastModifiedBy>
  <cp:revision>26</cp:revision>
  <dcterms:created xsi:type="dcterms:W3CDTF">2022-11-08T04:37:47Z</dcterms:created>
  <dcterms:modified xsi:type="dcterms:W3CDTF">2024-12-04T04:27:04Z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88A502B0E6144683AD549A0B30B998B3_13</vt:lpwstr>
  </property>
</Properties>
</file>