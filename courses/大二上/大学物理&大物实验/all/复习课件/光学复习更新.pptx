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5" r:id="rId3"/>
    <p:sldMasterId id="2147483688" r:id="rId4"/>
    <p:sldMasterId id="2147483700" r:id="rId5"/>
  </p:sldMasterIdLst>
  <p:notesMasterIdLst>
    <p:notesMasterId r:id="rId126"/>
  </p:notesMasterIdLst>
  <p:sldIdLst>
    <p:sldId id="519" r:id="rId6"/>
    <p:sldId id="257" r:id="rId7"/>
    <p:sldId id="298" r:id="rId8"/>
    <p:sldId id="608" r:id="rId9"/>
    <p:sldId id="310" r:id="rId10"/>
    <p:sldId id="520" r:id="rId11"/>
    <p:sldId id="760" r:id="rId12"/>
    <p:sldId id="521" r:id="rId13"/>
    <p:sldId id="522" r:id="rId14"/>
    <p:sldId id="523" r:id="rId15"/>
    <p:sldId id="524" r:id="rId16"/>
    <p:sldId id="525" r:id="rId17"/>
    <p:sldId id="526" r:id="rId18"/>
    <p:sldId id="527" r:id="rId19"/>
    <p:sldId id="363" r:id="rId20"/>
    <p:sldId id="364" r:id="rId21"/>
    <p:sldId id="611" r:id="rId22"/>
    <p:sldId id="612" r:id="rId23"/>
    <p:sldId id="597" r:id="rId24"/>
    <p:sldId id="613" r:id="rId25"/>
    <p:sldId id="614" r:id="rId26"/>
    <p:sldId id="615" r:id="rId27"/>
    <p:sldId id="616" r:id="rId28"/>
    <p:sldId id="564" r:id="rId29"/>
    <p:sldId id="528" r:id="rId30"/>
    <p:sldId id="529" r:id="rId31"/>
    <p:sldId id="530" r:id="rId32"/>
    <p:sldId id="668" r:id="rId33"/>
    <p:sldId id="371" r:id="rId34"/>
    <p:sldId id="621" r:id="rId35"/>
    <p:sldId id="617" r:id="rId36"/>
    <p:sldId id="618" r:id="rId37"/>
    <p:sldId id="531" r:id="rId38"/>
    <p:sldId id="405" r:id="rId39"/>
    <p:sldId id="632" r:id="rId40"/>
    <p:sldId id="407" r:id="rId41"/>
    <p:sldId id="408" r:id="rId42"/>
    <p:sldId id="409" r:id="rId43"/>
    <p:sldId id="411" r:id="rId44"/>
    <p:sldId id="412" r:id="rId45"/>
    <p:sldId id="495" r:id="rId46"/>
    <p:sldId id="622" r:id="rId47"/>
    <p:sldId id="623" r:id="rId48"/>
    <p:sldId id="624" r:id="rId49"/>
    <p:sldId id="625" r:id="rId50"/>
    <p:sldId id="626" r:id="rId51"/>
    <p:sldId id="627" r:id="rId52"/>
    <p:sldId id="628" r:id="rId53"/>
    <p:sldId id="629" r:id="rId54"/>
    <p:sldId id="630" r:id="rId55"/>
    <p:sldId id="532" r:id="rId56"/>
    <p:sldId id="416" r:id="rId57"/>
    <p:sldId id="413" r:id="rId58"/>
    <p:sldId id="414" r:id="rId59"/>
    <p:sldId id="415" r:id="rId60"/>
    <p:sldId id="417" r:id="rId61"/>
    <p:sldId id="633" r:id="rId62"/>
    <p:sldId id="635" r:id="rId63"/>
    <p:sldId id="637" r:id="rId64"/>
    <p:sldId id="636" r:id="rId65"/>
    <p:sldId id="638" r:id="rId66"/>
    <p:sldId id="639" r:id="rId67"/>
    <p:sldId id="640" r:id="rId68"/>
    <p:sldId id="641" r:id="rId69"/>
    <p:sldId id="642" r:id="rId70"/>
    <p:sldId id="643" r:id="rId71"/>
    <p:sldId id="644" r:id="rId72"/>
    <p:sldId id="645" r:id="rId73"/>
    <p:sldId id="646" r:id="rId74"/>
    <p:sldId id="647" r:id="rId75"/>
    <p:sldId id="534" r:id="rId76"/>
    <p:sldId id="536" r:id="rId77"/>
    <p:sldId id="537" r:id="rId78"/>
    <p:sldId id="538" r:id="rId79"/>
    <p:sldId id="539" r:id="rId80"/>
    <p:sldId id="540" r:id="rId81"/>
    <p:sldId id="669" r:id="rId82"/>
    <p:sldId id="651" r:id="rId83"/>
    <p:sldId id="649" r:id="rId84"/>
    <p:sldId id="650" r:id="rId85"/>
    <p:sldId id="541" r:id="rId86"/>
    <p:sldId id="424" r:id="rId87"/>
    <p:sldId id="670" r:id="rId88"/>
    <p:sldId id="667" r:id="rId89"/>
    <p:sldId id="652" r:id="rId90"/>
    <p:sldId id="653" r:id="rId91"/>
    <p:sldId id="654" r:id="rId92"/>
    <p:sldId id="655" r:id="rId93"/>
    <p:sldId id="656" r:id="rId94"/>
    <p:sldId id="657" r:id="rId95"/>
    <p:sldId id="658" r:id="rId96"/>
    <p:sldId id="659" r:id="rId97"/>
    <p:sldId id="660" r:id="rId98"/>
    <p:sldId id="661" r:id="rId99"/>
    <p:sldId id="662" r:id="rId100"/>
    <p:sldId id="663" r:id="rId101"/>
    <p:sldId id="664" r:id="rId102"/>
    <p:sldId id="665" r:id="rId103"/>
    <p:sldId id="874" r:id="rId104"/>
    <p:sldId id="542" r:id="rId105"/>
    <p:sldId id="429" r:id="rId106"/>
    <p:sldId id="676" r:id="rId107"/>
    <p:sldId id="679" r:id="rId108"/>
    <p:sldId id="680" r:id="rId109"/>
    <p:sldId id="681" r:id="rId110"/>
    <p:sldId id="682" r:id="rId111"/>
    <p:sldId id="683" r:id="rId112"/>
    <p:sldId id="686" r:id="rId113"/>
    <p:sldId id="873" r:id="rId114"/>
    <p:sldId id="296" r:id="rId115"/>
    <p:sldId id="297" r:id="rId116"/>
    <p:sldId id="678" r:id="rId117"/>
    <p:sldId id="677" r:id="rId118"/>
    <p:sldId id="687" r:id="rId119"/>
    <p:sldId id="688" r:id="rId120"/>
    <p:sldId id="689" r:id="rId121"/>
    <p:sldId id="690" r:id="rId122"/>
    <p:sldId id="691" r:id="rId123"/>
    <p:sldId id="692" r:id="rId124"/>
    <p:sldId id="544" r:id="rId125"/>
  </p:sldIdLst>
  <p:sldSz cx="9144000" cy="6858000" type="screen4x3"/>
  <p:notesSz cx="6858000" cy="9144000"/>
  <p:custDataLst>
    <p:tags r:id="rId127"/>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37" userDrawn="1">
          <p15:clr>
            <a:srgbClr val="A4A3A4"/>
          </p15:clr>
        </p15:guide>
        <p15:guide id="2" pos="28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68" d="100"/>
          <a:sy n="68" d="100"/>
        </p:scale>
        <p:origin x="1428" y="66"/>
      </p:cViewPr>
      <p:guideLst>
        <p:guide orient="horz" pos="2137"/>
        <p:guide pos="28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commentAuthors" Target="commentAuthors.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13" Type="http://schemas.openxmlformats.org/officeDocument/2006/relationships/slide" Target="slides/slide108.xml"/><Relationship Id="rId118" Type="http://schemas.openxmlformats.org/officeDocument/2006/relationships/slide" Target="slides/slide113.xml"/><Relationship Id="rId126"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slide" Target="slides/slide111.xml"/><Relationship Id="rId124" Type="http://schemas.openxmlformats.org/officeDocument/2006/relationships/slide" Target="slides/slide119.xml"/><Relationship Id="rId129"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3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slide" Target="slides/slide114.xml"/><Relationship Id="rId127" Type="http://schemas.openxmlformats.org/officeDocument/2006/relationships/tags" Target="tags/tag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3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theme" Target="theme/theme1.xml"/><Relationship Id="rId61" Type="http://schemas.openxmlformats.org/officeDocument/2006/relationships/slide" Target="slides/slide56.xml"/><Relationship Id="rId82"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宋体" panose="02010600030101010101" pitchFamily="2" charset="-122"/>
                <a:cs typeface="+mn-cs"/>
              </a:rPr>
              <a:t>2024/12/16</a:t>
            </a:fld>
            <a:endParaRPr lang="zh-CN" altLang="en-US" strike="noStrike" noProof="1"/>
          </a:p>
        </p:txBody>
      </p:sp>
      <p:sp>
        <p:nvSpPr>
          <p:cNvPr id="4100"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4101"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zh-CN" sz="1200" dirty="0"/>
              <a:t>37</a:t>
            </a:fld>
            <a:endParaRPr lang="en-US" altLang="zh-CN" sz="1200" dirty="0"/>
          </a:p>
        </p:txBody>
      </p:sp>
      <p:sp>
        <p:nvSpPr>
          <p:cNvPr id="30722" name="Rectangle 2"/>
          <p:cNvSpPr>
            <a:spLocks noGrp="1" noRot="1" noChangeAspect="1" noTextEdit="1"/>
          </p:cNvSpPr>
          <p:nvPr>
            <p:ph type="sldImg"/>
          </p:nvPr>
        </p:nvSpPr>
        <p:spPr/>
      </p:sp>
      <p:sp>
        <p:nvSpPr>
          <p:cNvPr id="30723" name="Rectangle 3"/>
          <p:cNvSpPr>
            <a:spLocks noGrp="1"/>
          </p:cNvSpPr>
          <p:nvPr>
            <p:ph type="body"/>
          </p:nvPr>
        </p:nvSpPr>
        <p:spPr/>
        <p:txBody>
          <a:bodyPr wrap="square" lIns="91440" tIns="45720" rIns="91440" bIns="45720" anchor="t" anchorCtr="0"/>
          <a:lstStyle/>
          <a:p>
            <a:pPr lvl="0">
              <a:spcBef>
                <a:spcPct val="0"/>
              </a:spcBef>
            </a:pPr>
            <a:r>
              <a:rPr lang="zh-CN" altLang="en-US" b="1" dirty="0"/>
              <a:t>　　由于</a:t>
            </a:r>
            <a:r>
              <a:rPr lang="el-GR" altLang="zh-CN" b="1" i="1" dirty="0"/>
              <a:t>θ</a:t>
            </a:r>
            <a:r>
              <a:rPr lang="zh-CN" altLang="en-US" b="1" dirty="0"/>
              <a:t>很小，实际上入射、反射几乎都垂直于空气劈尖表面。</a:t>
            </a:r>
            <a:r>
              <a:rPr lang="zh-CN" altLang="en-US" dirty="0"/>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zh-CN" sz="1200" dirty="0"/>
              <a:t>38</a:t>
            </a:fld>
            <a:endParaRPr lang="en-US" altLang="zh-CN" sz="1200" dirty="0"/>
          </a:p>
        </p:txBody>
      </p:sp>
      <p:sp>
        <p:nvSpPr>
          <p:cNvPr id="32770" name="Rectangle 2"/>
          <p:cNvSpPr>
            <a:spLocks noGrp="1" noRot="1" noChangeAspect="1" noTextEdit="1"/>
          </p:cNvSpPr>
          <p:nvPr>
            <p:ph type="sldImg"/>
          </p:nvPr>
        </p:nvSpPr>
        <p:spPr/>
      </p:sp>
      <p:sp>
        <p:nvSpPr>
          <p:cNvPr id="32771" name="Rectangle 3"/>
          <p:cNvSpPr>
            <a:spLocks noGrp="1"/>
          </p:cNvSpPr>
          <p:nvPr>
            <p:ph type="body"/>
          </p:nvPr>
        </p:nvSpPr>
        <p:spPr/>
        <p:txBody>
          <a:bodyPr wrap="square" lIns="91440" tIns="45720" rIns="91440" bIns="45720" anchor="t" anchorCtr="0"/>
          <a:lstStyle/>
          <a:p>
            <a:pPr lvl="0">
              <a:spcBef>
                <a:spcPct val="0"/>
              </a:spcBef>
            </a:pPr>
            <a:r>
              <a:rPr lang="zh-CN" altLang="en-US" b="1" dirty="0"/>
              <a:t>劈尖干涉条纹是一组平行于棱边的明暗相间的等</a:t>
            </a:r>
            <a:r>
              <a:rPr lang="zh-CN" altLang="en-US" b="1" dirty="0">
                <a:solidFill>
                  <a:srgbClr val="9900CC"/>
                </a:solidFill>
              </a:rPr>
              <a:t>间距的</a:t>
            </a:r>
            <a:r>
              <a:rPr lang="zh-CN" altLang="en-US" b="1" dirty="0"/>
              <a:t>直条纹。</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zh-CN" sz="1200" dirty="0"/>
              <a:t>41</a:t>
            </a:fld>
            <a:endParaRPr lang="en-US" altLang="zh-CN" sz="1200" dirty="0"/>
          </a:p>
        </p:txBody>
      </p:sp>
      <p:sp>
        <p:nvSpPr>
          <p:cNvPr id="36866" name="Rectangle 2"/>
          <p:cNvSpPr>
            <a:spLocks noGrp="1" noRot="1" noChangeAspect="1" noTextEdit="1"/>
          </p:cNvSpPr>
          <p:nvPr>
            <p:ph type="sldImg"/>
          </p:nvPr>
        </p:nvSpPr>
        <p:spPr/>
      </p:sp>
      <p:sp>
        <p:nvSpPr>
          <p:cNvPr id="36867" name="Rectangle 3"/>
          <p:cNvSpPr>
            <a:spLocks noGrp="1"/>
          </p:cNvSpPr>
          <p:nvPr>
            <p:ph type="body"/>
          </p:nvPr>
        </p:nvSpPr>
        <p:spPr/>
        <p:txBody>
          <a:bodyPr wrap="square" lIns="91440" tIns="45720" rIns="91440" bIns="45720" anchor="t" anchorCtr="0"/>
          <a:lstStyle/>
          <a:p>
            <a:pPr lvl="0">
              <a:spcBef>
                <a:spcPct val="0"/>
              </a:spcBef>
            </a:pPr>
            <a:r>
              <a:rPr lang="zh-CN" altLang="en-US" b="1" dirty="0"/>
              <a:t>样品受热膨胀斜面上移，</a:t>
            </a:r>
            <a:r>
              <a:rPr lang="zh-CN" altLang="en-US" b="1" dirty="0">
                <a:sym typeface="Symbol" panose="05050102010706020507" pitchFamily="18" charset="2"/>
              </a:rPr>
              <a:t>劈尖各处的干涉条纹发生明→</a:t>
            </a:r>
            <a:r>
              <a:rPr lang="zh-CN" altLang="en-US" b="1" dirty="0">
                <a:sym typeface="Wingdings 3" panose="05040102010807070707" pitchFamily="18" charset="2"/>
              </a:rPr>
              <a:t>暗</a:t>
            </a:r>
            <a:r>
              <a:rPr lang="zh-CN" altLang="en-US" b="1" dirty="0">
                <a:sym typeface="Symbol" panose="05050102010706020507" pitchFamily="18" charset="2"/>
              </a:rPr>
              <a:t>→</a:t>
            </a:r>
            <a:r>
              <a:rPr lang="zh-CN" altLang="en-US" b="1" dirty="0">
                <a:sym typeface="Wingdings 3" panose="05040102010807070707" pitchFamily="18" charset="2"/>
              </a:rPr>
              <a:t>明</a:t>
            </a:r>
            <a:r>
              <a:rPr lang="en-US" altLang="zh-CN" b="1" dirty="0">
                <a:sym typeface="Wingdings 3" panose="05040102010807070707" pitchFamily="18" charset="2"/>
              </a:rPr>
              <a:t>(</a:t>
            </a:r>
            <a:r>
              <a:rPr lang="zh-CN" altLang="en-US" b="1" dirty="0">
                <a:sym typeface="Wingdings 3" panose="05040102010807070707" pitchFamily="18" charset="2"/>
              </a:rPr>
              <a:t>或</a:t>
            </a:r>
            <a:r>
              <a:rPr lang="zh-CN" altLang="en-US" b="1" dirty="0">
                <a:sym typeface="Symbol" panose="05050102010706020507" pitchFamily="18" charset="2"/>
              </a:rPr>
              <a:t>暗→</a:t>
            </a:r>
            <a:r>
              <a:rPr lang="zh-CN" altLang="en-US" b="1" dirty="0">
                <a:sym typeface="Wingdings 3" panose="05040102010807070707" pitchFamily="18" charset="2"/>
              </a:rPr>
              <a:t>明</a:t>
            </a:r>
            <a:r>
              <a:rPr lang="zh-CN" altLang="en-US" b="1" dirty="0">
                <a:sym typeface="Symbol" panose="05050102010706020507" pitchFamily="18" charset="2"/>
              </a:rPr>
              <a:t>→</a:t>
            </a:r>
            <a:r>
              <a:rPr lang="zh-CN" altLang="en-US" b="1" dirty="0">
                <a:sym typeface="Wingdings 3" panose="05040102010807070707" pitchFamily="18" charset="2"/>
              </a:rPr>
              <a:t>暗</a:t>
            </a:r>
            <a:r>
              <a:rPr lang="en-US" altLang="zh-CN" b="1" dirty="0">
                <a:sym typeface="Wingdings 3" panose="05040102010807070707" pitchFamily="18" charset="2"/>
              </a:rPr>
              <a:t>)</a:t>
            </a:r>
            <a:r>
              <a:rPr lang="zh-CN" altLang="en-US" b="1" dirty="0">
                <a:sym typeface="Wingdings 3" panose="05040102010807070707" pitchFamily="18" charset="2"/>
              </a:rPr>
              <a:t>的变化。</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609600"/>
            <a:ext cx="7772400" cy="1143000"/>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6858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858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6482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t>‹#›</a:t>
            </a:fld>
            <a:endParaRPr lang="en-US" altLang="zh-CN" strike="noStrike" noProof="1">
              <a:latin typeface="Symbol" panose="05050102010706020507" pitchFamily="18" charset="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Verdana" panose="020B0604030504040204" pitchFamily="34"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Verdana" panose="020B0604030504040204" pitchFamily="34"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Verdana" panose="020B0604030504040204" pitchFamily="34"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Verdana" panose="020B0604030504040204" pitchFamily="34"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Verdana" panose="020B0604030504040204" pitchFamily="34"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Verdana" panose="020B060403050404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Verdana" panose="020B0604030504040204" pitchFamily="34"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Verdana" panose="020B0604030504040204" pitchFamily="34" charset="0"/>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Verdana" panose="020B0604030504040204" pitchFamily="34" charset="0"/>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Verdana" panose="020B0604030504040204" pitchFamily="34" charset="0"/>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Verdana" panose="020B0604030504040204" pitchFamily="34" charset="0"/>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2051" name="文本占位符 1026"/>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3075" name="文本占位符 1026"/>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3075" name="Rectangle 3"/>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8774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8774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8775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wmf"/><Relationship Id="rId18" Type="http://schemas.openxmlformats.org/officeDocument/2006/relationships/oleObject" Target="../embeddings/oleObject9.bin"/><Relationship Id="rId26" Type="http://schemas.openxmlformats.org/officeDocument/2006/relationships/oleObject" Target="../embeddings/oleObject14.bin"/><Relationship Id="rId3" Type="http://schemas.openxmlformats.org/officeDocument/2006/relationships/image" Target="../media/image1.wmf"/><Relationship Id="rId21" Type="http://schemas.openxmlformats.org/officeDocument/2006/relationships/image" Target="../media/image10.wmf"/><Relationship Id="rId7" Type="http://schemas.openxmlformats.org/officeDocument/2006/relationships/image" Target="../media/image3.wmf"/><Relationship Id="rId12" Type="http://schemas.openxmlformats.org/officeDocument/2006/relationships/oleObject" Target="../embeddings/oleObject6.bin"/><Relationship Id="rId17" Type="http://schemas.openxmlformats.org/officeDocument/2006/relationships/image" Target="../media/image8.wmf"/><Relationship Id="rId25" Type="http://schemas.openxmlformats.org/officeDocument/2006/relationships/oleObject" Target="../embeddings/oleObject13.bin"/><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5.wmf"/><Relationship Id="rId24" Type="http://schemas.openxmlformats.org/officeDocument/2006/relationships/oleObject" Target="../embeddings/oleObject12.bin"/><Relationship Id="rId5" Type="http://schemas.openxmlformats.org/officeDocument/2006/relationships/image" Target="../media/image2.wmf"/><Relationship Id="rId15" Type="http://schemas.openxmlformats.org/officeDocument/2006/relationships/image" Target="../media/image7.wmf"/><Relationship Id="rId23" Type="http://schemas.openxmlformats.org/officeDocument/2006/relationships/image" Target="../media/image11.wmf"/><Relationship Id="rId28" Type="http://schemas.openxmlformats.org/officeDocument/2006/relationships/image" Target="../media/image12.wmf"/><Relationship Id="rId10" Type="http://schemas.openxmlformats.org/officeDocument/2006/relationships/oleObject" Target="../embeddings/oleObject5.bin"/><Relationship Id="rId19" Type="http://schemas.openxmlformats.org/officeDocument/2006/relationships/image" Target="../media/image9.wmf"/><Relationship Id="rId4" Type="http://schemas.openxmlformats.org/officeDocument/2006/relationships/oleObject" Target="../embeddings/oleObject2.bin"/><Relationship Id="rId9" Type="http://schemas.openxmlformats.org/officeDocument/2006/relationships/image" Target="../media/image4.wmf"/><Relationship Id="rId14" Type="http://schemas.openxmlformats.org/officeDocument/2006/relationships/oleObject" Target="../embeddings/oleObject7.bin"/><Relationship Id="rId22" Type="http://schemas.openxmlformats.org/officeDocument/2006/relationships/oleObject" Target="../embeddings/oleObject11.bin"/><Relationship Id="rId27" Type="http://schemas.openxmlformats.org/officeDocument/2006/relationships/oleObject" Target="../embeddings/oleObject15.bin"/></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5.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19.wmf"/><Relationship Id="rId3" Type="http://schemas.openxmlformats.org/officeDocument/2006/relationships/image" Target="../media/image13.jpeg"/><Relationship Id="rId7" Type="http://schemas.openxmlformats.org/officeDocument/2006/relationships/image" Target="../media/image15.wmf"/><Relationship Id="rId12" Type="http://schemas.openxmlformats.org/officeDocument/2006/relationships/image" Target="../media/image18.wmf"/><Relationship Id="rId2" Type="http://schemas.openxmlformats.org/officeDocument/2006/relationships/slideLayout" Target="../slideLayouts/slideLayout7.xml"/><Relationship Id="rId1" Type="http://schemas.openxmlformats.org/officeDocument/2006/relationships/tags" Target="../tags/tag5.xml"/><Relationship Id="rId6" Type="http://schemas.openxmlformats.org/officeDocument/2006/relationships/oleObject" Target="../embeddings/oleObject17.bin"/><Relationship Id="rId11" Type="http://schemas.openxmlformats.org/officeDocument/2006/relationships/oleObject" Target="../embeddings/oleObject19.bin"/><Relationship Id="rId5" Type="http://schemas.openxmlformats.org/officeDocument/2006/relationships/image" Target="../media/image14.wmf"/><Relationship Id="rId15" Type="http://schemas.openxmlformats.org/officeDocument/2006/relationships/image" Target="../media/image20.wmf"/><Relationship Id="rId10" Type="http://schemas.openxmlformats.org/officeDocument/2006/relationships/image" Target="../media/image17.wmf"/><Relationship Id="rId4" Type="http://schemas.openxmlformats.org/officeDocument/2006/relationships/oleObject" Target="../embeddings/oleObject16.bin"/><Relationship Id="rId9" Type="http://schemas.openxmlformats.org/officeDocument/2006/relationships/image" Target="../media/image16.wmf"/><Relationship Id="rId14" Type="http://schemas.openxmlformats.org/officeDocument/2006/relationships/oleObject" Target="../embeddings/oleObject20.bin"/></Relationships>
</file>

<file path=ppt/slides/_rels/slide6.xml.rels><?xml version="1.0" encoding="UTF-8" standalone="yes"?>
<Relationships xmlns="http://schemas.openxmlformats.org/package/2006/relationships"><Relationship Id="rId8" Type="http://schemas.openxmlformats.org/officeDocument/2006/relationships/tags" Target="../tags/tag13.xml"/><Relationship Id="rId3" Type="http://schemas.openxmlformats.org/officeDocument/2006/relationships/tags" Target="../tags/tag8.xml"/><Relationship Id="rId7" Type="http://schemas.openxmlformats.org/officeDocument/2006/relationships/tags" Target="../tags/tag1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10" Type="http://schemas.openxmlformats.org/officeDocument/2006/relationships/slideLayout" Target="../slideLayouts/slideLayout7.xml"/><Relationship Id="rId4" Type="http://schemas.openxmlformats.org/officeDocument/2006/relationships/tags" Target="../tags/tag9.xml"/><Relationship Id="rId9" Type="http://schemas.openxmlformats.org/officeDocument/2006/relationships/tags" Target="../tags/tag1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xml"/><Relationship Id="rId1" Type="http://schemas.openxmlformats.org/officeDocument/2006/relationships/tags" Target="../tags/tag15.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29.png"/><Relationship Id="rId18" Type="http://schemas.openxmlformats.org/officeDocument/2006/relationships/oleObject" Target="../embeddings/oleObject29.bin"/><Relationship Id="rId26" Type="http://schemas.openxmlformats.org/officeDocument/2006/relationships/oleObject" Target="../embeddings/oleObject33.bin"/><Relationship Id="rId39" Type="http://schemas.openxmlformats.org/officeDocument/2006/relationships/oleObject" Target="../embeddings/oleObject40.bin"/><Relationship Id="rId3" Type="http://schemas.openxmlformats.org/officeDocument/2006/relationships/image" Target="../media/image23.wmf"/><Relationship Id="rId21" Type="http://schemas.openxmlformats.org/officeDocument/2006/relationships/image" Target="../media/image33.wmf"/><Relationship Id="rId34" Type="http://schemas.openxmlformats.org/officeDocument/2006/relationships/oleObject" Target="../embeddings/oleObject37.bin"/><Relationship Id="rId7" Type="http://schemas.openxmlformats.org/officeDocument/2006/relationships/image" Target="../media/image25.wmf"/><Relationship Id="rId12" Type="http://schemas.openxmlformats.org/officeDocument/2006/relationships/image" Target="../media/image28.png"/><Relationship Id="rId17" Type="http://schemas.openxmlformats.org/officeDocument/2006/relationships/image" Target="../media/image31.wmf"/><Relationship Id="rId25" Type="http://schemas.openxmlformats.org/officeDocument/2006/relationships/image" Target="../media/image35.wmf"/><Relationship Id="rId33" Type="http://schemas.openxmlformats.org/officeDocument/2006/relationships/image" Target="../media/image39.wmf"/><Relationship Id="rId38" Type="http://schemas.openxmlformats.org/officeDocument/2006/relationships/oleObject" Target="../embeddings/oleObject39.bin"/><Relationship Id="rId2" Type="http://schemas.openxmlformats.org/officeDocument/2006/relationships/oleObject" Target="../embeddings/oleObject22.bin"/><Relationship Id="rId16" Type="http://schemas.openxmlformats.org/officeDocument/2006/relationships/oleObject" Target="../embeddings/oleObject28.bin"/><Relationship Id="rId20" Type="http://schemas.openxmlformats.org/officeDocument/2006/relationships/oleObject" Target="../embeddings/oleObject30.bin"/><Relationship Id="rId29" Type="http://schemas.openxmlformats.org/officeDocument/2006/relationships/image" Target="../media/image37.wmf"/><Relationship Id="rId1" Type="http://schemas.openxmlformats.org/officeDocument/2006/relationships/slideLayout" Target="../slideLayouts/slideLayout7.xml"/><Relationship Id="rId6" Type="http://schemas.openxmlformats.org/officeDocument/2006/relationships/oleObject" Target="../embeddings/oleObject24.bin"/><Relationship Id="rId11" Type="http://schemas.openxmlformats.org/officeDocument/2006/relationships/image" Target="../media/image27.wmf"/><Relationship Id="rId24" Type="http://schemas.openxmlformats.org/officeDocument/2006/relationships/oleObject" Target="../embeddings/oleObject32.bin"/><Relationship Id="rId32" Type="http://schemas.openxmlformats.org/officeDocument/2006/relationships/oleObject" Target="../embeddings/oleObject36.bin"/><Relationship Id="rId37" Type="http://schemas.openxmlformats.org/officeDocument/2006/relationships/image" Target="../media/image41.wmf"/><Relationship Id="rId40" Type="http://schemas.openxmlformats.org/officeDocument/2006/relationships/image" Target="../media/image42.wmf"/><Relationship Id="rId5" Type="http://schemas.openxmlformats.org/officeDocument/2006/relationships/image" Target="../media/image24.wmf"/><Relationship Id="rId15" Type="http://schemas.openxmlformats.org/officeDocument/2006/relationships/image" Target="../media/image30.wmf"/><Relationship Id="rId23" Type="http://schemas.openxmlformats.org/officeDocument/2006/relationships/image" Target="../media/image34.wmf"/><Relationship Id="rId28" Type="http://schemas.openxmlformats.org/officeDocument/2006/relationships/oleObject" Target="../embeddings/oleObject34.bin"/><Relationship Id="rId36" Type="http://schemas.openxmlformats.org/officeDocument/2006/relationships/oleObject" Target="../embeddings/oleObject38.bin"/><Relationship Id="rId10" Type="http://schemas.openxmlformats.org/officeDocument/2006/relationships/oleObject" Target="../embeddings/oleObject26.bin"/><Relationship Id="rId19" Type="http://schemas.openxmlformats.org/officeDocument/2006/relationships/image" Target="../media/image32.wmf"/><Relationship Id="rId31" Type="http://schemas.openxmlformats.org/officeDocument/2006/relationships/image" Target="../media/image38.wmf"/><Relationship Id="rId4" Type="http://schemas.openxmlformats.org/officeDocument/2006/relationships/oleObject" Target="../embeddings/oleObject23.bin"/><Relationship Id="rId9" Type="http://schemas.openxmlformats.org/officeDocument/2006/relationships/image" Target="../media/image26.wmf"/><Relationship Id="rId14" Type="http://schemas.openxmlformats.org/officeDocument/2006/relationships/oleObject" Target="../embeddings/oleObject27.bin"/><Relationship Id="rId22" Type="http://schemas.openxmlformats.org/officeDocument/2006/relationships/oleObject" Target="../embeddings/oleObject31.bin"/><Relationship Id="rId27" Type="http://schemas.openxmlformats.org/officeDocument/2006/relationships/image" Target="../media/image36.wmf"/><Relationship Id="rId30" Type="http://schemas.openxmlformats.org/officeDocument/2006/relationships/oleObject" Target="../embeddings/oleObject35.bin"/><Relationship Id="rId35" Type="http://schemas.openxmlformats.org/officeDocument/2006/relationships/image" Target="../media/image40.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29.png"/><Relationship Id="rId18" Type="http://schemas.openxmlformats.org/officeDocument/2006/relationships/oleObject" Target="../embeddings/oleObject48.bin"/><Relationship Id="rId26" Type="http://schemas.openxmlformats.org/officeDocument/2006/relationships/oleObject" Target="../embeddings/oleObject52.bin"/><Relationship Id="rId39" Type="http://schemas.openxmlformats.org/officeDocument/2006/relationships/oleObject" Target="../embeddings/oleObject59.bin"/><Relationship Id="rId3" Type="http://schemas.openxmlformats.org/officeDocument/2006/relationships/image" Target="../media/image23.wmf"/><Relationship Id="rId21" Type="http://schemas.openxmlformats.org/officeDocument/2006/relationships/image" Target="../media/image33.wmf"/><Relationship Id="rId34" Type="http://schemas.openxmlformats.org/officeDocument/2006/relationships/image" Target="../media/image45.wmf"/><Relationship Id="rId42" Type="http://schemas.openxmlformats.org/officeDocument/2006/relationships/image" Target="../media/image49.wmf"/><Relationship Id="rId47" Type="http://schemas.openxmlformats.org/officeDocument/2006/relationships/oleObject" Target="../embeddings/oleObject63.bin"/><Relationship Id="rId7" Type="http://schemas.openxmlformats.org/officeDocument/2006/relationships/image" Target="../media/image44.wmf"/><Relationship Id="rId12" Type="http://schemas.openxmlformats.org/officeDocument/2006/relationships/image" Target="../media/image28.png"/><Relationship Id="rId17" Type="http://schemas.openxmlformats.org/officeDocument/2006/relationships/image" Target="../media/image31.wmf"/><Relationship Id="rId25" Type="http://schemas.openxmlformats.org/officeDocument/2006/relationships/image" Target="../media/image35.wmf"/><Relationship Id="rId33" Type="http://schemas.openxmlformats.org/officeDocument/2006/relationships/oleObject" Target="../embeddings/oleObject56.bin"/><Relationship Id="rId38" Type="http://schemas.openxmlformats.org/officeDocument/2006/relationships/image" Target="../media/image47.wmf"/><Relationship Id="rId46" Type="http://schemas.openxmlformats.org/officeDocument/2006/relationships/image" Target="../media/image51.wmf"/><Relationship Id="rId2" Type="http://schemas.openxmlformats.org/officeDocument/2006/relationships/oleObject" Target="../embeddings/oleObject41.bin"/><Relationship Id="rId16" Type="http://schemas.openxmlformats.org/officeDocument/2006/relationships/oleObject" Target="../embeddings/oleObject47.bin"/><Relationship Id="rId20" Type="http://schemas.openxmlformats.org/officeDocument/2006/relationships/oleObject" Target="../embeddings/oleObject49.bin"/><Relationship Id="rId29" Type="http://schemas.openxmlformats.org/officeDocument/2006/relationships/image" Target="../media/image37.wmf"/><Relationship Id="rId41" Type="http://schemas.openxmlformats.org/officeDocument/2006/relationships/oleObject" Target="../embeddings/oleObject60.bin"/><Relationship Id="rId1" Type="http://schemas.openxmlformats.org/officeDocument/2006/relationships/slideLayout" Target="../slideLayouts/slideLayout7.xml"/><Relationship Id="rId6" Type="http://schemas.openxmlformats.org/officeDocument/2006/relationships/oleObject" Target="../embeddings/oleObject43.bin"/><Relationship Id="rId11" Type="http://schemas.openxmlformats.org/officeDocument/2006/relationships/image" Target="../media/image27.wmf"/><Relationship Id="rId24" Type="http://schemas.openxmlformats.org/officeDocument/2006/relationships/oleObject" Target="../embeddings/oleObject51.bin"/><Relationship Id="rId32" Type="http://schemas.openxmlformats.org/officeDocument/2006/relationships/oleObject" Target="../embeddings/oleObject55.bin"/><Relationship Id="rId37" Type="http://schemas.openxmlformats.org/officeDocument/2006/relationships/oleObject" Target="../embeddings/oleObject58.bin"/><Relationship Id="rId40" Type="http://schemas.openxmlformats.org/officeDocument/2006/relationships/image" Target="../media/image48.wmf"/><Relationship Id="rId45" Type="http://schemas.openxmlformats.org/officeDocument/2006/relationships/oleObject" Target="../embeddings/oleObject62.bin"/><Relationship Id="rId5" Type="http://schemas.openxmlformats.org/officeDocument/2006/relationships/image" Target="../media/image43.wmf"/><Relationship Id="rId15" Type="http://schemas.openxmlformats.org/officeDocument/2006/relationships/image" Target="../media/image30.wmf"/><Relationship Id="rId23" Type="http://schemas.openxmlformats.org/officeDocument/2006/relationships/image" Target="../media/image34.wmf"/><Relationship Id="rId28" Type="http://schemas.openxmlformats.org/officeDocument/2006/relationships/oleObject" Target="../embeddings/oleObject53.bin"/><Relationship Id="rId36" Type="http://schemas.openxmlformats.org/officeDocument/2006/relationships/image" Target="../media/image46.wmf"/><Relationship Id="rId10" Type="http://schemas.openxmlformats.org/officeDocument/2006/relationships/oleObject" Target="../embeddings/oleObject45.bin"/><Relationship Id="rId19" Type="http://schemas.openxmlformats.org/officeDocument/2006/relationships/image" Target="../media/image32.wmf"/><Relationship Id="rId31" Type="http://schemas.openxmlformats.org/officeDocument/2006/relationships/image" Target="../media/image38.wmf"/><Relationship Id="rId44" Type="http://schemas.openxmlformats.org/officeDocument/2006/relationships/image" Target="../media/image50.wmf"/><Relationship Id="rId4" Type="http://schemas.openxmlformats.org/officeDocument/2006/relationships/oleObject" Target="../embeddings/oleObject42.bin"/><Relationship Id="rId9" Type="http://schemas.openxmlformats.org/officeDocument/2006/relationships/image" Target="../media/image26.wmf"/><Relationship Id="rId14" Type="http://schemas.openxmlformats.org/officeDocument/2006/relationships/oleObject" Target="../embeddings/oleObject46.bin"/><Relationship Id="rId22" Type="http://schemas.openxmlformats.org/officeDocument/2006/relationships/oleObject" Target="../embeddings/oleObject50.bin"/><Relationship Id="rId27" Type="http://schemas.openxmlformats.org/officeDocument/2006/relationships/image" Target="../media/image36.wmf"/><Relationship Id="rId30" Type="http://schemas.openxmlformats.org/officeDocument/2006/relationships/oleObject" Target="../embeddings/oleObject54.bin"/><Relationship Id="rId35" Type="http://schemas.openxmlformats.org/officeDocument/2006/relationships/oleObject" Target="../embeddings/oleObject57.bin"/><Relationship Id="rId43" Type="http://schemas.openxmlformats.org/officeDocument/2006/relationships/oleObject" Target="../embeddings/oleObject61.bin"/><Relationship Id="rId48" Type="http://schemas.openxmlformats.org/officeDocument/2006/relationships/image" Target="../media/image52.wmf"/></Relationships>
</file>

<file path=ppt/slides/_rels/slide11.xml.rels><?xml version="1.0" encoding="UTF-8" standalone="yes"?>
<Relationships xmlns="http://schemas.openxmlformats.org/package/2006/relationships"><Relationship Id="rId13" Type="http://schemas.openxmlformats.org/officeDocument/2006/relationships/oleObject" Target="../embeddings/oleObject68.bin"/><Relationship Id="rId18" Type="http://schemas.openxmlformats.org/officeDocument/2006/relationships/image" Target="../media/image30.wmf"/><Relationship Id="rId26" Type="http://schemas.openxmlformats.org/officeDocument/2006/relationships/image" Target="../media/image34.wmf"/><Relationship Id="rId39" Type="http://schemas.openxmlformats.org/officeDocument/2006/relationships/image" Target="../media/image55.wmf"/><Relationship Id="rId21" Type="http://schemas.openxmlformats.org/officeDocument/2006/relationships/oleObject" Target="../embeddings/oleObject71.bin"/><Relationship Id="rId34" Type="http://schemas.openxmlformats.org/officeDocument/2006/relationships/image" Target="../media/image38.wmf"/><Relationship Id="rId42" Type="http://schemas.openxmlformats.org/officeDocument/2006/relationships/oleObject" Target="../embeddings/oleObject83.bin"/><Relationship Id="rId47" Type="http://schemas.openxmlformats.org/officeDocument/2006/relationships/oleObject" Target="../embeddings/oleObject86.bin"/><Relationship Id="rId50" Type="http://schemas.openxmlformats.org/officeDocument/2006/relationships/image" Target="../media/image59.wmf"/><Relationship Id="rId55" Type="http://schemas.openxmlformats.org/officeDocument/2006/relationships/oleObject" Target="../embeddings/oleObject90.bin"/><Relationship Id="rId7" Type="http://schemas.openxmlformats.org/officeDocument/2006/relationships/oleObject" Target="../embeddings/oleObject65.bin"/><Relationship Id="rId12" Type="http://schemas.openxmlformats.org/officeDocument/2006/relationships/image" Target="../media/image26.wmf"/><Relationship Id="rId17" Type="http://schemas.openxmlformats.org/officeDocument/2006/relationships/oleObject" Target="../embeddings/oleObject69.bin"/><Relationship Id="rId25" Type="http://schemas.openxmlformats.org/officeDocument/2006/relationships/oleObject" Target="../embeddings/oleObject73.bin"/><Relationship Id="rId33" Type="http://schemas.openxmlformats.org/officeDocument/2006/relationships/oleObject" Target="../embeddings/oleObject77.bin"/><Relationship Id="rId38" Type="http://schemas.openxmlformats.org/officeDocument/2006/relationships/oleObject" Target="../embeddings/oleObject80.bin"/><Relationship Id="rId46" Type="http://schemas.openxmlformats.org/officeDocument/2006/relationships/image" Target="../media/image57.wmf"/><Relationship Id="rId59" Type="http://schemas.openxmlformats.org/officeDocument/2006/relationships/oleObject" Target="../embeddings/oleObject92.bin"/><Relationship Id="rId2" Type="http://schemas.openxmlformats.org/officeDocument/2006/relationships/tags" Target="../tags/tag18.xml"/><Relationship Id="rId16" Type="http://schemas.openxmlformats.org/officeDocument/2006/relationships/image" Target="../media/image29.png"/><Relationship Id="rId20" Type="http://schemas.openxmlformats.org/officeDocument/2006/relationships/image" Target="../media/image31.wmf"/><Relationship Id="rId29" Type="http://schemas.openxmlformats.org/officeDocument/2006/relationships/oleObject" Target="../embeddings/oleObject75.bin"/><Relationship Id="rId41" Type="http://schemas.openxmlformats.org/officeDocument/2006/relationships/oleObject" Target="../embeddings/oleObject82.bin"/><Relationship Id="rId54" Type="http://schemas.openxmlformats.org/officeDocument/2006/relationships/image" Target="../media/image61.wmf"/><Relationship Id="rId1" Type="http://schemas.openxmlformats.org/officeDocument/2006/relationships/tags" Target="../tags/tag17.xml"/><Relationship Id="rId6" Type="http://schemas.openxmlformats.org/officeDocument/2006/relationships/image" Target="../media/image23.wmf"/><Relationship Id="rId11" Type="http://schemas.openxmlformats.org/officeDocument/2006/relationships/oleObject" Target="../embeddings/oleObject67.bin"/><Relationship Id="rId24" Type="http://schemas.openxmlformats.org/officeDocument/2006/relationships/image" Target="../media/image33.wmf"/><Relationship Id="rId32" Type="http://schemas.openxmlformats.org/officeDocument/2006/relationships/image" Target="../media/image37.wmf"/><Relationship Id="rId37" Type="http://schemas.openxmlformats.org/officeDocument/2006/relationships/image" Target="../media/image54.wmf"/><Relationship Id="rId40" Type="http://schemas.openxmlformats.org/officeDocument/2006/relationships/oleObject" Target="../embeddings/oleObject81.bin"/><Relationship Id="rId45" Type="http://schemas.openxmlformats.org/officeDocument/2006/relationships/oleObject" Target="../embeddings/oleObject85.bin"/><Relationship Id="rId53" Type="http://schemas.openxmlformats.org/officeDocument/2006/relationships/oleObject" Target="../embeddings/oleObject89.bin"/><Relationship Id="rId58" Type="http://schemas.openxmlformats.org/officeDocument/2006/relationships/image" Target="../media/image63.wmf"/><Relationship Id="rId5" Type="http://schemas.openxmlformats.org/officeDocument/2006/relationships/oleObject" Target="../embeddings/oleObject64.bin"/><Relationship Id="rId15" Type="http://schemas.openxmlformats.org/officeDocument/2006/relationships/image" Target="../media/image28.png"/><Relationship Id="rId23" Type="http://schemas.openxmlformats.org/officeDocument/2006/relationships/oleObject" Target="../embeddings/oleObject72.bin"/><Relationship Id="rId28" Type="http://schemas.openxmlformats.org/officeDocument/2006/relationships/image" Target="../media/image35.wmf"/><Relationship Id="rId36" Type="http://schemas.openxmlformats.org/officeDocument/2006/relationships/oleObject" Target="../embeddings/oleObject79.bin"/><Relationship Id="rId49" Type="http://schemas.openxmlformats.org/officeDocument/2006/relationships/oleObject" Target="../embeddings/oleObject87.bin"/><Relationship Id="rId57" Type="http://schemas.openxmlformats.org/officeDocument/2006/relationships/oleObject" Target="../embeddings/oleObject91.bin"/><Relationship Id="rId10" Type="http://schemas.openxmlformats.org/officeDocument/2006/relationships/image" Target="../media/image25.wmf"/><Relationship Id="rId19" Type="http://schemas.openxmlformats.org/officeDocument/2006/relationships/oleObject" Target="../embeddings/oleObject70.bin"/><Relationship Id="rId31" Type="http://schemas.openxmlformats.org/officeDocument/2006/relationships/oleObject" Target="../embeddings/oleObject76.bin"/><Relationship Id="rId44" Type="http://schemas.openxmlformats.org/officeDocument/2006/relationships/image" Target="../media/image56.wmf"/><Relationship Id="rId52" Type="http://schemas.openxmlformats.org/officeDocument/2006/relationships/image" Target="../media/image60.wmf"/><Relationship Id="rId60" Type="http://schemas.openxmlformats.org/officeDocument/2006/relationships/image" Target="../media/image52.wmf"/><Relationship Id="rId4" Type="http://schemas.openxmlformats.org/officeDocument/2006/relationships/slideLayout" Target="../slideLayouts/slideLayout7.xml"/><Relationship Id="rId9" Type="http://schemas.openxmlformats.org/officeDocument/2006/relationships/oleObject" Target="../embeddings/oleObject66.bin"/><Relationship Id="rId14" Type="http://schemas.openxmlformats.org/officeDocument/2006/relationships/image" Target="../media/image27.wmf"/><Relationship Id="rId22" Type="http://schemas.openxmlformats.org/officeDocument/2006/relationships/image" Target="../media/image32.wmf"/><Relationship Id="rId27" Type="http://schemas.openxmlformats.org/officeDocument/2006/relationships/oleObject" Target="../embeddings/oleObject74.bin"/><Relationship Id="rId30" Type="http://schemas.openxmlformats.org/officeDocument/2006/relationships/image" Target="../media/image36.wmf"/><Relationship Id="rId35" Type="http://schemas.openxmlformats.org/officeDocument/2006/relationships/oleObject" Target="../embeddings/oleObject78.bin"/><Relationship Id="rId43" Type="http://schemas.openxmlformats.org/officeDocument/2006/relationships/oleObject" Target="../embeddings/oleObject84.bin"/><Relationship Id="rId48" Type="http://schemas.openxmlformats.org/officeDocument/2006/relationships/image" Target="../media/image58.wmf"/><Relationship Id="rId56" Type="http://schemas.openxmlformats.org/officeDocument/2006/relationships/image" Target="../media/image62.wmf"/><Relationship Id="rId8" Type="http://schemas.openxmlformats.org/officeDocument/2006/relationships/image" Target="../media/image53.wmf"/><Relationship Id="rId51" Type="http://schemas.openxmlformats.org/officeDocument/2006/relationships/oleObject" Target="../embeddings/oleObject88.bin"/><Relationship Id="rId3" Type="http://schemas.openxmlformats.org/officeDocument/2006/relationships/tags" Target="../tags/tag19.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96.bin"/><Relationship Id="rId13" Type="http://schemas.openxmlformats.org/officeDocument/2006/relationships/image" Target="../media/image29.png"/><Relationship Id="rId18" Type="http://schemas.openxmlformats.org/officeDocument/2006/relationships/oleObject" Target="../embeddings/oleObject100.bin"/><Relationship Id="rId26" Type="http://schemas.openxmlformats.org/officeDocument/2006/relationships/oleObject" Target="../embeddings/oleObject104.bin"/><Relationship Id="rId39" Type="http://schemas.openxmlformats.org/officeDocument/2006/relationships/oleObject" Target="../embeddings/oleObject114.bin"/><Relationship Id="rId3" Type="http://schemas.openxmlformats.org/officeDocument/2006/relationships/image" Target="../media/image23.wmf"/><Relationship Id="rId21" Type="http://schemas.openxmlformats.org/officeDocument/2006/relationships/image" Target="../media/image33.wmf"/><Relationship Id="rId34" Type="http://schemas.openxmlformats.org/officeDocument/2006/relationships/oleObject" Target="../embeddings/oleObject109.bin"/><Relationship Id="rId42" Type="http://schemas.openxmlformats.org/officeDocument/2006/relationships/image" Target="../media/image52.wmf"/><Relationship Id="rId7" Type="http://schemas.openxmlformats.org/officeDocument/2006/relationships/image" Target="../media/image44.wmf"/><Relationship Id="rId12" Type="http://schemas.openxmlformats.org/officeDocument/2006/relationships/image" Target="../media/image28.png"/><Relationship Id="rId17" Type="http://schemas.openxmlformats.org/officeDocument/2006/relationships/image" Target="../media/image31.wmf"/><Relationship Id="rId25" Type="http://schemas.openxmlformats.org/officeDocument/2006/relationships/image" Target="../media/image35.wmf"/><Relationship Id="rId33" Type="http://schemas.openxmlformats.org/officeDocument/2006/relationships/oleObject" Target="../embeddings/oleObject108.bin"/><Relationship Id="rId38" Type="http://schemas.openxmlformats.org/officeDocument/2006/relationships/oleObject" Target="../embeddings/oleObject113.bin"/><Relationship Id="rId46" Type="http://schemas.openxmlformats.org/officeDocument/2006/relationships/oleObject" Target="../embeddings/oleObject118.bin"/><Relationship Id="rId2" Type="http://schemas.openxmlformats.org/officeDocument/2006/relationships/oleObject" Target="../embeddings/oleObject93.bin"/><Relationship Id="rId16" Type="http://schemas.openxmlformats.org/officeDocument/2006/relationships/oleObject" Target="../embeddings/oleObject99.bin"/><Relationship Id="rId20" Type="http://schemas.openxmlformats.org/officeDocument/2006/relationships/oleObject" Target="../embeddings/oleObject101.bin"/><Relationship Id="rId29" Type="http://schemas.openxmlformats.org/officeDocument/2006/relationships/image" Target="../media/image37.wmf"/><Relationship Id="rId41" Type="http://schemas.openxmlformats.org/officeDocument/2006/relationships/oleObject" Target="../embeddings/oleObject115.bin"/><Relationship Id="rId1" Type="http://schemas.openxmlformats.org/officeDocument/2006/relationships/slideLayout" Target="../slideLayouts/slideLayout7.xml"/><Relationship Id="rId6" Type="http://schemas.openxmlformats.org/officeDocument/2006/relationships/oleObject" Target="../embeddings/oleObject95.bin"/><Relationship Id="rId11" Type="http://schemas.openxmlformats.org/officeDocument/2006/relationships/image" Target="../media/image27.wmf"/><Relationship Id="rId24" Type="http://schemas.openxmlformats.org/officeDocument/2006/relationships/oleObject" Target="../embeddings/oleObject103.bin"/><Relationship Id="rId32" Type="http://schemas.openxmlformats.org/officeDocument/2006/relationships/oleObject" Target="../embeddings/oleObject107.bin"/><Relationship Id="rId37" Type="http://schemas.openxmlformats.org/officeDocument/2006/relationships/oleObject" Target="../embeddings/oleObject112.bin"/><Relationship Id="rId40" Type="http://schemas.openxmlformats.org/officeDocument/2006/relationships/image" Target="../media/image64.wmf"/><Relationship Id="rId45" Type="http://schemas.openxmlformats.org/officeDocument/2006/relationships/oleObject" Target="../embeddings/oleObject117.bin"/><Relationship Id="rId5" Type="http://schemas.openxmlformats.org/officeDocument/2006/relationships/image" Target="../media/image24.wmf"/><Relationship Id="rId15" Type="http://schemas.openxmlformats.org/officeDocument/2006/relationships/image" Target="../media/image30.wmf"/><Relationship Id="rId23" Type="http://schemas.openxmlformats.org/officeDocument/2006/relationships/image" Target="../media/image34.wmf"/><Relationship Id="rId28" Type="http://schemas.openxmlformats.org/officeDocument/2006/relationships/oleObject" Target="../embeddings/oleObject105.bin"/><Relationship Id="rId36" Type="http://schemas.openxmlformats.org/officeDocument/2006/relationships/oleObject" Target="../embeddings/oleObject111.bin"/><Relationship Id="rId10" Type="http://schemas.openxmlformats.org/officeDocument/2006/relationships/oleObject" Target="../embeddings/oleObject97.bin"/><Relationship Id="rId19" Type="http://schemas.openxmlformats.org/officeDocument/2006/relationships/image" Target="../media/image32.wmf"/><Relationship Id="rId31" Type="http://schemas.openxmlformats.org/officeDocument/2006/relationships/image" Target="../media/image38.wmf"/><Relationship Id="rId44" Type="http://schemas.openxmlformats.org/officeDocument/2006/relationships/image" Target="../media/image25.wmf"/><Relationship Id="rId4" Type="http://schemas.openxmlformats.org/officeDocument/2006/relationships/oleObject" Target="../embeddings/oleObject94.bin"/><Relationship Id="rId9" Type="http://schemas.openxmlformats.org/officeDocument/2006/relationships/image" Target="../media/image26.wmf"/><Relationship Id="rId14" Type="http://schemas.openxmlformats.org/officeDocument/2006/relationships/oleObject" Target="../embeddings/oleObject98.bin"/><Relationship Id="rId22" Type="http://schemas.openxmlformats.org/officeDocument/2006/relationships/oleObject" Target="../embeddings/oleObject102.bin"/><Relationship Id="rId27" Type="http://schemas.openxmlformats.org/officeDocument/2006/relationships/image" Target="../media/image36.wmf"/><Relationship Id="rId30" Type="http://schemas.openxmlformats.org/officeDocument/2006/relationships/oleObject" Target="../embeddings/oleObject106.bin"/><Relationship Id="rId35" Type="http://schemas.openxmlformats.org/officeDocument/2006/relationships/oleObject" Target="../embeddings/oleObject110.bin"/><Relationship Id="rId43" Type="http://schemas.openxmlformats.org/officeDocument/2006/relationships/oleObject" Target="../embeddings/oleObject116.bin"/></Relationships>
</file>

<file path=ppt/slides/_rels/slide13.xml.rels><?xml version="1.0" encoding="UTF-8" standalone="yes"?>
<Relationships xmlns="http://schemas.openxmlformats.org/package/2006/relationships"><Relationship Id="rId13" Type="http://schemas.openxmlformats.org/officeDocument/2006/relationships/image" Target="../media/image27.wmf"/><Relationship Id="rId18" Type="http://schemas.openxmlformats.org/officeDocument/2006/relationships/oleObject" Target="../embeddings/oleObject122.bin"/><Relationship Id="rId26" Type="http://schemas.openxmlformats.org/officeDocument/2006/relationships/oleObject" Target="../embeddings/oleObject126.bin"/><Relationship Id="rId39" Type="http://schemas.openxmlformats.org/officeDocument/2006/relationships/image" Target="../media/image68.wmf"/><Relationship Id="rId21" Type="http://schemas.openxmlformats.org/officeDocument/2006/relationships/image" Target="../media/image33.wmf"/><Relationship Id="rId34" Type="http://schemas.openxmlformats.org/officeDocument/2006/relationships/oleObject" Target="../embeddings/oleObject130.bin"/><Relationship Id="rId42" Type="http://schemas.openxmlformats.org/officeDocument/2006/relationships/oleObject" Target="../embeddings/oleObject134.bin"/><Relationship Id="rId47" Type="http://schemas.openxmlformats.org/officeDocument/2006/relationships/oleObject" Target="../embeddings/oleObject138.bin"/><Relationship Id="rId50" Type="http://schemas.openxmlformats.org/officeDocument/2006/relationships/oleObject" Target="../embeddings/oleObject141.bin"/><Relationship Id="rId55" Type="http://schemas.openxmlformats.org/officeDocument/2006/relationships/image" Target="../media/image52.wmf"/><Relationship Id="rId7" Type="http://schemas.openxmlformats.org/officeDocument/2006/relationships/image" Target="../media/image24.wmf"/><Relationship Id="rId12" Type="http://schemas.openxmlformats.org/officeDocument/2006/relationships/oleObject" Target="../embeddings/oleObject118.bin"/><Relationship Id="rId17" Type="http://schemas.openxmlformats.org/officeDocument/2006/relationships/image" Target="../media/image30.wmf"/><Relationship Id="rId25" Type="http://schemas.openxmlformats.org/officeDocument/2006/relationships/image" Target="../media/image35.wmf"/><Relationship Id="rId33" Type="http://schemas.openxmlformats.org/officeDocument/2006/relationships/image" Target="../media/image65.wmf"/><Relationship Id="rId38" Type="http://schemas.openxmlformats.org/officeDocument/2006/relationships/oleObject" Target="../embeddings/oleObject132.bin"/><Relationship Id="rId46" Type="http://schemas.openxmlformats.org/officeDocument/2006/relationships/oleObject" Target="../embeddings/oleObject137.bin"/><Relationship Id="rId2" Type="http://schemas.openxmlformats.org/officeDocument/2006/relationships/tags" Target="../tags/tag21.xml"/><Relationship Id="rId16" Type="http://schemas.openxmlformats.org/officeDocument/2006/relationships/oleObject" Target="../embeddings/oleObject121.bin"/><Relationship Id="rId20" Type="http://schemas.openxmlformats.org/officeDocument/2006/relationships/oleObject" Target="../embeddings/oleObject123.bin"/><Relationship Id="rId29" Type="http://schemas.openxmlformats.org/officeDocument/2006/relationships/image" Target="../media/image37.wmf"/><Relationship Id="rId41" Type="http://schemas.openxmlformats.org/officeDocument/2006/relationships/image" Target="../media/image69.wmf"/><Relationship Id="rId54" Type="http://schemas.openxmlformats.org/officeDocument/2006/relationships/oleObject" Target="../embeddings/oleObject144.bin"/><Relationship Id="rId1" Type="http://schemas.openxmlformats.org/officeDocument/2006/relationships/tags" Target="../tags/tag20.xml"/><Relationship Id="rId6" Type="http://schemas.openxmlformats.org/officeDocument/2006/relationships/oleObject" Target="../embeddings/oleObject120.bin"/><Relationship Id="rId11" Type="http://schemas.openxmlformats.org/officeDocument/2006/relationships/image" Target="../media/image26.wmf"/><Relationship Id="rId24" Type="http://schemas.openxmlformats.org/officeDocument/2006/relationships/oleObject" Target="../embeddings/oleObject125.bin"/><Relationship Id="rId32" Type="http://schemas.openxmlformats.org/officeDocument/2006/relationships/oleObject" Target="../embeddings/oleObject129.bin"/><Relationship Id="rId37" Type="http://schemas.openxmlformats.org/officeDocument/2006/relationships/image" Target="../media/image67.wmf"/><Relationship Id="rId40" Type="http://schemas.openxmlformats.org/officeDocument/2006/relationships/oleObject" Target="../embeddings/oleObject133.bin"/><Relationship Id="rId45" Type="http://schemas.openxmlformats.org/officeDocument/2006/relationships/oleObject" Target="../embeddings/oleObject136.bin"/><Relationship Id="rId53" Type="http://schemas.openxmlformats.org/officeDocument/2006/relationships/image" Target="../media/image71.wmf"/><Relationship Id="rId5" Type="http://schemas.openxmlformats.org/officeDocument/2006/relationships/image" Target="../media/image23.wmf"/><Relationship Id="rId15" Type="http://schemas.openxmlformats.org/officeDocument/2006/relationships/image" Target="../media/image29.png"/><Relationship Id="rId23" Type="http://schemas.openxmlformats.org/officeDocument/2006/relationships/image" Target="../media/image34.wmf"/><Relationship Id="rId28" Type="http://schemas.openxmlformats.org/officeDocument/2006/relationships/oleObject" Target="../embeddings/oleObject127.bin"/><Relationship Id="rId36" Type="http://schemas.openxmlformats.org/officeDocument/2006/relationships/oleObject" Target="../embeddings/oleObject131.bin"/><Relationship Id="rId49" Type="http://schemas.openxmlformats.org/officeDocument/2006/relationships/oleObject" Target="../embeddings/oleObject140.bin"/><Relationship Id="rId10" Type="http://schemas.openxmlformats.org/officeDocument/2006/relationships/oleObject" Target="../embeddings/oleObject117.bin"/><Relationship Id="rId19" Type="http://schemas.openxmlformats.org/officeDocument/2006/relationships/image" Target="../media/image31.wmf"/><Relationship Id="rId31" Type="http://schemas.openxmlformats.org/officeDocument/2006/relationships/image" Target="../media/image38.wmf"/><Relationship Id="rId44" Type="http://schemas.openxmlformats.org/officeDocument/2006/relationships/oleObject" Target="../embeddings/oleObject135.bin"/><Relationship Id="rId52" Type="http://schemas.openxmlformats.org/officeDocument/2006/relationships/oleObject" Target="../embeddings/oleObject143.bin"/><Relationship Id="rId4" Type="http://schemas.openxmlformats.org/officeDocument/2006/relationships/oleObject" Target="../embeddings/oleObject119.bin"/><Relationship Id="rId9" Type="http://schemas.openxmlformats.org/officeDocument/2006/relationships/image" Target="../media/image25.wmf"/><Relationship Id="rId14" Type="http://schemas.openxmlformats.org/officeDocument/2006/relationships/image" Target="../media/image28.png"/><Relationship Id="rId22" Type="http://schemas.openxmlformats.org/officeDocument/2006/relationships/oleObject" Target="../embeddings/oleObject124.bin"/><Relationship Id="rId27" Type="http://schemas.openxmlformats.org/officeDocument/2006/relationships/image" Target="../media/image36.wmf"/><Relationship Id="rId30" Type="http://schemas.openxmlformats.org/officeDocument/2006/relationships/oleObject" Target="../embeddings/oleObject128.bin"/><Relationship Id="rId35" Type="http://schemas.openxmlformats.org/officeDocument/2006/relationships/image" Target="../media/image66.wmf"/><Relationship Id="rId43" Type="http://schemas.openxmlformats.org/officeDocument/2006/relationships/image" Target="../media/image70.wmf"/><Relationship Id="rId48" Type="http://schemas.openxmlformats.org/officeDocument/2006/relationships/oleObject" Target="../embeddings/oleObject139.bin"/><Relationship Id="rId8" Type="http://schemas.openxmlformats.org/officeDocument/2006/relationships/oleObject" Target="../embeddings/oleObject116.bin"/><Relationship Id="rId51" Type="http://schemas.openxmlformats.org/officeDocument/2006/relationships/oleObject" Target="../embeddings/oleObject142.bin"/><Relationship Id="rId3"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48.bin"/><Relationship Id="rId13" Type="http://schemas.openxmlformats.org/officeDocument/2006/relationships/image" Target="../media/image29.png"/><Relationship Id="rId18" Type="http://schemas.openxmlformats.org/officeDocument/2006/relationships/oleObject" Target="../embeddings/oleObject152.bin"/><Relationship Id="rId26" Type="http://schemas.openxmlformats.org/officeDocument/2006/relationships/oleObject" Target="../embeddings/oleObject156.bin"/><Relationship Id="rId39" Type="http://schemas.openxmlformats.org/officeDocument/2006/relationships/oleObject" Target="../embeddings/oleObject163.bin"/><Relationship Id="rId3" Type="http://schemas.openxmlformats.org/officeDocument/2006/relationships/image" Target="../media/image23.wmf"/><Relationship Id="rId21" Type="http://schemas.openxmlformats.org/officeDocument/2006/relationships/image" Target="../media/image33.wmf"/><Relationship Id="rId34" Type="http://schemas.openxmlformats.org/officeDocument/2006/relationships/image" Target="../media/image72.wmf"/><Relationship Id="rId7" Type="http://schemas.openxmlformats.org/officeDocument/2006/relationships/image" Target="../media/image25.wmf"/><Relationship Id="rId12" Type="http://schemas.openxmlformats.org/officeDocument/2006/relationships/image" Target="../media/image28.png"/><Relationship Id="rId17" Type="http://schemas.openxmlformats.org/officeDocument/2006/relationships/image" Target="../media/image31.wmf"/><Relationship Id="rId25" Type="http://schemas.openxmlformats.org/officeDocument/2006/relationships/image" Target="../media/image35.wmf"/><Relationship Id="rId33" Type="http://schemas.openxmlformats.org/officeDocument/2006/relationships/oleObject" Target="../embeddings/oleObject160.bin"/><Relationship Id="rId38" Type="http://schemas.openxmlformats.org/officeDocument/2006/relationships/image" Target="../media/image74.wmf"/><Relationship Id="rId2" Type="http://schemas.openxmlformats.org/officeDocument/2006/relationships/oleObject" Target="../embeddings/oleObject145.bin"/><Relationship Id="rId16" Type="http://schemas.openxmlformats.org/officeDocument/2006/relationships/oleObject" Target="../embeddings/oleObject151.bin"/><Relationship Id="rId20" Type="http://schemas.openxmlformats.org/officeDocument/2006/relationships/oleObject" Target="../embeddings/oleObject153.bin"/><Relationship Id="rId29" Type="http://schemas.openxmlformats.org/officeDocument/2006/relationships/image" Target="../media/image37.wmf"/><Relationship Id="rId1" Type="http://schemas.openxmlformats.org/officeDocument/2006/relationships/slideLayout" Target="../slideLayouts/slideLayout7.xml"/><Relationship Id="rId6" Type="http://schemas.openxmlformats.org/officeDocument/2006/relationships/oleObject" Target="../embeddings/oleObject147.bin"/><Relationship Id="rId11" Type="http://schemas.openxmlformats.org/officeDocument/2006/relationships/image" Target="../media/image27.wmf"/><Relationship Id="rId24" Type="http://schemas.openxmlformats.org/officeDocument/2006/relationships/oleObject" Target="../embeddings/oleObject155.bin"/><Relationship Id="rId32" Type="http://schemas.openxmlformats.org/officeDocument/2006/relationships/oleObject" Target="../embeddings/oleObject159.bin"/><Relationship Id="rId37" Type="http://schemas.openxmlformats.org/officeDocument/2006/relationships/oleObject" Target="../embeddings/oleObject162.bin"/><Relationship Id="rId40" Type="http://schemas.openxmlformats.org/officeDocument/2006/relationships/image" Target="../media/image75.wmf"/><Relationship Id="rId5" Type="http://schemas.openxmlformats.org/officeDocument/2006/relationships/image" Target="../media/image24.wmf"/><Relationship Id="rId15" Type="http://schemas.openxmlformats.org/officeDocument/2006/relationships/image" Target="../media/image30.wmf"/><Relationship Id="rId23" Type="http://schemas.openxmlformats.org/officeDocument/2006/relationships/image" Target="../media/image34.wmf"/><Relationship Id="rId28" Type="http://schemas.openxmlformats.org/officeDocument/2006/relationships/oleObject" Target="../embeddings/oleObject157.bin"/><Relationship Id="rId36" Type="http://schemas.openxmlformats.org/officeDocument/2006/relationships/image" Target="../media/image73.wmf"/><Relationship Id="rId10" Type="http://schemas.openxmlformats.org/officeDocument/2006/relationships/oleObject" Target="../embeddings/oleObject149.bin"/><Relationship Id="rId19" Type="http://schemas.openxmlformats.org/officeDocument/2006/relationships/image" Target="../media/image32.wmf"/><Relationship Id="rId31" Type="http://schemas.openxmlformats.org/officeDocument/2006/relationships/image" Target="../media/image38.wmf"/><Relationship Id="rId4" Type="http://schemas.openxmlformats.org/officeDocument/2006/relationships/oleObject" Target="../embeddings/oleObject146.bin"/><Relationship Id="rId9" Type="http://schemas.openxmlformats.org/officeDocument/2006/relationships/image" Target="../media/image26.wmf"/><Relationship Id="rId14" Type="http://schemas.openxmlformats.org/officeDocument/2006/relationships/oleObject" Target="../embeddings/oleObject150.bin"/><Relationship Id="rId22" Type="http://schemas.openxmlformats.org/officeDocument/2006/relationships/oleObject" Target="../embeddings/oleObject154.bin"/><Relationship Id="rId27" Type="http://schemas.openxmlformats.org/officeDocument/2006/relationships/image" Target="../media/image36.wmf"/><Relationship Id="rId30" Type="http://schemas.openxmlformats.org/officeDocument/2006/relationships/oleObject" Target="../embeddings/oleObject158.bin"/><Relationship Id="rId35" Type="http://schemas.openxmlformats.org/officeDocument/2006/relationships/oleObject" Target="../embeddings/oleObject161.bin"/></Relationships>
</file>

<file path=ppt/slides/_rels/slide15.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2.png"/><Relationship Id="rId18" Type="http://schemas.openxmlformats.org/officeDocument/2006/relationships/oleObject" Target="../embeddings/oleObject169.bin"/><Relationship Id="rId3" Type="http://schemas.openxmlformats.org/officeDocument/2006/relationships/hyperlink" Target="&#21171;&#22467;&#24503;&#38236;.swf" TargetMode="External"/><Relationship Id="rId7" Type="http://schemas.openxmlformats.org/officeDocument/2006/relationships/image" Target="../media/image77.wmf"/><Relationship Id="rId12" Type="http://schemas.openxmlformats.org/officeDocument/2006/relationships/image" Target="../media/image81.wmf"/><Relationship Id="rId17" Type="http://schemas.openxmlformats.org/officeDocument/2006/relationships/image" Target="../media/image84.wmf"/><Relationship Id="rId2" Type="http://schemas.openxmlformats.org/officeDocument/2006/relationships/image" Target="../media/image13.jpeg"/><Relationship Id="rId16" Type="http://schemas.openxmlformats.org/officeDocument/2006/relationships/oleObject" Target="../embeddings/oleObject168.bin"/><Relationship Id="rId1" Type="http://schemas.openxmlformats.org/officeDocument/2006/relationships/slideLayout" Target="../slideLayouts/slideLayout7.xml"/><Relationship Id="rId6" Type="http://schemas.openxmlformats.org/officeDocument/2006/relationships/oleObject" Target="../embeddings/oleObject165.bin"/><Relationship Id="rId11" Type="http://schemas.openxmlformats.org/officeDocument/2006/relationships/oleObject" Target="../embeddings/oleObject166.bin"/><Relationship Id="rId5" Type="http://schemas.openxmlformats.org/officeDocument/2006/relationships/image" Target="../media/image76.wmf"/><Relationship Id="rId15" Type="http://schemas.openxmlformats.org/officeDocument/2006/relationships/image" Target="../media/image83.wmf"/><Relationship Id="rId10" Type="http://schemas.openxmlformats.org/officeDocument/2006/relationships/image" Target="../media/image80.png"/><Relationship Id="rId19" Type="http://schemas.openxmlformats.org/officeDocument/2006/relationships/image" Target="../media/image85.wmf"/><Relationship Id="rId4" Type="http://schemas.openxmlformats.org/officeDocument/2006/relationships/oleObject" Target="../embeddings/oleObject164.bin"/><Relationship Id="rId9" Type="http://schemas.openxmlformats.org/officeDocument/2006/relationships/image" Target="../media/image79.png"/><Relationship Id="rId14" Type="http://schemas.openxmlformats.org/officeDocument/2006/relationships/oleObject" Target="../embeddings/oleObject167.bin"/></Relationships>
</file>

<file path=ppt/slides/_rels/slide16.xml.rels><?xml version="1.0" encoding="UTF-8" standalone="yes"?>
<Relationships xmlns="http://schemas.openxmlformats.org/package/2006/relationships"><Relationship Id="rId8" Type="http://schemas.openxmlformats.org/officeDocument/2006/relationships/image" Target="../media/image88.wmf"/><Relationship Id="rId13" Type="http://schemas.openxmlformats.org/officeDocument/2006/relationships/image" Target="../media/image76.wmf"/><Relationship Id="rId18" Type="http://schemas.openxmlformats.org/officeDocument/2006/relationships/oleObject" Target="../embeddings/oleObject166.bin"/><Relationship Id="rId26" Type="http://schemas.openxmlformats.org/officeDocument/2006/relationships/image" Target="../media/image91.wmf"/><Relationship Id="rId3" Type="http://schemas.openxmlformats.org/officeDocument/2006/relationships/oleObject" Target="../embeddings/oleObject170.bin"/><Relationship Id="rId21" Type="http://schemas.openxmlformats.org/officeDocument/2006/relationships/oleObject" Target="../embeddings/oleObject174.bin"/><Relationship Id="rId7" Type="http://schemas.openxmlformats.org/officeDocument/2006/relationships/oleObject" Target="../embeddings/oleObject172.bin"/><Relationship Id="rId12" Type="http://schemas.openxmlformats.org/officeDocument/2006/relationships/oleObject" Target="../embeddings/oleObject164.bin"/><Relationship Id="rId17" Type="http://schemas.openxmlformats.org/officeDocument/2006/relationships/image" Target="../media/image80.png"/><Relationship Id="rId25" Type="http://schemas.openxmlformats.org/officeDocument/2006/relationships/oleObject" Target="../embeddings/oleObject176.bin"/><Relationship Id="rId2" Type="http://schemas.openxmlformats.org/officeDocument/2006/relationships/image" Target="../media/image13.jpeg"/><Relationship Id="rId16" Type="http://schemas.openxmlformats.org/officeDocument/2006/relationships/image" Target="../media/image79.png"/><Relationship Id="rId20" Type="http://schemas.openxmlformats.org/officeDocument/2006/relationships/image" Target="../media/image82.png"/><Relationship Id="rId29" Type="http://schemas.openxmlformats.org/officeDocument/2006/relationships/oleObject" Target="../embeddings/oleObject178.bin"/><Relationship Id="rId1" Type="http://schemas.openxmlformats.org/officeDocument/2006/relationships/slideLayout" Target="../slideLayouts/slideLayout7.xml"/><Relationship Id="rId6" Type="http://schemas.openxmlformats.org/officeDocument/2006/relationships/image" Target="../media/image87.wmf"/><Relationship Id="rId11" Type="http://schemas.openxmlformats.org/officeDocument/2006/relationships/hyperlink" Target="&#21171;&#22467;&#24503;&#38236;.swf" TargetMode="External"/><Relationship Id="rId24" Type="http://schemas.openxmlformats.org/officeDocument/2006/relationships/image" Target="../media/image90.wmf"/><Relationship Id="rId5" Type="http://schemas.openxmlformats.org/officeDocument/2006/relationships/oleObject" Target="../embeddings/oleObject171.bin"/><Relationship Id="rId15" Type="http://schemas.openxmlformats.org/officeDocument/2006/relationships/image" Target="../media/image77.wmf"/><Relationship Id="rId23" Type="http://schemas.openxmlformats.org/officeDocument/2006/relationships/oleObject" Target="../embeddings/oleObject175.bin"/><Relationship Id="rId28" Type="http://schemas.openxmlformats.org/officeDocument/2006/relationships/image" Target="../media/image92.wmf"/><Relationship Id="rId10" Type="http://schemas.openxmlformats.org/officeDocument/2006/relationships/image" Target="../media/image89.wmf"/><Relationship Id="rId19" Type="http://schemas.openxmlformats.org/officeDocument/2006/relationships/image" Target="../media/image81.wmf"/><Relationship Id="rId4" Type="http://schemas.openxmlformats.org/officeDocument/2006/relationships/image" Target="../media/image86.wmf"/><Relationship Id="rId9" Type="http://schemas.openxmlformats.org/officeDocument/2006/relationships/oleObject" Target="../embeddings/oleObject173.bin"/><Relationship Id="rId14" Type="http://schemas.openxmlformats.org/officeDocument/2006/relationships/oleObject" Target="../embeddings/oleObject165.bin"/><Relationship Id="rId22" Type="http://schemas.openxmlformats.org/officeDocument/2006/relationships/image" Target="../media/image83.wmf"/><Relationship Id="rId27" Type="http://schemas.openxmlformats.org/officeDocument/2006/relationships/oleObject" Target="../embeddings/oleObject177.bin"/><Relationship Id="rId30" Type="http://schemas.openxmlformats.org/officeDocument/2006/relationships/image" Target="../media/image93.wmf"/></Relationships>
</file>

<file path=ppt/slides/_rels/slide17.xml.rels><?xml version="1.0" encoding="UTF-8" standalone="yes"?>
<Relationships xmlns="http://schemas.openxmlformats.org/package/2006/relationships"><Relationship Id="rId8" Type="http://schemas.openxmlformats.org/officeDocument/2006/relationships/image" Target="../media/image96.wmf"/><Relationship Id="rId13" Type="http://schemas.openxmlformats.org/officeDocument/2006/relationships/oleObject" Target="../embeddings/oleObject184.bin"/><Relationship Id="rId18" Type="http://schemas.openxmlformats.org/officeDocument/2006/relationships/image" Target="../media/image101.wmf"/><Relationship Id="rId3" Type="http://schemas.openxmlformats.org/officeDocument/2006/relationships/oleObject" Target="../embeddings/oleObject179.bin"/><Relationship Id="rId7" Type="http://schemas.openxmlformats.org/officeDocument/2006/relationships/oleObject" Target="../embeddings/oleObject181.bin"/><Relationship Id="rId12" Type="http://schemas.openxmlformats.org/officeDocument/2006/relationships/image" Target="../media/image98.wmf"/><Relationship Id="rId17" Type="http://schemas.openxmlformats.org/officeDocument/2006/relationships/oleObject" Target="../embeddings/oleObject186.bin"/><Relationship Id="rId2" Type="http://schemas.openxmlformats.org/officeDocument/2006/relationships/image" Target="../media/image13.jpeg"/><Relationship Id="rId16" Type="http://schemas.openxmlformats.org/officeDocument/2006/relationships/image" Target="../media/image100.wmf"/><Relationship Id="rId1" Type="http://schemas.openxmlformats.org/officeDocument/2006/relationships/slideLayout" Target="../slideLayouts/slideLayout7.xml"/><Relationship Id="rId6" Type="http://schemas.openxmlformats.org/officeDocument/2006/relationships/image" Target="../media/image95.wmf"/><Relationship Id="rId11" Type="http://schemas.openxmlformats.org/officeDocument/2006/relationships/oleObject" Target="../embeddings/oleObject183.bin"/><Relationship Id="rId5" Type="http://schemas.openxmlformats.org/officeDocument/2006/relationships/oleObject" Target="../embeddings/oleObject180.bin"/><Relationship Id="rId15" Type="http://schemas.openxmlformats.org/officeDocument/2006/relationships/oleObject" Target="../embeddings/oleObject185.bin"/><Relationship Id="rId10" Type="http://schemas.openxmlformats.org/officeDocument/2006/relationships/image" Target="../media/image97.wmf"/><Relationship Id="rId4" Type="http://schemas.openxmlformats.org/officeDocument/2006/relationships/image" Target="../media/image94.wmf"/><Relationship Id="rId9" Type="http://schemas.openxmlformats.org/officeDocument/2006/relationships/oleObject" Target="../embeddings/oleObject182.bin"/><Relationship Id="rId14" Type="http://schemas.openxmlformats.org/officeDocument/2006/relationships/image" Target="../media/image99.wmf"/></Relationships>
</file>

<file path=ppt/slides/_rels/slide18.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105.emf"/><Relationship Id="rId13" Type="http://schemas.openxmlformats.org/officeDocument/2006/relationships/oleObject" Target="../embeddings/oleObject192.bin"/><Relationship Id="rId3" Type="http://schemas.openxmlformats.org/officeDocument/2006/relationships/oleObject" Target="../embeddings/oleObject187.bin"/><Relationship Id="rId7" Type="http://schemas.openxmlformats.org/officeDocument/2006/relationships/oleObject" Target="../embeddings/oleObject189.bin"/><Relationship Id="rId12" Type="http://schemas.openxmlformats.org/officeDocument/2006/relationships/image" Target="../media/image107.emf"/><Relationship Id="rId2" Type="http://schemas.openxmlformats.org/officeDocument/2006/relationships/image" Target="../media/image13.jpeg"/><Relationship Id="rId1" Type="http://schemas.openxmlformats.org/officeDocument/2006/relationships/slideLayout" Target="../slideLayouts/slideLayout44.xml"/><Relationship Id="rId6" Type="http://schemas.openxmlformats.org/officeDocument/2006/relationships/image" Target="../media/image104.emf"/><Relationship Id="rId11" Type="http://schemas.openxmlformats.org/officeDocument/2006/relationships/oleObject" Target="../embeddings/oleObject191.bin"/><Relationship Id="rId5" Type="http://schemas.openxmlformats.org/officeDocument/2006/relationships/oleObject" Target="../embeddings/oleObject188.bin"/><Relationship Id="rId10" Type="http://schemas.openxmlformats.org/officeDocument/2006/relationships/image" Target="../media/image106.emf"/><Relationship Id="rId4" Type="http://schemas.openxmlformats.org/officeDocument/2006/relationships/image" Target="../media/image103.emf"/><Relationship Id="rId9" Type="http://schemas.openxmlformats.org/officeDocument/2006/relationships/oleObject" Target="../embeddings/oleObject190.bin"/><Relationship Id="rId14" Type="http://schemas.openxmlformats.org/officeDocument/2006/relationships/image" Target="../media/image108.emf"/></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10.png"/><Relationship Id="rId4" Type="http://schemas.openxmlformats.org/officeDocument/2006/relationships/image" Target="../media/image109.png"/></Relationships>
</file>

<file path=ppt/slides/_rels/slide2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117.jpeg"/><Relationship Id="rId5" Type="http://schemas.openxmlformats.org/officeDocument/2006/relationships/image" Target="../media/image116.jpeg"/><Relationship Id="rId4" Type="http://schemas.openxmlformats.org/officeDocument/2006/relationships/image" Target="../media/image115.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tags" Target="../tags/tag27.xml"/><Relationship Id="rId1" Type="http://schemas.openxmlformats.org/officeDocument/2006/relationships/tags" Target="../tags/tag26.xml"/></Relationships>
</file>

<file path=ppt/slides/_rels/slide25.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18" Type="http://schemas.openxmlformats.org/officeDocument/2006/relationships/image" Target="../media/image119.wmf"/><Relationship Id="rId26" Type="http://schemas.openxmlformats.org/officeDocument/2006/relationships/image" Target="../media/image122.wmf"/><Relationship Id="rId3" Type="http://schemas.openxmlformats.org/officeDocument/2006/relationships/tags" Target="../tags/tag30.xml"/><Relationship Id="rId21" Type="http://schemas.openxmlformats.org/officeDocument/2006/relationships/oleObject" Target="../embeddings/oleObject196.bin"/><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oleObject" Target="../embeddings/oleObject194.bin"/><Relationship Id="rId25" Type="http://schemas.openxmlformats.org/officeDocument/2006/relationships/oleObject" Target="../embeddings/oleObject198.bin"/><Relationship Id="rId2" Type="http://schemas.openxmlformats.org/officeDocument/2006/relationships/tags" Target="../tags/tag29.xml"/><Relationship Id="rId16" Type="http://schemas.openxmlformats.org/officeDocument/2006/relationships/image" Target="../media/image118.wmf"/><Relationship Id="rId20" Type="http://schemas.openxmlformats.org/officeDocument/2006/relationships/image" Target="../media/image89.wmf"/><Relationship Id="rId29" Type="http://schemas.openxmlformats.org/officeDocument/2006/relationships/oleObject" Target="../embeddings/oleObject200.bin"/><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24" Type="http://schemas.openxmlformats.org/officeDocument/2006/relationships/image" Target="../media/image121.wmf"/><Relationship Id="rId32" Type="http://schemas.openxmlformats.org/officeDocument/2006/relationships/image" Target="../media/image125.wmf"/><Relationship Id="rId5" Type="http://schemas.openxmlformats.org/officeDocument/2006/relationships/tags" Target="../tags/tag32.xml"/><Relationship Id="rId15" Type="http://schemas.openxmlformats.org/officeDocument/2006/relationships/oleObject" Target="../embeddings/oleObject193.bin"/><Relationship Id="rId23" Type="http://schemas.openxmlformats.org/officeDocument/2006/relationships/oleObject" Target="../embeddings/oleObject197.bin"/><Relationship Id="rId28" Type="http://schemas.openxmlformats.org/officeDocument/2006/relationships/image" Target="../media/image123.wmf"/><Relationship Id="rId10" Type="http://schemas.openxmlformats.org/officeDocument/2006/relationships/tags" Target="../tags/tag37.xml"/><Relationship Id="rId19" Type="http://schemas.openxmlformats.org/officeDocument/2006/relationships/oleObject" Target="../embeddings/oleObject195.bin"/><Relationship Id="rId31" Type="http://schemas.openxmlformats.org/officeDocument/2006/relationships/oleObject" Target="../embeddings/oleObject201.bin"/><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slideLayout" Target="../slideLayouts/slideLayout2.xml"/><Relationship Id="rId22" Type="http://schemas.openxmlformats.org/officeDocument/2006/relationships/image" Target="../media/image120.wmf"/><Relationship Id="rId27" Type="http://schemas.openxmlformats.org/officeDocument/2006/relationships/oleObject" Target="../embeddings/oleObject199.bin"/><Relationship Id="rId30" Type="http://schemas.openxmlformats.org/officeDocument/2006/relationships/image" Target="../media/image124.wmf"/></Relationships>
</file>

<file path=ppt/slides/_rels/slide26.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slideLayout" Target="../slideLayouts/slideLayout2.xml"/><Relationship Id="rId18" Type="http://schemas.openxmlformats.org/officeDocument/2006/relationships/oleObject" Target="../embeddings/oleObject204.bin"/><Relationship Id="rId26" Type="http://schemas.openxmlformats.org/officeDocument/2006/relationships/oleObject" Target="../embeddings/oleObject208.bin"/><Relationship Id="rId39" Type="http://schemas.openxmlformats.org/officeDocument/2006/relationships/image" Target="../media/image138.wmf"/><Relationship Id="rId3" Type="http://schemas.openxmlformats.org/officeDocument/2006/relationships/tags" Target="../tags/tag43.xml"/><Relationship Id="rId21" Type="http://schemas.openxmlformats.org/officeDocument/2006/relationships/image" Target="../media/image129.wmf"/><Relationship Id="rId34" Type="http://schemas.openxmlformats.org/officeDocument/2006/relationships/oleObject" Target="../embeddings/oleObject212.bin"/><Relationship Id="rId42" Type="http://schemas.openxmlformats.org/officeDocument/2006/relationships/oleObject" Target="../embeddings/oleObject216.bin"/><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image" Target="../media/image127.wmf"/><Relationship Id="rId25" Type="http://schemas.openxmlformats.org/officeDocument/2006/relationships/image" Target="../media/image131.emf"/><Relationship Id="rId33" Type="http://schemas.openxmlformats.org/officeDocument/2006/relationships/image" Target="../media/image135.wmf"/><Relationship Id="rId38" Type="http://schemas.openxmlformats.org/officeDocument/2006/relationships/oleObject" Target="../embeddings/oleObject214.bin"/><Relationship Id="rId2" Type="http://schemas.openxmlformats.org/officeDocument/2006/relationships/tags" Target="../tags/tag42.xml"/><Relationship Id="rId16" Type="http://schemas.openxmlformats.org/officeDocument/2006/relationships/oleObject" Target="../embeddings/oleObject203.bin"/><Relationship Id="rId20" Type="http://schemas.openxmlformats.org/officeDocument/2006/relationships/oleObject" Target="../embeddings/oleObject205.bin"/><Relationship Id="rId29" Type="http://schemas.openxmlformats.org/officeDocument/2006/relationships/image" Target="../media/image133.emf"/><Relationship Id="rId41" Type="http://schemas.openxmlformats.org/officeDocument/2006/relationships/image" Target="../media/image139.wmf"/><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24" Type="http://schemas.openxmlformats.org/officeDocument/2006/relationships/oleObject" Target="../embeddings/oleObject207.bin"/><Relationship Id="rId32" Type="http://schemas.openxmlformats.org/officeDocument/2006/relationships/oleObject" Target="../embeddings/oleObject211.bin"/><Relationship Id="rId37" Type="http://schemas.openxmlformats.org/officeDocument/2006/relationships/image" Target="../media/image137.wmf"/><Relationship Id="rId40" Type="http://schemas.openxmlformats.org/officeDocument/2006/relationships/oleObject" Target="../embeddings/oleObject215.bin"/><Relationship Id="rId45" Type="http://schemas.openxmlformats.org/officeDocument/2006/relationships/image" Target="../media/image141.wmf"/><Relationship Id="rId5" Type="http://schemas.openxmlformats.org/officeDocument/2006/relationships/tags" Target="../tags/tag45.xml"/><Relationship Id="rId15" Type="http://schemas.openxmlformats.org/officeDocument/2006/relationships/image" Target="../media/image126.wmf"/><Relationship Id="rId23" Type="http://schemas.openxmlformats.org/officeDocument/2006/relationships/image" Target="../media/image130.wmf"/><Relationship Id="rId28" Type="http://schemas.openxmlformats.org/officeDocument/2006/relationships/oleObject" Target="../embeddings/oleObject209.bin"/><Relationship Id="rId36" Type="http://schemas.openxmlformats.org/officeDocument/2006/relationships/oleObject" Target="../embeddings/oleObject213.bin"/><Relationship Id="rId10" Type="http://schemas.openxmlformats.org/officeDocument/2006/relationships/tags" Target="../tags/tag50.xml"/><Relationship Id="rId19" Type="http://schemas.openxmlformats.org/officeDocument/2006/relationships/image" Target="../media/image128.wmf"/><Relationship Id="rId31" Type="http://schemas.openxmlformats.org/officeDocument/2006/relationships/image" Target="../media/image134.emf"/><Relationship Id="rId44" Type="http://schemas.openxmlformats.org/officeDocument/2006/relationships/oleObject" Target="../embeddings/oleObject217.bin"/><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oleObject" Target="../embeddings/oleObject202.bin"/><Relationship Id="rId22" Type="http://schemas.openxmlformats.org/officeDocument/2006/relationships/oleObject" Target="../embeddings/oleObject206.bin"/><Relationship Id="rId27" Type="http://schemas.openxmlformats.org/officeDocument/2006/relationships/image" Target="../media/image132.emf"/><Relationship Id="rId30" Type="http://schemas.openxmlformats.org/officeDocument/2006/relationships/oleObject" Target="../embeddings/oleObject210.bin"/><Relationship Id="rId35" Type="http://schemas.openxmlformats.org/officeDocument/2006/relationships/image" Target="../media/image136.wmf"/><Relationship Id="rId43" Type="http://schemas.openxmlformats.org/officeDocument/2006/relationships/image" Target="../media/image140.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21.bin"/><Relationship Id="rId3" Type="http://schemas.openxmlformats.org/officeDocument/2006/relationships/image" Target="../media/image142.emf"/><Relationship Id="rId7" Type="http://schemas.openxmlformats.org/officeDocument/2006/relationships/image" Target="../media/image144.emf"/><Relationship Id="rId2" Type="http://schemas.openxmlformats.org/officeDocument/2006/relationships/oleObject" Target="../embeddings/oleObject218.bin"/><Relationship Id="rId1" Type="http://schemas.openxmlformats.org/officeDocument/2006/relationships/slideLayout" Target="../slideLayouts/slideLayout7.xml"/><Relationship Id="rId6" Type="http://schemas.openxmlformats.org/officeDocument/2006/relationships/oleObject" Target="../embeddings/oleObject220.bin"/><Relationship Id="rId5" Type="http://schemas.openxmlformats.org/officeDocument/2006/relationships/image" Target="../media/image143.emf"/><Relationship Id="rId4" Type="http://schemas.openxmlformats.org/officeDocument/2006/relationships/oleObject" Target="../embeddings/oleObject219.bin"/><Relationship Id="rId9" Type="http://schemas.openxmlformats.org/officeDocument/2006/relationships/image" Target="../media/image145.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9.xml.rels><?xml version="1.0" encoding="UTF-8" standalone="yes"?>
<Relationships xmlns="http://schemas.openxmlformats.org/package/2006/relationships"><Relationship Id="rId8" Type="http://schemas.openxmlformats.org/officeDocument/2006/relationships/image" Target="../media/image148.wmf"/><Relationship Id="rId3" Type="http://schemas.openxmlformats.org/officeDocument/2006/relationships/oleObject" Target="../embeddings/oleObject222.bin"/><Relationship Id="rId7" Type="http://schemas.openxmlformats.org/officeDocument/2006/relationships/oleObject" Target="../embeddings/oleObject224.bin"/><Relationship Id="rId2" Type="http://schemas.openxmlformats.org/officeDocument/2006/relationships/image" Target="../media/image13.jpeg"/><Relationship Id="rId1" Type="http://schemas.openxmlformats.org/officeDocument/2006/relationships/slideLayout" Target="../slideLayouts/slideLayout7.xml"/><Relationship Id="rId6" Type="http://schemas.openxmlformats.org/officeDocument/2006/relationships/image" Target="../media/image147.wmf"/><Relationship Id="rId5" Type="http://schemas.openxmlformats.org/officeDocument/2006/relationships/oleObject" Target="../embeddings/oleObject223.bin"/><Relationship Id="rId4" Type="http://schemas.openxmlformats.org/officeDocument/2006/relationships/image" Target="../media/image146.wmf"/></Relationships>
</file>

<file path=ppt/slides/_rels/slide30.xml.rels><?xml version="1.0" encoding="UTF-8" standalone="yes"?>
<Relationships xmlns="http://schemas.openxmlformats.org/package/2006/relationships"><Relationship Id="rId3" Type="http://schemas.openxmlformats.org/officeDocument/2006/relationships/tags" Target="../tags/tag55.xml"/><Relationship Id="rId7" Type="http://schemas.openxmlformats.org/officeDocument/2006/relationships/image" Target="../media/image150.jpe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49.jpeg"/><Relationship Id="rId5" Type="http://schemas.openxmlformats.org/officeDocument/2006/relationships/slideLayout" Target="../slideLayouts/slideLayout7.xml"/><Relationship Id="rId4" Type="http://schemas.openxmlformats.org/officeDocument/2006/relationships/tags" Target="../tags/tag56.xml"/></Relationships>
</file>

<file path=ppt/slides/_rels/slide31.xml.rels><?xml version="1.0" encoding="UTF-8" standalone="yes"?>
<Relationships xmlns="http://schemas.openxmlformats.org/package/2006/relationships"><Relationship Id="rId8" Type="http://schemas.openxmlformats.org/officeDocument/2006/relationships/image" Target="../media/image153.wmf"/><Relationship Id="rId13" Type="http://schemas.openxmlformats.org/officeDocument/2006/relationships/oleObject" Target="../embeddings/oleObject230.bin"/><Relationship Id="rId3" Type="http://schemas.openxmlformats.org/officeDocument/2006/relationships/oleObject" Target="../embeddings/oleObject225.bin"/><Relationship Id="rId7" Type="http://schemas.openxmlformats.org/officeDocument/2006/relationships/oleObject" Target="../embeddings/oleObject227.bin"/><Relationship Id="rId12" Type="http://schemas.openxmlformats.org/officeDocument/2006/relationships/image" Target="../media/image155.wmf"/><Relationship Id="rId2" Type="http://schemas.openxmlformats.org/officeDocument/2006/relationships/image" Target="../media/image13.jpeg"/><Relationship Id="rId16" Type="http://schemas.openxmlformats.org/officeDocument/2006/relationships/image" Target="../media/image157.wmf"/><Relationship Id="rId1" Type="http://schemas.openxmlformats.org/officeDocument/2006/relationships/slideLayout" Target="../slideLayouts/slideLayout7.xml"/><Relationship Id="rId6" Type="http://schemas.openxmlformats.org/officeDocument/2006/relationships/image" Target="../media/image152.wmf"/><Relationship Id="rId11" Type="http://schemas.openxmlformats.org/officeDocument/2006/relationships/oleObject" Target="../embeddings/oleObject229.bin"/><Relationship Id="rId5" Type="http://schemas.openxmlformats.org/officeDocument/2006/relationships/oleObject" Target="../embeddings/oleObject226.bin"/><Relationship Id="rId15" Type="http://schemas.openxmlformats.org/officeDocument/2006/relationships/oleObject" Target="../embeddings/oleObject231.bin"/><Relationship Id="rId10" Type="http://schemas.openxmlformats.org/officeDocument/2006/relationships/image" Target="../media/image154.wmf"/><Relationship Id="rId4" Type="http://schemas.openxmlformats.org/officeDocument/2006/relationships/image" Target="../media/image151.wmf"/><Relationship Id="rId9" Type="http://schemas.openxmlformats.org/officeDocument/2006/relationships/oleObject" Target="../embeddings/oleObject228.bin"/><Relationship Id="rId14" Type="http://schemas.openxmlformats.org/officeDocument/2006/relationships/image" Target="../media/image156.wmf"/></Relationships>
</file>

<file path=ppt/slides/_rels/slide32.xml.rels><?xml version="1.0" encoding="UTF-8" standalone="yes"?>
<Relationships xmlns="http://schemas.openxmlformats.org/package/2006/relationships"><Relationship Id="rId8" Type="http://schemas.openxmlformats.org/officeDocument/2006/relationships/image" Target="../media/image160.wmf"/><Relationship Id="rId13" Type="http://schemas.openxmlformats.org/officeDocument/2006/relationships/oleObject" Target="../embeddings/oleObject237.bin"/><Relationship Id="rId3" Type="http://schemas.openxmlformats.org/officeDocument/2006/relationships/oleObject" Target="../embeddings/oleObject232.bin"/><Relationship Id="rId7" Type="http://schemas.openxmlformats.org/officeDocument/2006/relationships/oleObject" Target="../embeddings/oleObject234.bin"/><Relationship Id="rId12" Type="http://schemas.openxmlformats.org/officeDocument/2006/relationships/image" Target="../media/image162.wmf"/><Relationship Id="rId2" Type="http://schemas.openxmlformats.org/officeDocument/2006/relationships/image" Target="../media/image13.jpeg"/><Relationship Id="rId16" Type="http://schemas.openxmlformats.org/officeDocument/2006/relationships/image" Target="../media/image164.wmf"/><Relationship Id="rId1" Type="http://schemas.openxmlformats.org/officeDocument/2006/relationships/slideLayout" Target="../slideLayouts/slideLayout7.xml"/><Relationship Id="rId6" Type="http://schemas.openxmlformats.org/officeDocument/2006/relationships/image" Target="../media/image159.wmf"/><Relationship Id="rId11" Type="http://schemas.openxmlformats.org/officeDocument/2006/relationships/oleObject" Target="../embeddings/oleObject236.bin"/><Relationship Id="rId5" Type="http://schemas.openxmlformats.org/officeDocument/2006/relationships/oleObject" Target="../embeddings/oleObject233.bin"/><Relationship Id="rId15" Type="http://schemas.openxmlformats.org/officeDocument/2006/relationships/oleObject" Target="../embeddings/oleObject238.bin"/><Relationship Id="rId10" Type="http://schemas.openxmlformats.org/officeDocument/2006/relationships/image" Target="../media/image161.wmf"/><Relationship Id="rId4" Type="http://schemas.openxmlformats.org/officeDocument/2006/relationships/image" Target="../media/image158.wmf"/><Relationship Id="rId9" Type="http://schemas.openxmlformats.org/officeDocument/2006/relationships/oleObject" Target="../embeddings/oleObject235.bin"/><Relationship Id="rId14" Type="http://schemas.openxmlformats.org/officeDocument/2006/relationships/image" Target="../media/image163.wmf"/></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8.xml"/><Relationship Id="rId1" Type="http://schemas.openxmlformats.org/officeDocument/2006/relationships/tags" Target="../tags/tag57.xml"/></Relationships>
</file>

<file path=ppt/slides/_rels/slide34.xml.rels><?xml version="1.0" encoding="UTF-8" standalone="yes"?>
<Relationships xmlns="http://schemas.openxmlformats.org/package/2006/relationships"><Relationship Id="rId3" Type="http://schemas.openxmlformats.org/officeDocument/2006/relationships/image" Target="../media/image165.wmf"/><Relationship Id="rId7" Type="http://schemas.openxmlformats.org/officeDocument/2006/relationships/image" Target="../media/image167.wmf"/><Relationship Id="rId2" Type="http://schemas.openxmlformats.org/officeDocument/2006/relationships/oleObject" Target="../embeddings/oleObject239.bin"/><Relationship Id="rId1" Type="http://schemas.openxmlformats.org/officeDocument/2006/relationships/slideLayout" Target="../slideLayouts/slideLayout7.xml"/><Relationship Id="rId6" Type="http://schemas.openxmlformats.org/officeDocument/2006/relationships/oleObject" Target="../embeddings/oleObject241.bin"/><Relationship Id="rId5" Type="http://schemas.openxmlformats.org/officeDocument/2006/relationships/image" Target="../media/image166.wmf"/><Relationship Id="rId4" Type="http://schemas.openxmlformats.org/officeDocument/2006/relationships/oleObject" Target="../embeddings/oleObject240.bin"/></Relationships>
</file>

<file path=ppt/slides/_rels/slide35.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tags" Target="../tags/tag61.xml"/><Relationship Id="rId7" Type="http://schemas.openxmlformats.org/officeDocument/2006/relationships/slideLayout" Target="../slideLayouts/slideLayout55.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s>
</file>

<file path=ppt/slides/_rels/slide36.xml.rels><?xml version="1.0" encoding="UTF-8" standalone="yes"?>
<Relationships xmlns="http://schemas.openxmlformats.org/package/2006/relationships"><Relationship Id="rId8" Type="http://schemas.openxmlformats.org/officeDocument/2006/relationships/image" Target="../media/image172.wmf"/><Relationship Id="rId13" Type="http://schemas.openxmlformats.org/officeDocument/2006/relationships/oleObject" Target="../embeddings/oleObject247.bin"/><Relationship Id="rId18" Type="http://schemas.openxmlformats.org/officeDocument/2006/relationships/image" Target="../media/image177.wmf"/><Relationship Id="rId26" Type="http://schemas.openxmlformats.org/officeDocument/2006/relationships/image" Target="../media/image181.wmf"/><Relationship Id="rId39" Type="http://schemas.openxmlformats.org/officeDocument/2006/relationships/image" Target="../media/image187.wmf"/><Relationship Id="rId3" Type="http://schemas.openxmlformats.org/officeDocument/2006/relationships/oleObject" Target="../embeddings/oleObject242.bin"/><Relationship Id="rId21" Type="http://schemas.openxmlformats.org/officeDocument/2006/relationships/oleObject" Target="../embeddings/oleObject251.bin"/><Relationship Id="rId34" Type="http://schemas.openxmlformats.org/officeDocument/2006/relationships/oleObject" Target="../embeddings/oleObject258.bin"/><Relationship Id="rId42" Type="http://schemas.openxmlformats.org/officeDocument/2006/relationships/oleObject" Target="../embeddings/oleObject262.bin"/><Relationship Id="rId7" Type="http://schemas.openxmlformats.org/officeDocument/2006/relationships/oleObject" Target="../embeddings/oleObject244.bin"/><Relationship Id="rId12" Type="http://schemas.openxmlformats.org/officeDocument/2006/relationships/image" Target="../media/image174.wmf"/><Relationship Id="rId17" Type="http://schemas.openxmlformats.org/officeDocument/2006/relationships/oleObject" Target="../embeddings/oleObject249.bin"/><Relationship Id="rId25" Type="http://schemas.openxmlformats.org/officeDocument/2006/relationships/oleObject" Target="../embeddings/oleObject253.bin"/><Relationship Id="rId33" Type="http://schemas.openxmlformats.org/officeDocument/2006/relationships/image" Target="../media/image184.wmf"/><Relationship Id="rId38" Type="http://schemas.openxmlformats.org/officeDocument/2006/relationships/oleObject" Target="../embeddings/oleObject260.bin"/><Relationship Id="rId2" Type="http://schemas.openxmlformats.org/officeDocument/2006/relationships/image" Target="../media/image169.png"/><Relationship Id="rId16" Type="http://schemas.openxmlformats.org/officeDocument/2006/relationships/image" Target="../media/image176.wmf"/><Relationship Id="rId20" Type="http://schemas.openxmlformats.org/officeDocument/2006/relationships/image" Target="../media/image178.wmf"/><Relationship Id="rId29" Type="http://schemas.openxmlformats.org/officeDocument/2006/relationships/image" Target="../media/image182.wmf"/><Relationship Id="rId41" Type="http://schemas.openxmlformats.org/officeDocument/2006/relationships/image" Target="../media/image188.wmf"/><Relationship Id="rId1" Type="http://schemas.openxmlformats.org/officeDocument/2006/relationships/slideLayout" Target="../slideLayouts/slideLayout7.xml"/><Relationship Id="rId6" Type="http://schemas.openxmlformats.org/officeDocument/2006/relationships/image" Target="../media/image171.wmf"/><Relationship Id="rId11" Type="http://schemas.openxmlformats.org/officeDocument/2006/relationships/oleObject" Target="../embeddings/oleObject246.bin"/><Relationship Id="rId24" Type="http://schemas.openxmlformats.org/officeDocument/2006/relationships/image" Target="../media/image180.wmf"/><Relationship Id="rId32" Type="http://schemas.openxmlformats.org/officeDocument/2006/relationships/oleObject" Target="../embeddings/oleObject257.bin"/><Relationship Id="rId37" Type="http://schemas.openxmlformats.org/officeDocument/2006/relationships/image" Target="../media/image186.wmf"/><Relationship Id="rId40" Type="http://schemas.openxmlformats.org/officeDocument/2006/relationships/oleObject" Target="../embeddings/oleObject261.bin"/><Relationship Id="rId5" Type="http://schemas.openxmlformats.org/officeDocument/2006/relationships/oleObject" Target="../embeddings/oleObject243.bin"/><Relationship Id="rId15" Type="http://schemas.openxmlformats.org/officeDocument/2006/relationships/oleObject" Target="../embeddings/oleObject248.bin"/><Relationship Id="rId23" Type="http://schemas.openxmlformats.org/officeDocument/2006/relationships/oleObject" Target="../embeddings/oleObject252.bin"/><Relationship Id="rId28" Type="http://schemas.openxmlformats.org/officeDocument/2006/relationships/oleObject" Target="../embeddings/oleObject255.bin"/><Relationship Id="rId36" Type="http://schemas.openxmlformats.org/officeDocument/2006/relationships/oleObject" Target="../embeddings/oleObject259.bin"/><Relationship Id="rId10" Type="http://schemas.openxmlformats.org/officeDocument/2006/relationships/image" Target="../media/image173.wmf"/><Relationship Id="rId19" Type="http://schemas.openxmlformats.org/officeDocument/2006/relationships/oleObject" Target="../embeddings/oleObject250.bin"/><Relationship Id="rId31" Type="http://schemas.openxmlformats.org/officeDocument/2006/relationships/image" Target="../media/image183.wmf"/><Relationship Id="rId4" Type="http://schemas.openxmlformats.org/officeDocument/2006/relationships/image" Target="../media/image170.wmf"/><Relationship Id="rId9" Type="http://schemas.openxmlformats.org/officeDocument/2006/relationships/oleObject" Target="../embeddings/oleObject245.bin"/><Relationship Id="rId14" Type="http://schemas.openxmlformats.org/officeDocument/2006/relationships/image" Target="../media/image175.wmf"/><Relationship Id="rId22" Type="http://schemas.openxmlformats.org/officeDocument/2006/relationships/image" Target="../media/image179.wmf"/><Relationship Id="rId27" Type="http://schemas.openxmlformats.org/officeDocument/2006/relationships/oleObject" Target="../embeddings/oleObject254.bin"/><Relationship Id="rId30" Type="http://schemas.openxmlformats.org/officeDocument/2006/relationships/oleObject" Target="../embeddings/oleObject256.bin"/><Relationship Id="rId35" Type="http://schemas.openxmlformats.org/officeDocument/2006/relationships/image" Target="../media/image185.wmf"/><Relationship Id="rId43" Type="http://schemas.openxmlformats.org/officeDocument/2006/relationships/image" Target="../media/image189.wmf"/></Relationships>
</file>

<file path=ppt/slides/_rels/slide37.xml.rels><?xml version="1.0" encoding="UTF-8" standalone="yes"?>
<Relationships xmlns="http://schemas.openxmlformats.org/package/2006/relationships"><Relationship Id="rId8" Type="http://schemas.openxmlformats.org/officeDocument/2006/relationships/image" Target="../media/image167.wmf"/><Relationship Id="rId13" Type="http://schemas.openxmlformats.org/officeDocument/2006/relationships/oleObject" Target="../embeddings/oleObject268.bin"/><Relationship Id="rId3" Type="http://schemas.openxmlformats.org/officeDocument/2006/relationships/oleObject" Target="../embeddings/oleObject263.bin"/><Relationship Id="rId7" Type="http://schemas.openxmlformats.org/officeDocument/2006/relationships/oleObject" Target="../embeddings/oleObject265.bin"/><Relationship Id="rId12" Type="http://schemas.openxmlformats.org/officeDocument/2006/relationships/image" Target="../media/image191.wmf"/><Relationship Id="rId2" Type="http://schemas.openxmlformats.org/officeDocument/2006/relationships/notesSlide" Target="../notesSlides/notesSlide2.xml"/><Relationship Id="rId16" Type="http://schemas.openxmlformats.org/officeDocument/2006/relationships/image" Target="../media/image193.wmf"/><Relationship Id="rId1" Type="http://schemas.openxmlformats.org/officeDocument/2006/relationships/slideLayout" Target="../slideLayouts/slideLayout7.xml"/><Relationship Id="rId6" Type="http://schemas.openxmlformats.org/officeDocument/2006/relationships/image" Target="../media/image166.wmf"/><Relationship Id="rId11" Type="http://schemas.openxmlformats.org/officeDocument/2006/relationships/oleObject" Target="../embeddings/oleObject267.bin"/><Relationship Id="rId5" Type="http://schemas.openxmlformats.org/officeDocument/2006/relationships/oleObject" Target="../embeddings/oleObject264.bin"/><Relationship Id="rId15" Type="http://schemas.openxmlformats.org/officeDocument/2006/relationships/oleObject" Target="../embeddings/oleObject269.bin"/><Relationship Id="rId10" Type="http://schemas.openxmlformats.org/officeDocument/2006/relationships/image" Target="../media/image190.wmf"/><Relationship Id="rId4" Type="http://schemas.openxmlformats.org/officeDocument/2006/relationships/image" Target="../media/image165.wmf"/><Relationship Id="rId9" Type="http://schemas.openxmlformats.org/officeDocument/2006/relationships/oleObject" Target="../embeddings/oleObject266.bin"/><Relationship Id="rId14" Type="http://schemas.openxmlformats.org/officeDocument/2006/relationships/image" Target="../media/image192.wmf"/></Relationships>
</file>

<file path=ppt/slides/_rels/slide38.xml.rels><?xml version="1.0" encoding="UTF-8" standalone="yes"?>
<Relationships xmlns="http://schemas.openxmlformats.org/package/2006/relationships"><Relationship Id="rId8" Type="http://schemas.openxmlformats.org/officeDocument/2006/relationships/image" Target="../media/image196.wmf"/><Relationship Id="rId13" Type="http://schemas.openxmlformats.org/officeDocument/2006/relationships/oleObject" Target="../embeddings/oleObject275.bin"/><Relationship Id="rId18" Type="http://schemas.openxmlformats.org/officeDocument/2006/relationships/image" Target="../media/image201.wmf"/><Relationship Id="rId3" Type="http://schemas.openxmlformats.org/officeDocument/2006/relationships/oleObject" Target="../embeddings/oleObject270.bin"/><Relationship Id="rId7" Type="http://schemas.openxmlformats.org/officeDocument/2006/relationships/oleObject" Target="../embeddings/oleObject272.bin"/><Relationship Id="rId12" Type="http://schemas.openxmlformats.org/officeDocument/2006/relationships/image" Target="../media/image198.wmf"/><Relationship Id="rId17" Type="http://schemas.openxmlformats.org/officeDocument/2006/relationships/oleObject" Target="../embeddings/oleObject277.bin"/><Relationship Id="rId2" Type="http://schemas.openxmlformats.org/officeDocument/2006/relationships/notesSlide" Target="../notesSlides/notesSlide3.xml"/><Relationship Id="rId16" Type="http://schemas.openxmlformats.org/officeDocument/2006/relationships/image" Target="../media/image200.wmf"/><Relationship Id="rId20" Type="http://schemas.openxmlformats.org/officeDocument/2006/relationships/image" Target="../media/image202.wmf"/><Relationship Id="rId1" Type="http://schemas.openxmlformats.org/officeDocument/2006/relationships/slideLayout" Target="../slideLayouts/slideLayout7.xml"/><Relationship Id="rId6" Type="http://schemas.openxmlformats.org/officeDocument/2006/relationships/image" Target="../media/image195.wmf"/><Relationship Id="rId11" Type="http://schemas.openxmlformats.org/officeDocument/2006/relationships/oleObject" Target="../embeddings/oleObject274.bin"/><Relationship Id="rId5" Type="http://schemas.openxmlformats.org/officeDocument/2006/relationships/oleObject" Target="../embeddings/oleObject271.bin"/><Relationship Id="rId15" Type="http://schemas.openxmlformats.org/officeDocument/2006/relationships/oleObject" Target="../embeddings/oleObject276.bin"/><Relationship Id="rId10" Type="http://schemas.openxmlformats.org/officeDocument/2006/relationships/image" Target="../media/image197.wmf"/><Relationship Id="rId19" Type="http://schemas.openxmlformats.org/officeDocument/2006/relationships/oleObject" Target="../embeddings/oleObject278.bin"/><Relationship Id="rId4" Type="http://schemas.openxmlformats.org/officeDocument/2006/relationships/image" Target="../media/image194.wmf"/><Relationship Id="rId9" Type="http://schemas.openxmlformats.org/officeDocument/2006/relationships/oleObject" Target="../embeddings/oleObject273.bin"/><Relationship Id="rId14" Type="http://schemas.openxmlformats.org/officeDocument/2006/relationships/image" Target="../media/image199.wmf"/></Relationships>
</file>

<file path=ppt/slides/_rels/slide39.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203.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80.bin"/><Relationship Id="rId3" Type="http://schemas.openxmlformats.org/officeDocument/2006/relationships/image" Target="../media/image204.png"/><Relationship Id="rId7" Type="http://schemas.openxmlformats.org/officeDocument/2006/relationships/image" Target="../media/image207.wmf"/><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oleObject" Target="../embeddings/oleObject279.bin"/><Relationship Id="rId5" Type="http://schemas.openxmlformats.org/officeDocument/2006/relationships/image" Target="../media/image206.png"/><Relationship Id="rId10" Type="http://schemas.openxmlformats.org/officeDocument/2006/relationships/image" Target="../media/image209.wmf"/><Relationship Id="rId4" Type="http://schemas.openxmlformats.org/officeDocument/2006/relationships/image" Target="../media/image205.png"/><Relationship Id="rId9" Type="http://schemas.openxmlformats.org/officeDocument/2006/relationships/image" Target="../media/image208.wmf"/></Relationships>
</file>

<file path=ppt/slides/_rels/slide42.xml.rels><?xml version="1.0" encoding="UTF-8" standalone="yes"?>
<Relationships xmlns="http://schemas.openxmlformats.org/package/2006/relationships"><Relationship Id="rId3" Type="http://schemas.openxmlformats.org/officeDocument/2006/relationships/image" Target="../media/image211.jpeg"/><Relationship Id="rId2" Type="http://schemas.openxmlformats.org/officeDocument/2006/relationships/image" Target="../media/image210.jpeg"/><Relationship Id="rId1" Type="http://schemas.openxmlformats.org/officeDocument/2006/relationships/slideLayout" Target="../slideLayouts/slideLayout2.xml"/><Relationship Id="rId4" Type="http://schemas.openxmlformats.org/officeDocument/2006/relationships/image" Target="../media/image212.jpeg"/></Relationships>
</file>

<file path=ppt/slides/_rels/slide43.xml.rels><?xml version="1.0" encoding="UTF-8" standalone="yes"?>
<Relationships xmlns="http://schemas.openxmlformats.org/package/2006/relationships"><Relationship Id="rId3" Type="http://schemas.openxmlformats.org/officeDocument/2006/relationships/image" Target="../media/image214.jpeg"/><Relationship Id="rId2" Type="http://schemas.openxmlformats.org/officeDocument/2006/relationships/image" Target="../media/image21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6.jpeg"/><Relationship Id="rId2" Type="http://schemas.openxmlformats.org/officeDocument/2006/relationships/image" Target="../media/image215.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8.jpeg"/><Relationship Id="rId2" Type="http://schemas.openxmlformats.org/officeDocument/2006/relationships/image" Target="../media/image21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0.jpeg"/><Relationship Id="rId2" Type="http://schemas.openxmlformats.org/officeDocument/2006/relationships/image" Target="../media/image21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2.jpeg"/><Relationship Id="rId2" Type="http://schemas.openxmlformats.org/officeDocument/2006/relationships/image" Target="../media/image22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4.jpeg"/><Relationship Id="rId2" Type="http://schemas.openxmlformats.org/officeDocument/2006/relationships/image" Target="../media/image22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6.jpeg"/><Relationship Id="rId2" Type="http://schemas.openxmlformats.org/officeDocument/2006/relationships/image" Target="../media/image225.jpeg"/><Relationship Id="rId1" Type="http://schemas.openxmlformats.org/officeDocument/2006/relationships/slideLayout" Target="../slideLayouts/slideLayout2.xml"/><Relationship Id="rId4" Type="http://schemas.openxmlformats.org/officeDocument/2006/relationships/image" Target="../media/image227.jpeg"/></Relationships>
</file>

<file path=ppt/slides/_rels/slide50.xml.rels><?xml version="1.0" encoding="UTF-8" standalone="yes"?>
<Relationships xmlns="http://schemas.openxmlformats.org/package/2006/relationships"><Relationship Id="rId3" Type="http://schemas.openxmlformats.org/officeDocument/2006/relationships/image" Target="../media/image229.jpeg"/><Relationship Id="rId2" Type="http://schemas.openxmlformats.org/officeDocument/2006/relationships/image" Target="../media/image228.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6.xml"/><Relationship Id="rId1" Type="http://schemas.openxmlformats.org/officeDocument/2006/relationships/tags" Target="../tags/tag65.xml"/></Relationships>
</file>

<file path=ppt/slides/_rels/slide5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284.bin"/><Relationship Id="rId13" Type="http://schemas.openxmlformats.org/officeDocument/2006/relationships/image" Target="../media/image235.wmf"/><Relationship Id="rId3" Type="http://schemas.openxmlformats.org/officeDocument/2006/relationships/image" Target="../media/image230.wmf"/><Relationship Id="rId7" Type="http://schemas.openxmlformats.org/officeDocument/2006/relationships/image" Target="../media/image232.wmf"/><Relationship Id="rId12" Type="http://schemas.openxmlformats.org/officeDocument/2006/relationships/oleObject" Target="../embeddings/oleObject286.bin"/><Relationship Id="rId2" Type="http://schemas.openxmlformats.org/officeDocument/2006/relationships/oleObject" Target="../embeddings/oleObject281.bin"/><Relationship Id="rId1" Type="http://schemas.openxmlformats.org/officeDocument/2006/relationships/slideLayout" Target="../slideLayouts/slideLayout7.xml"/><Relationship Id="rId6" Type="http://schemas.openxmlformats.org/officeDocument/2006/relationships/oleObject" Target="../embeddings/oleObject283.bin"/><Relationship Id="rId11" Type="http://schemas.openxmlformats.org/officeDocument/2006/relationships/image" Target="../media/image234.wmf"/><Relationship Id="rId5" Type="http://schemas.openxmlformats.org/officeDocument/2006/relationships/image" Target="../media/image231.wmf"/><Relationship Id="rId10" Type="http://schemas.openxmlformats.org/officeDocument/2006/relationships/oleObject" Target="../embeddings/oleObject285.bin"/><Relationship Id="rId4" Type="http://schemas.openxmlformats.org/officeDocument/2006/relationships/oleObject" Target="../embeddings/oleObject282.bin"/><Relationship Id="rId9" Type="http://schemas.openxmlformats.org/officeDocument/2006/relationships/image" Target="../media/image233.wmf"/></Relationships>
</file>

<file path=ppt/slides/_rels/slide54.xml.rels><?xml version="1.0" encoding="UTF-8" standalone="yes"?>
<Relationships xmlns="http://schemas.openxmlformats.org/package/2006/relationships"><Relationship Id="rId8" Type="http://schemas.openxmlformats.org/officeDocument/2006/relationships/image" Target="../media/image238.wmf"/><Relationship Id="rId13" Type="http://schemas.openxmlformats.org/officeDocument/2006/relationships/oleObject" Target="../embeddings/oleObject292.bin"/><Relationship Id="rId18" Type="http://schemas.openxmlformats.org/officeDocument/2006/relationships/image" Target="../media/image243.wmf"/><Relationship Id="rId26" Type="http://schemas.openxmlformats.org/officeDocument/2006/relationships/image" Target="../media/image247.wmf"/><Relationship Id="rId3" Type="http://schemas.openxmlformats.org/officeDocument/2006/relationships/oleObject" Target="../embeddings/oleObject287.bin"/><Relationship Id="rId21" Type="http://schemas.openxmlformats.org/officeDocument/2006/relationships/oleObject" Target="../embeddings/oleObject296.bin"/><Relationship Id="rId7" Type="http://schemas.openxmlformats.org/officeDocument/2006/relationships/oleObject" Target="../embeddings/oleObject289.bin"/><Relationship Id="rId12" Type="http://schemas.openxmlformats.org/officeDocument/2006/relationships/image" Target="../media/image240.wmf"/><Relationship Id="rId17" Type="http://schemas.openxmlformats.org/officeDocument/2006/relationships/oleObject" Target="../embeddings/oleObject294.bin"/><Relationship Id="rId25" Type="http://schemas.openxmlformats.org/officeDocument/2006/relationships/oleObject" Target="../embeddings/oleObject298.bin"/><Relationship Id="rId2" Type="http://schemas.openxmlformats.org/officeDocument/2006/relationships/image" Target="../media/image13.jpeg"/><Relationship Id="rId16" Type="http://schemas.openxmlformats.org/officeDocument/2006/relationships/image" Target="../media/image242.wmf"/><Relationship Id="rId20" Type="http://schemas.openxmlformats.org/officeDocument/2006/relationships/image" Target="../media/image244.wmf"/><Relationship Id="rId29" Type="http://schemas.openxmlformats.org/officeDocument/2006/relationships/oleObject" Target="../embeddings/oleObject300.bin"/><Relationship Id="rId1" Type="http://schemas.openxmlformats.org/officeDocument/2006/relationships/slideLayout" Target="../slideLayouts/slideLayout7.xml"/><Relationship Id="rId6" Type="http://schemas.openxmlformats.org/officeDocument/2006/relationships/image" Target="../media/image237.wmf"/><Relationship Id="rId11" Type="http://schemas.openxmlformats.org/officeDocument/2006/relationships/oleObject" Target="../embeddings/oleObject291.bin"/><Relationship Id="rId24" Type="http://schemas.openxmlformats.org/officeDocument/2006/relationships/image" Target="../media/image246.wmf"/><Relationship Id="rId32" Type="http://schemas.openxmlformats.org/officeDocument/2006/relationships/image" Target="../media/image233.wmf"/><Relationship Id="rId5" Type="http://schemas.openxmlformats.org/officeDocument/2006/relationships/oleObject" Target="../embeddings/oleObject288.bin"/><Relationship Id="rId15" Type="http://schemas.openxmlformats.org/officeDocument/2006/relationships/oleObject" Target="../embeddings/oleObject293.bin"/><Relationship Id="rId23" Type="http://schemas.openxmlformats.org/officeDocument/2006/relationships/oleObject" Target="../embeddings/oleObject297.bin"/><Relationship Id="rId28" Type="http://schemas.openxmlformats.org/officeDocument/2006/relationships/image" Target="../media/image248.wmf"/><Relationship Id="rId10" Type="http://schemas.openxmlformats.org/officeDocument/2006/relationships/image" Target="../media/image239.wmf"/><Relationship Id="rId19" Type="http://schemas.openxmlformats.org/officeDocument/2006/relationships/oleObject" Target="../embeddings/oleObject295.bin"/><Relationship Id="rId31" Type="http://schemas.openxmlformats.org/officeDocument/2006/relationships/oleObject" Target="../embeddings/oleObject301.bin"/><Relationship Id="rId4" Type="http://schemas.openxmlformats.org/officeDocument/2006/relationships/image" Target="../media/image236.wmf"/><Relationship Id="rId9" Type="http://schemas.openxmlformats.org/officeDocument/2006/relationships/oleObject" Target="../embeddings/oleObject290.bin"/><Relationship Id="rId14" Type="http://schemas.openxmlformats.org/officeDocument/2006/relationships/image" Target="../media/image241.wmf"/><Relationship Id="rId22" Type="http://schemas.openxmlformats.org/officeDocument/2006/relationships/image" Target="../media/image245.wmf"/><Relationship Id="rId27" Type="http://schemas.openxmlformats.org/officeDocument/2006/relationships/oleObject" Target="../embeddings/oleObject299.bin"/><Relationship Id="rId30" Type="http://schemas.openxmlformats.org/officeDocument/2006/relationships/image" Target="../media/image232.wmf"/></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305.bin"/><Relationship Id="rId13" Type="http://schemas.openxmlformats.org/officeDocument/2006/relationships/image" Target="../media/image254.wmf"/><Relationship Id="rId3" Type="http://schemas.openxmlformats.org/officeDocument/2006/relationships/image" Target="../media/image249.wmf"/><Relationship Id="rId7" Type="http://schemas.openxmlformats.org/officeDocument/2006/relationships/image" Target="../media/image251.wmf"/><Relationship Id="rId12" Type="http://schemas.openxmlformats.org/officeDocument/2006/relationships/oleObject" Target="../embeddings/oleObject307.bin"/><Relationship Id="rId2" Type="http://schemas.openxmlformats.org/officeDocument/2006/relationships/oleObject" Target="../embeddings/oleObject302.bin"/><Relationship Id="rId1" Type="http://schemas.openxmlformats.org/officeDocument/2006/relationships/slideLayout" Target="../slideLayouts/slideLayout7.xml"/><Relationship Id="rId6" Type="http://schemas.openxmlformats.org/officeDocument/2006/relationships/oleObject" Target="../embeddings/oleObject304.bin"/><Relationship Id="rId11" Type="http://schemas.openxmlformats.org/officeDocument/2006/relationships/image" Target="../media/image253.wmf"/><Relationship Id="rId5" Type="http://schemas.openxmlformats.org/officeDocument/2006/relationships/image" Target="../media/image250.wmf"/><Relationship Id="rId10" Type="http://schemas.openxmlformats.org/officeDocument/2006/relationships/oleObject" Target="../embeddings/oleObject306.bin"/><Relationship Id="rId4" Type="http://schemas.openxmlformats.org/officeDocument/2006/relationships/oleObject" Target="../embeddings/oleObject303.bin"/><Relationship Id="rId9" Type="http://schemas.openxmlformats.org/officeDocument/2006/relationships/image" Target="../media/image252.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slideLayout" Target="../slideLayouts/slideLayout7.xml"/><Relationship Id="rId4" Type="http://schemas.openxmlformats.org/officeDocument/2006/relationships/tags" Target="../tags/tag70.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2.xml"/><Relationship Id="rId1" Type="http://schemas.openxmlformats.org/officeDocument/2006/relationships/tags" Target="../tags/tag71.xml"/><Relationship Id="rId4" Type="http://schemas.openxmlformats.org/officeDocument/2006/relationships/image" Target="../media/image255.jpeg"/></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308.bin"/><Relationship Id="rId2" Type="http://schemas.openxmlformats.org/officeDocument/2006/relationships/image" Target="../media/image102.jpeg"/><Relationship Id="rId1" Type="http://schemas.openxmlformats.org/officeDocument/2006/relationships/slideLayout" Target="../slideLayouts/slideLayout7.xml"/><Relationship Id="rId6" Type="http://schemas.openxmlformats.org/officeDocument/2006/relationships/image" Target="../media/image233.wmf"/><Relationship Id="rId5" Type="http://schemas.openxmlformats.org/officeDocument/2006/relationships/oleObject" Target="../embeddings/oleObject309.bin"/><Relationship Id="rId4" Type="http://schemas.openxmlformats.org/officeDocument/2006/relationships/image" Target="../media/image232.w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310.bin"/><Relationship Id="rId2" Type="http://schemas.openxmlformats.org/officeDocument/2006/relationships/image" Target="../media/image102.jpeg"/><Relationship Id="rId1" Type="http://schemas.openxmlformats.org/officeDocument/2006/relationships/slideLayout" Target="../slideLayouts/slideLayout7.xml"/><Relationship Id="rId4" Type="http://schemas.openxmlformats.org/officeDocument/2006/relationships/image" Target="../media/image232.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311.bin"/><Relationship Id="rId2" Type="http://schemas.openxmlformats.org/officeDocument/2006/relationships/image" Target="../media/image102.jpeg"/><Relationship Id="rId1" Type="http://schemas.openxmlformats.org/officeDocument/2006/relationships/slideLayout" Target="../slideLayouts/slideLayout7.xml"/><Relationship Id="rId6" Type="http://schemas.openxmlformats.org/officeDocument/2006/relationships/image" Target="../media/image233.wmf"/><Relationship Id="rId5" Type="http://schemas.openxmlformats.org/officeDocument/2006/relationships/oleObject" Target="../embeddings/oleObject312.bin"/><Relationship Id="rId4" Type="http://schemas.openxmlformats.org/officeDocument/2006/relationships/image" Target="../media/image232.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13.bin"/><Relationship Id="rId2" Type="http://schemas.openxmlformats.org/officeDocument/2006/relationships/image" Target="../media/image102.jpeg"/><Relationship Id="rId1" Type="http://schemas.openxmlformats.org/officeDocument/2006/relationships/slideLayout" Target="../slideLayouts/slideLayout7.xml"/><Relationship Id="rId4" Type="http://schemas.openxmlformats.org/officeDocument/2006/relationships/image" Target="../media/image232.wmf"/></Relationships>
</file>

<file path=ppt/slides/_rels/slide63.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314.bin"/><Relationship Id="rId2" Type="http://schemas.openxmlformats.org/officeDocument/2006/relationships/image" Target="../media/image102.jpeg"/><Relationship Id="rId1" Type="http://schemas.openxmlformats.org/officeDocument/2006/relationships/slideLayout" Target="../slideLayouts/slideLayout7.xml"/><Relationship Id="rId4" Type="http://schemas.openxmlformats.org/officeDocument/2006/relationships/image" Target="../media/image232.wmf"/></Relationships>
</file>

<file path=ppt/slides/_rels/slide65.xml.rels><?xml version="1.0" encoding="UTF-8" standalone="yes"?>
<Relationships xmlns="http://schemas.openxmlformats.org/package/2006/relationships"><Relationship Id="rId2" Type="http://schemas.openxmlformats.org/officeDocument/2006/relationships/image" Target="../media/image256.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57.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58.jpeg"/><Relationship Id="rId2" Type="http://schemas.openxmlformats.org/officeDocument/2006/relationships/slideLayout" Target="../slideLayouts/slideLayout2.xml"/><Relationship Id="rId1" Type="http://schemas.openxmlformats.org/officeDocument/2006/relationships/tags" Target="../tags/tag73.xml"/><Relationship Id="rId4" Type="http://schemas.openxmlformats.org/officeDocument/2006/relationships/image" Target="../media/image259.jpeg"/></Relationships>
</file>

<file path=ppt/slides/_rels/slide68.xml.rels><?xml version="1.0" encoding="UTF-8" standalone="yes"?>
<Relationships xmlns="http://schemas.openxmlformats.org/package/2006/relationships"><Relationship Id="rId3" Type="http://schemas.openxmlformats.org/officeDocument/2006/relationships/image" Target="../media/image261.jpeg"/><Relationship Id="rId2" Type="http://schemas.openxmlformats.org/officeDocument/2006/relationships/image" Target="../media/image260.jpeg"/><Relationship Id="rId1" Type="http://schemas.openxmlformats.org/officeDocument/2006/relationships/slideLayout" Target="../slideLayouts/slideLayout2.xml"/><Relationship Id="rId4" Type="http://schemas.openxmlformats.org/officeDocument/2006/relationships/image" Target="../media/image262.jpeg"/></Relationships>
</file>

<file path=ppt/slides/_rels/slide69.xml.rels><?xml version="1.0" encoding="UTF-8" standalone="yes"?>
<Relationships xmlns="http://schemas.openxmlformats.org/package/2006/relationships"><Relationship Id="rId3" Type="http://schemas.openxmlformats.org/officeDocument/2006/relationships/image" Target="../media/image264.jpeg"/><Relationship Id="rId2" Type="http://schemas.openxmlformats.org/officeDocument/2006/relationships/image" Target="../media/image263.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66.jpeg"/><Relationship Id="rId2" Type="http://schemas.openxmlformats.org/officeDocument/2006/relationships/image" Target="../media/image265.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75.xml"/><Relationship Id="rId1" Type="http://schemas.openxmlformats.org/officeDocument/2006/relationships/tags" Target="../tags/tag74.xml"/></Relationships>
</file>

<file path=ppt/slides/_rels/slide7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0.xml"/><Relationship Id="rId1" Type="http://schemas.openxmlformats.org/officeDocument/2006/relationships/tags" Target="../tags/tag76.xml"/></Relationships>
</file>

<file path=ppt/slides/_rels/slide73.xml.rels><?xml version="1.0" encoding="UTF-8" standalone="yes"?>
<Relationships xmlns="http://schemas.openxmlformats.org/package/2006/relationships"><Relationship Id="rId8" Type="http://schemas.openxmlformats.org/officeDocument/2006/relationships/tags" Target="../tags/tag84.xml"/><Relationship Id="rId13" Type="http://schemas.openxmlformats.org/officeDocument/2006/relationships/tags" Target="../tags/tag89.xml"/><Relationship Id="rId18" Type="http://schemas.openxmlformats.org/officeDocument/2006/relationships/tags" Target="../tags/tag94.xml"/><Relationship Id="rId26" Type="http://schemas.openxmlformats.org/officeDocument/2006/relationships/tags" Target="../tags/tag102.xml"/><Relationship Id="rId39" Type="http://schemas.openxmlformats.org/officeDocument/2006/relationships/tags" Target="../tags/tag115.xml"/><Relationship Id="rId3" Type="http://schemas.openxmlformats.org/officeDocument/2006/relationships/tags" Target="../tags/tag79.xml"/><Relationship Id="rId21" Type="http://schemas.openxmlformats.org/officeDocument/2006/relationships/tags" Target="../tags/tag97.xml"/><Relationship Id="rId34" Type="http://schemas.openxmlformats.org/officeDocument/2006/relationships/tags" Target="../tags/tag110.xml"/><Relationship Id="rId42" Type="http://schemas.openxmlformats.org/officeDocument/2006/relationships/image" Target="../media/image13.jpeg"/><Relationship Id="rId7" Type="http://schemas.openxmlformats.org/officeDocument/2006/relationships/tags" Target="../tags/tag83.xml"/><Relationship Id="rId12" Type="http://schemas.openxmlformats.org/officeDocument/2006/relationships/tags" Target="../tags/tag88.xml"/><Relationship Id="rId17" Type="http://schemas.openxmlformats.org/officeDocument/2006/relationships/tags" Target="../tags/tag93.xml"/><Relationship Id="rId25" Type="http://schemas.openxmlformats.org/officeDocument/2006/relationships/tags" Target="../tags/tag101.xml"/><Relationship Id="rId33" Type="http://schemas.openxmlformats.org/officeDocument/2006/relationships/tags" Target="../tags/tag109.xml"/><Relationship Id="rId38" Type="http://schemas.openxmlformats.org/officeDocument/2006/relationships/tags" Target="../tags/tag114.xml"/><Relationship Id="rId2" Type="http://schemas.openxmlformats.org/officeDocument/2006/relationships/tags" Target="../tags/tag78.xml"/><Relationship Id="rId16" Type="http://schemas.openxmlformats.org/officeDocument/2006/relationships/tags" Target="../tags/tag92.xml"/><Relationship Id="rId20" Type="http://schemas.openxmlformats.org/officeDocument/2006/relationships/tags" Target="../tags/tag96.xml"/><Relationship Id="rId29" Type="http://schemas.openxmlformats.org/officeDocument/2006/relationships/tags" Target="../tags/tag105.xml"/><Relationship Id="rId41" Type="http://schemas.openxmlformats.org/officeDocument/2006/relationships/slideLayout" Target="../slideLayouts/slideLayout20.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tags" Target="../tags/tag87.xml"/><Relationship Id="rId24" Type="http://schemas.openxmlformats.org/officeDocument/2006/relationships/tags" Target="../tags/tag100.xml"/><Relationship Id="rId32" Type="http://schemas.openxmlformats.org/officeDocument/2006/relationships/tags" Target="../tags/tag108.xml"/><Relationship Id="rId37" Type="http://schemas.openxmlformats.org/officeDocument/2006/relationships/tags" Target="../tags/tag113.xml"/><Relationship Id="rId40" Type="http://schemas.openxmlformats.org/officeDocument/2006/relationships/tags" Target="../tags/tag116.xml"/><Relationship Id="rId5" Type="http://schemas.openxmlformats.org/officeDocument/2006/relationships/tags" Target="../tags/tag81.xml"/><Relationship Id="rId15" Type="http://schemas.openxmlformats.org/officeDocument/2006/relationships/tags" Target="../tags/tag91.xml"/><Relationship Id="rId23" Type="http://schemas.openxmlformats.org/officeDocument/2006/relationships/tags" Target="../tags/tag99.xml"/><Relationship Id="rId28" Type="http://schemas.openxmlformats.org/officeDocument/2006/relationships/tags" Target="../tags/tag104.xml"/><Relationship Id="rId36" Type="http://schemas.openxmlformats.org/officeDocument/2006/relationships/tags" Target="../tags/tag112.xml"/><Relationship Id="rId10" Type="http://schemas.openxmlformats.org/officeDocument/2006/relationships/tags" Target="../tags/tag86.xml"/><Relationship Id="rId19" Type="http://schemas.openxmlformats.org/officeDocument/2006/relationships/tags" Target="../tags/tag95.xml"/><Relationship Id="rId31" Type="http://schemas.openxmlformats.org/officeDocument/2006/relationships/tags" Target="../tags/tag107.xml"/><Relationship Id="rId4" Type="http://schemas.openxmlformats.org/officeDocument/2006/relationships/tags" Target="../tags/tag80.xml"/><Relationship Id="rId9" Type="http://schemas.openxmlformats.org/officeDocument/2006/relationships/tags" Target="../tags/tag85.xml"/><Relationship Id="rId14" Type="http://schemas.openxmlformats.org/officeDocument/2006/relationships/tags" Target="../tags/tag90.xml"/><Relationship Id="rId22" Type="http://schemas.openxmlformats.org/officeDocument/2006/relationships/tags" Target="../tags/tag98.xml"/><Relationship Id="rId27" Type="http://schemas.openxmlformats.org/officeDocument/2006/relationships/tags" Target="../tags/tag103.xml"/><Relationship Id="rId30" Type="http://schemas.openxmlformats.org/officeDocument/2006/relationships/tags" Target="../tags/tag106.xml"/><Relationship Id="rId35" Type="http://schemas.openxmlformats.org/officeDocument/2006/relationships/tags" Target="../tags/tag111.xml"/></Relationships>
</file>

<file path=ppt/slides/_rels/slide74.xml.rels><?xml version="1.0" encoding="UTF-8" standalone="yes"?>
<Relationships xmlns="http://schemas.openxmlformats.org/package/2006/relationships"><Relationship Id="rId8" Type="http://schemas.openxmlformats.org/officeDocument/2006/relationships/image" Target="../media/image268.png"/><Relationship Id="rId3" Type="http://schemas.openxmlformats.org/officeDocument/2006/relationships/tags" Target="../tags/tag119.xml"/><Relationship Id="rId7" Type="http://schemas.openxmlformats.org/officeDocument/2006/relationships/image" Target="../media/image267.png"/><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slideLayout" Target="../slideLayouts/slideLayout20.xml"/><Relationship Id="rId5" Type="http://schemas.openxmlformats.org/officeDocument/2006/relationships/tags" Target="../tags/tag121.xml"/><Relationship Id="rId4" Type="http://schemas.openxmlformats.org/officeDocument/2006/relationships/tags" Target="../tags/tag120.xml"/></Relationships>
</file>

<file path=ppt/slides/_rels/slide75.xml.rels><?xml version="1.0" encoding="UTF-8" standalone="yes"?>
<Relationships xmlns="http://schemas.openxmlformats.org/package/2006/relationships"><Relationship Id="rId3" Type="http://schemas.openxmlformats.org/officeDocument/2006/relationships/tags" Target="../tags/tag124.xml"/><Relationship Id="rId7" Type="http://schemas.openxmlformats.org/officeDocument/2006/relationships/slideLayout" Target="../slideLayouts/slideLayout20.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55.xml"/><Relationship Id="rId2" Type="http://schemas.openxmlformats.org/officeDocument/2006/relationships/tags" Target="../tags/tag129.xml"/><Relationship Id="rId1" Type="http://schemas.openxmlformats.org/officeDocument/2006/relationships/tags" Target="../tags/tag128.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31.xml"/><Relationship Id="rId1" Type="http://schemas.openxmlformats.org/officeDocument/2006/relationships/tags" Target="../tags/tag130.xml"/><Relationship Id="rId5" Type="http://schemas.openxmlformats.org/officeDocument/2006/relationships/image" Target="../media/image269.wmf"/><Relationship Id="rId4" Type="http://schemas.openxmlformats.org/officeDocument/2006/relationships/oleObject" Target="../embeddings/oleObject315.bin"/></Relationships>
</file>

<file path=ppt/slides/_rels/slide79.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20.xml"/></Relationships>
</file>

<file path=ppt/slides/_rels/slide80.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71.wmf"/><Relationship Id="rId3" Type="http://schemas.openxmlformats.org/officeDocument/2006/relationships/tags" Target="../tags/tag134.xml"/><Relationship Id="rId7" Type="http://schemas.openxmlformats.org/officeDocument/2006/relationships/tags" Target="../tags/tag138.xml"/><Relationship Id="rId12" Type="http://schemas.openxmlformats.org/officeDocument/2006/relationships/oleObject" Target="../embeddings/oleObject317.bin"/><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tags" Target="../tags/tag137.xml"/><Relationship Id="rId11" Type="http://schemas.openxmlformats.org/officeDocument/2006/relationships/image" Target="../media/image270.wmf"/><Relationship Id="rId5" Type="http://schemas.openxmlformats.org/officeDocument/2006/relationships/tags" Target="../tags/tag136.xml"/><Relationship Id="rId10" Type="http://schemas.openxmlformats.org/officeDocument/2006/relationships/oleObject" Target="../embeddings/oleObject316.bin"/><Relationship Id="rId4" Type="http://schemas.openxmlformats.org/officeDocument/2006/relationships/tags" Target="../tags/tag135.xml"/><Relationship Id="rId9" Type="http://schemas.openxmlformats.org/officeDocument/2006/relationships/image" Target="../media/image102.jpe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40.xml"/><Relationship Id="rId1" Type="http://schemas.openxmlformats.org/officeDocument/2006/relationships/tags" Target="../tags/tag139.xml"/></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319.bin"/><Relationship Id="rId3" Type="http://schemas.openxmlformats.org/officeDocument/2006/relationships/oleObject" Target="../embeddings/oleObject318.bin"/><Relationship Id="rId7" Type="http://schemas.openxmlformats.org/officeDocument/2006/relationships/image" Target="../media/image275.wmf"/><Relationship Id="rId2" Type="http://schemas.openxmlformats.org/officeDocument/2006/relationships/image" Target="../media/image13.jpeg"/><Relationship Id="rId1" Type="http://schemas.openxmlformats.org/officeDocument/2006/relationships/slideLayout" Target="../slideLayouts/slideLayout7.xml"/><Relationship Id="rId6" Type="http://schemas.openxmlformats.org/officeDocument/2006/relationships/image" Target="../media/image274.wmf"/><Relationship Id="rId5" Type="http://schemas.openxmlformats.org/officeDocument/2006/relationships/image" Target="../media/image273.wmf"/><Relationship Id="rId10" Type="http://schemas.openxmlformats.org/officeDocument/2006/relationships/image" Target="../media/image277.wmf"/><Relationship Id="rId4" Type="http://schemas.openxmlformats.org/officeDocument/2006/relationships/image" Target="../media/image272.wmf"/><Relationship Id="rId9" Type="http://schemas.openxmlformats.org/officeDocument/2006/relationships/image" Target="../media/image276.wmf"/></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1.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3.xml"/><Relationship Id="rId1" Type="http://schemas.openxmlformats.org/officeDocument/2006/relationships/tags" Target="../tags/tag142.xml"/></Relationships>
</file>

<file path=ppt/slides/_rels/slide85.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278.jpeg"/><Relationship Id="rId1" Type="http://schemas.openxmlformats.org/officeDocument/2006/relationships/slideLayout" Target="../slideLayouts/slideLayout2.xml"/><Relationship Id="rId5" Type="http://schemas.openxmlformats.org/officeDocument/2006/relationships/image" Target="../media/image280.jpeg"/><Relationship Id="rId4" Type="http://schemas.openxmlformats.org/officeDocument/2006/relationships/image" Target="../media/image279.jpeg"/></Relationships>
</file>

<file path=ppt/slides/_rels/slide90.xml.rels><?xml version="1.0" encoding="UTF-8" standalone="yes"?>
<Relationships xmlns="http://schemas.openxmlformats.org/package/2006/relationships"><Relationship Id="rId3" Type="http://schemas.openxmlformats.org/officeDocument/2006/relationships/image" Target="../media/image282.jpeg"/><Relationship Id="rId2" Type="http://schemas.openxmlformats.org/officeDocument/2006/relationships/image" Target="../media/image281.jpeg"/><Relationship Id="rId1" Type="http://schemas.openxmlformats.org/officeDocument/2006/relationships/slideLayout" Target="../slideLayouts/slideLayout2.xml"/><Relationship Id="rId4" Type="http://schemas.openxmlformats.org/officeDocument/2006/relationships/image" Target="../media/image102.jpeg"/></Relationships>
</file>

<file path=ppt/slides/_rels/slide91.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283.jpeg"/><Relationship Id="rId1" Type="http://schemas.openxmlformats.org/officeDocument/2006/relationships/slideLayout" Target="../slideLayouts/slideLayout2.xml"/><Relationship Id="rId4" Type="http://schemas.openxmlformats.org/officeDocument/2006/relationships/image" Target="../media/image284.jpeg"/></Relationships>
</file>

<file path=ppt/slides/_rels/slide92.xml.rels><?xml version="1.0" encoding="UTF-8" standalone="yes"?>
<Relationships xmlns="http://schemas.openxmlformats.org/package/2006/relationships"><Relationship Id="rId3" Type="http://schemas.openxmlformats.org/officeDocument/2006/relationships/image" Target="../media/image286.jpeg"/><Relationship Id="rId2" Type="http://schemas.openxmlformats.org/officeDocument/2006/relationships/image" Target="../media/image285.jpeg"/><Relationship Id="rId1" Type="http://schemas.openxmlformats.org/officeDocument/2006/relationships/slideLayout" Target="../slideLayouts/slideLayout2.xml"/><Relationship Id="rId4" Type="http://schemas.openxmlformats.org/officeDocument/2006/relationships/image" Target="../media/image102.jpeg"/></Relationships>
</file>

<file path=ppt/slides/_rels/slide93.xml.rels><?xml version="1.0" encoding="UTF-8" standalone="yes"?>
<Relationships xmlns="http://schemas.openxmlformats.org/package/2006/relationships"><Relationship Id="rId8" Type="http://schemas.openxmlformats.org/officeDocument/2006/relationships/image" Target="../media/image290.wmf"/><Relationship Id="rId13" Type="http://schemas.openxmlformats.org/officeDocument/2006/relationships/oleObject" Target="../embeddings/oleObject325.bin"/><Relationship Id="rId18" Type="http://schemas.openxmlformats.org/officeDocument/2006/relationships/image" Target="../media/image295.wmf"/><Relationship Id="rId3" Type="http://schemas.openxmlformats.org/officeDocument/2006/relationships/image" Target="../media/image287.wmf"/><Relationship Id="rId7" Type="http://schemas.openxmlformats.org/officeDocument/2006/relationships/oleObject" Target="../embeddings/oleObject322.bin"/><Relationship Id="rId12" Type="http://schemas.openxmlformats.org/officeDocument/2006/relationships/image" Target="../media/image292.wmf"/><Relationship Id="rId17" Type="http://schemas.openxmlformats.org/officeDocument/2006/relationships/oleObject" Target="../embeddings/oleObject327.bin"/><Relationship Id="rId2" Type="http://schemas.openxmlformats.org/officeDocument/2006/relationships/oleObject" Target="../embeddings/oleObject320.bin"/><Relationship Id="rId16" Type="http://schemas.openxmlformats.org/officeDocument/2006/relationships/image" Target="../media/image294.wmf"/><Relationship Id="rId1" Type="http://schemas.openxmlformats.org/officeDocument/2006/relationships/slideLayout" Target="../slideLayouts/slideLayout12.xml"/><Relationship Id="rId6" Type="http://schemas.openxmlformats.org/officeDocument/2006/relationships/image" Target="../media/image289.wmf"/><Relationship Id="rId11" Type="http://schemas.openxmlformats.org/officeDocument/2006/relationships/oleObject" Target="../embeddings/oleObject324.bin"/><Relationship Id="rId5" Type="http://schemas.openxmlformats.org/officeDocument/2006/relationships/oleObject" Target="../embeddings/oleObject321.bin"/><Relationship Id="rId15" Type="http://schemas.openxmlformats.org/officeDocument/2006/relationships/oleObject" Target="../embeddings/oleObject326.bin"/><Relationship Id="rId10" Type="http://schemas.openxmlformats.org/officeDocument/2006/relationships/image" Target="../media/image291.wmf"/><Relationship Id="rId4" Type="http://schemas.openxmlformats.org/officeDocument/2006/relationships/image" Target="../media/image288.jpeg"/><Relationship Id="rId9" Type="http://schemas.openxmlformats.org/officeDocument/2006/relationships/oleObject" Target="../embeddings/oleObject323.bin"/><Relationship Id="rId14" Type="http://schemas.openxmlformats.org/officeDocument/2006/relationships/image" Target="../media/image293.wmf"/></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331.bin"/><Relationship Id="rId13" Type="http://schemas.openxmlformats.org/officeDocument/2006/relationships/image" Target="../media/image301.wmf"/><Relationship Id="rId3" Type="http://schemas.openxmlformats.org/officeDocument/2006/relationships/image" Target="../media/image296.wmf"/><Relationship Id="rId7" Type="http://schemas.openxmlformats.org/officeDocument/2006/relationships/image" Target="../media/image298.wmf"/><Relationship Id="rId12" Type="http://schemas.openxmlformats.org/officeDocument/2006/relationships/oleObject" Target="../embeddings/oleObject333.bin"/><Relationship Id="rId2" Type="http://schemas.openxmlformats.org/officeDocument/2006/relationships/oleObject" Target="../embeddings/oleObject328.bin"/><Relationship Id="rId1" Type="http://schemas.openxmlformats.org/officeDocument/2006/relationships/slideLayout" Target="../slideLayouts/slideLayout7.xml"/><Relationship Id="rId6" Type="http://schemas.openxmlformats.org/officeDocument/2006/relationships/oleObject" Target="../embeddings/oleObject330.bin"/><Relationship Id="rId11" Type="http://schemas.openxmlformats.org/officeDocument/2006/relationships/image" Target="../media/image300.wmf"/><Relationship Id="rId5" Type="http://schemas.openxmlformats.org/officeDocument/2006/relationships/image" Target="../media/image297.wmf"/><Relationship Id="rId10" Type="http://schemas.openxmlformats.org/officeDocument/2006/relationships/oleObject" Target="../embeddings/oleObject332.bin"/><Relationship Id="rId4" Type="http://schemas.openxmlformats.org/officeDocument/2006/relationships/oleObject" Target="../embeddings/oleObject329.bin"/><Relationship Id="rId9" Type="http://schemas.openxmlformats.org/officeDocument/2006/relationships/image" Target="../media/image299.wmf"/></Relationships>
</file>

<file path=ppt/slides/_rels/slide95.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302.jpeg"/><Relationship Id="rId1" Type="http://schemas.openxmlformats.org/officeDocument/2006/relationships/slideLayout" Target="../slideLayouts/slideLayout2.xml"/><Relationship Id="rId5" Type="http://schemas.openxmlformats.org/officeDocument/2006/relationships/image" Target="../media/image304.jpeg"/><Relationship Id="rId4" Type="http://schemas.openxmlformats.org/officeDocument/2006/relationships/image" Target="../media/image303.jpeg"/></Relationships>
</file>

<file path=ppt/slides/_rels/slide96.xml.rels><?xml version="1.0" encoding="UTF-8" standalone="yes"?>
<Relationships xmlns="http://schemas.openxmlformats.org/package/2006/relationships"><Relationship Id="rId3" Type="http://schemas.openxmlformats.org/officeDocument/2006/relationships/image" Target="../media/image306.jpeg"/><Relationship Id="rId2" Type="http://schemas.openxmlformats.org/officeDocument/2006/relationships/image" Target="../media/image305.jpeg"/><Relationship Id="rId1" Type="http://schemas.openxmlformats.org/officeDocument/2006/relationships/slideLayout" Target="../slideLayouts/slideLayout2.xml"/><Relationship Id="rId4" Type="http://schemas.openxmlformats.org/officeDocument/2006/relationships/image" Target="../media/image307.jpeg"/></Relationships>
</file>

<file path=ppt/slides/_rels/slide97.xml.rels><?xml version="1.0" encoding="UTF-8" standalone="yes"?>
<Relationships xmlns="http://schemas.openxmlformats.org/package/2006/relationships"><Relationship Id="rId3" Type="http://schemas.openxmlformats.org/officeDocument/2006/relationships/image" Target="../media/image309.jpeg"/><Relationship Id="rId2" Type="http://schemas.openxmlformats.org/officeDocument/2006/relationships/image" Target="../media/image308.jpeg"/><Relationship Id="rId1" Type="http://schemas.openxmlformats.org/officeDocument/2006/relationships/slideLayout" Target="../slideLayouts/slideLayout2.xml"/><Relationship Id="rId4" Type="http://schemas.openxmlformats.org/officeDocument/2006/relationships/image" Target="../media/image310.jpeg"/></Relationships>
</file>

<file path=ppt/slides/_rels/slide98.xml.rels><?xml version="1.0" encoding="UTF-8" standalone="yes"?>
<Relationships xmlns="http://schemas.openxmlformats.org/package/2006/relationships"><Relationship Id="rId3" Type="http://schemas.openxmlformats.org/officeDocument/2006/relationships/image" Target="../media/image312.jpeg"/><Relationship Id="rId2" Type="http://schemas.openxmlformats.org/officeDocument/2006/relationships/image" Target="../media/image311.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14.jpeg"/><Relationship Id="rId2" Type="http://schemas.openxmlformats.org/officeDocument/2006/relationships/image" Target="../media/image313.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45.xml"/><Relationship Id="rId1" Type="http://schemas.openxmlformats.org/officeDocument/2006/relationships/tags" Target="../tags/tag144.xml"/></Relationships>
</file>

<file path=ppt/slides/_rels/slide10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 Id="rId4" Type="http://schemas.openxmlformats.org/officeDocument/2006/relationships/slideLayout" Target="../slideLayouts/slideLayout55.xml"/></Relationships>
</file>

<file path=ppt/slides/_rels/slide103.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13.jpeg"/><Relationship Id="rId1" Type="http://schemas.openxmlformats.org/officeDocument/2006/relationships/slideLayout" Target="../slideLayouts/slideLayout55.xml"/><Relationship Id="rId4" Type="http://schemas.openxmlformats.org/officeDocument/2006/relationships/image" Target="../media/image315.jpeg"/></Relationships>
</file>

<file path=ppt/slides/_rels/slide104.xml.rels><?xml version="1.0" encoding="UTF-8" standalone="yes"?>
<Relationships xmlns="http://schemas.openxmlformats.org/package/2006/relationships"><Relationship Id="rId8" Type="http://schemas.openxmlformats.org/officeDocument/2006/relationships/image" Target="../media/image317.wmf"/><Relationship Id="rId3" Type="http://schemas.openxmlformats.org/officeDocument/2006/relationships/image" Target="../media/image102.jpeg"/><Relationship Id="rId7" Type="http://schemas.openxmlformats.org/officeDocument/2006/relationships/oleObject" Target="../embeddings/oleObject335.bin"/><Relationship Id="rId12" Type="http://schemas.openxmlformats.org/officeDocument/2006/relationships/image" Target="../media/image319.wmf"/><Relationship Id="rId2" Type="http://schemas.openxmlformats.org/officeDocument/2006/relationships/image" Target="../media/image13.jpeg"/><Relationship Id="rId1" Type="http://schemas.openxmlformats.org/officeDocument/2006/relationships/slideLayout" Target="../slideLayouts/slideLayout55.xml"/><Relationship Id="rId6" Type="http://schemas.openxmlformats.org/officeDocument/2006/relationships/image" Target="../media/image316.wmf"/><Relationship Id="rId11" Type="http://schemas.openxmlformats.org/officeDocument/2006/relationships/oleObject" Target="../embeddings/oleObject337.bin"/><Relationship Id="rId5" Type="http://schemas.openxmlformats.org/officeDocument/2006/relationships/oleObject" Target="../embeddings/oleObject334.bin"/><Relationship Id="rId10" Type="http://schemas.openxmlformats.org/officeDocument/2006/relationships/image" Target="../media/image318.wmf"/><Relationship Id="rId4" Type="http://schemas.openxmlformats.org/officeDocument/2006/relationships/image" Target="../media/image315.jpeg"/><Relationship Id="rId9" Type="http://schemas.openxmlformats.org/officeDocument/2006/relationships/oleObject" Target="../embeddings/oleObject336.bin"/></Relationships>
</file>

<file path=ppt/slides/_rels/slide105.xml.rels><?xml version="1.0" encoding="UTF-8" standalone="yes"?>
<Relationships xmlns="http://schemas.openxmlformats.org/package/2006/relationships"><Relationship Id="rId3" Type="http://schemas.openxmlformats.org/officeDocument/2006/relationships/image" Target="../media/image315.jpeg"/><Relationship Id="rId2" Type="http://schemas.openxmlformats.org/officeDocument/2006/relationships/image" Target="../media/image13.jpeg"/><Relationship Id="rId1" Type="http://schemas.openxmlformats.org/officeDocument/2006/relationships/slideLayout" Target="../slideLayouts/slideLayout55.xml"/></Relationships>
</file>

<file path=ppt/slides/_rels/slide106.xml.rels><?xml version="1.0" encoding="UTF-8" standalone="yes"?>
<Relationships xmlns="http://schemas.openxmlformats.org/package/2006/relationships"><Relationship Id="rId8" Type="http://schemas.openxmlformats.org/officeDocument/2006/relationships/image" Target="../media/image322.wmf"/><Relationship Id="rId13" Type="http://schemas.openxmlformats.org/officeDocument/2006/relationships/oleObject" Target="../embeddings/oleObject343.bin"/><Relationship Id="rId18" Type="http://schemas.openxmlformats.org/officeDocument/2006/relationships/image" Target="../media/image327.wmf"/><Relationship Id="rId26" Type="http://schemas.openxmlformats.org/officeDocument/2006/relationships/image" Target="../media/image331.wmf"/><Relationship Id="rId3" Type="http://schemas.openxmlformats.org/officeDocument/2006/relationships/oleObject" Target="../embeddings/oleObject338.bin"/><Relationship Id="rId21" Type="http://schemas.openxmlformats.org/officeDocument/2006/relationships/oleObject" Target="../embeddings/oleObject347.bin"/><Relationship Id="rId7" Type="http://schemas.openxmlformats.org/officeDocument/2006/relationships/oleObject" Target="../embeddings/oleObject340.bin"/><Relationship Id="rId12" Type="http://schemas.openxmlformats.org/officeDocument/2006/relationships/image" Target="../media/image324.wmf"/><Relationship Id="rId17" Type="http://schemas.openxmlformats.org/officeDocument/2006/relationships/oleObject" Target="../embeddings/oleObject345.bin"/><Relationship Id="rId25" Type="http://schemas.openxmlformats.org/officeDocument/2006/relationships/oleObject" Target="../embeddings/oleObject349.bin"/><Relationship Id="rId2" Type="http://schemas.openxmlformats.org/officeDocument/2006/relationships/image" Target="../media/image13.jpeg"/><Relationship Id="rId16" Type="http://schemas.openxmlformats.org/officeDocument/2006/relationships/image" Target="../media/image326.wmf"/><Relationship Id="rId20" Type="http://schemas.openxmlformats.org/officeDocument/2006/relationships/image" Target="../media/image328.wmf"/><Relationship Id="rId1" Type="http://schemas.openxmlformats.org/officeDocument/2006/relationships/slideLayout" Target="../slideLayouts/slideLayout55.xml"/><Relationship Id="rId6" Type="http://schemas.openxmlformats.org/officeDocument/2006/relationships/image" Target="../media/image321.wmf"/><Relationship Id="rId11" Type="http://schemas.openxmlformats.org/officeDocument/2006/relationships/oleObject" Target="../embeddings/oleObject342.bin"/><Relationship Id="rId24" Type="http://schemas.openxmlformats.org/officeDocument/2006/relationships/image" Target="../media/image330.wmf"/><Relationship Id="rId5" Type="http://schemas.openxmlformats.org/officeDocument/2006/relationships/oleObject" Target="../embeddings/oleObject339.bin"/><Relationship Id="rId15" Type="http://schemas.openxmlformats.org/officeDocument/2006/relationships/oleObject" Target="../embeddings/oleObject344.bin"/><Relationship Id="rId23" Type="http://schemas.openxmlformats.org/officeDocument/2006/relationships/oleObject" Target="../embeddings/oleObject348.bin"/><Relationship Id="rId10" Type="http://schemas.openxmlformats.org/officeDocument/2006/relationships/image" Target="../media/image323.wmf"/><Relationship Id="rId19" Type="http://schemas.openxmlformats.org/officeDocument/2006/relationships/oleObject" Target="../embeddings/oleObject346.bin"/><Relationship Id="rId4" Type="http://schemas.openxmlformats.org/officeDocument/2006/relationships/image" Target="../media/image320.wmf"/><Relationship Id="rId9" Type="http://schemas.openxmlformats.org/officeDocument/2006/relationships/oleObject" Target="../embeddings/oleObject341.bin"/><Relationship Id="rId14" Type="http://schemas.openxmlformats.org/officeDocument/2006/relationships/image" Target="../media/image325.wmf"/><Relationship Id="rId22" Type="http://schemas.openxmlformats.org/officeDocument/2006/relationships/image" Target="../media/image329.wmf"/><Relationship Id="rId27" Type="http://schemas.openxmlformats.org/officeDocument/2006/relationships/image" Target="../media/image315.jpe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image" Target="../media/image333.jpeg"/><Relationship Id="rId4" Type="http://schemas.openxmlformats.org/officeDocument/2006/relationships/image" Target="../media/image332.jpeg"/></Relationships>
</file>

<file path=ppt/slides/_rels/slide108.xml.rels><?xml version="1.0" encoding="UTF-8" standalone="yes"?>
<Relationships xmlns="http://schemas.openxmlformats.org/package/2006/relationships"><Relationship Id="rId8" Type="http://schemas.openxmlformats.org/officeDocument/2006/relationships/image" Target="../media/image334.jpeg"/><Relationship Id="rId3" Type="http://schemas.openxmlformats.org/officeDocument/2006/relationships/tags" Target="../tags/tag153.xml"/><Relationship Id="rId7" Type="http://schemas.openxmlformats.org/officeDocument/2006/relationships/slideLayout" Target="../slideLayouts/slideLayout50.xm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9" Type="http://schemas.openxmlformats.org/officeDocument/2006/relationships/image" Target="../media/image335.jpeg"/></Relationships>
</file>

<file path=ppt/slides/_rels/slide109.xml.rels><?xml version="1.0" encoding="UTF-8" standalone="yes"?>
<Relationships xmlns="http://schemas.openxmlformats.org/package/2006/relationships"><Relationship Id="rId8" Type="http://schemas.openxmlformats.org/officeDocument/2006/relationships/image" Target="../media/image336.jpeg"/><Relationship Id="rId3" Type="http://schemas.openxmlformats.org/officeDocument/2006/relationships/tags" Target="../tags/tag159.xml"/><Relationship Id="rId7" Type="http://schemas.openxmlformats.org/officeDocument/2006/relationships/slideLayout" Target="../slideLayouts/slideLayout50.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tags" Target="../tags/tag162.xml"/><Relationship Id="rId5" Type="http://schemas.openxmlformats.org/officeDocument/2006/relationships/tags" Target="../tags/tag161.xml"/><Relationship Id="rId10" Type="http://schemas.openxmlformats.org/officeDocument/2006/relationships/image" Target="../media/image338.jpeg"/><Relationship Id="rId4" Type="http://schemas.openxmlformats.org/officeDocument/2006/relationships/tags" Target="../tags/tag160.xml"/><Relationship Id="rId9" Type="http://schemas.openxmlformats.org/officeDocument/2006/relationships/image" Target="../media/image337.jpeg"/></Relationships>
</file>

<file path=ppt/slides/_rels/slide110.xml.rels><?xml version="1.0" encoding="UTF-8" standalone="yes"?>
<Relationships xmlns="http://schemas.openxmlformats.org/package/2006/relationships"><Relationship Id="rId8" Type="http://schemas.openxmlformats.org/officeDocument/2006/relationships/image" Target="../media/image342.wmf"/><Relationship Id="rId3" Type="http://schemas.openxmlformats.org/officeDocument/2006/relationships/image" Target="../media/image339.wmf"/><Relationship Id="rId7" Type="http://schemas.openxmlformats.org/officeDocument/2006/relationships/image" Target="../media/image341.wmf"/><Relationship Id="rId2" Type="http://schemas.openxmlformats.org/officeDocument/2006/relationships/oleObject" Target="../embeddings/oleObject350.bin"/><Relationship Id="rId1" Type="http://schemas.openxmlformats.org/officeDocument/2006/relationships/slideLayout" Target="../slideLayouts/slideLayout2.xml"/><Relationship Id="rId6" Type="http://schemas.openxmlformats.org/officeDocument/2006/relationships/oleObject" Target="../embeddings/oleObject352.bin"/><Relationship Id="rId5" Type="http://schemas.openxmlformats.org/officeDocument/2006/relationships/image" Target="../media/image340.wmf"/><Relationship Id="rId10" Type="http://schemas.openxmlformats.org/officeDocument/2006/relationships/image" Target="../media/image344.wmf"/><Relationship Id="rId4" Type="http://schemas.openxmlformats.org/officeDocument/2006/relationships/oleObject" Target="../embeddings/oleObject351.bin"/><Relationship Id="rId9" Type="http://schemas.openxmlformats.org/officeDocument/2006/relationships/image" Target="../media/image343.wmf"/></Relationships>
</file>

<file path=ppt/slides/_rels/slide111.xml.rels><?xml version="1.0" encoding="UTF-8" standalone="yes"?>
<Relationships xmlns="http://schemas.openxmlformats.org/package/2006/relationships"><Relationship Id="rId3" Type="http://schemas.openxmlformats.org/officeDocument/2006/relationships/image" Target="../media/image340.wmf"/><Relationship Id="rId2" Type="http://schemas.openxmlformats.org/officeDocument/2006/relationships/oleObject" Target="../embeddings/oleObject352.bin"/><Relationship Id="rId1" Type="http://schemas.openxmlformats.org/officeDocument/2006/relationships/slideLayout" Target="../slideLayouts/slideLayout2.xml"/><Relationship Id="rId6" Type="http://schemas.openxmlformats.org/officeDocument/2006/relationships/image" Target="../media/image343.wmf"/><Relationship Id="rId5" Type="http://schemas.openxmlformats.org/officeDocument/2006/relationships/image" Target="../media/image346.wmf"/><Relationship Id="rId4" Type="http://schemas.openxmlformats.org/officeDocument/2006/relationships/image" Target="../media/image345.wmf"/></Relationships>
</file>

<file path=ppt/slides/_rels/slide112.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tags" Target="../tags/tag175.xml"/><Relationship Id="rId3" Type="http://schemas.openxmlformats.org/officeDocument/2006/relationships/tags" Target="../tags/tag165.xml"/><Relationship Id="rId7" Type="http://schemas.openxmlformats.org/officeDocument/2006/relationships/tags" Target="../tags/tag169.xml"/><Relationship Id="rId12" Type="http://schemas.openxmlformats.org/officeDocument/2006/relationships/tags" Target="../tags/tag174.xml"/><Relationship Id="rId17" Type="http://schemas.openxmlformats.org/officeDocument/2006/relationships/image" Target="../media/image347.wmf"/><Relationship Id="rId2" Type="http://schemas.openxmlformats.org/officeDocument/2006/relationships/tags" Target="../tags/tag164.xml"/><Relationship Id="rId16" Type="http://schemas.openxmlformats.org/officeDocument/2006/relationships/oleObject" Target="../embeddings/oleObject353.bin"/><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tags" Target="../tags/tag173.xml"/><Relationship Id="rId5" Type="http://schemas.openxmlformats.org/officeDocument/2006/relationships/tags" Target="../tags/tag167.xml"/><Relationship Id="rId15" Type="http://schemas.openxmlformats.org/officeDocument/2006/relationships/slideLayout" Target="../slideLayouts/slideLayout7.xml"/><Relationship Id="rId10" Type="http://schemas.openxmlformats.org/officeDocument/2006/relationships/tags" Target="../tags/tag172.xml"/><Relationship Id="rId4" Type="http://schemas.openxmlformats.org/officeDocument/2006/relationships/tags" Target="../tags/tag166.xml"/><Relationship Id="rId9" Type="http://schemas.openxmlformats.org/officeDocument/2006/relationships/tags" Target="../tags/tag171.xml"/><Relationship Id="rId14" Type="http://schemas.openxmlformats.org/officeDocument/2006/relationships/tags" Target="../tags/tag176.xml"/></Relationships>
</file>

<file path=ppt/slides/_rels/slide113.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179.xml"/><Relationship Id="rId7" Type="http://schemas.openxmlformats.org/officeDocument/2006/relationships/tags" Target="../tags/tag183.xm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tags" Target="../tags/tag182.xml"/><Relationship Id="rId5" Type="http://schemas.openxmlformats.org/officeDocument/2006/relationships/tags" Target="../tags/tag181.xml"/><Relationship Id="rId10" Type="http://schemas.openxmlformats.org/officeDocument/2006/relationships/image" Target="../media/image348.emf"/><Relationship Id="rId4" Type="http://schemas.openxmlformats.org/officeDocument/2006/relationships/tags" Target="../tags/tag180.xml"/><Relationship Id="rId9" Type="http://schemas.openxmlformats.org/officeDocument/2006/relationships/oleObject" Target="../embeddings/oleObject354.bin"/></Relationships>
</file>

<file path=ppt/slides/_rels/slide114.xml.rels><?xml version="1.0" encoding="UTF-8" standalone="yes"?>
<Relationships xmlns="http://schemas.openxmlformats.org/package/2006/relationships"><Relationship Id="rId8" Type="http://schemas.openxmlformats.org/officeDocument/2006/relationships/oleObject" Target="../embeddings/oleObject358.bin"/><Relationship Id="rId3" Type="http://schemas.openxmlformats.org/officeDocument/2006/relationships/image" Target="../media/image349.wmf"/><Relationship Id="rId7" Type="http://schemas.openxmlformats.org/officeDocument/2006/relationships/image" Target="../media/image350.wmf"/><Relationship Id="rId12" Type="http://schemas.openxmlformats.org/officeDocument/2006/relationships/image" Target="../media/image315.jpeg"/><Relationship Id="rId2" Type="http://schemas.openxmlformats.org/officeDocument/2006/relationships/oleObject" Target="../embeddings/oleObject355.bin"/><Relationship Id="rId1" Type="http://schemas.openxmlformats.org/officeDocument/2006/relationships/slideLayout" Target="../slideLayouts/slideLayout7.xml"/><Relationship Id="rId6" Type="http://schemas.openxmlformats.org/officeDocument/2006/relationships/oleObject" Target="../embeddings/oleObject357.bin"/><Relationship Id="rId11" Type="http://schemas.openxmlformats.org/officeDocument/2006/relationships/oleObject" Target="../embeddings/oleObject360.bin"/><Relationship Id="rId5" Type="http://schemas.openxmlformats.org/officeDocument/2006/relationships/image" Target="../media/image347.wmf"/><Relationship Id="rId10" Type="http://schemas.openxmlformats.org/officeDocument/2006/relationships/oleObject" Target="../embeddings/oleObject359.bin"/><Relationship Id="rId4" Type="http://schemas.openxmlformats.org/officeDocument/2006/relationships/oleObject" Target="../embeddings/oleObject356.bin"/><Relationship Id="rId9" Type="http://schemas.openxmlformats.org/officeDocument/2006/relationships/image" Target="../media/image351.wmf"/></Relationships>
</file>

<file path=ppt/slides/_rels/slide115.xml.rels><?xml version="1.0" encoding="UTF-8" standalone="yes"?>
<Relationships xmlns="http://schemas.openxmlformats.org/package/2006/relationships"><Relationship Id="rId8" Type="http://schemas.openxmlformats.org/officeDocument/2006/relationships/image" Target="../media/image354.wmf"/><Relationship Id="rId13" Type="http://schemas.openxmlformats.org/officeDocument/2006/relationships/oleObject" Target="../embeddings/oleObject366.bin"/><Relationship Id="rId3" Type="http://schemas.openxmlformats.org/officeDocument/2006/relationships/image" Target="../media/image352.wmf"/><Relationship Id="rId7" Type="http://schemas.openxmlformats.org/officeDocument/2006/relationships/oleObject" Target="../embeddings/oleObject363.bin"/><Relationship Id="rId12" Type="http://schemas.openxmlformats.org/officeDocument/2006/relationships/image" Target="../media/image356.wmf"/><Relationship Id="rId2" Type="http://schemas.openxmlformats.org/officeDocument/2006/relationships/oleObject" Target="../embeddings/oleObject361.bin"/><Relationship Id="rId1" Type="http://schemas.openxmlformats.org/officeDocument/2006/relationships/slideLayout" Target="../slideLayouts/slideLayout7.xml"/><Relationship Id="rId6" Type="http://schemas.openxmlformats.org/officeDocument/2006/relationships/image" Target="../media/image353.wmf"/><Relationship Id="rId11" Type="http://schemas.openxmlformats.org/officeDocument/2006/relationships/oleObject" Target="../embeddings/oleObject365.bin"/><Relationship Id="rId5" Type="http://schemas.openxmlformats.org/officeDocument/2006/relationships/oleObject" Target="../embeddings/oleObject362.bin"/><Relationship Id="rId10" Type="http://schemas.openxmlformats.org/officeDocument/2006/relationships/image" Target="../media/image355.wmf"/><Relationship Id="rId4" Type="http://schemas.openxmlformats.org/officeDocument/2006/relationships/image" Target="../media/image315.jpeg"/><Relationship Id="rId9" Type="http://schemas.openxmlformats.org/officeDocument/2006/relationships/oleObject" Target="../embeddings/oleObject364.bin"/><Relationship Id="rId14" Type="http://schemas.openxmlformats.org/officeDocument/2006/relationships/image" Target="../media/image357.wmf"/></Relationships>
</file>

<file path=ppt/slides/_rels/slide116.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315.jpeg"/></Relationships>
</file>

<file path=ppt/slides/_rels/slide117.xml.rels><?xml version="1.0" encoding="UTF-8" standalone="yes"?>
<Relationships xmlns="http://schemas.openxmlformats.org/package/2006/relationships"><Relationship Id="rId8" Type="http://schemas.openxmlformats.org/officeDocument/2006/relationships/image" Target="../media/image361.jpeg"/><Relationship Id="rId13" Type="http://schemas.openxmlformats.org/officeDocument/2006/relationships/oleObject" Target="../embeddings/oleObject372.bin"/><Relationship Id="rId18" Type="http://schemas.openxmlformats.org/officeDocument/2006/relationships/image" Target="../media/image366.wmf"/><Relationship Id="rId3" Type="http://schemas.openxmlformats.org/officeDocument/2006/relationships/image" Target="../media/image358.wmf"/><Relationship Id="rId21" Type="http://schemas.openxmlformats.org/officeDocument/2006/relationships/oleObject" Target="../embeddings/oleObject376.bin"/><Relationship Id="rId7" Type="http://schemas.openxmlformats.org/officeDocument/2006/relationships/image" Target="../media/image360.wmf"/><Relationship Id="rId12" Type="http://schemas.openxmlformats.org/officeDocument/2006/relationships/image" Target="../media/image363.wmf"/><Relationship Id="rId17" Type="http://schemas.openxmlformats.org/officeDocument/2006/relationships/oleObject" Target="../embeddings/oleObject374.bin"/><Relationship Id="rId2" Type="http://schemas.openxmlformats.org/officeDocument/2006/relationships/oleObject" Target="../embeddings/oleObject367.bin"/><Relationship Id="rId16" Type="http://schemas.openxmlformats.org/officeDocument/2006/relationships/image" Target="../media/image365.wmf"/><Relationship Id="rId20" Type="http://schemas.openxmlformats.org/officeDocument/2006/relationships/image" Target="../media/image367.wmf"/><Relationship Id="rId1" Type="http://schemas.openxmlformats.org/officeDocument/2006/relationships/slideLayout" Target="../slideLayouts/slideLayout13.xml"/><Relationship Id="rId6" Type="http://schemas.openxmlformats.org/officeDocument/2006/relationships/oleObject" Target="../embeddings/oleObject369.bin"/><Relationship Id="rId11" Type="http://schemas.openxmlformats.org/officeDocument/2006/relationships/oleObject" Target="../embeddings/oleObject371.bin"/><Relationship Id="rId5" Type="http://schemas.openxmlformats.org/officeDocument/2006/relationships/image" Target="../media/image359.wmf"/><Relationship Id="rId15" Type="http://schemas.openxmlformats.org/officeDocument/2006/relationships/oleObject" Target="../embeddings/oleObject373.bin"/><Relationship Id="rId10" Type="http://schemas.openxmlformats.org/officeDocument/2006/relationships/image" Target="../media/image362.wmf"/><Relationship Id="rId19" Type="http://schemas.openxmlformats.org/officeDocument/2006/relationships/oleObject" Target="../embeddings/oleObject375.bin"/><Relationship Id="rId4" Type="http://schemas.openxmlformats.org/officeDocument/2006/relationships/oleObject" Target="../embeddings/oleObject368.bin"/><Relationship Id="rId9" Type="http://schemas.openxmlformats.org/officeDocument/2006/relationships/oleObject" Target="../embeddings/oleObject370.bin"/><Relationship Id="rId14" Type="http://schemas.openxmlformats.org/officeDocument/2006/relationships/image" Target="../media/image364.wmf"/><Relationship Id="rId22" Type="http://schemas.openxmlformats.org/officeDocument/2006/relationships/image" Target="../media/image368.wmf"/></Relationships>
</file>

<file path=ppt/slides/_rels/slide118.xml.rels><?xml version="1.0" encoding="UTF-8" standalone="yes"?>
<Relationships xmlns="http://schemas.openxmlformats.org/package/2006/relationships"><Relationship Id="rId8" Type="http://schemas.openxmlformats.org/officeDocument/2006/relationships/oleObject" Target="../embeddings/oleObject379.bin"/><Relationship Id="rId3" Type="http://schemas.openxmlformats.org/officeDocument/2006/relationships/image" Target="../media/image370.jpeg"/><Relationship Id="rId7" Type="http://schemas.openxmlformats.org/officeDocument/2006/relationships/image" Target="../media/image371.wmf"/><Relationship Id="rId2" Type="http://schemas.openxmlformats.org/officeDocument/2006/relationships/image" Target="../media/image369.jpeg"/><Relationship Id="rId1" Type="http://schemas.openxmlformats.org/officeDocument/2006/relationships/slideLayout" Target="../slideLayouts/slideLayout13.xml"/><Relationship Id="rId6" Type="http://schemas.openxmlformats.org/officeDocument/2006/relationships/oleObject" Target="../embeddings/oleObject378.bin"/><Relationship Id="rId11" Type="http://schemas.openxmlformats.org/officeDocument/2006/relationships/image" Target="../media/image373.wmf"/><Relationship Id="rId5" Type="http://schemas.openxmlformats.org/officeDocument/2006/relationships/image" Target="../media/image356.wmf"/><Relationship Id="rId10" Type="http://schemas.openxmlformats.org/officeDocument/2006/relationships/oleObject" Target="../embeddings/oleObject380.bin"/><Relationship Id="rId4" Type="http://schemas.openxmlformats.org/officeDocument/2006/relationships/oleObject" Target="../embeddings/oleObject377.bin"/><Relationship Id="rId9" Type="http://schemas.openxmlformats.org/officeDocument/2006/relationships/image" Target="../media/image372.wmf"/></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76.wmf"/><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oleObject" Target="../embeddings/oleObject381.bin"/><Relationship Id="rId5" Type="http://schemas.openxmlformats.org/officeDocument/2006/relationships/image" Target="../media/image375.jpeg"/><Relationship Id="rId4" Type="http://schemas.openxmlformats.org/officeDocument/2006/relationships/image" Target="../media/image374.jpeg"/></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87.xml"/><Relationship Id="rId1" Type="http://schemas.openxmlformats.org/officeDocument/2006/relationships/tags" Target="../tags/tag18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ext Box 7"/>
          <p:cNvSpPr txBox="1"/>
          <p:nvPr/>
        </p:nvSpPr>
        <p:spPr>
          <a:xfrm>
            <a:off x="611188" y="1412875"/>
            <a:ext cx="7723187" cy="4523105"/>
          </a:xfrm>
          <a:prstGeom prst="rect">
            <a:avLst/>
          </a:prstGeom>
          <a:noFill/>
          <a:ln w="9525">
            <a:noFill/>
          </a:ln>
        </p:spPr>
        <p:txBody>
          <a:bodyPr wrap="square" anchor="t" anchorCtr="0">
            <a:spAutoFit/>
          </a:bodyPr>
          <a:lstStyle/>
          <a:p>
            <a:pPr>
              <a:lnSpc>
                <a:spcPct val="150000"/>
              </a:lnSpc>
              <a:spcBef>
                <a:spcPct val="50000"/>
              </a:spcBef>
              <a:buClrTx/>
              <a:buFontTx/>
            </a:pP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、布置的作业（在每节课的课件中，包括布置的例题及教材作业题）</a:t>
            </a:r>
          </a:p>
          <a:p>
            <a:pPr>
              <a:lnSpc>
                <a:spcPct val="150000"/>
              </a:lnSpc>
              <a:spcBef>
                <a:spcPct val="50000"/>
              </a:spcBef>
              <a:buClrTx/>
              <a:buFontTx/>
            </a:pP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、课件中的例题、课前测、讨论题</a:t>
            </a:r>
          </a:p>
          <a:p>
            <a:pPr>
              <a:lnSpc>
                <a:spcPct val="150000"/>
              </a:lnSpc>
              <a:spcBef>
                <a:spcPct val="50000"/>
              </a:spcBef>
              <a:buClrTx/>
              <a:buFontTx/>
            </a:pP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QQ</a:t>
            </a:r>
            <a:r>
              <a:rPr lang="zh-CN" altLang="en-US" sz="2400" b="1" dirty="0">
                <a:latin typeface="Times New Roman" panose="02020603050405020304" pitchFamily="18" charset="0"/>
                <a:ea typeface="宋体" panose="02010600030101010101" pitchFamily="2" charset="-122"/>
              </a:rPr>
              <a:t>群中发布的补充作业（此补充作业在智慧树平台中也有）</a:t>
            </a:r>
          </a:p>
          <a:p>
            <a:pPr>
              <a:lnSpc>
                <a:spcPct val="150000"/>
              </a:lnSpc>
              <a:spcBef>
                <a:spcPct val="50000"/>
              </a:spcBef>
              <a:buClrTx/>
              <a:buFontTx/>
            </a:pP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、餐厅一层小店中的复习资料不需要购买，因为出题老师没此资料。</a:t>
            </a:r>
          </a:p>
        </p:txBody>
      </p:sp>
      <p:sp>
        <p:nvSpPr>
          <p:cNvPr id="138" name="TextBox 137"/>
          <p:cNvSpPr txBox="1"/>
          <p:nvPr>
            <p:custDataLst>
              <p:tags r:id="rId1"/>
            </p:custDataLst>
          </p:nvPr>
        </p:nvSpPr>
        <p:spPr>
          <a:xfrm>
            <a:off x="3538538" y="692150"/>
            <a:ext cx="2066925" cy="460375"/>
          </a:xfrm>
          <a:prstGeom prst="rect">
            <a:avLst/>
          </a:prstGeom>
          <a:noFill/>
          <a:ln w="9525">
            <a:noFill/>
          </a:ln>
        </p:spPr>
        <p:txBody>
          <a:bodyPr wrap="square" anchor="t" anchorCtr="0">
            <a:spAutoFit/>
          </a:bodyPr>
          <a:lstStyle/>
          <a:p>
            <a:r>
              <a:rPr lang="zh-CN" altLang="en-US" sz="2400" dirty="0">
                <a:solidFill>
                  <a:srgbClr val="FF0000"/>
                </a:solidFill>
                <a:latin typeface="华文楷体" panose="02010600040101010101" charset="-122"/>
                <a:ea typeface="华文楷体" panose="02010600040101010101" charset="-122"/>
              </a:rPr>
              <a:t>复习重点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blinds(horizontal)">
                                      <p:cBhvr>
                                        <p:cTn id="7" dur="500"/>
                                        <p:tgtEl>
                                          <p:spTgt spid="1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2"/>
          <p:cNvSpPr/>
          <p:nvPr/>
        </p:nvSpPr>
        <p:spPr>
          <a:xfrm>
            <a:off x="1187450" y="333375"/>
            <a:ext cx="6194425" cy="520700"/>
          </a:xfrm>
          <a:prstGeom prst="rect">
            <a:avLst/>
          </a:prstGeom>
          <a:noFill/>
          <a:ln w="9525">
            <a:noFill/>
          </a:ln>
        </p:spPr>
        <p:txBody>
          <a:bodyPr wrap="square" anchor="ctr" anchorCtr="0">
            <a:spAutoFit/>
          </a:bodyPr>
          <a:lstStyle/>
          <a:p>
            <a:pPr algn="ctr"/>
            <a:r>
              <a:rPr lang="zh-CN" altLang="en-US" sz="2800" b="1" dirty="0">
                <a:latin typeface="宋体" panose="02010600030101010101" pitchFamily="2" charset="-122"/>
                <a:ea typeface="宋体" panose="02010600030101010101" pitchFamily="2" charset="-122"/>
              </a:rPr>
              <a:t>第十四章  波动光学（</a:t>
            </a:r>
            <a:r>
              <a:rPr lang="en-US" altLang="zh-CN" sz="2800" b="1" dirty="0">
                <a:latin typeface="宋体" panose="02010600030101010101" pitchFamily="2" charset="-122"/>
                <a:ea typeface="宋体" panose="02010600030101010101" pitchFamily="2" charset="-122"/>
              </a:rPr>
              <a:t>10+5+9</a:t>
            </a:r>
            <a:r>
              <a:rPr lang="en-US" altLang="zh-CN" sz="2800" b="1" dirty="0">
                <a:latin typeface="Times New Roman" panose="02020603050405020304" pitchFamily="18" charset="0"/>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12</a:t>
            </a:r>
            <a:r>
              <a:rPr lang="zh-CN" altLang="en-US" sz="2800" b="1" dirty="0">
                <a:latin typeface="宋体" panose="02010600030101010101" pitchFamily="2" charset="-122"/>
                <a:ea typeface="宋体" panose="02010600030101010101" pitchFamily="2" charset="-122"/>
              </a:rPr>
              <a:t>分）</a:t>
            </a:r>
          </a:p>
        </p:txBody>
      </p:sp>
      <p:grpSp>
        <p:nvGrpSpPr>
          <p:cNvPr id="8194" name="组合 10"/>
          <p:cNvGrpSpPr/>
          <p:nvPr/>
        </p:nvGrpSpPr>
        <p:grpSpPr>
          <a:xfrm>
            <a:off x="539750" y="4959350"/>
            <a:ext cx="4581525" cy="1389063"/>
            <a:chOff x="1757" y="5285"/>
            <a:chExt cx="7216" cy="2187"/>
          </a:xfrm>
        </p:grpSpPr>
        <p:sp>
          <p:nvSpPr>
            <p:cNvPr id="8195" name="Text Box 6"/>
            <p:cNvSpPr txBox="1"/>
            <p:nvPr/>
          </p:nvSpPr>
          <p:spPr>
            <a:xfrm>
              <a:off x="1757" y="5740"/>
              <a:ext cx="1594" cy="1501"/>
            </a:xfrm>
            <a:prstGeom prst="rect">
              <a:avLst/>
            </a:prstGeom>
            <a:noFill/>
            <a:ln w="9525">
              <a:noFill/>
            </a:ln>
          </p:spPr>
          <p:txBody>
            <a:bodyPr wrap="square" anchor="t" anchorCtr="0">
              <a:spAutoFit/>
            </a:bodyPr>
            <a:lstStyle/>
            <a:p>
              <a:pPr>
                <a:spcBef>
                  <a:spcPct val="50000"/>
                </a:spcBef>
              </a:pPr>
              <a:r>
                <a:rPr lang="zh-CN" altLang="en-US" sz="2800" b="1" dirty="0">
                  <a:latin typeface="宋体" panose="02010600030101010101" pitchFamily="2" charset="-122"/>
                  <a:ea typeface="宋体" panose="02010600030101010101" pitchFamily="2" charset="-122"/>
                </a:rPr>
                <a:t>衍射现象</a:t>
              </a:r>
              <a:endParaRPr lang="en-US" altLang="zh-CN" sz="2800" b="1" dirty="0">
                <a:latin typeface="宋体" panose="02010600030101010101" pitchFamily="2" charset="-122"/>
                <a:ea typeface="宋体" panose="02010600030101010101" pitchFamily="2" charset="-122"/>
              </a:endParaRPr>
            </a:p>
          </p:txBody>
        </p:sp>
        <p:sp>
          <p:nvSpPr>
            <p:cNvPr id="10" name="左大括号 9"/>
            <p:cNvSpPr/>
            <p:nvPr/>
          </p:nvSpPr>
          <p:spPr>
            <a:xfrm>
              <a:off x="3570" y="5590"/>
              <a:ext cx="452" cy="1687"/>
            </a:xfrm>
            <a:prstGeom prst="leftBrace">
              <a:avLst>
                <a:gd name="adj1" fmla="val 68802"/>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endParaRPr lang="zh-CN" altLang="en-US" strike="noStrike" noProof="1"/>
            </a:p>
          </p:txBody>
        </p:sp>
        <p:sp>
          <p:nvSpPr>
            <p:cNvPr id="8197" name="Text Box 6"/>
            <p:cNvSpPr txBox="1"/>
            <p:nvPr/>
          </p:nvSpPr>
          <p:spPr>
            <a:xfrm>
              <a:off x="4025" y="5285"/>
              <a:ext cx="4948" cy="822"/>
            </a:xfrm>
            <a:prstGeom prst="rect">
              <a:avLst/>
            </a:prstGeom>
            <a:noFill/>
            <a:ln w="9525">
              <a:noFill/>
            </a:ln>
          </p:spPr>
          <p:txBody>
            <a:bodyPr wrap="square" anchor="t" anchorCtr="0">
              <a:spAutoFit/>
            </a:bodyPr>
            <a:lstStyle/>
            <a:p>
              <a:pPr>
                <a:spcBef>
                  <a:spcPct val="50000"/>
                </a:spcBef>
              </a:pPr>
              <a:r>
                <a:rPr lang="zh-CN" altLang="en-US" sz="2800" b="1" dirty="0">
                  <a:latin typeface="宋体" panose="02010600030101010101" pitchFamily="2" charset="-122"/>
                  <a:ea typeface="宋体" panose="02010600030101010101" pitchFamily="2" charset="-122"/>
                </a:rPr>
                <a:t>单缝夫琅禾费衍射</a:t>
              </a:r>
              <a:endParaRPr lang="en-US" altLang="zh-CN" sz="2800" b="1" dirty="0">
                <a:latin typeface="宋体" panose="02010600030101010101" pitchFamily="2" charset="-122"/>
                <a:ea typeface="宋体" panose="02010600030101010101" pitchFamily="2" charset="-122"/>
              </a:endParaRPr>
            </a:p>
          </p:txBody>
        </p:sp>
        <p:sp>
          <p:nvSpPr>
            <p:cNvPr id="8198" name="Text Box 6"/>
            <p:cNvSpPr txBox="1"/>
            <p:nvPr/>
          </p:nvSpPr>
          <p:spPr>
            <a:xfrm>
              <a:off x="4025" y="6647"/>
              <a:ext cx="4650" cy="825"/>
            </a:xfrm>
            <a:prstGeom prst="rect">
              <a:avLst/>
            </a:prstGeom>
            <a:noFill/>
            <a:ln w="9525">
              <a:noFill/>
            </a:ln>
          </p:spPr>
          <p:txBody>
            <a:bodyPr wrap="square" anchor="t" anchorCtr="0">
              <a:spAutoFit/>
            </a:bodyPr>
            <a:lstStyle/>
            <a:p>
              <a:pPr>
                <a:spcBef>
                  <a:spcPct val="50000"/>
                </a:spcBef>
              </a:pPr>
              <a:r>
                <a:rPr lang="zh-CN" altLang="en-US" sz="2800" b="1" dirty="0">
                  <a:latin typeface="宋体" panose="02010600030101010101" pitchFamily="2" charset="-122"/>
                  <a:ea typeface="宋体" panose="02010600030101010101" pitchFamily="2" charset="-122"/>
                </a:rPr>
                <a:t>光栅衍射</a:t>
              </a:r>
            </a:p>
          </p:txBody>
        </p:sp>
      </p:grpSp>
      <p:grpSp>
        <p:nvGrpSpPr>
          <p:cNvPr id="8199" name="组合 12"/>
          <p:cNvGrpSpPr/>
          <p:nvPr/>
        </p:nvGrpSpPr>
        <p:grpSpPr>
          <a:xfrm>
            <a:off x="5364163" y="4868863"/>
            <a:ext cx="3582987" cy="1243012"/>
            <a:chOff x="1985" y="8008"/>
            <a:chExt cx="5644" cy="1957"/>
          </a:xfrm>
        </p:grpSpPr>
        <p:sp>
          <p:nvSpPr>
            <p:cNvPr id="8200" name="Text Box 6"/>
            <p:cNvSpPr txBox="1"/>
            <p:nvPr/>
          </p:nvSpPr>
          <p:spPr>
            <a:xfrm>
              <a:off x="1985" y="8322"/>
              <a:ext cx="1434" cy="1501"/>
            </a:xfrm>
            <a:prstGeom prst="rect">
              <a:avLst/>
            </a:prstGeom>
            <a:noFill/>
            <a:ln w="9525">
              <a:noFill/>
            </a:ln>
          </p:spPr>
          <p:txBody>
            <a:bodyPr wrap="square" anchor="t" anchorCtr="0">
              <a:spAutoFit/>
            </a:bodyPr>
            <a:lstStyle/>
            <a:p>
              <a:pPr>
                <a:spcBef>
                  <a:spcPct val="50000"/>
                </a:spcBef>
              </a:pPr>
              <a:r>
                <a:rPr lang="zh-CN" altLang="en-US" sz="2800" b="1" dirty="0">
                  <a:latin typeface="宋体" panose="02010600030101010101" pitchFamily="2" charset="-122"/>
                  <a:ea typeface="宋体" panose="02010600030101010101" pitchFamily="2" charset="-122"/>
                </a:rPr>
                <a:t>偏振现象</a:t>
              </a:r>
              <a:endParaRPr lang="en-US" altLang="zh-CN" sz="2800" b="1" dirty="0">
                <a:latin typeface="宋体" panose="02010600030101010101" pitchFamily="2" charset="-122"/>
                <a:ea typeface="宋体" panose="02010600030101010101" pitchFamily="2" charset="-122"/>
              </a:endParaRPr>
            </a:p>
          </p:txBody>
        </p:sp>
        <p:sp>
          <p:nvSpPr>
            <p:cNvPr id="8201" name="Text Box 6"/>
            <p:cNvSpPr txBox="1"/>
            <p:nvPr/>
          </p:nvSpPr>
          <p:spPr>
            <a:xfrm>
              <a:off x="3798" y="8008"/>
              <a:ext cx="3438" cy="822"/>
            </a:xfrm>
            <a:prstGeom prst="rect">
              <a:avLst/>
            </a:prstGeom>
            <a:noFill/>
            <a:ln w="9525">
              <a:noFill/>
            </a:ln>
          </p:spPr>
          <p:txBody>
            <a:bodyPr wrap="square" anchor="t" anchorCtr="0">
              <a:spAutoFit/>
            </a:bodyPr>
            <a:lstStyle/>
            <a:p>
              <a:pPr>
                <a:spcBef>
                  <a:spcPct val="50000"/>
                </a:spcBef>
              </a:pPr>
              <a:r>
                <a:rPr lang="zh-CN" altLang="en-US" sz="2800" b="1" dirty="0">
                  <a:latin typeface="宋体" panose="02010600030101010101" pitchFamily="2" charset="-122"/>
                  <a:ea typeface="宋体" panose="02010600030101010101" pitchFamily="2" charset="-122"/>
                </a:rPr>
                <a:t>马吕斯定律</a:t>
              </a:r>
              <a:endParaRPr lang="en-US" altLang="zh-CN" sz="2800" b="1" dirty="0">
                <a:latin typeface="宋体" panose="02010600030101010101" pitchFamily="2" charset="-122"/>
                <a:ea typeface="宋体" panose="02010600030101010101" pitchFamily="2" charset="-122"/>
              </a:endParaRPr>
            </a:p>
          </p:txBody>
        </p:sp>
        <p:sp>
          <p:nvSpPr>
            <p:cNvPr id="8202" name="Text Box 6"/>
            <p:cNvSpPr txBox="1"/>
            <p:nvPr/>
          </p:nvSpPr>
          <p:spPr>
            <a:xfrm>
              <a:off x="3798" y="9143"/>
              <a:ext cx="3831" cy="822"/>
            </a:xfrm>
            <a:prstGeom prst="rect">
              <a:avLst/>
            </a:prstGeom>
            <a:noFill/>
            <a:ln w="9525">
              <a:noFill/>
            </a:ln>
          </p:spPr>
          <p:txBody>
            <a:bodyPr wrap="square" anchor="t" anchorCtr="0">
              <a:spAutoFit/>
            </a:bodyPr>
            <a:lstStyle/>
            <a:p>
              <a:pPr>
                <a:spcBef>
                  <a:spcPct val="50000"/>
                </a:spcBef>
              </a:pPr>
              <a:r>
                <a:rPr lang="zh-CN" altLang="en-US" sz="2800" b="1" dirty="0">
                  <a:latin typeface="宋体" panose="02010600030101010101" pitchFamily="2" charset="-122"/>
                  <a:ea typeface="宋体" panose="02010600030101010101" pitchFamily="2" charset="-122"/>
                </a:rPr>
                <a:t>布鲁斯特定律</a:t>
              </a:r>
              <a:endParaRPr lang="en-US" altLang="zh-CN" sz="2800" b="1" dirty="0">
                <a:latin typeface="宋体" panose="02010600030101010101" pitchFamily="2" charset="-122"/>
                <a:ea typeface="宋体" panose="02010600030101010101" pitchFamily="2" charset="-122"/>
              </a:endParaRPr>
            </a:p>
          </p:txBody>
        </p:sp>
        <p:sp>
          <p:nvSpPr>
            <p:cNvPr id="21" name="左大括号 20"/>
            <p:cNvSpPr/>
            <p:nvPr/>
          </p:nvSpPr>
          <p:spPr>
            <a:xfrm>
              <a:off x="3345" y="8235"/>
              <a:ext cx="567" cy="1587"/>
            </a:xfrm>
            <a:prstGeom prst="leftBrace">
              <a:avLst>
                <a:gd name="adj1" fmla="val 44615"/>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endParaRPr lang="zh-CN" altLang="en-US" strike="noStrike" noProof="1"/>
            </a:p>
          </p:txBody>
        </p:sp>
      </p:grpSp>
      <p:grpSp>
        <p:nvGrpSpPr>
          <p:cNvPr id="8204" name="组合 6"/>
          <p:cNvGrpSpPr/>
          <p:nvPr/>
        </p:nvGrpSpPr>
        <p:grpSpPr>
          <a:xfrm>
            <a:off x="568325" y="2708275"/>
            <a:ext cx="4579938" cy="2035175"/>
            <a:chOff x="1804" y="1658"/>
            <a:chExt cx="7211" cy="3204"/>
          </a:xfrm>
        </p:grpSpPr>
        <p:sp>
          <p:nvSpPr>
            <p:cNvPr id="8205" name="Text Box 6"/>
            <p:cNvSpPr txBox="1"/>
            <p:nvPr/>
          </p:nvSpPr>
          <p:spPr>
            <a:xfrm>
              <a:off x="1804" y="2581"/>
              <a:ext cx="1539" cy="1501"/>
            </a:xfrm>
            <a:prstGeom prst="rect">
              <a:avLst/>
            </a:prstGeom>
            <a:noFill/>
            <a:ln w="9525">
              <a:noFill/>
            </a:ln>
          </p:spPr>
          <p:txBody>
            <a:bodyPr wrap="square" anchor="t" anchorCtr="0">
              <a:spAutoFit/>
            </a:bodyPr>
            <a:lstStyle/>
            <a:p>
              <a:pPr>
                <a:spcBef>
                  <a:spcPct val="50000"/>
                </a:spcBef>
              </a:pPr>
              <a:r>
                <a:rPr lang="zh-CN" altLang="en-US" sz="2800" b="1" dirty="0">
                  <a:latin typeface="宋体" panose="02010600030101010101" pitchFamily="2" charset="-122"/>
                  <a:ea typeface="宋体" panose="02010600030101010101" pitchFamily="2" charset="-122"/>
                </a:rPr>
                <a:t>干涉现象</a:t>
              </a:r>
              <a:endParaRPr lang="en-US" altLang="zh-CN" sz="2800" b="1" dirty="0">
                <a:latin typeface="宋体" panose="02010600030101010101" pitchFamily="2" charset="-122"/>
                <a:ea typeface="宋体" panose="02010600030101010101" pitchFamily="2" charset="-122"/>
              </a:endParaRPr>
            </a:p>
          </p:txBody>
        </p:sp>
        <p:sp>
          <p:nvSpPr>
            <p:cNvPr id="8206" name="Text Box 6"/>
            <p:cNvSpPr txBox="1"/>
            <p:nvPr/>
          </p:nvSpPr>
          <p:spPr>
            <a:xfrm>
              <a:off x="4025" y="1658"/>
              <a:ext cx="4388" cy="822"/>
            </a:xfrm>
            <a:prstGeom prst="rect">
              <a:avLst/>
            </a:prstGeom>
            <a:noFill/>
            <a:ln w="9525">
              <a:noFill/>
            </a:ln>
          </p:spPr>
          <p:txBody>
            <a:bodyPr wrap="square" anchor="t" anchorCtr="0">
              <a:spAutoFit/>
            </a:bodyPr>
            <a:lstStyle/>
            <a:p>
              <a:pPr>
                <a:spcBef>
                  <a:spcPct val="50000"/>
                </a:spcBef>
              </a:pPr>
              <a:r>
                <a:rPr lang="zh-CN" altLang="en-US" sz="2800" b="1" dirty="0">
                  <a:latin typeface="宋体" panose="02010600030101010101" pitchFamily="2" charset="-122"/>
                  <a:ea typeface="宋体" panose="02010600030101010101" pitchFamily="2" charset="-122"/>
                </a:rPr>
                <a:t>杨氏双缝干涉</a:t>
              </a:r>
              <a:endParaRPr lang="en-US" altLang="zh-CN" sz="2800" b="1" dirty="0">
                <a:latin typeface="宋体" panose="02010600030101010101" pitchFamily="2" charset="-122"/>
                <a:ea typeface="宋体" panose="02010600030101010101" pitchFamily="2" charset="-122"/>
              </a:endParaRPr>
            </a:p>
          </p:txBody>
        </p:sp>
        <p:sp>
          <p:nvSpPr>
            <p:cNvPr id="8207" name="Text Box 6"/>
            <p:cNvSpPr txBox="1"/>
            <p:nvPr/>
          </p:nvSpPr>
          <p:spPr>
            <a:xfrm>
              <a:off x="4022" y="2792"/>
              <a:ext cx="4992" cy="822"/>
            </a:xfrm>
            <a:prstGeom prst="rect">
              <a:avLst/>
            </a:prstGeom>
            <a:noFill/>
            <a:ln w="9525">
              <a:noFill/>
            </a:ln>
          </p:spPr>
          <p:txBody>
            <a:bodyPr wrap="square" anchor="t" anchorCtr="0">
              <a:spAutoFit/>
            </a:bodyPr>
            <a:lstStyle/>
            <a:p>
              <a:pPr>
                <a:spcBef>
                  <a:spcPct val="50000"/>
                </a:spcBef>
              </a:pPr>
              <a:r>
                <a:rPr lang="zh-CN" altLang="en-US" sz="2800" b="1" dirty="0">
                  <a:latin typeface="宋体" panose="02010600030101010101" pitchFamily="2" charset="-122"/>
                  <a:ea typeface="宋体" panose="02010600030101010101" pitchFamily="2" charset="-122"/>
                </a:rPr>
                <a:t>厚度均匀薄膜干涉</a:t>
              </a:r>
              <a:endParaRPr lang="en-US" altLang="zh-CN" sz="2800" b="1" dirty="0">
                <a:latin typeface="宋体" panose="02010600030101010101" pitchFamily="2" charset="-122"/>
                <a:ea typeface="宋体" panose="02010600030101010101" pitchFamily="2" charset="-122"/>
              </a:endParaRPr>
            </a:p>
          </p:txBody>
        </p:sp>
        <p:sp>
          <p:nvSpPr>
            <p:cNvPr id="8" name="左大括号 7"/>
            <p:cNvSpPr/>
            <p:nvPr/>
          </p:nvSpPr>
          <p:spPr>
            <a:xfrm>
              <a:off x="3457" y="1997"/>
              <a:ext cx="452" cy="2667"/>
            </a:xfrm>
            <a:prstGeom prst="leftBrace">
              <a:avLst>
                <a:gd name="adj1" fmla="val 41591"/>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endParaRPr lang="zh-CN" altLang="en-US" strike="noStrike" noProof="1"/>
            </a:p>
          </p:txBody>
        </p:sp>
        <p:sp>
          <p:nvSpPr>
            <p:cNvPr id="8209" name="Text Box 6"/>
            <p:cNvSpPr txBox="1"/>
            <p:nvPr/>
          </p:nvSpPr>
          <p:spPr>
            <a:xfrm>
              <a:off x="4025" y="4040"/>
              <a:ext cx="2856" cy="822"/>
            </a:xfrm>
            <a:prstGeom prst="rect">
              <a:avLst/>
            </a:prstGeom>
            <a:noFill/>
            <a:ln w="9525">
              <a:noFill/>
            </a:ln>
          </p:spPr>
          <p:txBody>
            <a:bodyPr wrap="square" anchor="t" anchorCtr="0">
              <a:spAutoFit/>
            </a:bodyPr>
            <a:lstStyle/>
            <a:p>
              <a:pPr>
                <a:spcBef>
                  <a:spcPct val="50000"/>
                </a:spcBef>
              </a:pPr>
              <a:r>
                <a:rPr lang="zh-CN" altLang="en-US" sz="2800" b="1" dirty="0">
                  <a:latin typeface="宋体" panose="02010600030101010101" pitchFamily="2" charset="-122"/>
                  <a:ea typeface="宋体" panose="02010600030101010101" pitchFamily="2" charset="-122"/>
                </a:rPr>
                <a:t>劈尖干涉</a:t>
              </a:r>
              <a:endParaRPr lang="en-US" altLang="zh-CN" sz="2800" b="1" dirty="0">
                <a:latin typeface="宋体" panose="02010600030101010101" pitchFamily="2" charset="-122"/>
                <a:ea typeface="宋体" panose="02010600030101010101" pitchFamily="2" charset="-122"/>
              </a:endParaRPr>
            </a:p>
          </p:txBody>
        </p:sp>
      </p:grpSp>
      <p:sp>
        <p:nvSpPr>
          <p:cNvPr id="8210" name="文本框 1"/>
          <p:cNvSpPr txBox="1"/>
          <p:nvPr/>
        </p:nvSpPr>
        <p:spPr>
          <a:xfrm>
            <a:off x="466725" y="831850"/>
            <a:ext cx="7756525" cy="1752600"/>
          </a:xfrm>
          <a:prstGeom prst="rect">
            <a:avLst/>
          </a:prstGeom>
          <a:noFill/>
          <a:ln w="9525">
            <a:noFill/>
          </a:ln>
        </p:spPr>
        <p:txBody>
          <a:bodyPr wrap="square" anchor="t" anchorCtr="0">
            <a:spAutoFit/>
          </a:bodyPr>
          <a:lstStyle/>
          <a:p>
            <a:pPr>
              <a:lnSpc>
                <a:spcPct val="150000"/>
              </a:lnSpc>
            </a:pPr>
            <a:r>
              <a:rPr lang="zh-CN" altLang="en-US" sz="2400" b="1" dirty="0">
                <a:latin typeface="宋体" panose="02010600030101010101" pitchFamily="2" charset="-122"/>
                <a:ea typeface="宋体" panose="02010600030101010101" pitchFamily="2" charset="-122"/>
              </a:rPr>
              <a:t>（一般</a:t>
            </a:r>
            <a:r>
              <a:rPr lang="en-US" altLang="zh-CN" sz="2400" b="1" dirty="0">
                <a:latin typeface="宋体" panose="02010600030101010101" pitchFamily="2" charset="-122"/>
                <a:ea typeface="宋体" panose="02010600030101010101" pitchFamily="2" charset="-122"/>
              </a:rPr>
              <a:t>24</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27</a:t>
            </a:r>
            <a:r>
              <a:rPr lang="zh-CN" altLang="en-US" sz="2400" b="1" dirty="0">
                <a:latin typeface="宋体" panose="02010600030101010101" pitchFamily="2" charset="-122"/>
                <a:ea typeface="宋体" panose="02010600030101010101" pitchFamily="2" charset="-122"/>
              </a:rPr>
              <a:t>分，</a:t>
            </a:r>
            <a:r>
              <a:rPr lang="en-US" altLang="zh-CN" sz="2400" b="1" dirty="0">
                <a:latin typeface="宋体" panose="02010600030101010101" pitchFamily="2" charset="-122"/>
                <a:ea typeface="宋体" panose="02010600030101010101" pitchFamily="2" charset="-122"/>
              </a:rPr>
              <a:t>3</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4</a:t>
            </a:r>
            <a:r>
              <a:rPr lang="zh-CN" altLang="en-US" sz="2400" b="1" dirty="0">
                <a:latin typeface="宋体" panose="02010600030101010101" pitchFamily="2" charset="-122"/>
                <a:ea typeface="宋体" panose="02010600030101010101" pitchFamily="2" charset="-122"/>
              </a:rPr>
              <a:t>个选择填空题</a:t>
            </a: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个</a:t>
            </a:r>
            <a:r>
              <a:rPr lang="en-US" altLang="zh-CN" sz="2400" b="1" dirty="0">
                <a:latin typeface="宋体" panose="02010600030101010101" pitchFamily="2" charset="-122"/>
                <a:ea typeface="宋体" panose="02010600030101010101" pitchFamily="2" charset="-122"/>
              </a:rPr>
              <a:t>5</a:t>
            </a:r>
            <a:r>
              <a:rPr lang="zh-CN" altLang="en-US" sz="2400" b="1" dirty="0">
                <a:latin typeface="宋体" panose="02010600030101010101" pitchFamily="2" charset="-122"/>
                <a:ea typeface="宋体" panose="02010600030101010101" pitchFamily="2" charset="-122"/>
              </a:rPr>
              <a:t>分计算题</a:t>
            </a:r>
            <a:r>
              <a:rPr lang="en-US"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sym typeface="宋体" panose="02010600030101010101" pitchFamily="2" charset="-122"/>
              </a:rPr>
              <a:t>1</a:t>
            </a:r>
            <a:r>
              <a:rPr lang="zh-CN" altLang="zh-CN" sz="2400" b="1" dirty="0">
                <a:latin typeface="宋体" panose="02010600030101010101" pitchFamily="2" charset="-122"/>
                <a:ea typeface="宋体" panose="02010600030101010101" pitchFamily="2" charset="-122"/>
                <a:sym typeface="宋体" panose="02010600030101010101" pitchFamily="2" charset="-122"/>
              </a:rPr>
              <a:t>个</a:t>
            </a:r>
            <a:r>
              <a:rPr lang="en-US" altLang="zh-CN" sz="2400" b="1" dirty="0">
                <a:latin typeface="宋体" panose="02010600030101010101" pitchFamily="2" charset="-122"/>
                <a:ea typeface="宋体" panose="02010600030101010101" pitchFamily="2" charset="-122"/>
                <a:sym typeface="宋体" panose="02010600030101010101" pitchFamily="2" charset="-122"/>
              </a:rPr>
              <a:t>10</a:t>
            </a:r>
            <a:r>
              <a:rPr lang="zh-CN" altLang="en-US" sz="2400" b="1" dirty="0">
                <a:latin typeface="宋体" panose="02010600030101010101" pitchFamily="2" charset="-122"/>
                <a:ea typeface="宋体" panose="02010600030101010101" pitchFamily="2" charset="-122"/>
                <a:sym typeface="宋体" panose="02010600030101010101" pitchFamily="2" charset="-122"/>
              </a:rPr>
              <a:t>分计算题</a:t>
            </a:r>
            <a:r>
              <a:rPr lang="zh-CN" altLang="en-US" sz="2400" b="1" dirty="0">
                <a:latin typeface="宋体" panose="02010600030101010101" pitchFamily="2" charset="-122"/>
                <a:ea typeface="宋体" panose="02010600030101010101" pitchFamily="2" charset="-122"/>
              </a:rPr>
              <a:t>）</a:t>
            </a:r>
          </a:p>
          <a:p>
            <a:pPr algn="ctr">
              <a:lnSpc>
                <a:spcPct val="150000"/>
              </a:lnSpc>
            </a:pPr>
            <a:r>
              <a:rPr lang="zh-CN" altLang="en-US" sz="2400" b="1" dirty="0">
                <a:latin typeface="宋体" panose="02010600030101010101" pitchFamily="2" charset="-122"/>
                <a:ea typeface="宋体" panose="02010600030101010101" pitchFamily="2" charset="-122"/>
              </a:rPr>
              <a:t>正常完成复习时间：</a:t>
            </a:r>
            <a:r>
              <a:rPr lang="en-US" altLang="zh-CN" sz="2400" b="1" dirty="0">
                <a:latin typeface="宋体" panose="02010600030101010101" pitchFamily="2" charset="-122"/>
                <a:ea typeface="宋体" panose="02010600030101010101" pitchFamily="2" charset="-122"/>
              </a:rPr>
              <a:t>4</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6h</a:t>
            </a:r>
            <a:r>
              <a:rPr lang="zh-CN" altLang="en-US" sz="2400" b="1" dirty="0">
                <a:latin typeface="宋体" panose="02010600030101010101" pitchFamily="2" charset="-122"/>
                <a:ea typeface="宋体" panose="02010600030101010101" pitchFamily="2" charset="-122"/>
              </a:rPr>
              <a:t>能完成）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41" descr="羊皮纸"/>
          <p:cNvSpPr/>
          <p:nvPr/>
        </p:nvSpPr>
        <p:spPr>
          <a:xfrm>
            <a:off x="0" y="1557338"/>
            <a:ext cx="9144000" cy="76200"/>
          </a:xfrm>
          <a:prstGeom prst="rect">
            <a:avLst/>
          </a:prstGeom>
          <a:solidFill>
            <a:schemeClr val="accent1"/>
          </a:solidFill>
          <a:ln w="9525">
            <a:noFill/>
          </a:ln>
        </p:spPr>
        <p:txBody>
          <a:bodyPr wrap="none" anchor="ctr" anchorCtr="0"/>
          <a:lstStyle/>
          <a:p>
            <a:pPr eaLnBrk="0" hangingPunct="0"/>
            <a:endParaRPr lang="zh-CN" altLang="en-US" dirty="0">
              <a:latin typeface="Verdana" panose="020B0604030504040204" pitchFamily="34" charset="0"/>
              <a:ea typeface="宋体" panose="02010600030101010101" pitchFamily="2" charset="-122"/>
            </a:endParaRPr>
          </a:p>
        </p:txBody>
      </p:sp>
      <p:grpSp>
        <p:nvGrpSpPr>
          <p:cNvPr id="2" name="组合 10"/>
          <p:cNvGrpSpPr/>
          <p:nvPr/>
        </p:nvGrpSpPr>
        <p:grpSpPr>
          <a:xfrm>
            <a:off x="2120900" y="1265238"/>
            <a:ext cx="6915150" cy="1658937"/>
            <a:chOff x="2880" y="6678"/>
            <a:chExt cx="10891" cy="2611"/>
          </a:xfrm>
        </p:grpSpPr>
        <p:sp>
          <p:nvSpPr>
            <p:cNvPr id="9219" name="椭圆 6"/>
            <p:cNvSpPr/>
            <p:nvPr/>
          </p:nvSpPr>
          <p:spPr>
            <a:xfrm>
              <a:off x="2880" y="6678"/>
              <a:ext cx="1019" cy="625"/>
            </a:xfrm>
            <a:prstGeom prst="ellipse">
              <a:avLst/>
            </a:prstGeom>
            <a:solidFill>
              <a:schemeClr val="bg1"/>
            </a:solidFill>
            <a:ln w="25400" cap="flat" cmpd="sng">
              <a:solidFill>
                <a:srgbClr val="FF0000"/>
              </a:solidFill>
              <a:prstDash val="solid"/>
              <a:round/>
              <a:headEnd type="none" w="med" len="med"/>
              <a:tailEnd type="triangle" w="med" len="lg"/>
            </a:ln>
          </p:spPr>
          <p:txBody>
            <a:bodyPr wrap="square" lIns="91440" tIns="45720" rIns="91440" bIns="45720" anchor="t" anchorCtr="0"/>
            <a:lstStyle/>
            <a:p>
              <a:pPr eaLnBrk="0" hangingPunct="0">
                <a:buClrTx/>
                <a:buFontTx/>
              </a:pPr>
              <a:endParaRPr lang="zh-CN" altLang="en-US">
                <a:latin typeface="Verdana" panose="020B0604030504040204" pitchFamily="34" charset="0"/>
                <a:ea typeface="宋体" panose="02010600030101010101" pitchFamily="2" charset="-122"/>
              </a:endParaRPr>
            </a:p>
          </p:txBody>
        </p:sp>
        <p:cxnSp>
          <p:nvCxnSpPr>
            <p:cNvPr id="9220" name="直接箭头连接符 7"/>
            <p:cNvCxnSpPr/>
            <p:nvPr/>
          </p:nvCxnSpPr>
          <p:spPr>
            <a:xfrm>
              <a:off x="3879" y="7044"/>
              <a:ext cx="5547" cy="1359"/>
            </a:xfrm>
            <a:prstGeom prst="straightConnector1">
              <a:avLst/>
            </a:prstGeom>
            <a:ln w="19050" cap="flat" cmpd="sng">
              <a:solidFill>
                <a:srgbClr val="FF0000"/>
              </a:solidFill>
              <a:prstDash val="solid"/>
              <a:round/>
              <a:headEnd type="none" w="med" len="med"/>
              <a:tailEnd type="arrow" w="med" len="lg"/>
            </a:ln>
          </p:spPr>
        </p:cxnSp>
        <p:sp>
          <p:nvSpPr>
            <p:cNvPr id="9221" name="文本框 8"/>
            <p:cNvSpPr txBox="1"/>
            <p:nvPr/>
          </p:nvSpPr>
          <p:spPr>
            <a:xfrm>
              <a:off x="9527" y="7394"/>
              <a:ext cx="4206" cy="1888"/>
            </a:xfrm>
            <a:prstGeom prst="rect">
              <a:avLst/>
            </a:prstGeom>
            <a:noFill/>
            <a:ln w="9525">
              <a:noFill/>
            </a:ln>
          </p:spPr>
          <p:txBody>
            <a:bodyPr wrap="square" anchor="t" anchorCtr="0">
              <a:spAutoFit/>
            </a:bodyPr>
            <a:lstStyle/>
            <a:p>
              <a:pPr algn="just" eaLnBrk="0" hangingPunct="0"/>
              <a:r>
                <a:rPr lang="zh-CN" altLang="zh-CN" dirty="0">
                  <a:solidFill>
                    <a:srgbClr val="7030A0"/>
                  </a:solidFill>
                  <a:latin typeface="Times New Roman" panose="02020603050405020304" pitchFamily="18" charset="0"/>
                  <a:ea typeface="华文中宋" panose="02010600040101010101" charset="-122"/>
                </a:rPr>
                <a:t>引入光程差</a:t>
              </a:r>
              <a:r>
                <a:rPr lang="zh-CN" altLang="zh-CN" i="1" dirty="0">
                  <a:solidFill>
                    <a:srgbClr val="7030A0"/>
                  </a:solidFill>
                  <a:latin typeface="Times New Roman" panose="02020603050405020304" pitchFamily="18" charset="0"/>
                  <a:ea typeface="华文中宋" panose="02010600040101010101" charset="-122"/>
                </a:rPr>
                <a:t>δ</a:t>
              </a:r>
              <a:r>
                <a:rPr lang="zh-CN" altLang="zh-CN" dirty="0">
                  <a:solidFill>
                    <a:srgbClr val="7030A0"/>
                  </a:solidFill>
                  <a:latin typeface="Times New Roman" panose="02020603050405020304" pitchFamily="18" charset="0"/>
                  <a:ea typeface="华文中宋" panose="02010600040101010101" charset="-122"/>
                </a:rPr>
                <a:t>后，无论光在真空中还是介质中传播，式中</a:t>
              </a:r>
              <a:r>
                <a:rPr lang="zh-CN" altLang="zh-CN" i="1" dirty="0">
                  <a:solidFill>
                    <a:srgbClr val="7030A0"/>
                  </a:solidFill>
                  <a:latin typeface="Times New Roman" panose="02020603050405020304" pitchFamily="18" charset="0"/>
                  <a:ea typeface="华文中宋" panose="02010600040101010101" charset="-122"/>
                </a:rPr>
                <a:t>λ</a:t>
              </a:r>
              <a:r>
                <a:rPr lang="zh-CN" altLang="zh-CN" dirty="0">
                  <a:solidFill>
                    <a:srgbClr val="7030A0"/>
                  </a:solidFill>
                  <a:latin typeface="Times New Roman" panose="02020603050405020304" pitchFamily="18" charset="0"/>
                  <a:ea typeface="华文中宋" panose="02010600040101010101" charset="-122"/>
                </a:rPr>
                <a:t>均为光在真空中的波长。</a:t>
              </a:r>
            </a:p>
          </p:txBody>
        </p:sp>
        <p:sp>
          <p:nvSpPr>
            <p:cNvPr id="9222" name="矩形 9"/>
            <p:cNvSpPr/>
            <p:nvPr/>
          </p:nvSpPr>
          <p:spPr>
            <a:xfrm>
              <a:off x="9426" y="7307"/>
              <a:ext cx="4345" cy="1982"/>
            </a:xfrm>
            <a:prstGeom prst="rect">
              <a:avLst/>
            </a:prstGeom>
            <a:noFill/>
            <a:ln w="34925" cap="flat" cmpd="sng">
              <a:solidFill>
                <a:srgbClr val="FF0000"/>
              </a:solidFill>
              <a:prstDash val="solid"/>
              <a:round/>
              <a:headEnd type="none" w="med" len="med"/>
              <a:tailEnd type="triangle" w="med" len="lg"/>
            </a:ln>
          </p:spPr>
          <p:txBody>
            <a:bodyPr wrap="square" lIns="91440" tIns="45720" rIns="91440" bIns="45720" anchor="t" anchorCtr="0"/>
            <a:lstStyle/>
            <a:p>
              <a:pPr eaLnBrk="0" hangingPunct="0">
                <a:buClrTx/>
                <a:buFontTx/>
              </a:pPr>
              <a:endParaRPr lang="zh-CN" altLang="en-US">
                <a:latin typeface="Verdana" panose="020B0604030504040204" pitchFamily="34" charset="0"/>
                <a:ea typeface="宋体" panose="02010600030101010101" pitchFamily="2" charset="-122"/>
              </a:endParaRPr>
            </a:p>
          </p:txBody>
        </p:sp>
      </p:grpSp>
      <p:sp>
        <p:nvSpPr>
          <p:cNvPr id="9223" name="Rectangle 220"/>
          <p:cNvSpPr>
            <a:spLocks noGrp="1"/>
          </p:cNvSpPr>
          <p:nvPr>
            <p:ph type="title"/>
          </p:nvPr>
        </p:nvSpPr>
        <p:spPr>
          <a:xfrm>
            <a:off x="514350" y="0"/>
            <a:ext cx="8229600" cy="158750"/>
          </a:xfrm>
        </p:spPr>
        <p:txBody>
          <a:bodyPr vert="horz" wrap="square" lIns="91440" tIns="45720" rIns="91440" bIns="45720" anchor="ctr" anchorCtr="0"/>
          <a:lstStyle/>
          <a:p>
            <a:r>
              <a:rPr lang="zh-CN" altLang="en-US" sz="700" dirty="0">
                <a:solidFill>
                  <a:schemeClr val="bg1"/>
                </a:solidFill>
              </a:rPr>
              <a:t>数学分析</a:t>
            </a:r>
          </a:p>
        </p:txBody>
      </p:sp>
      <p:grpSp>
        <p:nvGrpSpPr>
          <p:cNvPr id="9224" name="Group 217"/>
          <p:cNvGrpSpPr/>
          <p:nvPr/>
        </p:nvGrpSpPr>
        <p:grpSpPr>
          <a:xfrm>
            <a:off x="0" y="0"/>
            <a:ext cx="9144000" cy="6858000"/>
            <a:chOff x="0" y="0"/>
            <a:chExt cx="5760" cy="4320"/>
          </a:xfrm>
        </p:grpSpPr>
        <p:sp>
          <p:nvSpPr>
            <p:cNvPr id="9225" name="Rectangle 218" descr="之字形"/>
            <p:cNvSpPr/>
            <p:nvPr/>
          </p:nvSpPr>
          <p:spPr>
            <a:xfrm>
              <a:off x="0" y="4187"/>
              <a:ext cx="5760" cy="133"/>
            </a:xfrm>
            <a:prstGeom prst="rect">
              <a:avLst/>
            </a:prstGeom>
            <a:pattFill prst="zigZag">
              <a:fgClr>
                <a:srgbClr val="65B9BF"/>
              </a:fgClr>
              <a:bgClr>
                <a:schemeClr val="bg1"/>
              </a:bgClr>
            </a:pattFill>
            <a:ln w="9525">
              <a:noFill/>
            </a:ln>
          </p:spPr>
          <p:txBody>
            <a:bodyPr wrap="none" anchor="ctr" anchorCtr="0"/>
            <a:lstStyle/>
            <a:p>
              <a:pPr eaLnBrk="0" hangingPunct="0"/>
              <a:endParaRPr lang="zh-CN" altLang="en-US" dirty="0">
                <a:latin typeface="Verdana" panose="020B0604030504040204" pitchFamily="34" charset="0"/>
                <a:ea typeface="宋体" panose="02010600030101010101" pitchFamily="2" charset="-122"/>
              </a:endParaRPr>
            </a:p>
          </p:txBody>
        </p:sp>
        <p:sp>
          <p:nvSpPr>
            <p:cNvPr id="9226" name="Rectangle 219" descr="之字形"/>
            <p:cNvSpPr/>
            <p:nvPr/>
          </p:nvSpPr>
          <p:spPr>
            <a:xfrm>
              <a:off x="0" y="0"/>
              <a:ext cx="5760" cy="133"/>
            </a:xfrm>
            <a:prstGeom prst="rect">
              <a:avLst/>
            </a:prstGeom>
            <a:pattFill prst="zigZag">
              <a:fgClr>
                <a:srgbClr val="65B9BF"/>
              </a:fgClr>
              <a:bgClr>
                <a:schemeClr val="bg1"/>
              </a:bgClr>
            </a:pattFill>
            <a:ln w="9525">
              <a:noFill/>
            </a:ln>
          </p:spPr>
          <p:txBody>
            <a:bodyPr wrap="none" anchor="ctr" anchorCtr="0"/>
            <a:lstStyle/>
            <a:p>
              <a:pPr eaLnBrk="0" hangingPunct="0"/>
              <a:endParaRPr lang="zh-CN" altLang="en-US" dirty="0">
                <a:latin typeface="Verdana" panose="020B0604030504040204" pitchFamily="34" charset="0"/>
                <a:ea typeface="宋体" panose="02010600030101010101" pitchFamily="2" charset="-122"/>
              </a:endParaRPr>
            </a:p>
          </p:txBody>
        </p:sp>
      </p:grpSp>
      <p:sp>
        <p:nvSpPr>
          <p:cNvPr id="53511" name="AutoShape 263"/>
          <p:cNvSpPr/>
          <p:nvPr/>
        </p:nvSpPr>
        <p:spPr>
          <a:xfrm rot="10800000">
            <a:off x="8648700" y="6426200"/>
            <a:ext cx="287338" cy="431800"/>
          </a:xfrm>
          <a:custGeom>
            <a:avLst/>
            <a:gdLst/>
            <a:ahLst/>
            <a:cxnLst>
              <a:cxn ang="17694720">
                <a:pos x="2147483647" y="0"/>
              </a:cxn>
              <a:cxn ang="5898240">
                <a:pos x="2147483647" y="2147483647"/>
              </a:cxn>
              <a:cxn ang="5898240">
                <a:pos x="2147483647" y="2147483647"/>
              </a:cxn>
              <a:cxn ang="0">
                <a:pos x="2147483647" y="2147483647"/>
              </a:cxn>
            </a:cxnLst>
            <a:rect l="0" t="0" r="0" b="0"/>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noFill/>
          </a:ln>
        </p:spPr>
        <p:txBody>
          <a:bodyPr/>
          <a:lstStyle/>
          <a:p>
            <a:endParaRPr lang="zh-CN" altLang="en-US"/>
          </a:p>
        </p:txBody>
      </p:sp>
      <p:graphicFrame>
        <p:nvGraphicFramePr>
          <p:cNvPr id="9228" name="Object 4"/>
          <p:cNvGraphicFramePr/>
          <p:nvPr/>
        </p:nvGraphicFramePr>
        <p:xfrm>
          <a:off x="123825" y="754063"/>
          <a:ext cx="2873375" cy="827087"/>
        </p:xfrm>
        <a:graphic>
          <a:graphicData uri="http://schemas.openxmlformats.org/presentationml/2006/ole">
            <mc:AlternateContent xmlns:mc="http://schemas.openxmlformats.org/markup-compatibility/2006">
              <mc:Choice xmlns:v="urn:schemas-microsoft-com:vml" Requires="v">
                <p:oleObj r:id="rId2" imgW="1383665" imgH="406400" progId="Equation.DSMT4">
                  <p:embed/>
                </p:oleObj>
              </mc:Choice>
              <mc:Fallback>
                <p:oleObj r:id="rId2" imgW="1383665" imgH="406400" progId="Equation.DSMT4">
                  <p:embed/>
                  <p:pic>
                    <p:nvPicPr>
                      <p:cNvPr id="0" name="图片 3076"/>
                      <p:cNvPicPr/>
                      <p:nvPr/>
                    </p:nvPicPr>
                    <p:blipFill>
                      <a:blip r:embed="rId3"/>
                      <a:stretch>
                        <a:fillRect/>
                      </a:stretch>
                    </p:blipFill>
                    <p:spPr>
                      <a:xfrm>
                        <a:off x="123825" y="754063"/>
                        <a:ext cx="2873375" cy="827087"/>
                      </a:xfrm>
                      <a:prstGeom prst="rect">
                        <a:avLst/>
                      </a:prstGeom>
                      <a:noFill/>
                      <a:ln w="38100">
                        <a:noFill/>
                        <a:miter/>
                      </a:ln>
                    </p:spPr>
                  </p:pic>
                </p:oleObj>
              </mc:Fallback>
            </mc:AlternateContent>
          </a:graphicData>
        </a:graphic>
      </p:graphicFrame>
      <p:sp>
        <p:nvSpPr>
          <p:cNvPr id="9229" name="Rectangle 53"/>
          <p:cNvSpPr/>
          <p:nvPr/>
        </p:nvSpPr>
        <p:spPr>
          <a:xfrm>
            <a:off x="3286125" y="906463"/>
            <a:ext cx="5726113" cy="530225"/>
          </a:xfrm>
          <a:prstGeom prst="rect">
            <a:avLst/>
          </a:prstGeom>
          <a:noFill/>
          <a:ln w="9525">
            <a:noFill/>
          </a:ln>
        </p:spPr>
        <p:txBody>
          <a:bodyPr anchor="t" anchorCtr="0">
            <a:spAutoFit/>
          </a:bodyPr>
          <a:lstStyle/>
          <a:p>
            <a:pPr eaLnBrk="0" hangingPunct="0">
              <a:lnSpc>
                <a:spcPct val="120000"/>
              </a:lnSpc>
            </a:pPr>
            <a:r>
              <a:rPr lang="zh-CN" altLang="en-US" sz="2400" b="1" dirty="0">
                <a:solidFill>
                  <a:srgbClr val="CC0000"/>
                </a:solidFill>
                <a:latin typeface="楷体_GB2312"/>
                <a:ea typeface="楷体_GB2312"/>
              </a:rPr>
              <a:t>相位差决定于光程之差，而非路程之差！</a:t>
            </a:r>
          </a:p>
        </p:txBody>
      </p:sp>
      <p:graphicFrame>
        <p:nvGraphicFramePr>
          <p:cNvPr id="12" name="Object 39"/>
          <p:cNvGraphicFramePr>
            <a:graphicFrameLocks noChangeAspect="1"/>
          </p:cNvGraphicFramePr>
          <p:nvPr/>
        </p:nvGraphicFramePr>
        <p:xfrm>
          <a:off x="298450" y="1709738"/>
          <a:ext cx="1666875" cy="469900"/>
        </p:xfrm>
        <a:graphic>
          <a:graphicData uri="http://schemas.openxmlformats.org/presentationml/2006/ole">
            <mc:AlternateContent xmlns:mc="http://schemas.openxmlformats.org/markup-compatibility/2006">
              <mc:Choice xmlns:v="urn:schemas-microsoft-com:vml" Requires="v">
                <p:oleObj r:id="rId4" imgW="761365" imgH="203200" progId="Equation.DSMT4">
                  <p:embed/>
                </p:oleObj>
              </mc:Choice>
              <mc:Fallback>
                <p:oleObj r:id="rId4" imgW="761365" imgH="203200" progId="Equation.DSMT4">
                  <p:embed/>
                  <p:pic>
                    <p:nvPicPr>
                      <p:cNvPr id="0" name="图片 3075"/>
                      <p:cNvPicPr/>
                      <p:nvPr/>
                    </p:nvPicPr>
                    <p:blipFill>
                      <a:blip r:embed="rId5"/>
                      <a:stretch>
                        <a:fillRect/>
                      </a:stretch>
                    </p:blipFill>
                    <p:spPr>
                      <a:xfrm>
                        <a:off x="298450" y="1709738"/>
                        <a:ext cx="1666875" cy="469900"/>
                      </a:xfrm>
                      <a:prstGeom prst="rect">
                        <a:avLst/>
                      </a:prstGeom>
                      <a:noFill/>
                      <a:ln w="38100">
                        <a:noFill/>
                        <a:miter/>
                      </a:ln>
                    </p:spPr>
                  </p:pic>
                </p:oleObj>
              </mc:Fallback>
            </mc:AlternateContent>
          </a:graphicData>
        </a:graphic>
      </p:graphicFrame>
      <p:sp>
        <p:nvSpPr>
          <p:cNvPr id="13" name="Rectangle 56"/>
          <p:cNvSpPr/>
          <p:nvPr/>
        </p:nvSpPr>
        <p:spPr>
          <a:xfrm>
            <a:off x="2598738" y="1636713"/>
            <a:ext cx="3227387" cy="533400"/>
          </a:xfrm>
          <a:prstGeom prst="rect">
            <a:avLst/>
          </a:prstGeom>
          <a:noFill/>
          <a:ln w="9525">
            <a:noFill/>
          </a:ln>
        </p:spPr>
        <p:txBody>
          <a:bodyPr wrap="square" anchor="t" anchorCtr="0">
            <a:spAutoFit/>
          </a:bodyPr>
          <a:lstStyle/>
          <a:p>
            <a:pPr eaLnBrk="0" hangingPunct="0">
              <a:lnSpc>
                <a:spcPct val="120000"/>
              </a:lnSpc>
            </a:pPr>
            <a:r>
              <a:rPr lang="zh-CN" altLang="en-US" sz="2400" b="1" dirty="0">
                <a:solidFill>
                  <a:srgbClr val="CC0000"/>
                </a:solidFill>
                <a:latin typeface="楷体_GB2312"/>
                <a:ea typeface="楷体_GB2312"/>
              </a:rPr>
              <a:t>干涉加强，明纹中心</a:t>
            </a:r>
          </a:p>
        </p:txBody>
      </p:sp>
      <p:graphicFrame>
        <p:nvGraphicFramePr>
          <p:cNvPr id="316455" name="Object 6"/>
          <p:cNvGraphicFramePr>
            <a:graphicFrameLocks noChangeAspect="1"/>
          </p:cNvGraphicFramePr>
          <p:nvPr/>
        </p:nvGraphicFramePr>
        <p:xfrm>
          <a:off x="222250" y="2281238"/>
          <a:ext cx="2109788" cy="638175"/>
        </p:xfrm>
        <a:graphic>
          <a:graphicData uri="http://schemas.openxmlformats.org/presentationml/2006/ole">
            <mc:AlternateContent xmlns:mc="http://schemas.openxmlformats.org/markup-compatibility/2006">
              <mc:Choice xmlns:v="urn:schemas-microsoft-com:vml" Requires="v">
                <p:oleObj r:id="rId6" imgW="1168400" imgH="279400" progId="Equation.DSMT4">
                  <p:embed/>
                </p:oleObj>
              </mc:Choice>
              <mc:Fallback>
                <p:oleObj r:id="rId6" imgW="1168400" imgH="279400" progId="Equation.DSMT4">
                  <p:embed/>
                  <p:pic>
                    <p:nvPicPr>
                      <p:cNvPr id="0" name="图片 3077"/>
                      <p:cNvPicPr/>
                      <p:nvPr/>
                    </p:nvPicPr>
                    <p:blipFill>
                      <a:blip r:embed="rId7"/>
                      <a:stretch>
                        <a:fillRect/>
                      </a:stretch>
                    </p:blipFill>
                    <p:spPr>
                      <a:xfrm>
                        <a:off x="222250" y="2281238"/>
                        <a:ext cx="2109788" cy="638175"/>
                      </a:xfrm>
                      <a:prstGeom prst="rect">
                        <a:avLst/>
                      </a:prstGeom>
                      <a:noFill/>
                      <a:ln w="38100">
                        <a:noFill/>
                        <a:miter/>
                      </a:ln>
                    </p:spPr>
                  </p:pic>
                </p:oleObj>
              </mc:Fallback>
            </mc:AlternateContent>
          </a:graphicData>
        </a:graphic>
      </p:graphicFrame>
      <p:sp>
        <p:nvSpPr>
          <p:cNvPr id="3094" name="矩形 14"/>
          <p:cNvSpPr/>
          <p:nvPr/>
        </p:nvSpPr>
        <p:spPr>
          <a:xfrm>
            <a:off x="2617788" y="2286000"/>
            <a:ext cx="2959100" cy="460375"/>
          </a:xfrm>
          <a:prstGeom prst="rect">
            <a:avLst/>
          </a:prstGeom>
          <a:noFill/>
          <a:ln w="9525">
            <a:noFill/>
          </a:ln>
        </p:spPr>
        <p:txBody>
          <a:bodyPr wrap="square" anchor="t" anchorCtr="0">
            <a:spAutoFit/>
          </a:bodyPr>
          <a:lstStyle/>
          <a:p>
            <a:pPr eaLnBrk="0" hangingPunct="0"/>
            <a:r>
              <a:rPr lang="zh-CN" altLang="en-US" sz="2400" b="1" dirty="0">
                <a:solidFill>
                  <a:srgbClr val="0000FF"/>
                </a:solidFill>
                <a:latin typeface="楷体_GB2312"/>
                <a:ea typeface="楷体_GB2312"/>
              </a:rPr>
              <a:t>干涉减弱，暗纹中心</a:t>
            </a:r>
            <a:endParaRPr lang="zh-CN" altLang="en-US" sz="2400" dirty="0">
              <a:latin typeface="Verdana" panose="020B0604030504040204" pitchFamily="34" charset="0"/>
              <a:ea typeface="宋体" panose="02010600030101010101" pitchFamily="2" charset="-122"/>
            </a:endParaRPr>
          </a:p>
        </p:txBody>
      </p:sp>
      <p:graphicFrame>
        <p:nvGraphicFramePr>
          <p:cNvPr id="9234" name="Object 7"/>
          <p:cNvGraphicFramePr/>
          <p:nvPr/>
        </p:nvGraphicFramePr>
        <p:xfrm>
          <a:off x="3432175" y="282575"/>
          <a:ext cx="5006975" cy="622300"/>
        </p:xfrm>
        <a:graphic>
          <a:graphicData uri="http://schemas.openxmlformats.org/presentationml/2006/ole">
            <mc:AlternateContent xmlns:mc="http://schemas.openxmlformats.org/markup-compatibility/2006">
              <mc:Choice xmlns:v="urn:schemas-microsoft-com:vml" Requires="v">
                <p:oleObj r:id="rId8" imgW="2374900" imgH="304800" progId="Equation.DSMT4">
                  <p:embed/>
                </p:oleObj>
              </mc:Choice>
              <mc:Fallback>
                <p:oleObj r:id="rId8" imgW="2374900" imgH="304800" progId="Equation.DSMT4">
                  <p:embed/>
                  <p:pic>
                    <p:nvPicPr>
                      <p:cNvPr id="0" name="图片 3078"/>
                      <p:cNvPicPr/>
                      <p:nvPr/>
                    </p:nvPicPr>
                    <p:blipFill>
                      <a:blip r:embed="rId9"/>
                      <a:stretch>
                        <a:fillRect/>
                      </a:stretch>
                    </p:blipFill>
                    <p:spPr>
                      <a:xfrm>
                        <a:off x="3432175" y="282575"/>
                        <a:ext cx="5006975" cy="622300"/>
                      </a:xfrm>
                      <a:prstGeom prst="rect">
                        <a:avLst/>
                      </a:prstGeom>
                      <a:noFill/>
                      <a:ln w="38100">
                        <a:noFill/>
                        <a:miter/>
                      </a:ln>
                    </p:spPr>
                  </p:pic>
                </p:oleObj>
              </mc:Fallback>
            </mc:AlternateContent>
          </a:graphicData>
        </a:graphic>
      </p:graphicFrame>
      <p:sp>
        <p:nvSpPr>
          <p:cNvPr id="9235" name="Rectangle 41" descr="羊皮纸"/>
          <p:cNvSpPr/>
          <p:nvPr/>
        </p:nvSpPr>
        <p:spPr>
          <a:xfrm>
            <a:off x="0" y="2770188"/>
            <a:ext cx="5576888" cy="85725"/>
          </a:xfrm>
          <a:prstGeom prst="rect">
            <a:avLst/>
          </a:prstGeom>
          <a:solidFill>
            <a:schemeClr val="accent1"/>
          </a:solidFill>
          <a:ln w="9525">
            <a:noFill/>
          </a:ln>
        </p:spPr>
        <p:txBody>
          <a:bodyPr wrap="none" anchor="ctr" anchorCtr="0"/>
          <a:lstStyle/>
          <a:p>
            <a:pPr eaLnBrk="0" hangingPunct="0"/>
            <a:endParaRPr lang="zh-CN" altLang="en-US" dirty="0">
              <a:latin typeface="Verdana" panose="020B0604030504040204" pitchFamily="34" charset="0"/>
              <a:ea typeface="宋体" panose="02010600030101010101" pitchFamily="2" charset="-122"/>
            </a:endParaRPr>
          </a:p>
        </p:txBody>
      </p:sp>
      <p:graphicFrame>
        <p:nvGraphicFramePr>
          <p:cNvPr id="3" name="Object 8"/>
          <p:cNvGraphicFramePr/>
          <p:nvPr/>
        </p:nvGraphicFramePr>
        <p:xfrm>
          <a:off x="123825" y="2914650"/>
          <a:ext cx="1911350" cy="539750"/>
        </p:xfrm>
        <a:graphic>
          <a:graphicData uri="http://schemas.openxmlformats.org/presentationml/2006/ole">
            <mc:AlternateContent xmlns:mc="http://schemas.openxmlformats.org/markup-compatibility/2006">
              <mc:Choice xmlns:v="urn:schemas-microsoft-com:vml" Requires="v">
                <p:oleObj r:id="rId10" imgW="838200" imgH="241300" progId="Equation.DSMT4">
                  <p:embed/>
                </p:oleObj>
              </mc:Choice>
              <mc:Fallback>
                <p:oleObj r:id="rId10" imgW="838200" imgH="241300" progId="Equation.DSMT4">
                  <p:embed/>
                  <p:pic>
                    <p:nvPicPr>
                      <p:cNvPr id="0" name="图片 3085"/>
                      <p:cNvPicPr/>
                      <p:nvPr/>
                    </p:nvPicPr>
                    <p:blipFill>
                      <a:blip r:embed="rId11"/>
                      <a:stretch>
                        <a:fillRect/>
                      </a:stretch>
                    </p:blipFill>
                    <p:spPr>
                      <a:xfrm>
                        <a:off x="123825" y="2914650"/>
                        <a:ext cx="1911350" cy="539750"/>
                      </a:xfrm>
                      <a:prstGeom prst="rect">
                        <a:avLst/>
                      </a:prstGeom>
                      <a:solidFill>
                        <a:srgbClr val="FFFF00"/>
                      </a:solidFill>
                      <a:ln w="38100">
                        <a:noFill/>
                        <a:miter/>
                      </a:ln>
                    </p:spPr>
                  </p:pic>
                </p:oleObj>
              </mc:Fallback>
            </mc:AlternateContent>
          </a:graphicData>
        </a:graphic>
      </p:graphicFrame>
      <p:graphicFrame>
        <p:nvGraphicFramePr>
          <p:cNvPr id="4" name="Object 9"/>
          <p:cNvGraphicFramePr/>
          <p:nvPr/>
        </p:nvGraphicFramePr>
        <p:xfrm>
          <a:off x="2255838" y="2855913"/>
          <a:ext cx="1489075" cy="728662"/>
        </p:xfrm>
        <a:graphic>
          <a:graphicData uri="http://schemas.openxmlformats.org/presentationml/2006/ole">
            <mc:AlternateContent xmlns:mc="http://schemas.openxmlformats.org/markup-compatibility/2006">
              <mc:Choice xmlns:v="urn:schemas-microsoft-com:vml" Requires="v">
                <p:oleObj r:id="rId12" imgW="812165" imgH="406400" progId="Equation.DSMT4">
                  <p:embed/>
                </p:oleObj>
              </mc:Choice>
              <mc:Fallback>
                <p:oleObj r:id="rId12" imgW="812165" imgH="406400" progId="Equation.DSMT4">
                  <p:embed/>
                  <p:pic>
                    <p:nvPicPr>
                      <p:cNvPr id="0" name="图片 3083"/>
                      <p:cNvPicPr/>
                      <p:nvPr/>
                    </p:nvPicPr>
                    <p:blipFill>
                      <a:blip r:embed="rId13"/>
                      <a:stretch>
                        <a:fillRect/>
                      </a:stretch>
                    </p:blipFill>
                    <p:spPr>
                      <a:xfrm>
                        <a:off x="2255838" y="2855913"/>
                        <a:ext cx="1489075" cy="728662"/>
                      </a:xfrm>
                      <a:prstGeom prst="rect">
                        <a:avLst/>
                      </a:prstGeom>
                      <a:noFill/>
                      <a:ln w="38100">
                        <a:noFill/>
                        <a:miter/>
                      </a:ln>
                    </p:spPr>
                  </p:pic>
                </p:oleObj>
              </mc:Fallback>
            </mc:AlternateContent>
          </a:graphicData>
        </a:graphic>
      </p:graphicFrame>
      <p:sp>
        <p:nvSpPr>
          <p:cNvPr id="21" name="AutoShape 55"/>
          <p:cNvSpPr/>
          <p:nvPr/>
        </p:nvSpPr>
        <p:spPr>
          <a:xfrm>
            <a:off x="3106738" y="3584575"/>
            <a:ext cx="4021137" cy="1871663"/>
          </a:xfrm>
          <a:prstGeom prst="downArrowCallout">
            <a:avLst>
              <a:gd name="adj1" fmla="val 57569"/>
              <a:gd name="adj2" fmla="val 57560"/>
              <a:gd name="adj3" fmla="val 16625"/>
              <a:gd name="adj4" fmla="val 66667"/>
            </a:avLst>
          </a:prstGeom>
          <a:solidFill>
            <a:schemeClr val="accent1"/>
          </a:solidFill>
          <a:ln w="9525" cap="flat" cmpd="sng">
            <a:solidFill>
              <a:srgbClr val="008000"/>
            </a:solidFill>
            <a:prstDash val="solid"/>
            <a:miter/>
            <a:headEnd type="none" w="med" len="med"/>
            <a:tailEnd type="none" w="med" len="lg"/>
          </a:ln>
        </p:spPr>
        <p:txBody>
          <a:bodyPr wrap="none" anchor="ctr" anchorCtr="0"/>
          <a:lstStyle/>
          <a:p>
            <a:pPr eaLnBrk="0" hangingPunct="0"/>
            <a:endParaRPr lang="zh-CN" altLang="en-US" dirty="0">
              <a:latin typeface="Verdana" panose="020B0604030504040204" pitchFamily="34" charset="0"/>
              <a:ea typeface="宋体" panose="02010600030101010101" pitchFamily="2" charset="-122"/>
            </a:endParaRPr>
          </a:p>
        </p:txBody>
      </p:sp>
      <p:graphicFrame>
        <p:nvGraphicFramePr>
          <p:cNvPr id="22" name="Object 42"/>
          <p:cNvGraphicFramePr>
            <a:graphicFrameLocks noGrp="1" noChangeAspect="1"/>
          </p:cNvGraphicFramePr>
          <p:nvPr/>
        </p:nvGraphicFramePr>
        <p:xfrm>
          <a:off x="57150" y="3414713"/>
          <a:ext cx="2678113" cy="862012"/>
        </p:xfrm>
        <a:graphic>
          <a:graphicData uri="http://schemas.openxmlformats.org/presentationml/2006/ole">
            <mc:AlternateContent xmlns:mc="http://schemas.openxmlformats.org/markup-compatibility/2006">
              <mc:Choice xmlns:v="urn:schemas-microsoft-com:vml" Requires="v">
                <p:oleObj r:id="rId14" imgW="1231265" imgH="405765" progId="Equation.3">
                  <p:embed/>
                </p:oleObj>
              </mc:Choice>
              <mc:Fallback>
                <p:oleObj r:id="rId14" imgW="1231265" imgH="405765" progId="Equation.3">
                  <p:embed/>
                  <p:pic>
                    <p:nvPicPr>
                      <p:cNvPr id="0" name="图片 3088"/>
                      <p:cNvPicPr/>
                      <p:nvPr/>
                    </p:nvPicPr>
                    <p:blipFill>
                      <a:blip r:embed="rId15"/>
                      <a:stretch>
                        <a:fillRect/>
                      </a:stretch>
                    </p:blipFill>
                    <p:spPr>
                      <a:xfrm>
                        <a:off x="57150" y="3414713"/>
                        <a:ext cx="2678113" cy="862012"/>
                      </a:xfrm>
                      <a:prstGeom prst="rect">
                        <a:avLst/>
                      </a:prstGeom>
                      <a:noFill/>
                      <a:ln w="38100">
                        <a:noFill/>
                        <a:miter/>
                      </a:ln>
                    </p:spPr>
                  </p:pic>
                </p:oleObj>
              </mc:Fallback>
            </mc:AlternateContent>
          </a:graphicData>
        </a:graphic>
      </p:graphicFrame>
      <p:sp>
        <p:nvSpPr>
          <p:cNvPr id="23" name="Text Box 43"/>
          <p:cNvSpPr txBox="1"/>
          <p:nvPr/>
        </p:nvSpPr>
        <p:spPr>
          <a:xfrm>
            <a:off x="5540375" y="3683000"/>
            <a:ext cx="1614488" cy="460375"/>
          </a:xfrm>
          <a:prstGeom prst="rect">
            <a:avLst/>
          </a:prstGeom>
          <a:noFill/>
          <a:ln w="9525">
            <a:noFill/>
          </a:ln>
        </p:spPr>
        <p:txBody>
          <a:bodyPr wrap="square" anchor="t" anchorCtr="0">
            <a:spAutoFit/>
          </a:bodyPr>
          <a:lstStyle/>
          <a:p>
            <a:pPr eaLnBrk="0" hangingPunct="0">
              <a:buClr>
                <a:srgbClr val="0000FF"/>
              </a:buClr>
              <a:buFont typeface="Wingdings" panose="05000000000000000000" pitchFamily="2" charset="2"/>
            </a:pPr>
            <a:r>
              <a:rPr lang="en-US" altLang="zh-CN" sz="2400" b="1" dirty="0">
                <a:solidFill>
                  <a:srgbClr val="1C1C1C"/>
                </a:solidFill>
                <a:latin typeface="楷体_GB2312"/>
                <a:ea typeface="楷体_GB2312"/>
              </a:rPr>
              <a:t> </a:t>
            </a:r>
            <a:r>
              <a:rPr lang="zh-CN" altLang="en-US" sz="2400" b="1" dirty="0">
                <a:solidFill>
                  <a:srgbClr val="1C1C1C"/>
                </a:solidFill>
                <a:latin typeface="楷体_GB2312"/>
                <a:ea typeface="楷体_GB2312"/>
              </a:rPr>
              <a:t>干涉</a:t>
            </a:r>
            <a:r>
              <a:rPr lang="zh-CN" altLang="en-US" sz="2400" b="1" dirty="0">
                <a:solidFill>
                  <a:srgbClr val="CC0000"/>
                </a:solidFill>
                <a:latin typeface="楷体_GB2312"/>
                <a:ea typeface="楷体_GB2312"/>
              </a:rPr>
              <a:t>加强</a:t>
            </a:r>
          </a:p>
        </p:txBody>
      </p:sp>
      <p:sp>
        <p:nvSpPr>
          <p:cNvPr id="24" name="Text Box 44"/>
          <p:cNvSpPr txBox="1"/>
          <p:nvPr/>
        </p:nvSpPr>
        <p:spPr>
          <a:xfrm>
            <a:off x="5510213" y="4330700"/>
            <a:ext cx="1617662" cy="460375"/>
          </a:xfrm>
          <a:prstGeom prst="rect">
            <a:avLst/>
          </a:prstGeom>
          <a:noFill/>
          <a:ln w="9525">
            <a:noFill/>
          </a:ln>
        </p:spPr>
        <p:txBody>
          <a:bodyPr wrap="square" anchor="t" anchorCtr="0">
            <a:spAutoFit/>
          </a:bodyPr>
          <a:lstStyle/>
          <a:p>
            <a:pPr eaLnBrk="0" hangingPunct="0">
              <a:buClr>
                <a:srgbClr val="0000FF"/>
              </a:buClr>
              <a:buFont typeface="Wingdings" panose="05000000000000000000" pitchFamily="2" charset="2"/>
            </a:pPr>
            <a:r>
              <a:rPr lang="en-US" altLang="zh-CN" sz="2400" b="1" dirty="0">
                <a:solidFill>
                  <a:srgbClr val="1C1C1C"/>
                </a:solidFill>
                <a:latin typeface="楷体_GB2312"/>
                <a:ea typeface="楷体_GB2312"/>
              </a:rPr>
              <a:t> </a:t>
            </a:r>
            <a:r>
              <a:rPr lang="zh-CN" altLang="en-US" sz="2400" b="1" dirty="0">
                <a:solidFill>
                  <a:srgbClr val="1C1C1C"/>
                </a:solidFill>
                <a:latin typeface="楷体_GB2312"/>
                <a:ea typeface="楷体_GB2312"/>
              </a:rPr>
              <a:t>干涉</a:t>
            </a:r>
            <a:r>
              <a:rPr lang="zh-CN" altLang="en-US" sz="2400" b="1" dirty="0">
                <a:solidFill>
                  <a:srgbClr val="0000FF"/>
                </a:solidFill>
                <a:latin typeface="楷体_GB2312"/>
                <a:ea typeface="楷体_GB2312"/>
              </a:rPr>
              <a:t>减弱</a:t>
            </a:r>
          </a:p>
        </p:txBody>
      </p:sp>
      <p:graphicFrame>
        <p:nvGraphicFramePr>
          <p:cNvPr id="25" name="Object 45"/>
          <p:cNvGraphicFramePr>
            <a:graphicFrameLocks noGrp="1" noChangeAspect="1"/>
          </p:cNvGraphicFramePr>
          <p:nvPr/>
        </p:nvGraphicFramePr>
        <p:xfrm>
          <a:off x="7429500" y="4114800"/>
          <a:ext cx="1657350" cy="414338"/>
        </p:xfrm>
        <a:graphic>
          <a:graphicData uri="http://schemas.openxmlformats.org/presentationml/2006/ole">
            <mc:AlternateContent xmlns:mc="http://schemas.openxmlformats.org/markup-compatibility/2006">
              <mc:Choice xmlns:v="urn:schemas-microsoft-com:vml" Requires="v">
                <p:oleObj r:id="rId16" imgW="812165" imgH="203200" progId="Equation.3">
                  <p:embed/>
                </p:oleObj>
              </mc:Choice>
              <mc:Fallback>
                <p:oleObj r:id="rId16" imgW="812165" imgH="203200" progId="Equation.3">
                  <p:embed/>
                  <p:pic>
                    <p:nvPicPr>
                      <p:cNvPr id="0" name="图片 3084"/>
                      <p:cNvPicPr/>
                      <p:nvPr/>
                    </p:nvPicPr>
                    <p:blipFill>
                      <a:blip r:embed="rId17"/>
                      <a:stretch>
                        <a:fillRect/>
                      </a:stretch>
                    </p:blipFill>
                    <p:spPr>
                      <a:xfrm>
                        <a:off x="7429500" y="4114800"/>
                        <a:ext cx="1657350" cy="414338"/>
                      </a:xfrm>
                      <a:prstGeom prst="rect">
                        <a:avLst/>
                      </a:prstGeom>
                      <a:noFill/>
                      <a:ln w="38100">
                        <a:noFill/>
                        <a:miter/>
                      </a:ln>
                    </p:spPr>
                  </p:pic>
                </p:oleObj>
              </mc:Fallback>
            </mc:AlternateContent>
          </a:graphicData>
        </a:graphic>
      </p:graphicFrame>
      <p:graphicFrame>
        <p:nvGraphicFramePr>
          <p:cNvPr id="26" name="Object 46"/>
          <p:cNvGraphicFramePr>
            <a:graphicFrameLocks noChangeAspect="1"/>
          </p:cNvGraphicFramePr>
          <p:nvPr/>
        </p:nvGraphicFramePr>
        <p:xfrm>
          <a:off x="3543300" y="3754438"/>
          <a:ext cx="1108075" cy="352425"/>
        </p:xfrm>
        <a:graphic>
          <a:graphicData uri="http://schemas.openxmlformats.org/presentationml/2006/ole">
            <mc:AlternateContent xmlns:mc="http://schemas.openxmlformats.org/markup-compatibility/2006">
              <mc:Choice xmlns:v="urn:schemas-microsoft-com:vml" Requires="v">
                <p:oleObj r:id="rId18" imgW="558800" imgH="177800" progId="Equation.3">
                  <p:embed/>
                </p:oleObj>
              </mc:Choice>
              <mc:Fallback>
                <p:oleObj r:id="rId18" imgW="558800" imgH="177800" progId="Equation.3">
                  <p:embed/>
                  <p:pic>
                    <p:nvPicPr>
                      <p:cNvPr id="0" name="图片 3081"/>
                      <p:cNvPicPr/>
                      <p:nvPr/>
                    </p:nvPicPr>
                    <p:blipFill>
                      <a:blip r:embed="rId19"/>
                      <a:stretch>
                        <a:fillRect/>
                      </a:stretch>
                    </p:blipFill>
                    <p:spPr>
                      <a:xfrm>
                        <a:off x="3543300" y="3754438"/>
                        <a:ext cx="1108075" cy="352425"/>
                      </a:xfrm>
                      <a:prstGeom prst="rect">
                        <a:avLst/>
                      </a:prstGeom>
                      <a:noFill/>
                      <a:ln w="38100">
                        <a:noFill/>
                        <a:miter/>
                      </a:ln>
                    </p:spPr>
                  </p:pic>
                </p:oleObj>
              </mc:Fallback>
            </mc:AlternateContent>
          </a:graphicData>
        </a:graphic>
      </p:graphicFrame>
      <p:graphicFrame>
        <p:nvGraphicFramePr>
          <p:cNvPr id="27" name="Object 47"/>
          <p:cNvGraphicFramePr>
            <a:graphicFrameLocks noChangeAspect="1"/>
          </p:cNvGraphicFramePr>
          <p:nvPr/>
        </p:nvGraphicFramePr>
        <p:xfrm>
          <a:off x="34925" y="4206875"/>
          <a:ext cx="2881313" cy="868363"/>
        </p:xfrm>
        <a:graphic>
          <a:graphicData uri="http://schemas.openxmlformats.org/presentationml/2006/ole">
            <mc:AlternateContent xmlns:mc="http://schemas.openxmlformats.org/markup-compatibility/2006">
              <mc:Choice xmlns:v="urn:schemas-microsoft-com:vml" Requires="v">
                <p:oleObj r:id="rId20" imgW="1841500" imgH="405765" progId="Equation.3">
                  <p:embed/>
                </p:oleObj>
              </mc:Choice>
              <mc:Fallback>
                <p:oleObj r:id="rId20" imgW="1841500" imgH="405765" progId="Equation.3">
                  <p:embed/>
                  <p:pic>
                    <p:nvPicPr>
                      <p:cNvPr id="0" name="图片 3079"/>
                      <p:cNvPicPr/>
                      <p:nvPr/>
                    </p:nvPicPr>
                    <p:blipFill>
                      <a:blip r:embed="rId21"/>
                      <a:stretch>
                        <a:fillRect/>
                      </a:stretch>
                    </p:blipFill>
                    <p:spPr>
                      <a:xfrm>
                        <a:off x="34925" y="4206875"/>
                        <a:ext cx="2881313" cy="868363"/>
                      </a:xfrm>
                      <a:prstGeom prst="rect">
                        <a:avLst/>
                      </a:prstGeom>
                      <a:noFill/>
                      <a:ln w="38100">
                        <a:noFill/>
                        <a:miter/>
                      </a:ln>
                    </p:spPr>
                  </p:pic>
                </p:oleObj>
              </mc:Fallback>
            </mc:AlternateContent>
          </a:graphicData>
        </a:graphic>
      </p:graphicFrame>
      <p:graphicFrame>
        <p:nvGraphicFramePr>
          <p:cNvPr id="28" name="Object 48"/>
          <p:cNvGraphicFramePr>
            <a:graphicFrameLocks noChangeAspect="1"/>
          </p:cNvGraphicFramePr>
          <p:nvPr/>
        </p:nvGraphicFramePr>
        <p:xfrm>
          <a:off x="3235325" y="4129088"/>
          <a:ext cx="1955800" cy="776287"/>
        </p:xfrm>
        <a:graphic>
          <a:graphicData uri="http://schemas.openxmlformats.org/presentationml/2006/ole">
            <mc:AlternateContent xmlns:mc="http://schemas.openxmlformats.org/markup-compatibility/2006">
              <mc:Choice xmlns:v="urn:schemas-microsoft-com:vml" Requires="v">
                <p:oleObj r:id="rId22" imgW="989965" imgH="393700" progId="Equation.3">
                  <p:embed/>
                </p:oleObj>
              </mc:Choice>
              <mc:Fallback>
                <p:oleObj r:id="rId22" imgW="989965" imgH="393700" progId="Equation.3">
                  <p:embed/>
                  <p:pic>
                    <p:nvPicPr>
                      <p:cNvPr id="0" name="图片 3086"/>
                      <p:cNvPicPr/>
                      <p:nvPr/>
                    </p:nvPicPr>
                    <p:blipFill>
                      <a:blip r:embed="rId23"/>
                      <a:stretch>
                        <a:fillRect/>
                      </a:stretch>
                    </p:blipFill>
                    <p:spPr>
                      <a:xfrm>
                        <a:off x="3235325" y="4129088"/>
                        <a:ext cx="1955800" cy="776287"/>
                      </a:xfrm>
                      <a:prstGeom prst="rect">
                        <a:avLst/>
                      </a:prstGeom>
                      <a:noFill/>
                      <a:ln w="38100">
                        <a:noFill/>
                        <a:miter/>
                      </a:ln>
                    </p:spPr>
                  </p:pic>
                </p:oleObj>
              </mc:Fallback>
            </mc:AlternateContent>
          </a:graphicData>
        </a:graphic>
      </p:graphicFrame>
      <p:grpSp>
        <p:nvGrpSpPr>
          <p:cNvPr id="5" name="Group 49"/>
          <p:cNvGrpSpPr/>
          <p:nvPr/>
        </p:nvGrpSpPr>
        <p:grpSpPr>
          <a:xfrm>
            <a:off x="1657350" y="5467350"/>
            <a:ext cx="4895850" cy="457200"/>
            <a:chOff x="431" y="2795"/>
            <a:chExt cx="3084" cy="288"/>
          </a:xfrm>
        </p:grpSpPr>
        <p:sp>
          <p:nvSpPr>
            <p:cNvPr id="9247" name="Text Box 50"/>
            <p:cNvSpPr txBox="1"/>
            <p:nvPr/>
          </p:nvSpPr>
          <p:spPr>
            <a:xfrm>
              <a:off x="431" y="2795"/>
              <a:ext cx="2268" cy="288"/>
            </a:xfrm>
            <a:prstGeom prst="rect">
              <a:avLst/>
            </a:prstGeom>
            <a:noFill/>
            <a:ln w="9525">
              <a:noFill/>
            </a:ln>
          </p:spPr>
          <p:txBody>
            <a:bodyPr anchor="t" anchorCtr="0">
              <a:spAutoFit/>
            </a:bodyPr>
            <a:lstStyle/>
            <a:p>
              <a:pPr eaLnBrk="0" hangingPunct="0">
                <a:spcBef>
                  <a:spcPct val="50000"/>
                </a:spcBef>
              </a:pPr>
              <a:r>
                <a:rPr lang="en-US" altLang="zh-CN" sz="2400" b="1" i="1" dirty="0">
                  <a:latin typeface="Times New Roman" panose="02020603050405020304" pitchFamily="18" charset="0"/>
                  <a:ea typeface="楷体_GB2312"/>
                </a:rPr>
                <a:t>P </a:t>
              </a:r>
              <a:r>
                <a:rPr lang="zh-CN" altLang="en-US" sz="2400" b="1" dirty="0">
                  <a:latin typeface="Arial Narrow" panose="020B0606020202030204" pitchFamily="34" charset="0"/>
                  <a:ea typeface="楷体_GB2312"/>
                </a:rPr>
                <a:t>点产生干涉加强的条件</a:t>
              </a:r>
            </a:p>
          </p:txBody>
        </p:sp>
        <p:graphicFrame>
          <p:nvGraphicFramePr>
            <p:cNvPr id="9248" name="Object 51"/>
            <p:cNvGraphicFramePr>
              <a:graphicFrameLocks noChangeAspect="1"/>
            </p:cNvGraphicFramePr>
            <p:nvPr/>
          </p:nvGraphicFramePr>
          <p:xfrm>
            <a:off x="2699" y="2806"/>
            <a:ext cx="816" cy="260"/>
          </p:xfrm>
          <a:graphic>
            <a:graphicData uri="http://schemas.openxmlformats.org/presentationml/2006/ole">
              <mc:AlternateContent xmlns:mc="http://schemas.openxmlformats.org/markup-compatibility/2006">
                <mc:Choice xmlns:v="urn:schemas-microsoft-com:vml" Requires="v">
                  <p:oleObj r:id="rId24" imgW="558800" imgH="177800" progId="Equation.3">
                    <p:embed/>
                  </p:oleObj>
                </mc:Choice>
                <mc:Fallback>
                  <p:oleObj r:id="rId24" imgW="558800" imgH="177800" progId="Equation.3">
                    <p:embed/>
                    <p:pic>
                      <p:nvPicPr>
                        <p:cNvPr id="0" name="图片 3082"/>
                        <p:cNvPicPr/>
                        <p:nvPr/>
                      </p:nvPicPr>
                      <p:blipFill>
                        <a:blip r:embed="rId19"/>
                        <a:stretch>
                          <a:fillRect/>
                        </a:stretch>
                      </p:blipFill>
                      <p:spPr>
                        <a:xfrm>
                          <a:off x="2699" y="2806"/>
                          <a:ext cx="816" cy="260"/>
                        </a:xfrm>
                        <a:prstGeom prst="rect">
                          <a:avLst/>
                        </a:prstGeom>
                        <a:noFill/>
                        <a:ln w="38100">
                          <a:noFill/>
                          <a:miter/>
                        </a:ln>
                      </p:spPr>
                    </p:pic>
                  </p:oleObj>
                </mc:Fallback>
              </mc:AlternateContent>
            </a:graphicData>
          </a:graphic>
        </p:graphicFrame>
      </p:grpSp>
      <p:grpSp>
        <p:nvGrpSpPr>
          <p:cNvPr id="6" name="Group 52"/>
          <p:cNvGrpSpPr/>
          <p:nvPr/>
        </p:nvGrpSpPr>
        <p:grpSpPr>
          <a:xfrm>
            <a:off x="1619250" y="5757863"/>
            <a:ext cx="5588000" cy="776287"/>
            <a:chOff x="462" y="3082"/>
            <a:chExt cx="3520" cy="489"/>
          </a:xfrm>
        </p:grpSpPr>
        <p:sp>
          <p:nvSpPr>
            <p:cNvPr id="9250" name="Text Box 53"/>
            <p:cNvSpPr txBox="1"/>
            <p:nvPr/>
          </p:nvSpPr>
          <p:spPr>
            <a:xfrm>
              <a:off x="462" y="3182"/>
              <a:ext cx="2268" cy="288"/>
            </a:xfrm>
            <a:prstGeom prst="rect">
              <a:avLst/>
            </a:prstGeom>
            <a:noFill/>
            <a:ln w="9525">
              <a:noFill/>
            </a:ln>
          </p:spPr>
          <p:txBody>
            <a:bodyPr anchor="t" anchorCtr="0">
              <a:spAutoFit/>
            </a:bodyPr>
            <a:lstStyle/>
            <a:p>
              <a:pPr eaLnBrk="0" hangingPunct="0">
                <a:spcBef>
                  <a:spcPct val="50000"/>
                </a:spcBef>
              </a:pPr>
              <a:r>
                <a:rPr lang="en-US" altLang="zh-CN" sz="2400" b="1" i="1" dirty="0">
                  <a:latin typeface="Times New Roman" panose="02020603050405020304" pitchFamily="18" charset="0"/>
                  <a:ea typeface="楷体_GB2312"/>
                </a:rPr>
                <a:t>P </a:t>
              </a:r>
              <a:r>
                <a:rPr lang="zh-CN" altLang="en-US" sz="2400" b="1" dirty="0">
                  <a:latin typeface="Arial Narrow" panose="020B0606020202030204" pitchFamily="34" charset="0"/>
                  <a:ea typeface="楷体_GB2312"/>
                </a:rPr>
                <a:t>点产生干涉减弱的条件</a:t>
              </a:r>
            </a:p>
          </p:txBody>
        </p:sp>
        <p:graphicFrame>
          <p:nvGraphicFramePr>
            <p:cNvPr id="9251" name="Object 54"/>
            <p:cNvGraphicFramePr>
              <a:graphicFrameLocks noChangeAspect="1"/>
            </p:cNvGraphicFramePr>
            <p:nvPr/>
          </p:nvGraphicFramePr>
          <p:xfrm>
            <a:off x="2750" y="3082"/>
            <a:ext cx="1232" cy="489"/>
          </p:xfrm>
          <a:graphic>
            <a:graphicData uri="http://schemas.openxmlformats.org/presentationml/2006/ole">
              <mc:AlternateContent xmlns:mc="http://schemas.openxmlformats.org/markup-compatibility/2006">
                <mc:Choice xmlns:v="urn:schemas-microsoft-com:vml" Requires="v">
                  <p:oleObj r:id="rId25" imgW="989965" imgH="393700" progId="Equation.3">
                    <p:embed/>
                  </p:oleObj>
                </mc:Choice>
                <mc:Fallback>
                  <p:oleObj r:id="rId25" imgW="989965" imgH="393700" progId="Equation.3">
                    <p:embed/>
                    <p:pic>
                      <p:nvPicPr>
                        <p:cNvPr id="0" name="图片 3080"/>
                        <p:cNvPicPr/>
                        <p:nvPr/>
                      </p:nvPicPr>
                      <p:blipFill>
                        <a:blip r:embed="rId23"/>
                        <a:stretch>
                          <a:fillRect/>
                        </a:stretch>
                      </p:blipFill>
                      <p:spPr>
                        <a:xfrm>
                          <a:off x="2750" y="3082"/>
                          <a:ext cx="1232" cy="489"/>
                        </a:xfrm>
                        <a:prstGeom prst="rect">
                          <a:avLst/>
                        </a:prstGeom>
                        <a:noFill/>
                        <a:ln w="38100">
                          <a:noFill/>
                          <a:miter/>
                        </a:ln>
                      </p:spPr>
                    </p:pic>
                  </p:oleObj>
                </mc:Fallback>
              </mc:AlternateContent>
            </a:graphicData>
          </a:graphic>
        </p:graphicFrame>
      </p:grpSp>
      <p:graphicFrame>
        <p:nvGraphicFramePr>
          <p:cNvPr id="35" name="Object 56"/>
          <p:cNvGraphicFramePr>
            <a:graphicFrameLocks noChangeAspect="1"/>
          </p:cNvGraphicFramePr>
          <p:nvPr/>
        </p:nvGraphicFramePr>
        <p:xfrm>
          <a:off x="7239000" y="5661025"/>
          <a:ext cx="1657350" cy="414338"/>
        </p:xfrm>
        <a:graphic>
          <a:graphicData uri="http://schemas.openxmlformats.org/presentationml/2006/ole">
            <mc:AlternateContent xmlns:mc="http://schemas.openxmlformats.org/markup-compatibility/2006">
              <mc:Choice xmlns:v="urn:schemas-microsoft-com:vml" Requires="v">
                <p:oleObj r:id="rId26" imgW="812165" imgH="203200" progId="Equation.3">
                  <p:embed/>
                </p:oleObj>
              </mc:Choice>
              <mc:Fallback>
                <p:oleObj r:id="rId26" imgW="812165" imgH="203200" progId="Equation.3">
                  <p:embed/>
                  <p:pic>
                    <p:nvPicPr>
                      <p:cNvPr id="0" name="图片 3087"/>
                      <p:cNvPicPr/>
                      <p:nvPr/>
                    </p:nvPicPr>
                    <p:blipFill>
                      <a:blip r:embed="rId17"/>
                      <a:stretch>
                        <a:fillRect/>
                      </a:stretch>
                    </p:blipFill>
                    <p:spPr>
                      <a:xfrm>
                        <a:off x="7239000" y="5661025"/>
                        <a:ext cx="1657350" cy="414338"/>
                      </a:xfrm>
                      <a:prstGeom prst="rect">
                        <a:avLst/>
                      </a:prstGeom>
                      <a:noFill/>
                      <a:ln w="38100">
                        <a:noFill/>
                        <a:miter/>
                      </a:ln>
                    </p:spPr>
                  </p:pic>
                </p:oleObj>
              </mc:Fallback>
            </mc:AlternateContent>
          </a:graphicData>
        </a:graphic>
      </p:graphicFrame>
      <p:sp>
        <p:nvSpPr>
          <p:cNvPr id="36" name="Rectangle 58"/>
          <p:cNvSpPr/>
          <p:nvPr/>
        </p:nvSpPr>
        <p:spPr>
          <a:xfrm>
            <a:off x="2878138" y="4778375"/>
            <a:ext cx="5232400" cy="530225"/>
          </a:xfrm>
          <a:prstGeom prst="rect">
            <a:avLst/>
          </a:prstGeom>
          <a:noFill/>
          <a:ln w="9525">
            <a:noFill/>
          </a:ln>
        </p:spPr>
        <p:txBody>
          <a:bodyPr anchor="t" anchorCtr="0">
            <a:spAutoFit/>
          </a:bodyPr>
          <a:lstStyle/>
          <a:p>
            <a:pPr eaLnBrk="0" hangingPunct="0">
              <a:lnSpc>
                <a:spcPct val="120000"/>
              </a:lnSpc>
            </a:pPr>
            <a:r>
              <a:rPr lang="zh-CN" altLang="en-US" sz="2400" b="1" dirty="0">
                <a:solidFill>
                  <a:srgbClr val="009900"/>
                </a:solidFill>
                <a:latin typeface="楷体_GB2312"/>
                <a:ea typeface="楷体_GB2312"/>
              </a:rPr>
              <a:t>将相位差的讨论化简为光程差的讨论</a:t>
            </a:r>
          </a:p>
        </p:txBody>
      </p:sp>
      <p:graphicFrame>
        <p:nvGraphicFramePr>
          <p:cNvPr id="9254" name="Object 18"/>
          <p:cNvGraphicFramePr/>
          <p:nvPr/>
        </p:nvGraphicFramePr>
        <p:xfrm>
          <a:off x="71438" y="282575"/>
          <a:ext cx="3019425" cy="525463"/>
        </p:xfrm>
        <a:graphic>
          <a:graphicData uri="http://schemas.openxmlformats.org/presentationml/2006/ole">
            <mc:AlternateContent xmlns:mc="http://schemas.openxmlformats.org/markup-compatibility/2006">
              <mc:Choice xmlns:v="urn:schemas-microsoft-com:vml" Requires="v">
                <p:oleObj r:id="rId27" imgW="1600200" imgH="279400" progId="Equation.DSMT4">
                  <p:embed/>
                </p:oleObj>
              </mc:Choice>
              <mc:Fallback>
                <p:oleObj r:id="rId27" imgW="1600200" imgH="279400" progId="Equation.DSMT4">
                  <p:embed/>
                  <p:pic>
                    <p:nvPicPr>
                      <p:cNvPr id="0" name="图片 3089"/>
                      <p:cNvPicPr/>
                      <p:nvPr/>
                    </p:nvPicPr>
                    <p:blipFill>
                      <a:blip r:embed="rId28"/>
                      <a:stretch>
                        <a:fillRect/>
                      </a:stretch>
                    </p:blipFill>
                    <p:spPr>
                      <a:xfrm>
                        <a:off x="71438" y="282575"/>
                        <a:ext cx="3019425" cy="5254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3" presetClass="entr" presetSubtype="10" fill="hold" grpId="0" nodeType="afterEffect">
                                  <p:stCondLst>
                                    <p:cond delay="0"/>
                                  </p:stCondLst>
                                  <p:childTnLst>
                                    <p:set>
                                      <p:cBhvr>
                                        <p:cTn id="9" dur="1" fill="hold">
                                          <p:stCondLst>
                                            <p:cond delay="0"/>
                                          </p:stCondLst>
                                        </p:cTn>
                                        <p:tgtEl>
                                          <p:spTgt spid="53511"/>
                                        </p:tgtEl>
                                        <p:attrNameLst>
                                          <p:attrName>style.visibility</p:attrName>
                                        </p:attrNameLst>
                                      </p:cBhvr>
                                      <p:to>
                                        <p:strVal val="visible"/>
                                      </p:to>
                                    </p:set>
                                    <p:animEffect transition="in" filter="blinds(horizontal)">
                                      <p:cBhvr>
                                        <p:cTn id="10" dur="500"/>
                                        <p:tgtEl>
                                          <p:spTgt spid="5351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5"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vertical)">
                                      <p:cBhvr>
                                        <p:cTn id="15" dur="500"/>
                                        <p:tgtEl>
                                          <p:spTgt spid="12"/>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16455"/>
                                        </p:tgtEl>
                                        <p:attrNameLst>
                                          <p:attrName>style.visibility</p:attrName>
                                        </p:attrNameLst>
                                      </p:cBhvr>
                                      <p:to>
                                        <p:strVal val="visible"/>
                                      </p:to>
                                    </p:set>
                                    <p:animEffect transition="in" filter="blinds(horizontal)">
                                      <p:cBhvr>
                                        <p:cTn id="23" dur="500"/>
                                        <p:tgtEl>
                                          <p:spTgt spid="316455"/>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094"/>
                                        </p:tgtEl>
                                        <p:attrNameLst>
                                          <p:attrName>style.visibility</p:attrName>
                                        </p:attrNameLst>
                                      </p:cBhvr>
                                      <p:to>
                                        <p:strVal val="visible"/>
                                      </p:to>
                                    </p:set>
                                    <p:animEffect transition="in" filter="blinds(horizontal)">
                                      <p:cBhvr>
                                        <p:cTn id="26" dur="500"/>
                                        <p:tgtEl>
                                          <p:spTgt spid="309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par>
                                <p:cTn id="32" presetID="3" presetClass="entr" presetSubtype="1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linds(horizontal)">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blinds(horizontal)">
                                      <p:cBhvr>
                                        <p:cTn id="39" dur="500"/>
                                        <p:tgtEl>
                                          <p:spTgt spid="22"/>
                                        </p:tgtEl>
                                      </p:cBhvr>
                                    </p:animEffect>
                                  </p:childTnLst>
                                </p:cTn>
                              </p:par>
                              <p:par>
                                <p:cTn id="40" presetID="3" presetClass="entr" presetSubtype="1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blinds(horizontal)">
                                      <p:cBhvr>
                                        <p:cTn id="42" dur="500"/>
                                        <p:tgtEl>
                                          <p:spTgt spid="26"/>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blinds(horizontal)">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blinds(horizontal)">
                                      <p:cBhvr>
                                        <p:cTn id="50" dur="500"/>
                                        <p:tgtEl>
                                          <p:spTgt spid="27"/>
                                        </p:tgtEl>
                                      </p:cBhvr>
                                    </p:animEffect>
                                  </p:childTnLst>
                                </p:cTn>
                              </p:par>
                              <p:par>
                                <p:cTn id="51" presetID="3" presetClass="entr" presetSubtype="10" fill="hold" nodeType="with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blinds(horizontal)">
                                      <p:cBhvr>
                                        <p:cTn id="53" dur="500"/>
                                        <p:tgtEl>
                                          <p:spTgt spid="28"/>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blinds(horizontal)">
                                      <p:cBhvr>
                                        <p:cTn id="56" dur="500"/>
                                        <p:tgtEl>
                                          <p:spTgt spid="24"/>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blinds(horizontal)">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blinds(horizontal)">
                                      <p:cBhvr>
                                        <p:cTn id="66" dur="500"/>
                                        <p:tgtEl>
                                          <p:spTgt spid="21"/>
                                        </p:tgtEl>
                                      </p:cBhvr>
                                    </p:animEffect>
                                  </p:childTnLst>
                                </p:cTn>
                              </p:par>
                            </p:childTnLst>
                          </p:cTn>
                        </p:par>
                        <p:par>
                          <p:cTn id="67" fill="hold">
                            <p:stCondLst>
                              <p:cond delay="500"/>
                            </p:stCondLst>
                            <p:childTnLst>
                              <p:par>
                                <p:cTn id="68" presetID="1" presetClass="entr" presetSubtype="0" fill="hold" grpId="0" nodeType="afterEffect">
                                  <p:stCondLst>
                                    <p:cond delay="0"/>
                                  </p:stCondLst>
                                  <p:childTnLst>
                                    <p:set>
                                      <p:cBhvr>
                                        <p:cTn id="69" dur="1" fill="hold">
                                          <p:stCondLst>
                                            <p:cond delay="0"/>
                                          </p:stCondLst>
                                        </p:cTn>
                                        <p:tgtEl>
                                          <p:spTgt spid="3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5"/>
                                        </p:tgtEl>
                                        <p:attrNameLst>
                                          <p:attrName>style.visibility</p:attrName>
                                        </p:attrNameLst>
                                      </p:cBhvr>
                                      <p:to>
                                        <p:strVal val="visible"/>
                                      </p:to>
                                    </p:set>
                                    <p:animEffect transition="in" filter="blinds(horizontal)">
                                      <p:cBhvr>
                                        <p:cTn id="74" dur="500"/>
                                        <p:tgtEl>
                                          <p:spTgt spid="5"/>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6"/>
                                        </p:tgtEl>
                                        <p:attrNameLst>
                                          <p:attrName>style.visibility</p:attrName>
                                        </p:attrNameLst>
                                      </p:cBhvr>
                                      <p:to>
                                        <p:strVal val="visible"/>
                                      </p:to>
                                    </p:set>
                                    <p:animEffect transition="in" filter="blinds(horizontal)">
                                      <p:cBhvr>
                                        <p:cTn id="79" dur="500"/>
                                        <p:tgtEl>
                                          <p:spTgt spid="6"/>
                                        </p:tgtEl>
                                      </p:cBhvr>
                                    </p:animEffect>
                                  </p:childTnLst>
                                </p:cTn>
                              </p:par>
                            </p:childTnLst>
                          </p:cTn>
                        </p:par>
                        <p:par>
                          <p:cTn id="80" fill="hold">
                            <p:stCondLst>
                              <p:cond delay="500"/>
                            </p:stCondLst>
                            <p:childTnLst>
                              <p:par>
                                <p:cTn id="81" presetID="3" presetClass="entr" presetSubtype="10" fill="hold" nodeType="after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blinds(horizontal)">
                                      <p:cBhvr>
                                        <p:cTn id="8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11" grpId="0" bldLvl="0" animBg="1"/>
      <p:bldP spid="13" grpId="0"/>
      <p:bldP spid="3094" grpId="0"/>
      <p:bldP spid="21" grpId="0" bldLvl="0" animBg="1"/>
      <p:bldP spid="23" grpId="0"/>
      <p:bldP spid="24" grpId="0"/>
      <p:bldP spid="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文本框 3"/>
          <p:cNvSpPr txBox="1"/>
          <p:nvPr>
            <p:custDataLst>
              <p:tags r:id="rId1"/>
            </p:custDataLst>
          </p:nvPr>
        </p:nvSpPr>
        <p:spPr>
          <a:xfrm>
            <a:off x="467043" y="692150"/>
            <a:ext cx="4886325" cy="737235"/>
          </a:xfrm>
          <a:prstGeom prst="rect">
            <a:avLst/>
          </a:prstGeom>
          <a:noFill/>
          <a:ln w="9525">
            <a:noFill/>
          </a:ln>
        </p:spPr>
        <p:txBody>
          <a:bodyPr wrap="square" anchor="t" anchorCtr="0">
            <a:spAutoFit/>
          </a:bodyPr>
          <a:lstStyle/>
          <a:p>
            <a:pPr algn="just">
              <a:lnSpc>
                <a:spcPct val="150000"/>
              </a:lnSpc>
            </a:pPr>
            <a:r>
              <a:rPr lang="zh-CN" altLang="en-US" sz="2800" b="1">
                <a:solidFill>
                  <a:srgbClr val="0000FF"/>
                </a:solidFill>
                <a:latin typeface="Verdana" panose="020B0604030504040204" pitchFamily="34" charset="0"/>
                <a:ea typeface="宋体" panose="02010600030101010101" pitchFamily="2" charset="-122"/>
              </a:rPr>
              <a:t>课前测：</a:t>
            </a:r>
            <a:r>
              <a:rPr lang="en-US" altLang="zh-CN" sz="2800" b="1">
                <a:solidFill>
                  <a:srgbClr val="0000FF"/>
                </a:solidFill>
                <a:latin typeface="Verdana" panose="020B0604030504040204" pitchFamily="34" charset="0"/>
                <a:ea typeface="宋体" panose="02010600030101010101" pitchFamily="2" charset="-122"/>
              </a:rPr>
              <a:t>    </a:t>
            </a:r>
            <a:r>
              <a:rPr lang="en-US" altLang="zh-CN" sz="2800" b="1">
                <a:latin typeface="Verdana" panose="020B0604030504040204" pitchFamily="34" charset="0"/>
                <a:ea typeface="宋体" panose="02010600030101010101" pitchFamily="2" charset="-122"/>
              </a:rPr>
              <a:t>  </a:t>
            </a:r>
            <a:endParaRPr lang="zh-CN" altLang="en-US" sz="2800" b="1">
              <a:solidFill>
                <a:srgbClr val="0000FF"/>
              </a:solidFill>
              <a:latin typeface="Verdana" panose="020B0604030504040204" pitchFamily="34" charset="0"/>
              <a:ea typeface="宋体" panose="02010600030101010101" pitchFamily="2" charset="-122"/>
            </a:endParaRPr>
          </a:p>
        </p:txBody>
      </p:sp>
      <p:sp>
        <p:nvSpPr>
          <p:cNvPr id="3075" name="文本框 99"/>
          <p:cNvSpPr txBox="1"/>
          <p:nvPr>
            <p:custDataLst>
              <p:tags r:id="rId2"/>
            </p:custDataLst>
          </p:nvPr>
        </p:nvSpPr>
        <p:spPr>
          <a:xfrm>
            <a:off x="467360" y="1386205"/>
            <a:ext cx="8204835" cy="3969385"/>
          </a:xfrm>
          <a:prstGeom prst="rect">
            <a:avLst/>
          </a:prstGeom>
          <a:noFill/>
          <a:ln w="9525">
            <a:noFill/>
          </a:ln>
        </p:spPr>
        <p:txBody>
          <a:bodyPr wrap="square" anchor="t" anchorCtr="0">
            <a:spAutoFit/>
          </a:bodyPr>
          <a:lstStyle/>
          <a:p>
            <a:pPr>
              <a:lnSpc>
                <a:spcPct val="150000"/>
              </a:lnSpc>
            </a:pPr>
            <a:r>
              <a:rPr lang="zh-CN" altLang="zh-CN" sz="2800" b="1">
                <a:latin typeface="Times New Roman" panose="02020603050405020304" pitchFamily="18" charset="0"/>
                <a:ea typeface="宋体" panose="02010600030101010101" pitchFamily="2" charset="-122"/>
              </a:rPr>
              <a:t>在相同的时间内，一束波长为</a:t>
            </a:r>
            <a:r>
              <a:rPr lang="zh-CN" altLang="zh-CN" sz="2800" b="1" i="1">
                <a:latin typeface="Times New Roman" panose="02020603050405020304" pitchFamily="18" charset="0"/>
                <a:ea typeface="微软雅黑" panose="020B0503020204020204" charset="-122"/>
              </a:rPr>
              <a:t>λ</a:t>
            </a:r>
            <a:r>
              <a:rPr lang="zh-CN" altLang="zh-CN" sz="2800" b="1">
                <a:latin typeface="Times New Roman" panose="02020603050405020304" pitchFamily="18" charset="0"/>
                <a:ea typeface="宋体" panose="02010600030101010101" pitchFamily="2" charset="-122"/>
              </a:rPr>
              <a:t>的单色光在空气中和在玻璃中</a:t>
            </a:r>
          </a:p>
          <a:p>
            <a:pPr>
              <a:lnSpc>
                <a:spcPct val="150000"/>
              </a:lnSpc>
            </a:pPr>
            <a:r>
              <a:rPr lang="zh-CN" altLang="zh-CN" sz="2800" b="1">
                <a:latin typeface="Times New Roman" panose="02020603050405020304" pitchFamily="18" charset="0"/>
                <a:ea typeface="宋体" panose="02010600030101010101" pitchFamily="2" charset="-122"/>
              </a:rPr>
              <a:t>(A) 传播的路程相等，走过的光程相等      </a:t>
            </a:r>
          </a:p>
          <a:p>
            <a:pPr>
              <a:lnSpc>
                <a:spcPct val="150000"/>
              </a:lnSpc>
            </a:pPr>
            <a:r>
              <a:rPr lang="zh-CN" altLang="zh-CN" sz="2800" b="1">
                <a:latin typeface="Times New Roman" panose="02020603050405020304" pitchFamily="18" charset="0"/>
                <a:ea typeface="宋体" panose="02010600030101010101" pitchFamily="2" charset="-122"/>
              </a:rPr>
              <a:t>(B) 传播的路程相等，走过的光程不相等                      </a:t>
            </a:r>
          </a:p>
          <a:p>
            <a:pPr>
              <a:lnSpc>
                <a:spcPct val="150000"/>
              </a:lnSpc>
            </a:pPr>
            <a:r>
              <a:rPr lang="zh-CN" altLang="zh-CN" sz="2800" b="1">
                <a:latin typeface="Times New Roman" panose="02020603050405020304" pitchFamily="18" charset="0"/>
                <a:ea typeface="宋体" panose="02010600030101010101" pitchFamily="2" charset="-122"/>
              </a:rPr>
              <a:t>(C) 传播的路程不相等，走过的光程相等    </a:t>
            </a:r>
          </a:p>
          <a:p>
            <a:pPr>
              <a:lnSpc>
                <a:spcPct val="150000"/>
              </a:lnSpc>
            </a:pPr>
            <a:r>
              <a:rPr lang="zh-CN" altLang="zh-CN" sz="2800" b="1">
                <a:latin typeface="Times New Roman" panose="02020603050405020304" pitchFamily="18" charset="0"/>
                <a:ea typeface="宋体" panose="02010600030101010101" pitchFamily="2" charset="-122"/>
              </a:rPr>
              <a:t>(D) 传播的路程不相等，走过的光程不相等  </a:t>
            </a:r>
          </a:p>
        </p:txBody>
      </p:sp>
      <p:sp>
        <p:nvSpPr>
          <p:cNvPr id="2" name="文本框 1"/>
          <p:cNvSpPr txBox="1"/>
          <p:nvPr/>
        </p:nvSpPr>
        <p:spPr>
          <a:xfrm>
            <a:off x="539115" y="5589270"/>
            <a:ext cx="4572000" cy="521970"/>
          </a:xfrm>
          <a:prstGeom prst="rect">
            <a:avLst/>
          </a:prstGeom>
          <a:noFill/>
        </p:spPr>
        <p:txBody>
          <a:bodyPr wrap="square" rtlCol="0" anchor="t">
            <a:spAutoFit/>
          </a:bodyPr>
          <a:lstStyle/>
          <a:p>
            <a:r>
              <a:rPr lang="zh-CN" altLang="zh-CN" sz="2800" b="1">
                <a:solidFill>
                  <a:srgbClr val="C00000"/>
                </a:solidFill>
                <a:latin typeface="Times New Roman" panose="02020603050405020304" pitchFamily="18" charset="0"/>
                <a:sym typeface="+mn-ea"/>
              </a:rPr>
              <a:t>答案(C)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descr="羊皮纸"/>
          <p:cNvSpPr/>
          <p:nvPr>
            <p:custDataLst>
              <p:tags r:id="rId1"/>
            </p:custDataLst>
          </p:nvPr>
        </p:nvSpPr>
        <p:spPr>
          <a:xfrm>
            <a:off x="0" y="0"/>
            <a:ext cx="9144000" cy="184150"/>
          </a:xfrm>
          <a:prstGeom prst="rect">
            <a:avLst/>
          </a:prstGeom>
          <a:blipFill rotWithShape="0">
            <a:blip r:embed="rId3"/>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0242" name="Rectangle 3" descr="羊皮纸"/>
          <p:cNvSpPr/>
          <p:nvPr/>
        </p:nvSpPr>
        <p:spPr>
          <a:xfrm>
            <a:off x="0" y="6710363"/>
            <a:ext cx="9144000" cy="147637"/>
          </a:xfrm>
          <a:prstGeom prst="rect">
            <a:avLst/>
          </a:prstGeom>
          <a:blipFill rotWithShape="0">
            <a:blip r:embed="rId3"/>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nvGrpSpPr>
          <p:cNvPr id="25603" name="Group 4"/>
          <p:cNvGrpSpPr/>
          <p:nvPr/>
        </p:nvGrpSpPr>
        <p:grpSpPr>
          <a:xfrm>
            <a:off x="3119438" y="1871663"/>
            <a:ext cx="5908675" cy="3095625"/>
            <a:chOff x="787" y="520"/>
            <a:chExt cx="4190" cy="1912"/>
          </a:xfrm>
        </p:grpSpPr>
        <p:grpSp>
          <p:nvGrpSpPr>
            <p:cNvPr id="10244" name="Group 5"/>
            <p:cNvGrpSpPr/>
            <p:nvPr/>
          </p:nvGrpSpPr>
          <p:grpSpPr>
            <a:xfrm>
              <a:off x="4486" y="730"/>
              <a:ext cx="198" cy="1702"/>
              <a:chOff x="4519" y="418"/>
              <a:chExt cx="198" cy="1702"/>
            </a:xfrm>
          </p:grpSpPr>
          <p:sp>
            <p:nvSpPr>
              <p:cNvPr id="10245" name="Rectangle 6"/>
              <p:cNvSpPr/>
              <p:nvPr/>
            </p:nvSpPr>
            <p:spPr>
              <a:xfrm>
                <a:off x="4519" y="422"/>
                <a:ext cx="196" cy="1698"/>
              </a:xfrm>
              <a:prstGeom prst="rect">
                <a:avLst/>
              </a:prstGeom>
              <a:solidFill>
                <a:srgbClr val="FFCC99"/>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0246" name="Rectangle 7"/>
              <p:cNvSpPr/>
              <p:nvPr/>
            </p:nvSpPr>
            <p:spPr>
              <a:xfrm>
                <a:off x="4523" y="1673"/>
                <a:ext cx="194" cy="8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0247" name="Rectangle 8"/>
              <p:cNvSpPr/>
              <p:nvPr/>
            </p:nvSpPr>
            <p:spPr>
              <a:xfrm>
                <a:off x="4524" y="1858"/>
                <a:ext cx="193" cy="8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0248" name="Rectangle 9"/>
              <p:cNvSpPr/>
              <p:nvPr/>
            </p:nvSpPr>
            <p:spPr>
              <a:xfrm>
                <a:off x="4523" y="1497"/>
                <a:ext cx="194" cy="8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0249" name="Rectangle 10"/>
              <p:cNvSpPr/>
              <p:nvPr/>
            </p:nvSpPr>
            <p:spPr>
              <a:xfrm>
                <a:off x="4524" y="1322"/>
                <a:ext cx="193" cy="8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0250" name="Rectangle 11"/>
              <p:cNvSpPr/>
              <p:nvPr/>
            </p:nvSpPr>
            <p:spPr>
              <a:xfrm>
                <a:off x="4523" y="2031"/>
                <a:ext cx="193" cy="8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0251" name="Rectangle 12"/>
              <p:cNvSpPr/>
              <p:nvPr/>
            </p:nvSpPr>
            <p:spPr>
              <a:xfrm>
                <a:off x="4520" y="594"/>
                <a:ext cx="194" cy="8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0252" name="Rectangle 13"/>
              <p:cNvSpPr/>
              <p:nvPr/>
            </p:nvSpPr>
            <p:spPr>
              <a:xfrm>
                <a:off x="4521" y="779"/>
                <a:ext cx="193" cy="8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0253" name="Rectangle 14"/>
              <p:cNvSpPr/>
              <p:nvPr/>
            </p:nvSpPr>
            <p:spPr>
              <a:xfrm>
                <a:off x="4520" y="418"/>
                <a:ext cx="194" cy="8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0254" name="Rectangle 15"/>
              <p:cNvSpPr/>
              <p:nvPr/>
            </p:nvSpPr>
            <p:spPr>
              <a:xfrm>
                <a:off x="4520" y="952"/>
                <a:ext cx="193" cy="8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0255" name="Rectangle 16"/>
              <p:cNvSpPr/>
              <p:nvPr/>
            </p:nvSpPr>
            <p:spPr>
              <a:xfrm>
                <a:off x="4522" y="1134"/>
                <a:ext cx="193" cy="8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
          <p:nvSpPr>
            <p:cNvPr id="10256" name="Line 17"/>
            <p:cNvSpPr/>
            <p:nvPr/>
          </p:nvSpPr>
          <p:spPr>
            <a:xfrm>
              <a:off x="4477" y="520"/>
              <a:ext cx="0" cy="1866"/>
            </a:xfrm>
            <a:prstGeom prst="line">
              <a:avLst/>
            </a:prstGeom>
            <a:ln w="28575" cap="flat" cmpd="sng">
              <a:solidFill>
                <a:schemeClr val="tx2"/>
              </a:solidFill>
              <a:prstDash val="solid"/>
              <a:round/>
              <a:headEnd type="triangle" w="sm" len="lg"/>
              <a:tailEnd type="none" w="med" len="med"/>
            </a:ln>
          </p:spPr>
        </p:sp>
        <p:sp>
          <p:nvSpPr>
            <p:cNvPr id="10257" name="Line 18"/>
            <p:cNvSpPr/>
            <p:nvPr/>
          </p:nvSpPr>
          <p:spPr>
            <a:xfrm>
              <a:off x="1185" y="1000"/>
              <a:ext cx="0" cy="1170"/>
            </a:xfrm>
            <a:prstGeom prst="line">
              <a:avLst/>
            </a:prstGeom>
            <a:ln w="57150" cap="flat" cmpd="sng">
              <a:solidFill>
                <a:schemeClr val="tx1"/>
              </a:solidFill>
              <a:prstDash val="solid"/>
              <a:round/>
              <a:headEnd type="none" w="med" len="med"/>
              <a:tailEnd type="none" w="med" len="med"/>
            </a:ln>
          </p:spPr>
        </p:sp>
        <p:sp>
          <p:nvSpPr>
            <p:cNvPr id="10258" name="Line 19"/>
            <p:cNvSpPr/>
            <p:nvPr/>
          </p:nvSpPr>
          <p:spPr>
            <a:xfrm>
              <a:off x="1111" y="1314"/>
              <a:ext cx="114" cy="0"/>
            </a:xfrm>
            <a:prstGeom prst="line">
              <a:avLst/>
            </a:prstGeom>
            <a:ln w="57150" cap="flat" cmpd="sng">
              <a:solidFill>
                <a:schemeClr val="bg1"/>
              </a:solidFill>
              <a:prstDash val="solid"/>
              <a:round/>
              <a:headEnd type="none" w="med" len="med"/>
              <a:tailEnd type="none" w="med" len="med"/>
            </a:ln>
          </p:spPr>
        </p:sp>
        <p:sp>
          <p:nvSpPr>
            <p:cNvPr id="10259" name="Line 20"/>
            <p:cNvSpPr/>
            <p:nvPr/>
          </p:nvSpPr>
          <p:spPr>
            <a:xfrm>
              <a:off x="928" y="1314"/>
              <a:ext cx="221" cy="0"/>
            </a:xfrm>
            <a:prstGeom prst="line">
              <a:avLst/>
            </a:prstGeom>
            <a:ln w="9525" cap="flat" cmpd="sng">
              <a:solidFill>
                <a:schemeClr val="tx1"/>
              </a:solidFill>
              <a:prstDash val="solid"/>
              <a:round/>
              <a:headEnd type="none" w="med" len="med"/>
              <a:tailEnd type="none" w="med" len="med"/>
            </a:ln>
          </p:spPr>
        </p:sp>
        <p:sp>
          <p:nvSpPr>
            <p:cNvPr id="10260" name="Line 21"/>
            <p:cNvSpPr/>
            <p:nvPr/>
          </p:nvSpPr>
          <p:spPr>
            <a:xfrm>
              <a:off x="912" y="1836"/>
              <a:ext cx="221" cy="0"/>
            </a:xfrm>
            <a:prstGeom prst="line">
              <a:avLst/>
            </a:prstGeom>
            <a:ln w="9525" cap="flat" cmpd="sng">
              <a:solidFill>
                <a:schemeClr val="tx1"/>
              </a:solidFill>
              <a:prstDash val="solid"/>
              <a:round/>
              <a:headEnd type="none" w="med" len="med"/>
              <a:tailEnd type="none" w="med" len="med"/>
            </a:ln>
          </p:spPr>
        </p:sp>
        <p:grpSp>
          <p:nvGrpSpPr>
            <p:cNvPr id="10261" name="Group 22"/>
            <p:cNvGrpSpPr/>
            <p:nvPr/>
          </p:nvGrpSpPr>
          <p:grpSpPr>
            <a:xfrm>
              <a:off x="978" y="1107"/>
              <a:ext cx="143" cy="169"/>
              <a:chOff x="1632" y="2928"/>
              <a:chExt cx="144" cy="192"/>
            </a:xfrm>
          </p:grpSpPr>
          <p:sp>
            <p:nvSpPr>
              <p:cNvPr id="10262" name="WordArt 23"/>
              <p:cNvSpPr>
                <a:spLocks noTextEdit="1"/>
              </p:cNvSpPr>
              <p:nvPr/>
            </p:nvSpPr>
            <p:spPr>
              <a:xfrm>
                <a:off x="1632" y="2928"/>
                <a:ext cx="96" cy="13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s</a:t>
                </a:r>
              </a:p>
            </p:txBody>
          </p:sp>
          <p:sp>
            <p:nvSpPr>
              <p:cNvPr id="10263" name="WordArt 24"/>
              <p:cNvSpPr>
                <a:spLocks noTextEdit="1"/>
              </p:cNvSpPr>
              <p:nvPr/>
            </p:nvSpPr>
            <p:spPr>
              <a:xfrm>
                <a:off x="1728" y="3024"/>
                <a:ext cx="48" cy="9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1</a:t>
                </a:r>
              </a:p>
            </p:txBody>
          </p:sp>
        </p:grpSp>
        <p:grpSp>
          <p:nvGrpSpPr>
            <p:cNvPr id="10264" name="Group 25"/>
            <p:cNvGrpSpPr/>
            <p:nvPr/>
          </p:nvGrpSpPr>
          <p:grpSpPr>
            <a:xfrm>
              <a:off x="946" y="1875"/>
              <a:ext cx="177" cy="130"/>
              <a:chOff x="1776" y="2976"/>
              <a:chExt cx="192" cy="144"/>
            </a:xfrm>
          </p:grpSpPr>
          <p:sp>
            <p:nvSpPr>
              <p:cNvPr id="10265" name="WordArt 26"/>
              <p:cNvSpPr>
                <a:spLocks noTextEdit="1"/>
              </p:cNvSpPr>
              <p:nvPr/>
            </p:nvSpPr>
            <p:spPr>
              <a:xfrm>
                <a:off x="1901" y="3024"/>
                <a:ext cx="67" cy="9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2</a:t>
                </a:r>
              </a:p>
            </p:txBody>
          </p:sp>
          <p:sp>
            <p:nvSpPr>
              <p:cNvPr id="10266" name="WordArt 27"/>
              <p:cNvSpPr>
                <a:spLocks noTextEdit="1"/>
              </p:cNvSpPr>
              <p:nvPr/>
            </p:nvSpPr>
            <p:spPr>
              <a:xfrm>
                <a:off x="1776" y="2976"/>
                <a:ext cx="96" cy="13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s</a:t>
                </a:r>
              </a:p>
            </p:txBody>
          </p:sp>
        </p:grpSp>
        <p:sp>
          <p:nvSpPr>
            <p:cNvPr id="10267" name="Line 28"/>
            <p:cNvSpPr/>
            <p:nvPr/>
          </p:nvSpPr>
          <p:spPr>
            <a:xfrm>
              <a:off x="1065" y="1314"/>
              <a:ext cx="0" cy="517"/>
            </a:xfrm>
            <a:prstGeom prst="line">
              <a:avLst/>
            </a:prstGeom>
            <a:ln w="9525" cap="flat" cmpd="sng">
              <a:solidFill>
                <a:schemeClr val="tx1"/>
              </a:solidFill>
              <a:prstDash val="solid"/>
              <a:round/>
              <a:headEnd type="triangle" w="med" len="lg"/>
              <a:tailEnd type="triangle" w="med" len="lg"/>
            </a:ln>
          </p:spPr>
        </p:sp>
        <p:sp>
          <p:nvSpPr>
            <p:cNvPr id="10268" name="Line 29"/>
            <p:cNvSpPr/>
            <p:nvPr/>
          </p:nvSpPr>
          <p:spPr>
            <a:xfrm>
              <a:off x="1149" y="1836"/>
              <a:ext cx="114" cy="0"/>
            </a:xfrm>
            <a:prstGeom prst="line">
              <a:avLst/>
            </a:prstGeom>
            <a:ln w="57150" cap="flat" cmpd="sng">
              <a:solidFill>
                <a:schemeClr val="bg1"/>
              </a:solidFill>
              <a:prstDash val="solid"/>
              <a:round/>
              <a:headEnd type="none" w="med" len="med"/>
              <a:tailEnd type="none" w="med" len="med"/>
            </a:ln>
          </p:spPr>
        </p:sp>
        <p:sp>
          <p:nvSpPr>
            <p:cNvPr id="10269" name="Line 30"/>
            <p:cNvSpPr/>
            <p:nvPr/>
          </p:nvSpPr>
          <p:spPr>
            <a:xfrm flipV="1">
              <a:off x="3090" y="2024"/>
              <a:ext cx="1358" cy="0"/>
            </a:xfrm>
            <a:prstGeom prst="line">
              <a:avLst/>
            </a:prstGeom>
            <a:ln w="19050" cap="flat" cmpd="sng">
              <a:solidFill>
                <a:schemeClr val="tx1"/>
              </a:solidFill>
              <a:prstDash val="solid"/>
              <a:round/>
              <a:headEnd type="none" w="med" len="med"/>
              <a:tailEnd type="triangle" w="med" len="lg"/>
            </a:ln>
          </p:spPr>
        </p:sp>
        <p:sp>
          <p:nvSpPr>
            <p:cNvPr id="10270" name="Line 31"/>
            <p:cNvSpPr/>
            <p:nvPr/>
          </p:nvSpPr>
          <p:spPr>
            <a:xfrm>
              <a:off x="1200" y="2041"/>
              <a:ext cx="1241" cy="0"/>
            </a:xfrm>
            <a:prstGeom prst="line">
              <a:avLst/>
            </a:prstGeom>
            <a:ln w="19050" cap="flat" cmpd="sng">
              <a:solidFill>
                <a:schemeClr val="tx1"/>
              </a:solidFill>
              <a:prstDash val="solid"/>
              <a:round/>
              <a:headEnd type="triangle" w="med" len="lg"/>
              <a:tailEnd type="none" w="med" len="med"/>
            </a:ln>
          </p:spPr>
        </p:sp>
        <p:sp>
          <p:nvSpPr>
            <p:cNvPr id="10271" name="Line 32"/>
            <p:cNvSpPr/>
            <p:nvPr/>
          </p:nvSpPr>
          <p:spPr>
            <a:xfrm flipV="1">
              <a:off x="1211" y="769"/>
              <a:ext cx="3259" cy="1061"/>
            </a:xfrm>
            <a:prstGeom prst="line">
              <a:avLst/>
            </a:prstGeom>
            <a:ln w="28575" cap="flat" cmpd="sng">
              <a:solidFill>
                <a:srgbClr val="CC0000"/>
              </a:solidFill>
              <a:prstDash val="solid"/>
              <a:round/>
              <a:headEnd type="none" w="med" len="med"/>
              <a:tailEnd type="none" w="med" len="med"/>
            </a:ln>
          </p:spPr>
        </p:sp>
        <p:sp>
          <p:nvSpPr>
            <p:cNvPr id="10272" name="Line 33"/>
            <p:cNvSpPr/>
            <p:nvPr/>
          </p:nvSpPr>
          <p:spPr>
            <a:xfrm flipV="1">
              <a:off x="1203" y="760"/>
              <a:ext cx="3298" cy="565"/>
            </a:xfrm>
            <a:prstGeom prst="line">
              <a:avLst/>
            </a:prstGeom>
            <a:ln w="28575" cap="flat" cmpd="sng">
              <a:solidFill>
                <a:srgbClr val="CC0000"/>
              </a:solidFill>
              <a:prstDash val="solid"/>
              <a:round/>
              <a:headEnd type="none" w="med" len="med"/>
              <a:tailEnd type="none" w="med" len="med"/>
            </a:ln>
          </p:spPr>
        </p:sp>
        <p:sp>
          <p:nvSpPr>
            <p:cNvPr id="10273" name="WordArt 34"/>
            <p:cNvSpPr>
              <a:spLocks noTextEdit="1"/>
            </p:cNvSpPr>
            <p:nvPr/>
          </p:nvSpPr>
          <p:spPr>
            <a:xfrm>
              <a:off x="4250" y="1632"/>
              <a:ext cx="133" cy="12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2"/>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o</a:t>
              </a:r>
            </a:p>
          </p:txBody>
        </p:sp>
        <p:sp>
          <p:nvSpPr>
            <p:cNvPr id="10274" name="WordArt 35"/>
            <p:cNvSpPr>
              <a:spLocks noTextEdit="1"/>
            </p:cNvSpPr>
            <p:nvPr/>
          </p:nvSpPr>
          <p:spPr>
            <a:xfrm>
              <a:off x="4213" y="544"/>
              <a:ext cx="155" cy="14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996633"/>
                    </a:solidFill>
                    <a:prstDash val="solid"/>
                    <a:round/>
                    <a:headEnd type="none" w="med" len="med"/>
                    <a:tailEnd type="none" w="med" len="med"/>
                  </a:ln>
                  <a:solidFill>
                    <a:srgbClr val="996633"/>
                  </a:solidFill>
                  <a:latin typeface="Times New Roman" panose="02020603050405020304" pitchFamily="18" charset="0"/>
                  <a:ea typeface="Times New Roman" panose="02020603050405020304" pitchFamily="18" charset="0"/>
                </a:rPr>
                <a:t>x</a:t>
              </a:r>
            </a:p>
          </p:txBody>
        </p:sp>
        <p:sp>
          <p:nvSpPr>
            <p:cNvPr id="10275" name="Line 36"/>
            <p:cNvSpPr/>
            <p:nvPr/>
          </p:nvSpPr>
          <p:spPr>
            <a:xfrm>
              <a:off x="4666" y="1395"/>
              <a:ext cx="217" cy="0"/>
            </a:xfrm>
            <a:prstGeom prst="line">
              <a:avLst/>
            </a:prstGeom>
            <a:ln w="9525" cap="flat" cmpd="sng">
              <a:solidFill>
                <a:schemeClr val="tx1"/>
              </a:solidFill>
              <a:prstDash val="solid"/>
              <a:round/>
              <a:headEnd type="none" w="med" len="med"/>
              <a:tailEnd type="none" w="med" len="med"/>
            </a:ln>
          </p:spPr>
        </p:sp>
        <p:sp>
          <p:nvSpPr>
            <p:cNvPr id="10276" name="Line 37"/>
            <p:cNvSpPr/>
            <p:nvPr/>
          </p:nvSpPr>
          <p:spPr>
            <a:xfrm flipV="1">
              <a:off x="1218" y="1587"/>
              <a:ext cx="3292" cy="0"/>
            </a:xfrm>
            <a:prstGeom prst="line">
              <a:avLst/>
            </a:prstGeom>
            <a:ln w="6350" cap="flat" cmpd="sng">
              <a:solidFill>
                <a:schemeClr val="tx1"/>
              </a:solidFill>
              <a:prstDash val="lgDashDot"/>
              <a:round/>
              <a:headEnd type="none" w="med" len="med"/>
              <a:tailEnd type="none" w="med" len="med"/>
            </a:ln>
          </p:spPr>
        </p:sp>
        <p:sp>
          <p:nvSpPr>
            <p:cNvPr id="10277" name="Line 38"/>
            <p:cNvSpPr/>
            <p:nvPr/>
          </p:nvSpPr>
          <p:spPr>
            <a:xfrm>
              <a:off x="4666" y="1224"/>
              <a:ext cx="217" cy="0"/>
            </a:xfrm>
            <a:prstGeom prst="line">
              <a:avLst/>
            </a:prstGeom>
            <a:ln w="9525" cap="flat" cmpd="sng">
              <a:solidFill>
                <a:schemeClr val="tx1"/>
              </a:solidFill>
              <a:prstDash val="solid"/>
              <a:round/>
              <a:headEnd type="none" w="med" len="med"/>
              <a:tailEnd type="none" w="med" len="med"/>
            </a:ln>
          </p:spPr>
        </p:sp>
        <p:sp>
          <p:nvSpPr>
            <p:cNvPr id="10278" name="Line 39"/>
            <p:cNvSpPr/>
            <p:nvPr/>
          </p:nvSpPr>
          <p:spPr>
            <a:xfrm>
              <a:off x="4666" y="1054"/>
              <a:ext cx="217" cy="0"/>
            </a:xfrm>
            <a:prstGeom prst="line">
              <a:avLst/>
            </a:prstGeom>
            <a:ln w="9525" cap="flat" cmpd="sng">
              <a:solidFill>
                <a:schemeClr val="tx1"/>
              </a:solidFill>
              <a:prstDash val="solid"/>
              <a:round/>
              <a:headEnd type="none" w="med" len="med"/>
              <a:tailEnd type="none" w="med" len="med"/>
            </a:ln>
          </p:spPr>
        </p:sp>
        <p:sp>
          <p:nvSpPr>
            <p:cNvPr id="10279" name="Line 40"/>
            <p:cNvSpPr/>
            <p:nvPr/>
          </p:nvSpPr>
          <p:spPr>
            <a:xfrm>
              <a:off x="4666" y="856"/>
              <a:ext cx="217" cy="0"/>
            </a:xfrm>
            <a:prstGeom prst="line">
              <a:avLst/>
            </a:prstGeom>
            <a:ln w="9525" cap="flat" cmpd="sng">
              <a:solidFill>
                <a:schemeClr val="tx1"/>
              </a:solidFill>
              <a:prstDash val="solid"/>
              <a:round/>
              <a:headEnd type="none" w="med" len="med"/>
              <a:tailEnd type="none" w="med" len="med"/>
            </a:ln>
          </p:spPr>
        </p:sp>
        <p:sp>
          <p:nvSpPr>
            <p:cNvPr id="10280" name="WordArt 41"/>
            <p:cNvSpPr>
              <a:spLocks noTextEdit="1"/>
            </p:cNvSpPr>
            <p:nvPr/>
          </p:nvSpPr>
          <p:spPr>
            <a:xfrm>
              <a:off x="4921" y="1366"/>
              <a:ext cx="55" cy="8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sp>
          <p:nvSpPr>
            <p:cNvPr id="10281" name="WordArt 42"/>
            <p:cNvSpPr>
              <a:spLocks noTextEdit="1"/>
            </p:cNvSpPr>
            <p:nvPr/>
          </p:nvSpPr>
          <p:spPr>
            <a:xfrm>
              <a:off x="4921" y="1168"/>
              <a:ext cx="56" cy="8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sp>
          <p:nvSpPr>
            <p:cNvPr id="10282" name="WordArt 43"/>
            <p:cNvSpPr>
              <a:spLocks noTextEdit="1"/>
            </p:cNvSpPr>
            <p:nvPr/>
          </p:nvSpPr>
          <p:spPr>
            <a:xfrm>
              <a:off x="4921" y="1028"/>
              <a:ext cx="56" cy="8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10283" name="WordArt 44"/>
            <p:cNvSpPr>
              <a:spLocks noTextEdit="1"/>
            </p:cNvSpPr>
            <p:nvPr/>
          </p:nvSpPr>
          <p:spPr>
            <a:xfrm>
              <a:off x="4921" y="799"/>
              <a:ext cx="55" cy="8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a:t>
              </a:r>
            </a:p>
          </p:txBody>
        </p:sp>
        <p:sp>
          <p:nvSpPr>
            <p:cNvPr id="10284" name="WordArt 45"/>
            <p:cNvSpPr>
              <a:spLocks noTextEdit="1"/>
            </p:cNvSpPr>
            <p:nvPr/>
          </p:nvSpPr>
          <p:spPr>
            <a:xfrm>
              <a:off x="787" y="1459"/>
              <a:ext cx="218" cy="226"/>
            </a:xfrm>
            <a:prstGeom prst="rect">
              <a:avLst/>
            </a:prstGeom>
          </p:spPr>
          <p:txBody>
            <a:bodyPr wrap="none" fromWordArt="1">
              <a:prstTxWarp prst="textPlain">
                <a:avLst>
                  <a:gd name="adj" fmla="val 57144"/>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sp>
          <p:nvSpPr>
            <p:cNvPr id="10285" name="WordArt 46"/>
            <p:cNvSpPr>
              <a:spLocks noTextEdit="1"/>
            </p:cNvSpPr>
            <p:nvPr/>
          </p:nvSpPr>
          <p:spPr>
            <a:xfrm>
              <a:off x="2601" y="1905"/>
              <a:ext cx="275" cy="209"/>
            </a:xfrm>
            <a:prstGeom prst="rect">
              <a:avLst/>
            </a:prstGeom>
          </p:spPr>
          <p:txBody>
            <a:bodyPr wrap="none" fromWordArt="1">
              <a:prstTxWarp prst="textPlain">
                <a:avLst>
                  <a:gd name="adj" fmla="val 43477"/>
                </a:avLst>
              </a:prstTxWarp>
              <a:normAutofit/>
            </a:bodyPr>
            <a:lstStyle/>
            <a:p>
              <a:pPr algn="ctr"/>
              <a:r>
                <a:rPr lang="zh-CN" altLang="en-US" sz="3600">
                  <a:ln w="19050"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sp>
          <p:nvSpPr>
            <p:cNvPr id="10286" name="Line 47"/>
            <p:cNvSpPr/>
            <p:nvPr/>
          </p:nvSpPr>
          <p:spPr>
            <a:xfrm>
              <a:off x="4666" y="686"/>
              <a:ext cx="217" cy="0"/>
            </a:xfrm>
            <a:prstGeom prst="line">
              <a:avLst/>
            </a:prstGeom>
            <a:ln w="9525" cap="flat" cmpd="sng">
              <a:solidFill>
                <a:schemeClr val="tx1"/>
              </a:solidFill>
              <a:prstDash val="solid"/>
              <a:round/>
              <a:headEnd type="none" w="med" len="med"/>
              <a:tailEnd type="none" w="med" len="med"/>
            </a:ln>
          </p:spPr>
        </p:sp>
        <p:sp>
          <p:nvSpPr>
            <p:cNvPr id="10287" name="WordArt 48"/>
            <p:cNvSpPr>
              <a:spLocks noTextEdit="1"/>
            </p:cNvSpPr>
            <p:nvPr/>
          </p:nvSpPr>
          <p:spPr>
            <a:xfrm>
              <a:off x="4921" y="629"/>
              <a:ext cx="55" cy="8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5</a:t>
              </a:r>
            </a:p>
          </p:txBody>
        </p:sp>
        <p:sp>
          <p:nvSpPr>
            <p:cNvPr id="10288" name="Line 49"/>
            <p:cNvSpPr/>
            <p:nvPr/>
          </p:nvSpPr>
          <p:spPr>
            <a:xfrm>
              <a:off x="4555" y="1591"/>
              <a:ext cx="389" cy="2"/>
            </a:xfrm>
            <a:prstGeom prst="line">
              <a:avLst/>
            </a:prstGeom>
            <a:ln w="9525" cap="flat" cmpd="sng">
              <a:solidFill>
                <a:srgbClr val="FF0000"/>
              </a:solidFill>
              <a:prstDash val="solid"/>
              <a:round/>
              <a:headEnd type="none" w="med" len="med"/>
              <a:tailEnd type="none" w="med" len="med"/>
            </a:ln>
          </p:spPr>
        </p:sp>
        <p:sp>
          <p:nvSpPr>
            <p:cNvPr id="10289" name="WordArt 50"/>
            <p:cNvSpPr>
              <a:spLocks noTextEdit="1"/>
            </p:cNvSpPr>
            <p:nvPr/>
          </p:nvSpPr>
          <p:spPr>
            <a:xfrm>
              <a:off x="4921" y="1555"/>
              <a:ext cx="55" cy="8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0</a:t>
              </a:r>
            </a:p>
          </p:txBody>
        </p:sp>
      </p:grpSp>
      <p:sp>
        <p:nvSpPr>
          <p:cNvPr id="25650" name="Rectangle 51"/>
          <p:cNvSpPr/>
          <p:nvPr/>
        </p:nvSpPr>
        <p:spPr>
          <a:xfrm>
            <a:off x="179388" y="2047875"/>
            <a:ext cx="5651500" cy="534988"/>
          </a:xfrm>
          <a:prstGeom prst="rect">
            <a:avLst/>
          </a:prstGeom>
          <a:noFill/>
          <a:ln w="9525">
            <a:noFill/>
          </a:ln>
        </p:spPr>
        <p:txBody>
          <a:bodyPr anchor="t" anchorCtr="0"/>
          <a:lstStyle/>
          <a:p>
            <a:r>
              <a:rPr lang="zh-CN" altLang="en-US" sz="2800" b="1" dirty="0">
                <a:solidFill>
                  <a:srgbClr val="CC0000"/>
                </a:solidFill>
                <a:latin typeface="楷体_GB2312" pitchFamily="1" charset="-122"/>
                <a:ea typeface="楷体_GB2312" pitchFamily="1" charset="-122"/>
              </a:rPr>
              <a:t>一、杨氏双缝干涉（</a:t>
            </a:r>
            <a:r>
              <a:rPr lang="en-US" altLang="zh-CN" sz="2800" b="1" dirty="0">
                <a:solidFill>
                  <a:srgbClr val="CC0000"/>
                </a:solidFill>
                <a:latin typeface="楷体_GB2312" pitchFamily="1" charset="-122"/>
                <a:ea typeface="楷体_GB2312" pitchFamily="1" charset="-122"/>
              </a:rPr>
              <a:t>3</a:t>
            </a:r>
            <a:r>
              <a:rPr lang="zh-CN" altLang="en-US" sz="2800" b="1" dirty="0">
                <a:solidFill>
                  <a:srgbClr val="CC0000"/>
                </a:solidFill>
                <a:latin typeface="Times New Roman" panose="02020603050405020304" pitchFamily="18" charset="0"/>
                <a:ea typeface="楷体_GB2312" pitchFamily="1" charset="-122"/>
              </a:rPr>
              <a:t>、</a:t>
            </a:r>
            <a:r>
              <a:rPr lang="en-US" altLang="zh-CN" sz="2800" b="1" dirty="0">
                <a:solidFill>
                  <a:srgbClr val="CC0000"/>
                </a:solidFill>
                <a:latin typeface="Times New Roman" panose="02020603050405020304" pitchFamily="18" charset="0"/>
                <a:ea typeface="楷体_GB2312" pitchFamily="1" charset="-122"/>
              </a:rPr>
              <a:t>5</a:t>
            </a:r>
            <a:r>
              <a:rPr lang="zh-CN" altLang="en-US" sz="2800" b="1" dirty="0">
                <a:solidFill>
                  <a:srgbClr val="CC0000"/>
                </a:solidFill>
                <a:latin typeface="Times New Roman" panose="02020603050405020304" pitchFamily="18" charset="0"/>
                <a:ea typeface="楷体_GB2312" pitchFamily="1" charset="-122"/>
              </a:rPr>
              <a:t>、或</a:t>
            </a:r>
            <a:r>
              <a:rPr lang="en-US" altLang="zh-CN" sz="2800" b="1" dirty="0">
                <a:solidFill>
                  <a:srgbClr val="CC0000"/>
                </a:solidFill>
                <a:latin typeface="楷体_GB2312" pitchFamily="1" charset="-122"/>
                <a:ea typeface="楷体_GB2312" pitchFamily="1" charset="-122"/>
              </a:rPr>
              <a:t>10</a:t>
            </a:r>
            <a:r>
              <a:rPr lang="zh-CN" altLang="en-US" sz="2800" b="1" dirty="0">
                <a:solidFill>
                  <a:srgbClr val="CC0000"/>
                </a:solidFill>
                <a:latin typeface="楷体_GB2312" pitchFamily="1" charset="-122"/>
                <a:ea typeface="楷体_GB2312" pitchFamily="1" charset="-122"/>
              </a:rPr>
              <a:t>分）</a:t>
            </a:r>
          </a:p>
        </p:txBody>
      </p:sp>
      <p:grpSp>
        <p:nvGrpSpPr>
          <p:cNvPr id="8" name="Group 59"/>
          <p:cNvGrpSpPr/>
          <p:nvPr/>
        </p:nvGrpSpPr>
        <p:grpSpPr>
          <a:xfrm>
            <a:off x="3929063" y="5408613"/>
            <a:ext cx="2524125" cy="796925"/>
            <a:chOff x="1780" y="3471"/>
            <a:chExt cx="1590" cy="502"/>
          </a:xfrm>
        </p:grpSpPr>
        <p:sp>
          <p:nvSpPr>
            <p:cNvPr id="10292" name="Rectangle 60"/>
            <p:cNvSpPr/>
            <p:nvPr/>
          </p:nvSpPr>
          <p:spPr>
            <a:xfrm>
              <a:off x="1780" y="3607"/>
              <a:ext cx="772" cy="230"/>
            </a:xfrm>
            <a:prstGeom prst="rect">
              <a:avLst/>
            </a:prstGeom>
            <a:noFill/>
            <a:ln w="9525">
              <a:noFill/>
            </a:ln>
          </p:spPr>
          <p:txBody>
            <a:bodyPr wrap="none" lIns="0" tIns="0" rIns="0" bIns="0" anchor="t" anchorCtr="0">
              <a:spAutoFit/>
            </a:bodyPr>
            <a:lstStyle/>
            <a:p>
              <a:r>
                <a:rPr lang="zh-CN" altLang="en-US" sz="2400" b="1" dirty="0">
                  <a:solidFill>
                    <a:srgbClr val="000000"/>
                  </a:solidFill>
                  <a:latin typeface="宋体-方正超大字符集" pitchFamily="65" charset="-122"/>
                  <a:ea typeface="楷体_GB2312" pitchFamily="1" charset="-122"/>
                </a:rPr>
                <a:t>条纹间距</a:t>
              </a:r>
              <a:endParaRPr lang="zh-CN" altLang="en-US" sz="2400" dirty="0">
                <a:latin typeface="Arial" panose="020B0604020202020204" pitchFamily="34" charset="0"/>
                <a:ea typeface="楷体_GB2312" pitchFamily="1" charset="-122"/>
              </a:endParaRPr>
            </a:p>
          </p:txBody>
        </p:sp>
        <p:graphicFrame>
          <p:nvGraphicFramePr>
            <p:cNvPr id="10293" name="Object 61"/>
            <p:cNvGraphicFramePr>
              <a:graphicFrameLocks noChangeAspect="1"/>
            </p:cNvGraphicFramePr>
            <p:nvPr/>
          </p:nvGraphicFramePr>
          <p:xfrm>
            <a:off x="2593" y="3471"/>
            <a:ext cx="777" cy="502"/>
          </p:xfrm>
          <a:graphic>
            <a:graphicData uri="http://schemas.openxmlformats.org/presentationml/2006/ole">
              <mc:AlternateContent xmlns:mc="http://schemas.openxmlformats.org/markup-compatibility/2006">
                <mc:Choice xmlns:v="urn:schemas-microsoft-com:vml" Requires="v">
                  <p:oleObj r:id="rId4" imgW="609600" imgH="393700" progId="Equation.3">
                    <p:embed/>
                  </p:oleObj>
                </mc:Choice>
                <mc:Fallback>
                  <p:oleObj r:id="rId4" imgW="609600" imgH="393700" progId="Equation.3">
                    <p:embed/>
                    <p:pic>
                      <p:nvPicPr>
                        <p:cNvPr id="0" name="图片 3091"/>
                        <p:cNvPicPr/>
                        <p:nvPr/>
                      </p:nvPicPr>
                      <p:blipFill>
                        <a:blip r:embed="rId5"/>
                        <a:stretch>
                          <a:fillRect/>
                        </a:stretch>
                      </p:blipFill>
                      <p:spPr>
                        <a:xfrm>
                          <a:off x="2593" y="3471"/>
                          <a:ext cx="777" cy="502"/>
                        </a:xfrm>
                        <a:prstGeom prst="rect">
                          <a:avLst/>
                        </a:prstGeom>
                        <a:noFill/>
                        <a:ln w="38100">
                          <a:noFill/>
                          <a:miter/>
                        </a:ln>
                      </p:spPr>
                    </p:pic>
                  </p:oleObj>
                </mc:Fallback>
              </mc:AlternateContent>
            </a:graphicData>
          </a:graphic>
        </p:graphicFrame>
      </p:grpSp>
      <p:grpSp>
        <p:nvGrpSpPr>
          <p:cNvPr id="9" name="Group 62"/>
          <p:cNvGrpSpPr/>
          <p:nvPr/>
        </p:nvGrpSpPr>
        <p:grpSpPr>
          <a:xfrm>
            <a:off x="280988" y="4583113"/>
            <a:ext cx="2994025" cy="825500"/>
            <a:chOff x="3495" y="2904"/>
            <a:chExt cx="1968" cy="602"/>
          </a:xfrm>
        </p:grpSpPr>
        <p:sp>
          <p:nvSpPr>
            <p:cNvPr id="10295" name="Rectangle 63"/>
            <p:cNvSpPr/>
            <p:nvPr/>
          </p:nvSpPr>
          <p:spPr>
            <a:xfrm>
              <a:off x="3495" y="3065"/>
              <a:ext cx="806" cy="266"/>
            </a:xfrm>
            <a:prstGeom prst="rect">
              <a:avLst/>
            </a:prstGeom>
            <a:noFill/>
            <a:ln w="9525">
              <a:noFill/>
            </a:ln>
          </p:spPr>
          <p:txBody>
            <a:bodyPr wrap="none" lIns="0" tIns="0" rIns="0" bIns="0" anchor="t" anchorCtr="0">
              <a:spAutoFit/>
            </a:bodyPr>
            <a:lstStyle/>
            <a:p>
              <a:r>
                <a:rPr lang="zh-CN" altLang="en-US" sz="2400" b="1" dirty="0">
                  <a:solidFill>
                    <a:srgbClr val="000000"/>
                  </a:solidFill>
                  <a:latin typeface="宋体" panose="02010600030101010101" pitchFamily="2" charset="-122"/>
                  <a:ea typeface="楷体_GB2312" pitchFamily="1" charset="-122"/>
                </a:rPr>
                <a:t>明纹公式</a:t>
              </a:r>
              <a:endParaRPr lang="zh-CN" altLang="en-US" sz="2400" b="1" dirty="0">
                <a:latin typeface="Verdana" panose="020B0604030504040204" pitchFamily="34" charset="0"/>
                <a:ea typeface="楷体_GB2312" pitchFamily="1" charset="-122"/>
              </a:endParaRPr>
            </a:p>
          </p:txBody>
        </p:sp>
        <p:graphicFrame>
          <p:nvGraphicFramePr>
            <p:cNvPr id="10296" name="Object 64"/>
            <p:cNvGraphicFramePr>
              <a:graphicFrameLocks noChangeAspect="1"/>
            </p:cNvGraphicFramePr>
            <p:nvPr/>
          </p:nvGraphicFramePr>
          <p:xfrm>
            <a:off x="4375" y="2904"/>
            <a:ext cx="1088" cy="602"/>
          </p:xfrm>
          <a:graphic>
            <a:graphicData uri="http://schemas.openxmlformats.org/presentationml/2006/ole">
              <mc:AlternateContent xmlns:mc="http://schemas.openxmlformats.org/markup-compatibility/2006">
                <mc:Choice xmlns:v="urn:schemas-microsoft-com:vml" Requires="v">
                  <p:oleObj r:id="rId6" imgW="711200" imgH="393700" progId="Equation.3">
                    <p:embed/>
                  </p:oleObj>
                </mc:Choice>
                <mc:Fallback>
                  <p:oleObj r:id="rId6" imgW="711200" imgH="393700" progId="Equation.3">
                    <p:embed/>
                    <p:pic>
                      <p:nvPicPr>
                        <p:cNvPr id="0" name="图片 3094"/>
                        <p:cNvPicPr/>
                        <p:nvPr/>
                      </p:nvPicPr>
                      <p:blipFill>
                        <a:blip r:embed="rId7"/>
                        <a:stretch>
                          <a:fillRect/>
                        </a:stretch>
                      </p:blipFill>
                      <p:spPr>
                        <a:xfrm>
                          <a:off x="4375" y="2904"/>
                          <a:ext cx="1088" cy="602"/>
                        </a:xfrm>
                        <a:prstGeom prst="rect">
                          <a:avLst/>
                        </a:prstGeom>
                        <a:noFill/>
                        <a:ln w="38100">
                          <a:noFill/>
                          <a:miter/>
                        </a:ln>
                      </p:spPr>
                    </p:pic>
                  </p:oleObj>
                </mc:Fallback>
              </mc:AlternateContent>
            </a:graphicData>
          </a:graphic>
        </p:graphicFrame>
      </p:grpSp>
      <p:grpSp>
        <p:nvGrpSpPr>
          <p:cNvPr id="10" name="Group 68"/>
          <p:cNvGrpSpPr/>
          <p:nvPr/>
        </p:nvGrpSpPr>
        <p:grpSpPr>
          <a:xfrm>
            <a:off x="306388" y="5445125"/>
            <a:ext cx="3121025" cy="723900"/>
            <a:chOff x="496" y="3663"/>
            <a:chExt cx="1966" cy="456"/>
          </a:xfrm>
        </p:grpSpPr>
        <p:sp>
          <p:nvSpPr>
            <p:cNvPr id="10298" name="Text Box 66"/>
            <p:cNvSpPr txBox="1"/>
            <p:nvPr/>
          </p:nvSpPr>
          <p:spPr>
            <a:xfrm>
              <a:off x="496" y="3738"/>
              <a:ext cx="935" cy="288"/>
            </a:xfrm>
            <a:prstGeom prst="rect">
              <a:avLst/>
            </a:prstGeom>
            <a:noFill/>
            <a:ln w="9525">
              <a:noFill/>
            </a:ln>
          </p:spPr>
          <p:txBody>
            <a:bodyPr lIns="0" rIns="0" anchor="t" anchorCtr="0">
              <a:spAutoFit/>
            </a:bodyPr>
            <a:lstStyle/>
            <a:p>
              <a:pPr>
                <a:spcBef>
                  <a:spcPct val="50000"/>
                </a:spcBef>
              </a:pPr>
              <a:r>
                <a:rPr lang="zh-CN" altLang="en-US" sz="2400" b="1" dirty="0">
                  <a:latin typeface="楷体_GB2312" pitchFamily="1" charset="-122"/>
                  <a:ea typeface="楷体_GB2312" pitchFamily="1" charset="-122"/>
                </a:rPr>
                <a:t>暗纹公式</a:t>
              </a:r>
            </a:p>
          </p:txBody>
        </p:sp>
        <p:graphicFrame>
          <p:nvGraphicFramePr>
            <p:cNvPr id="10299" name="Object 67"/>
            <p:cNvGraphicFramePr>
              <a:graphicFrameLocks noChangeAspect="1"/>
            </p:cNvGraphicFramePr>
            <p:nvPr/>
          </p:nvGraphicFramePr>
          <p:xfrm>
            <a:off x="1304" y="3663"/>
            <a:ext cx="1158" cy="456"/>
          </p:xfrm>
          <a:graphic>
            <a:graphicData uri="http://schemas.openxmlformats.org/presentationml/2006/ole">
              <mc:AlternateContent xmlns:mc="http://schemas.openxmlformats.org/markup-compatibility/2006">
                <mc:Choice xmlns:v="urn:schemas-microsoft-com:vml" Requires="v">
                  <p:oleObj r:id="rId8" imgW="1066165" imgH="393700" progId="Equation.3">
                    <p:embed/>
                  </p:oleObj>
                </mc:Choice>
                <mc:Fallback>
                  <p:oleObj r:id="rId8" imgW="1066165" imgH="393700" progId="Equation.3">
                    <p:embed/>
                    <p:pic>
                      <p:nvPicPr>
                        <p:cNvPr id="0" name="图片 3092"/>
                        <p:cNvPicPr/>
                        <p:nvPr/>
                      </p:nvPicPr>
                      <p:blipFill>
                        <a:blip r:embed="rId9"/>
                        <a:stretch>
                          <a:fillRect/>
                        </a:stretch>
                      </p:blipFill>
                      <p:spPr>
                        <a:xfrm>
                          <a:off x="1304" y="3663"/>
                          <a:ext cx="1158" cy="456"/>
                        </a:xfrm>
                        <a:prstGeom prst="rect">
                          <a:avLst/>
                        </a:prstGeom>
                        <a:noFill/>
                        <a:ln w="38100">
                          <a:noFill/>
                          <a:miter/>
                        </a:ln>
                      </p:spPr>
                    </p:pic>
                  </p:oleObj>
                </mc:Fallback>
              </mc:AlternateContent>
            </a:graphicData>
          </a:graphic>
        </p:graphicFrame>
      </p:grpSp>
      <p:grpSp>
        <p:nvGrpSpPr>
          <p:cNvPr id="11" name="Group 75"/>
          <p:cNvGrpSpPr/>
          <p:nvPr/>
        </p:nvGrpSpPr>
        <p:grpSpPr>
          <a:xfrm>
            <a:off x="3673475" y="3200400"/>
            <a:ext cx="403225" cy="1016000"/>
            <a:chOff x="1444" y="1472"/>
            <a:chExt cx="254" cy="640"/>
          </a:xfrm>
        </p:grpSpPr>
        <p:grpSp>
          <p:nvGrpSpPr>
            <p:cNvPr id="10301" name="Group 73"/>
            <p:cNvGrpSpPr/>
            <p:nvPr/>
          </p:nvGrpSpPr>
          <p:grpSpPr>
            <a:xfrm>
              <a:off x="1444" y="1472"/>
              <a:ext cx="183" cy="493"/>
              <a:chOff x="1444" y="1472"/>
              <a:chExt cx="183" cy="493"/>
            </a:xfrm>
          </p:grpSpPr>
          <p:sp>
            <p:nvSpPr>
              <p:cNvPr id="10302" name="Line 70"/>
              <p:cNvSpPr/>
              <p:nvPr/>
            </p:nvSpPr>
            <p:spPr>
              <a:xfrm>
                <a:off x="1463" y="1472"/>
                <a:ext cx="164" cy="430"/>
              </a:xfrm>
              <a:prstGeom prst="line">
                <a:avLst/>
              </a:prstGeom>
              <a:ln w="9525" cap="flat" cmpd="sng">
                <a:solidFill>
                  <a:srgbClr val="008000"/>
                </a:solidFill>
                <a:prstDash val="solid"/>
                <a:round/>
                <a:headEnd type="none" w="med" len="med"/>
                <a:tailEnd type="none" w="med" len="lg"/>
              </a:ln>
            </p:spPr>
          </p:sp>
          <p:sp>
            <p:nvSpPr>
              <p:cNvPr id="10303" name="Line 72"/>
              <p:cNvSpPr/>
              <p:nvPr/>
            </p:nvSpPr>
            <p:spPr>
              <a:xfrm flipV="1">
                <a:off x="1444" y="1892"/>
                <a:ext cx="183" cy="73"/>
              </a:xfrm>
              <a:prstGeom prst="line">
                <a:avLst/>
              </a:prstGeom>
              <a:ln w="76200" cap="flat" cmpd="sng">
                <a:solidFill>
                  <a:srgbClr val="008000"/>
                </a:solidFill>
                <a:prstDash val="solid"/>
                <a:round/>
                <a:headEnd type="none" w="med" len="med"/>
                <a:tailEnd type="none" w="med" len="lg"/>
              </a:ln>
            </p:spPr>
          </p:sp>
        </p:grpSp>
        <p:graphicFrame>
          <p:nvGraphicFramePr>
            <p:cNvPr id="10304" name="Object 74"/>
            <p:cNvGraphicFramePr>
              <a:graphicFrameLocks noChangeAspect="1"/>
            </p:cNvGraphicFramePr>
            <p:nvPr/>
          </p:nvGraphicFramePr>
          <p:xfrm>
            <a:off x="1519" y="1884"/>
            <a:ext cx="179" cy="228"/>
          </p:xfrm>
          <a:graphic>
            <a:graphicData uri="http://schemas.openxmlformats.org/presentationml/2006/ole">
              <mc:AlternateContent xmlns:mc="http://schemas.openxmlformats.org/markup-compatibility/2006">
                <mc:Choice xmlns:v="urn:schemas-microsoft-com:vml" Requires="v">
                  <p:oleObj r:id="rId8" imgW="139700" imgH="177800" progId="Equation.3">
                    <p:embed/>
                  </p:oleObj>
                </mc:Choice>
                <mc:Fallback>
                  <p:oleObj r:id="rId8" imgW="139700" imgH="177800" progId="Equation.3">
                    <p:embed/>
                    <p:pic>
                      <p:nvPicPr>
                        <p:cNvPr id="0" name="图片 3093"/>
                        <p:cNvPicPr/>
                        <p:nvPr/>
                      </p:nvPicPr>
                      <p:blipFill>
                        <a:blip r:embed="rId10"/>
                        <a:stretch>
                          <a:fillRect/>
                        </a:stretch>
                      </p:blipFill>
                      <p:spPr>
                        <a:xfrm>
                          <a:off x="1519" y="1884"/>
                          <a:ext cx="179" cy="228"/>
                        </a:xfrm>
                        <a:prstGeom prst="rect">
                          <a:avLst/>
                        </a:prstGeom>
                        <a:noFill/>
                        <a:ln w="38100">
                          <a:noFill/>
                          <a:miter/>
                        </a:ln>
                      </p:spPr>
                    </p:pic>
                  </p:oleObj>
                </mc:Fallback>
              </mc:AlternateContent>
            </a:graphicData>
          </a:graphic>
        </p:graphicFrame>
      </p:grpSp>
      <p:grpSp>
        <p:nvGrpSpPr>
          <p:cNvPr id="3" name="组合 40"/>
          <p:cNvGrpSpPr/>
          <p:nvPr/>
        </p:nvGrpSpPr>
        <p:grpSpPr>
          <a:xfrm>
            <a:off x="920750" y="225425"/>
            <a:ext cx="6329363" cy="1709738"/>
            <a:chOff x="928662" y="1015983"/>
            <a:chExt cx="6738922" cy="2029546"/>
          </a:xfrm>
        </p:grpSpPr>
        <p:grpSp>
          <p:nvGrpSpPr>
            <p:cNvPr id="10306" name="组合 37"/>
            <p:cNvGrpSpPr/>
            <p:nvPr/>
          </p:nvGrpSpPr>
          <p:grpSpPr>
            <a:xfrm>
              <a:off x="928662" y="1071546"/>
              <a:ext cx="6159529" cy="1973983"/>
              <a:chOff x="285720" y="1071546"/>
              <a:chExt cx="6159529" cy="1973983"/>
            </a:xfrm>
          </p:grpSpPr>
          <p:grpSp>
            <p:nvGrpSpPr>
              <p:cNvPr id="10307" name="组合 17"/>
              <p:cNvGrpSpPr/>
              <p:nvPr/>
            </p:nvGrpSpPr>
            <p:grpSpPr>
              <a:xfrm>
                <a:off x="2124076" y="1785926"/>
                <a:ext cx="4321173" cy="1259603"/>
                <a:chOff x="623878" y="1714488"/>
                <a:chExt cx="4321173" cy="1259603"/>
              </a:xfrm>
            </p:grpSpPr>
            <p:sp>
              <p:nvSpPr>
                <p:cNvPr id="10308" name="Text Box 43"/>
                <p:cNvSpPr txBox="1"/>
                <p:nvPr/>
              </p:nvSpPr>
              <p:spPr>
                <a:xfrm>
                  <a:off x="2928926" y="1714488"/>
                  <a:ext cx="2016125" cy="619832"/>
                </a:xfrm>
                <a:prstGeom prst="rect">
                  <a:avLst/>
                </a:prstGeom>
                <a:noFill/>
                <a:ln w="9525">
                  <a:noFill/>
                </a:ln>
              </p:spPr>
              <p:txBody>
                <a:bodyPr anchor="t" anchorCtr="0">
                  <a:spAutoFit/>
                </a:bodyPr>
                <a:lstStyle/>
                <a:p>
                  <a:pPr>
                    <a:buClr>
                      <a:srgbClr val="0000FF"/>
                    </a:buClr>
                    <a:buFont typeface="Wingdings" panose="05000000000000000000" pitchFamily="2" charset="2"/>
                  </a:pPr>
                  <a:r>
                    <a:rPr lang="en-US" altLang="zh-CN" sz="2800" b="1" dirty="0">
                      <a:solidFill>
                        <a:srgbClr val="1C1C1C"/>
                      </a:solidFill>
                      <a:latin typeface="楷体_GB2312" pitchFamily="1" charset="-122"/>
                      <a:ea typeface="楷体_GB2312" pitchFamily="1" charset="-122"/>
                    </a:rPr>
                    <a:t> </a:t>
                  </a:r>
                  <a:r>
                    <a:rPr lang="zh-CN" altLang="en-US" sz="2400" b="1" dirty="0">
                      <a:solidFill>
                        <a:srgbClr val="1C1C1C"/>
                      </a:solidFill>
                      <a:latin typeface="楷体_GB2312" pitchFamily="1" charset="-122"/>
                      <a:ea typeface="楷体_GB2312" pitchFamily="1" charset="-122"/>
                    </a:rPr>
                    <a:t>干涉</a:t>
                  </a:r>
                  <a:r>
                    <a:rPr lang="zh-CN" altLang="en-US" sz="2400" b="1" dirty="0">
                      <a:solidFill>
                        <a:srgbClr val="CC0000"/>
                      </a:solidFill>
                      <a:latin typeface="楷体_GB2312" pitchFamily="1" charset="-122"/>
                      <a:ea typeface="楷体_GB2312" pitchFamily="1" charset="-122"/>
                    </a:rPr>
                    <a:t>加强</a:t>
                  </a:r>
                </a:p>
              </p:txBody>
            </p:sp>
            <p:sp>
              <p:nvSpPr>
                <p:cNvPr id="10309" name="Text Box 44"/>
                <p:cNvSpPr txBox="1"/>
                <p:nvPr/>
              </p:nvSpPr>
              <p:spPr>
                <a:xfrm>
                  <a:off x="2949578" y="2354259"/>
                  <a:ext cx="1979612" cy="619832"/>
                </a:xfrm>
                <a:prstGeom prst="rect">
                  <a:avLst/>
                </a:prstGeom>
                <a:noFill/>
                <a:ln w="9525">
                  <a:noFill/>
                </a:ln>
              </p:spPr>
              <p:txBody>
                <a:bodyPr anchor="t" anchorCtr="0">
                  <a:spAutoFit/>
                </a:bodyPr>
                <a:lstStyle/>
                <a:p>
                  <a:pPr>
                    <a:buClr>
                      <a:srgbClr val="0000FF"/>
                    </a:buClr>
                    <a:buFont typeface="Wingdings" panose="05000000000000000000" pitchFamily="2" charset="2"/>
                  </a:pPr>
                  <a:r>
                    <a:rPr lang="en-US" altLang="zh-CN" sz="2800" b="1" dirty="0">
                      <a:solidFill>
                        <a:srgbClr val="1C1C1C"/>
                      </a:solidFill>
                      <a:latin typeface="楷体_GB2312" pitchFamily="1" charset="-122"/>
                      <a:ea typeface="楷体_GB2312" pitchFamily="1" charset="-122"/>
                    </a:rPr>
                    <a:t> </a:t>
                  </a:r>
                  <a:r>
                    <a:rPr lang="zh-CN" altLang="en-US" sz="2400" b="1" dirty="0">
                      <a:solidFill>
                        <a:srgbClr val="1C1C1C"/>
                      </a:solidFill>
                      <a:latin typeface="楷体_GB2312" pitchFamily="1" charset="-122"/>
                      <a:ea typeface="楷体_GB2312" pitchFamily="1" charset="-122"/>
                    </a:rPr>
                    <a:t>干涉</a:t>
                  </a:r>
                  <a:r>
                    <a:rPr lang="zh-CN" altLang="en-US" sz="2400" b="1" dirty="0">
                      <a:solidFill>
                        <a:srgbClr val="0000FF"/>
                      </a:solidFill>
                      <a:latin typeface="楷体_GB2312" pitchFamily="1" charset="-122"/>
                      <a:ea typeface="楷体_GB2312" pitchFamily="1" charset="-122"/>
                    </a:rPr>
                    <a:t>减弱</a:t>
                  </a:r>
                </a:p>
              </p:txBody>
            </p:sp>
            <p:graphicFrame>
              <p:nvGraphicFramePr>
                <p:cNvPr id="10310" name="Object 46"/>
                <p:cNvGraphicFramePr>
                  <a:graphicFrameLocks noChangeAspect="1"/>
                </p:cNvGraphicFramePr>
                <p:nvPr/>
              </p:nvGraphicFramePr>
              <p:xfrm>
                <a:off x="623878" y="1714488"/>
                <a:ext cx="2324730" cy="1207778"/>
              </p:xfrm>
              <a:graphic>
                <a:graphicData uri="http://schemas.openxmlformats.org/presentationml/2006/ole">
                  <mc:AlternateContent xmlns:mc="http://schemas.openxmlformats.org/markup-compatibility/2006">
                    <mc:Choice xmlns:v="urn:schemas-microsoft-com:vml" Requires="v">
                      <p:oleObj r:id="rId11" imgW="1269365" imgH="660400" progId="Equation.DSMT4">
                        <p:embed/>
                      </p:oleObj>
                    </mc:Choice>
                    <mc:Fallback>
                      <p:oleObj r:id="rId11" imgW="1269365" imgH="660400" progId="Equation.DSMT4">
                        <p:embed/>
                        <p:pic>
                          <p:nvPicPr>
                            <p:cNvPr id="0" name="图片 3090"/>
                            <p:cNvPicPr/>
                            <p:nvPr/>
                          </p:nvPicPr>
                          <p:blipFill>
                            <a:blip r:embed="rId12"/>
                            <a:stretch>
                              <a:fillRect/>
                            </a:stretch>
                          </p:blipFill>
                          <p:spPr>
                            <a:xfrm>
                              <a:off x="623878" y="1714488"/>
                              <a:ext cx="2324730" cy="1207778"/>
                            </a:xfrm>
                            <a:prstGeom prst="rect">
                              <a:avLst/>
                            </a:prstGeom>
                            <a:noFill/>
                            <a:ln w="38100">
                              <a:noFill/>
                              <a:miter/>
                            </a:ln>
                          </p:spPr>
                        </p:pic>
                      </p:oleObj>
                    </mc:Fallback>
                  </mc:AlternateContent>
                </a:graphicData>
              </a:graphic>
            </p:graphicFrame>
          </p:grpSp>
          <p:sp>
            <p:nvSpPr>
              <p:cNvPr id="10311" name="矩形 23"/>
              <p:cNvSpPr/>
              <p:nvPr/>
            </p:nvSpPr>
            <p:spPr>
              <a:xfrm>
                <a:off x="1857392" y="1071546"/>
                <a:ext cx="4069446" cy="546689"/>
              </a:xfrm>
              <a:prstGeom prst="rect">
                <a:avLst/>
              </a:prstGeom>
              <a:noFill/>
              <a:ln w="9525">
                <a:noFill/>
              </a:ln>
            </p:spPr>
            <p:txBody>
              <a:bodyPr wrap="square" anchor="t" anchorCtr="0">
                <a:spAutoFit/>
              </a:bodyPr>
              <a:lstStyle/>
              <a:p>
                <a:r>
                  <a:rPr lang="zh-CN" altLang="en-US" sz="2400" b="1" dirty="0">
                    <a:latin typeface="楷体_GB2312" pitchFamily="1" charset="-122"/>
                    <a:ea typeface="楷体_GB2312" pitchFamily="1" charset="-122"/>
                  </a:rPr>
                  <a:t>基本概念：</a:t>
                </a:r>
                <a:r>
                  <a:rPr lang="zh-CN" altLang="en-US" sz="2400" b="1" dirty="0">
                    <a:solidFill>
                      <a:srgbClr val="0033CC"/>
                    </a:solidFill>
                    <a:latin typeface="楷体_GB2312" pitchFamily="1" charset="-122"/>
                    <a:ea typeface="楷体_GB2312" pitchFamily="1" charset="-122"/>
                  </a:rPr>
                  <a:t>光程、光程差</a:t>
                </a:r>
                <a:endParaRPr lang="zh-CN" altLang="en-US" sz="2400" dirty="0">
                  <a:solidFill>
                    <a:srgbClr val="0033CC"/>
                  </a:solidFill>
                  <a:latin typeface="Arial" panose="020B0604020202020204" pitchFamily="34" charset="0"/>
                  <a:ea typeface="宋体" panose="02010600030101010101" pitchFamily="2" charset="-122"/>
                </a:endParaRPr>
              </a:p>
            </p:txBody>
          </p:sp>
          <p:graphicFrame>
            <p:nvGraphicFramePr>
              <p:cNvPr id="10312" name="Object 14"/>
              <p:cNvGraphicFramePr>
                <a:graphicFrameLocks noChangeAspect="1"/>
              </p:cNvGraphicFramePr>
              <p:nvPr/>
            </p:nvGraphicFramePr>
            <p:xfrm>
              <a:off x="1643042" y="1142984"/>
              <a:ext cx="563563" cy="1428760"/>
            </p:xfrm>
            <a:graphic>
              <a:graphicData uri="http://schemas.openxmlformats.org/presentationml/2006/ole">
                <mc:AlternateContent xmlns:mc="http://schemas.openxmlformats.org/markup-compatibility/2006">
                  <mc:Choice xmlns:v="urn:schemas-microsoft-com:vml" Requires="v">
                    <p:oleObj r:id="rId11" imgW="203200" imgH="736600" progId="Equation.DSMT4">
                      <p:embed/>
                    </p:oleObj>
                  </mc:Choice>
                  <mc:Fallback>
                    <p:oleObj r:id="rId11" imgW="203200" imgH="736600" progId="Equation.DSMT4">
                      <p:embed/>
                      <p:pic>
                        <p:nvPicPr>
                          <p:cNvPr id="0" name="图片 3095"/>
                          <p:cNvPicPr/>
                          <p:nvPr/>
                        </p:nvPicPr>
                        <p:blipFill>
                          <a:blip r:embed="rId13"/>
                          <a:stretch>
                            <a:fillRect/>
                          </a:stretch>
                        </p:blipFill>
                        <p:spPr>
                          <a:xfrm>
                            <a:off x="1643042" y="1142984"/>
                            <a:ext cx="563563" cy="1428760"/>
                          </a:xfrm>
                          <a:prstGeom prst="rect">
                            <a:avLst/>
                          </a:prstGeom>
                          <a:noFill/>
                          <a:ln w="38100">
                            <a:noFill/>
                            <a:miter/>
                          </a:ln>
                        </p:spPr>
                      </p:pic>
                    </p:oleObj>
                  </mc:Fallback>
                </mc:AlternateContent>
              </a:graphicData>
            </a:graphic>
          </p:graphicFrame>
          <p:grpSp>
            <p:nvGrpSpPr>
              <p:cNvPr id="10313" name="组合 36"/>
              <p:cNvGrpSpPr/>
              <p:nvPr/>
            </p:nvGrpSpPr>
            <p:grpSpPr>
              <a:xfrm>
                <a:off x="285720" y="1071546"/>
                <a:ext cx="1285872" cy="1643073"/>
                <a:chOff x="285720" y="1071546"/>
                <a:chExt cx="1285872" cy="1643073"/>
              </a:xfrm>
            </p:grpSpPr>
            <p:sp>
              <p:nvSpPr>
                <p:cNvPr id="10314" name="Text Box 44"/>
                <p:cNvSpPr txBox="1"/>
                <p:nvPr/>
              </p:nvSpPr>
              <p:spPr>
                <a:xfrm>
                  <a:off x="285720" y="1285860"/>
                  <a:ext cx="1214446" cy="1423653"/>
                </a:xfrm>
                <a:prstGeom prst="rect">
                  <a:avLst/>
                </a:prstGeom>
                <a:noFill/>
                <a:ln w="9525">
                  <a:noFill/>
                </a:ln>
              </p:spPr>
              <p:txBody>
                <a:bodyPr anchor="t" anchorCtr="0">
                  <a:spAutoFit/>
                </a:bodyPr>
                <a:lstStyle/>
                <a:p>
                  <a:pPr>
                    <a:buClr>
                      <a:srgbClr val="0000FF"/>
                    </a:buClr>
                    <a:buFont typeface="Wingdings" panose="05000000000000000000" pitchFamily="2" charset="2"/>
                  </a:pPr>
                  <a:r>
                    <a:rPr lang="zh-CN" altLang="en-US" sz="2400" b="1" dirty="0">
                      <a:solidFill>
                        <a:srgbClr val="1C1C1C"/>
                      </a:solidFill>
                      <a:latin typeface="楷体_GB2312" pitchFamily="1" charset="-122"/>
                      <a:ea typeface="楷体_GB2312" pitchFamily="1" charset="-122"/>
                    </a:rPr>
                    <a:t>光的干涉的理论基础</a:t>
                  </a:r>
                  <a:endParaRPr lang="zh-CN" altLang="en-US" sz="2400" b="1" dirty="0">
                    <a:solidFill>
                      <a:srgbClr val="0000FF"/>
                    </a:solidFill>
                    <a:latin typeface="楷体_GB2312" pitchFamily="1" charset="-122"/>
                    <a:ea typeface="楷体_GB2312" pitchFamily="1" charset="-122"/>
                  </a:endParaRPr>
                </a:p>
              </p:txBody>
            </p:sp>
            <p:sp>
              <p:nvSpPr>
                <p:cNvPr id="36" name="圆角矩形 35"/>
                <p:cNvSpPr/>
                <p:nvPr/>
              </p:nvSpPr>
              <p:spPr>
                <a:xfrm>
                  <a:off x="285720" y="1071546"/>
                  <a:ext cx="1285872" cy="164307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pSp>
        <p:sp>
          <p:nvSpPr>
            <p:cNvPr id="39" name="圆角矩形 38"/>
            <p:cNvSpPr/>
            <p:nvPr/>
          </p:nvSpPr>
          <p:spPr>
            <a:xfrm>
              <a:off x="2524095" y="1015983"/>
              <a:ext cx="5143489" cy="57150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0" name="圆角矩形 39"/>
            <p:cNvSpPr/>
            <p:nvPr/>
          </p:nvSpPr>
          <p:spPr>
            <a:xfrm>
              <a:off x="2643158" y="1786244"/>
              <a:ext cx="4357360" cy="124079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aphicFrame>
        <p:nvGraphicFramePr>
          <p:cNvPr id="330815" name="Object 63"/>
          <p:cNvGraphicFramePr>
            <a:graphicFrameLocks noChangeAspect="1"/>
          </p:cNvGraphicFramePr>
          <p:nvPr/>
        </p:nvGraphicFramePr>
        <p:xfrm>
          <a:off x="433388" y="3140075"/>
          <a:ext cx="2236787" cy="712788"/>
        </p:xfrm>
        <a:graphic>
          <a:graphicData uri="http://schemas.openxmlformats.org/presentationml/2006/ole">
            <mc:AlternateContent xmlns:mc="http://schemas.openxmlformats.org/markup-compatibility/2006">
              <mc:Choice xmlns:v="urn:schemas-microsoft-com:vml" Requires="v">
                <p:oleObj r:id="rId14" imgW="1688465" imgH="405765" progId="Equation.DSMT4">
                  <p:embed/>
                </p:oleObj>
              </mc:Choice>
              <mc:Fallback>
                <p:oleObj r:id="rId14" imgW="1688465" imgH="405765" progId="Equation.DSMT4">
                  <p:embed/>
                  <p:pic>
                    <p:nvPicPr>
                      <p:cNvPr id="0" name="图片 3096"/>
                      <p:cNvPicPr/>
                      <p:nvPr/>
                    </p:nvPicPr>
                    <p:blipFill>
                      <a:blip r:embed="rId15"/>
                      <a:stretch>
                        <a:fillRect/>
                      </a:stretch>
                    </p:blipFill>
                    <p:spPr>
                      <a:xfrm>
                        <a:off x="433388" y="3140075"/>
                        <a:ext cx="2236787" cy="71278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5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560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330815"/>
                                        </p:tgtEl>
                                        <p:attrNameLst>
                                          <p:attrName>style.visibility</p:attrName>
                                        </p:attrNameLst>
                                      </p:cBhvr>
                                      <p:to>
                                        <p:strVal val="visible"/>
                                      </p:to>
                                    </p:set>
                                    <p:animEffect transition="in" filter="blinds(horizontal)">
                                      <p:cBhvr>
                                        <p:cTn id="24" dur="500"/>
                                        <p:tgtEl>
                                          <p:spTgt spid="330815"/>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linds(horizontal)">
                                      <p:cBhvr>
                                        <p:cTn id="29" dur="500"/>
                                        <p:tgtEl>
                                          <p:spTgt spid="9"/>
                                        </p:tgtEl>
                                      </p:cBhvr>
                                    </p:animEffect>
                                  </p:childTnLst>
                                </p:cTn>
                              </p:par>
                              <p:par>
                                <p:cTn id="30" presetID="3" presetClass="entr" presetSubtype="1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50" grpId="0"/>
      <p:bldP spid="25650"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文本框 3"/>
          <p:cNvSpPr txBox="1"/>
          <p:nvPr/>
        </p:nvSpPr>
        <p:spPr>
          <a:xfrm>
            <a:off x="539750" y="590550"/>
            <a:ext cx="4886325" cy="506413"/>
          </a:xfrm>
          <a:prstGeom prst="rect">
            <a:avLst/>
          </a:prstGeom>
          <a:noFill/>
          <a:ln w="9525">
            <a:noFill/>
          </a:ln>
        </p:spPr>
        <p:txBody>
          <a:bodyPr wrap="square" anchor="t" anchorCtr="0">
            <a:spAutoFit/>
          </a:bodyPr>
          <a:lstStyle/>
          <a:p>
            <a:pPr algn="just">
              <a:lnSpc>
                <a:spcPct val="150000"/>
              </a:lnSpc>
            </a:pPr>
            <a:r>
              <a:rPr lang="zh-CN" altLang="en-US">
                <a:solidFill>
                  <a:srgbClr val="0000FF"/>
                </a:solidFill>
                <a:latin typeface="Verdana" panose="020B0604030504040204" pitchFamily="34" charset="0"/>
                <a:ea typeface="宋体" panose="02010600030101010101" pitchFamily="2" charset="-122"/>
              </a:rPr>
              <a:t>讨论题</a:t>
            </a:r>
            <a:r>
              <a:rPr lang="en-US" altLang="zh-CN">
                <a:solidFill>
                  <a:srgbClr val="0000FF"/>
                </a:solidFill>
                <a:latin typeface="Verdana" panose="020B0604030504040204" pitchFamily="34" charset="0"/>
                <a:ea typeface="宋体" panose="02010600030101010101" pitchFamily="2" charset="-122"/>
              </a:rPr>
              <a:t>1</a:t>
            </a:r>
            <a:r>
              <a:rPr lang="zh-CN" altLang="en-US">
                <a:solidFill>
                  <a:srgbClr val="0000FF"/>
                </a:solidFill>
                <a:latin typeface="Verdana" panose="020B0604030504040204" pitchFamily="34" charset="0"/>
                <a:ea typeface="宋体" panose="02010600030101010101" pitchFamily="2" charset="-122"/>
              </a:rPr>
              <a:t>：将杨氏双缝实验装置：</a:t>
            </a:r>
            <a:r>
              <a:rPr lang="en-US" altLang="zh-CN">
                <a:solidFill>
                  <a:srgbClr val="0000FF"/>
                </a:solidFill>
                <a:latin typeface="Verdana" panose="020B0604030504040204" pitchFamily="34" charset="0"/>
                <a:ea typeface="宋体" panose="02010600030101010101" pitchFamily="2" charset="-122"/>
              </a:rPr>
              <a:t>    </a:t>
            </a:r>
            <a:r>
              <a:rPr lang="en-US" altLang="zh-CN">
                <a:latin typeface="Verdana" panose="020B0604030504040204" pitchFamily="34" charset="0"/>
                <a:ea typeface="宋体" panose="02010600030101010101" pitchFamily="2" charset="-122"/>
              </a:rPr>
              <a:t>  </a:t>
            </a:r>
            <a:endParaRPr lang="zh-CN" altLang="en-US">
              <a:solidFill>
                <a:srgbClr val="0000FF"/>
              </a:solidFill>
              <a:latin typeface="Verdana" panose="020B0604030504040204" pitchFamily="34" charset="0"/>
              <a:ea typeface="宋体" panose="02010600030101010101" pitchFamily="2" charset="-122"/>
            </a:endParaRPr>
          </a:p>
        </p:txBody>
      </p:sp>
      <p:grpSp>
        <p:nvGrpSpPr>
          <p:cNvPr id="11266" name="组合 2"/>
          <p:cNvGrpSpPr/>
          <p:nvPr/>
        </p:nvGrpSpPr>
        <p:grpSpPr>
          <a:xfrm>
            <a:off x="827088" y="1162050"/>
            <a:ext cx="3321050" cy="2921000"/>
            <a:chOff x="1302" y="5458"/>
            <a:chExt cx="5230" cy="4599"/>
          </a:xfrm>
        </p:grpSpPr>
        <p:sp>
          <p:nvSpPr>
            <p:cNvPr id="11267" name="TextBox 2"/>
            <p:cNvSpPr txBox="1"/>
            <p:nvPr>
              <p:custDataLst>
                <p:tags r:id="rId3"/>
              </p:custDataLst>
            </p:nvPr>
          </p:nvSpPr>
          <p:spPr>
            <a:xfrm>
              <a:off x="1303" y="6143"/>
              <a:ext cx="1629" cy="628"/>
            </a:xfrm>
            <a:prstGeom prst="rect">
              <a:avLst/>
            </a:prstGeom>
            <a:noFill/>
            <a:ln w="9525">
              <a:noFill/>
            </a:ln>
          </p:spPr>
          <p:txBody>
            <a:bodyPr wrap="none" anchor="t" anchorCtr="0">
              <a:spAutoFit/>
            </a:bodyPr>
            <a:lstStyle/>
            <a:p>
              <a:r>
                <a:rPr lang="en-US" altLang="zh-CN" sz="2000" dirty="0">
                  <a:latin typeface="Verdana" panose="020B0604030504040204" pitchFamily="34" charset="0"/>
                  <a:ea typeface="宋体" panose="02010600030101010101" pitchFamily="2" charset="-122"/>
                </a:rPr>
                <a:t>2. </a:t>
              </a:r>
              <a:r>
                <a:rPr lang="zh-CN" altLang="en-US" sz="2000" dirty="0">
                  <a:latin typeface="Verdana" panose="020B0604030504040204" pitchFamily="34" charset="0"/>
                  <a:ea typeface="宋体" panose="02010600030101010101" pitchFamily="2" charset="-122"/>
                </a:rPr>
                <a:t>水中</a:t>
              </a:r>
            </a:p>
          </p:txBody>
        </p:sp>
        <p:sp>
          <p:nvSpPr>
            <p:cNvPr id="11268" name="TextBox 3"/>
            <p:cNvSpPr txBox="1"/>
            <p:nvPr>
              <p:custDataLst>
                <p:tags r:id="rId4"/>
              </p:custDataLst>
            </p:nvPr>
          </p:nvSpPr>
          <p:spPr>
            <a:xfrm>
              <a:off x="1303" y="5458"/>
              <a:ext cx="4921" cy="628"/>
            </a:xfrm>
            <a:prstGeom prst="rect">
              <a:avLst/>
            </a:prstGeom>
            <a:noFill/>
            <a:ln w="9525">
              <a:noFill/>
            </a:ln>
          </p:spPr>
          <p:txBody>
            <a:bodyPr wrap="square" anchor="t" anchorCtr="0">
              <a:spAutoFit/>
            </a:bodyPr>
            <a:lstStyle/>
            <a:p>
              <a:r>
                <a:rPr lang="en-US" altLang="zh-CN" sz="2000" dirty="0">
                  <a:latin typeface="Verdana" panose="020B0604030504040204" pitchFamily="34" charset="0"/>
                  <a:ea typeface="宋体" panose="02010600030101010101" pitchFamily="2" charset="-122"/>
                </a:rPr>
                <a:t>1. </a:t>
              </a:r>
              <a:r>
                <a:rPr lang="zh-CN" altLang="en-US" sz="2000" dirty="0">
                  <a:latin typeface="Verdana" panose="020B0604030504040204" pitchFamily="34" charset="0"/>
                  <a:ea typeface="宋体" panose="02010600030101010101" pitchFamily="2" charset="-122"/>
                </a:rPr>
                <a:t>空气中，白光入射</a:t>
              </a:r>
              <a:endParaRPr lang="en-US" altLang="zh-CN" sz="2000" dirty="0">
                <a:latin typeface="Verdana" panose="020B0604030504040204" pitchFamily="34" charset="0"/>
                <a:ea typeface="宋体" panose="02010600030101010101" pitchFamily="2" charset="-122"/>
              </a:endParaRPr>
            </a:p>
          </p:txBody>
        </p:sp>
        <p:sp>
          <p:nvSpPr>
            <p:cNvPr id="11269" name="TextBox 4"/>
            <p:cNvSpPr txBox="1"/>
            <p:nvPr>
              <p:custDataLst>
                <p:tags r:id="rId5"/>
              </p:custDataLst>
            </p:nvPr>
          </p:nvSpPr>
          <p:spPr>
            <a:xfrm>
              <a:off x="1302" y="6793"/>
              <a:ext cx="5229" cy="628"/>
            </a:xfrm>
            <a:prstGeom prst="rect">
              <a:avLst/>
            </a:prstGeom>
            <a:noFill/>
            <a:ln w="9525">
              <a:noFill/>
            </a:ln>
          </p:spPr>
          <p:txBody>
            <a:bodyPr wrap="none" anchor="t" anchorCtr="0">
              <a:spAutoFit/>
            </a:bodyPr>
            <a:lstStyle/>
            <a:p>
              <a:r>
                <a:rPr lang="en-US" altLang="zh-CN" sz="2000" dirty="0">
                  <a:latin typeface="Verdana" panose="020B0604030504040204" pitchFamily="34" charset="0"/>
                  <a:ea typeface="宋体" panose="02010600030101010101" pitchFamily="2" charset="-122"/>
                </a:rPr>
                <a:t>3. </a:t>
              </a:r>
              <a:r>
                <a:rPr lang="zh-CN" altLang="en-US" sz="2000" dirty="0">
                  <a:latin typeface="Verdana" panose="020B0604030504040204" pitchFamily="34" charset="0"/>
                  <a:ea typeface="宋体" panose="02010600030101010101" pitchFamily="2" charset="-122"/>
                </a:rPr>
                <a:t>某个单缝后透明无色薄膜</a:t>
              </a:r>
            </a:p>
          </p:txBody>
        </p:sp>
        <p:sp>
          <p:nvSpPr>
            <p:cNvPr id="11270" name="TextBox 5"/>
            <p:cNvSpPr txBox="1"/>
            <p:nvPr>
              <p:custDataLst>
                <p:tags r:id="rId6"/>
              </p:custDataLst>
            </p:nvPr>
          </p:nvSpPr>
          <p:spPr>
            <a:xfrm>
              <a:off x="1303" y="7444"/>
              <a:ext cx="2429" cy="628"/>
            </a:xfrm>
            <a:prstGeom prst="rect">
              <a:avLst/>
            </a:prstGeom>
            <a:noFill/>
            <a:ln w="9525">
              <a:noFill/>
            </a:ln>
          </p:spPr>
          <p:txBody>
            <a:bodyPr wrap="none" anchor="t" anchorCtr="0">
              <a:spAutoFit/>
            </a:bodyPr>
            <a:lstStyle/>
            <a:p>
              <a:r>
                <a:rPr lang="en-US" altLang="zh-CN" sz="2000" dirty="0">
                  <a:latin typeface="Verdana" panose="020B0604030504040204" pitchFamily="34" charset="0"/>
                  <a:ea typeface="宋体" panose="02010600030101010101" pitchFamily="2" charset="-122"/>
                </a:rPr>
                <a:t>4. </a:t>
              </a:r>
              <a:r>
                <a:rPr lang="zh-CN" altLang="en-US" sz="2000" dirty="0">
                  <a:latin typeface="Verdana" panose="020B0604030504040204" pitchFamily="34" charset="0"/>
                  <a:ea typeface="宋体" panose="02010600030101010101" pitchFamily="2" charset="-122"/>
                </a:rPr>
                <a:t>前缝下移</a:t>
              </a:r>
            </a:p>
          </p:txBody>
        </p:sp>
        <p:sp>
          <p:nvSpPr>
            <p:cNvPr id="11271" name="TextBox 6"/>
            <p:cNvSpPr txBox="1"/>
            <p:nvPr>
              <p:custDataLst>
                <p:tags r:id="rId7"/>
              </p:custDataLst>
            </p:nvPr>
          </p:nvSpPr>
          <p:spPr>
            <a:xfrm>
              <a:off x="1303" y="8093"/>
              <a:ext cx="5229" cy="628"/>
            </a:xfrm>
            <a:prstGeom prst="rect">
              <a:avLst/>
            </a:prstGeom>
            <a:noFill/>
            <a:ln w="9525">
              <a:noFill/>
            </a:ln>
          </p:spPr>
          <p:txBody>
            <a:bodyPr wrap="none" anchor="t" anchorCtr="0">
              <a:spAutoFit/>
            </a:bodyPr>
            <a:lstStyle/>
            <a:p>
              <a:r>
                <a:rPr lang="en-US" altLang="zh-CN" sz="2000" dirty="0">
                  <a:latin typeface="Verdana" panose="020B0604030504040204" pitchFamily="34" charset="0"/>
                  <a:ea typeface="宋体" panose="02010600030101010101" pitchFamily="2" charset="-122"/>
                </a:rPr>
                <a:t>5. </a:t>
              </a:r>
              <a:r>
                <a:rPr lang="zh-CN" altLang="en-US" sz="2000" dirty="0">
                  <a:latin typeface="Verdana" panose="020B0604030504040204" pitchFamily="34" charset="0"/>
                  <a:ea typeface="宋体" panose="02010600030101010101" pitchFamily="2" charset="-122"/>
                </a:rPr>
                <a:t>无前缝，单色光垂直入射</a:t>
              </a:r>
            </a:p>
          </p:txBody>
        </p:sp>
        <p:sp>
          <p:nvSpPr>
            <p:cNvPr id="11272" name="TextBox 7"/>
            <p:cNvSpPr txBox="1"/>
            <p:nvPr>
              <p:custDataLst>
                <p:tags r:id="rId8"/>
              </p:custDataLst>
            </p:nvPr>
          </p:nvSpPr>
          <p:spPr>
            <a:xfrm>
              <a:off x="1302" y="8743"/>
              <a:ext cx="4829" cy="628"/>
            </a:xfrm>
            <a:prstGeom prst="rect">
              <a:avLst/>
            </a:prstGeom>
            <a:noFill/>
            <a:ln w="9525">
              <a:noFill/>
            </a:ln>
          </p:spPr>
          <p:txBody>
            <a:bodyPr wrap="none" anchor="t" anchorCtr="0">
              <a:spAutoFit/>
            </a:bodyPr>
            <a:lstStyle/>
            <a:p>
              <a:r>
                <a:rPr lang="en-US" altLang="zh-CN" sz="2000" dirty="0">
                  <a:latin typeface="Verdana" panose="020B0604030504040204" pitchFamily="34" charset="0"/>
                  <a:ea typeface="宋体" panose="02010600030101010101" pitchFamily="2" charset="-122"/>
                </a:rPr>
                <a:t>6. </a:t>
              </a:r>
              <a:r>
                <a:rPr lang="zh-CN" altLang="en-US" sz="2000" dirty="0">
                  <a:latin typeface="Verdana" panose="020B0604030504040204" pitchFamily="34" charset="0"/>
                  <a:ea typeface="宋体" panose="02010600030101010101" pitchFamily="2" charset="-122"/>
                </a:rPr>
                <a:t>无前缝，单色光斜入射</a:t>
              </a:r>
            </a:p>
          </p:txBody>
        </p:sp>
        <p:sp>
          <p:nvSpPr>
            <p:cNvPr id="11273" name="TextBox 8"/>
            <p:cNvSpPr txBox="1"/>
            <p:nvPr>
              <p:custDataLst>
                <p:tags r:id="rId9"/>
              </p:custDataLst>
            </p:nvPr>
          </p:nvSpPr>
          <p:spPr>
            <a:xfrm>
              <a:off x="1302" y="9429"/>
              <a:ext cx="3629" cy="628"/>
            </a:xfrm>
            <a:prstGeom prst="rect">
              <a:avLst/>
            </a:prstGeom>
            <a:noFill/>
            <a:ln w="9525">
              <a:noFill/>
            </a:ln>
          </p:spPr>
          <p:txBody>
            <a:bodyPr wrap="none" anchor="t" anchorCtr="0">
              <a:spAutoFit/>
            </a:bodyPr>
            <a:lstStyle/>
            <a:p>
              <a:r>
                <a:rPr lang="en-US" altLang="zh-CN" sz="2000" dirty="0">
                  <a:latin typeface="Verdana" panose="020B0604030504040204" pitchFamily="34" charset="0"/>
                  <a:ea typeface="宋体" panose="02010600030101010101" pitchFamily="2" charset="-122"/>
                </a:rPr>
                <a:t>7. </a:t>
              </a:r>
              <a:r>
                <a:rPr lang="zh-CN" altLang="en-US" sz="2000" dirty="0">
                  <a:latin typeface="Verdana" panose="020B0604030504040204" pitchFamily="34" charset="0"/>
                  <a:ea typeface="宋体" panose="02010600030101010101" pitchFamily="2" charset="-122"/>
                </a:rPr>
                <a:t>双缝后放凸透镜</a:t>
              </a:r>
            </a:p>
          </p:txBody>
        </p:sp>
      </p:grpSp>
      <p:sp>
        <p:nvSpPr>
          <p:cNvPr id="12" name="TextBox 11"/>
          <p:cNvSpPr txBox="1"/>
          <p:nvPr>
            <p:custDataLst>
              <p:tags r:id="rId1"/>
            </p:custDataLst>
          </p:nvPr>
        </p:nvSpPr>
        <p:spPr>
          <a:xfrm>
            <a:off x="4924425" y="1654175"/>
            <a:ext cx="2787650" cy="1938338"/>
          </a:xfrm>
          <a:prstGeom prst="rect">
            <a:avLst/>
          </a:prstGeom>
          <a:noFill/>
          <a:ln w="9525">
            <a:noFill/>
          </a:ln>
        </p:spPr>
        <p:txBody>
          <a:bodyPr wrap="square" anchor="t" anchorCtr="0">
            <a:spAutoFit/>
          </a:bodyPr>
          <a:lstStyle/>
          <a:p>
            <a:pPr>
              <a:lnSpc>
                <a:spcPct val="150000"/>
              </a:lnSpc>
            </a:pPr>
            <a:r>
              <a:rPr lang="zh-CN" altLang="en-US" sz="2000" dirty="0">
                <a:latin typeface="Verdana" panose="020B0604030504040204" pitchFamily="34" charset="0"/>
                <a:ea typeface="宋体" panose="02010600030101010101" pitchFamily="2" charset="-122"/>
              </a:rPr>
              <a:t>与空气中单色光入射相比，明暗纹坐标值、中央明纹位置、条纹间距等如何变化？</a:t>
            </a:r>
          </a:p>
        </p:txBody>
      </p:sp>
      <p:sp>
        <p:nvSpPr>
          <p:cNvPr id="2" name="右大括号 1"/>
          <p:cNvSpPr/>
          <p:nvPr>
            <p:custDataLst>
              <p:tags r:id="rId2"/>
            </p:custDataLst>
          </p:nvPr>
        </p:nvSpPr>
        <p:spPr>
          <a:xfrm>
            <a:off x="4478338" y="1306513"/>
            <a:ext cx="301625" cy="2720975"/>
          </a:xfrm>
          <a:prstGeom prst="rightBrace">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fontAlgn="base"/>
            <a:endParaRPr lang="zh-CN" altLang="en-US" strike="noStrike" noProof="1"/>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3"/>
          <p:cNvSpPr txBox="1"/>
          <p:nvPr>
            <p:custDataLst>
              <p:tags r:id="rId1"/>
            </p:custDataLst>
          </p:nvPr>
        </p:nvSpPr>
        <p:spPr>
          <a:xfrm>
            <a:off x="611188" y="980123"/>
            <a:ext cx="4886325" cy="645160"/>
          </a:xfrm>
          <a:prstGeom prst="rect">
            <a:avLst/>
          </a:prstGeom>
          <a:noFill/>
          <a:ln w="9525">
            <a:noFill/>
          </a:ln>
        </p:spPr>
        <p:txBody>
          <a:bodyPr wrap="square" anchor="t" anchorCtr="0">
            <a:spAutoFit/>
          </a:bodyPr>
          <a:lstStyle/>
          <a:p>
            <a:pPr algn="just">
              <a:lnSpc>
                <a:spcPct val="150000"/>
              </a:lnSpc>
            </a:pPr>
            <a:r>
              <a:rPr lang="zh-CN" altLang="en-US" sz="2400">
                <a:solidFill>
                  <a:srgbClr val="0000FF"/>
                </a:solidFill>
                <a:latin typeface="Verdana" panose="020B0604030504040204" pitchFamily="34" charset="0"/>
                <a:ea typeface="宋体" panose="02010600030101010101" pitchFamily="2" charset="-122"/>
              </a:rPr>
              <a:t>课前测：</a:t>
            </a:r>
            <a:r>
              <a:rPr lang="en-US" altLang="zh-CN" sz="2400">
                <a:solidFill>
                  <a:srgbClr val="0000FF"/>
                </a:solidFill>
                <a:latin typeface="Verdana" panose="020B0604030504040204" pitchFamily="34" charset="0"/>
                <a:ea typeface="宋体" panose="02010600030101010101" pitchFamily="2" charset="-122"/>
              </a:rPr>
              <a:t>    </a:t>
            </a:r>
            <a:r>
              <a:rPr lang="en-US" altLang="zh-CN" sz="2400">
                <a:latin typeface="Verdana" panose="020B0604030504040204" pitchFamily="34" charset="0"/>
                <a:ea typeface="宋体" panose="02010600030101010101" pitchFamily="2" charset="-122"/>
              </a:rPr>
              <a:t>  </a:t>
            </a:r>
            <a:endParaRPr lang="zh-CN" altLang="en-US" sz="2400">
              <a:solidFill>
                <a:srgbClr val="0000FF"/>
              </a:solidFill>
              <a:latin typeface="Verdana" panose="020B0604030504040204" pitchFamily="34" charset="0"/>
              <a:ea typeface="宋体" panose="02010600030101010101" pitchFamily="2" charset="-122"/>
            </a:endParaRPr>
          </a:p>
        </p:txBody>
      </p:sp>
      <p:sp>
        <p:nvSpPr>
          <p:cNvPr id="10243" name="文本框 99"/>
          <p:cNvSpPr txBox="1"/>
          <p:nvPr>
            <p:custDataLst>
              <p:tags r:id="rId2"/>
            </p:custDataLst>
          </p:nvPr>
        </p:nvSpPr>
        <p:spPr>
          <a:xfrm>
            <a:off x="611188" y="1805623"/>
            <a:ext cx="7596187" cy="3969385"/>
          </a:xfrm>
          <a:prstGeom prst="rect">
            <a:avLst/>
          </a:prstGeom>
          <a:noFill/>
          <a:ln w="9525">
            <a:noFill/>
          </a:ln>
        </p:spPr>
        <p:txBody>
          <a:bodyPr wrap="square" anchor="t" anchorCtr="0">
            <a:spAutoFit/>
          </a:bodyPr>
          <a:lstStyle/>
          <a:p>
            <a:pPr>
              <a:lnSpc>
                <a:spcPct val="150000"/>
              </a:lnSpc>
            </a:pPr>
            <a:r>
              <a:rPr lang="en-US" altLang="zh-CN" sz="2400">
                <a:latin typeface="Times New Roman" panose="02020603050405020304" pitchFamily="18" charset="0"/>
                <a:ea typeface="宋体" panose="02010600030101010101" pitchFamily="2" charset="-122"/>
              </a:rPr>
              <a:t>        </a:t>
            </a:r>
            <a:r>
              <a:rPr lang="zh-CN" altLang="zh-CN" sz="2400">
                <a:latin typeface="Times New Roman" panose="02020603050405020304" pitchFamily="18" charset="0"/>
                <a:ea typeface="宋体" panose="02010600030101010101" pitchFamily="2" charset="-122"/>
              </a:rPr>
              <a:t>用白光光源进行双缝实验，若用一个纯红色的滤光片遮盖一条缝，用一个纯蓝色的滤光片遮盖另一条缝，则：</a:t>
            </a:r>
            <a:endParaRPr lang="en-US" altLang="zh-CN" sz="2400">
              <a:latin typeface="Times New Roman" panose="02020603050405020304" pitchFamily="18" charset="0"/>
              <a:ea typeface="宋体" panose="02010600030101010101" pitchFamily="2" charset="-122"/>
            </a:endParaRPr>
          </a:p>
          <a:p>
            <a:pPr>
              <a:lnSpc>
                <a:spcPct val="150000"/>
              </a:lnSpc>
            </a:pPr>
            <a:r>
              <a:rPr lang="en-US" altLang="zh-CN" sz="2400">
                <a:latin typeface="Times New Roman" panose="02020603050405020304" pitchFamily="18" charset="0"/>
                <a:ea typeface="宋体" panose="02010600030101010101" pitchFamily="2" charset="-122"/>
              </a:rPr>
              <a:t>         (A) </a:t>
            </a:r>
            <a:r>
              <a:rPr lang="zh-CN" altLang="zh-CN" sz="2400">
                <a:latin typeface="Times New Roman" panose="02020603050405020304" pitchFamily="18" charset="0"/>
                <a:ea typeface="宋体" panose="02010600030101010101" pitchFamily="2" charset="-122"/>
              </a:rPr>
              <a:t>干涉条纹的宽度将发生改变</a:t>
            </a:r>
            <a:r>
              <a:rPr lang="en-US" altLang="zh-CN" sz="2400">
                <a:latin typeface="Times New Roman" panose="02020603050405020304" pitchFamily="18" charset="0"/>
                <a:ea typeface="宋体" panose="02010600030101010101" pitchFamily="2" charset="-122"/>
              </a:rPr>
              <a:t>    </a:t>
            </a:r>
          </a:p>
          <a:p>
            <a:pPr>
              <a:lnSpc>
                <a:spcPct val="150000"/>
              </a:lnSpc>
            </a:pPr>
            <a:r>
              <a:rPr lang="en-US" altLang="zh-CN" sz="2400">
                <a:latin typeface="Times New Roman" panose="02020603050405020304" pitchFamily="18" charset="0"/>
                <a:ea typeface="宋体" panose="02010600030101010101" pitchFamily="2" charset="-122"/>
              </a:rPr>
              <a:t>         (B) </a:t>
            </a:r>
            <a:r>
              <a:rPr lang="zh-CN" altLang="zh-CN" sz="2400">
                <a:latin typeface="Times New Roman" panose="02020603050405020304" pitchFamily="18" charset="0"/>
                <a:ea typeface="宋体" panose="02010600030101010101" pitchFamily="2" charset="-122"/>
              </a:rPr>
              <a:t>产生红光和蓝光的两套彩色干涉条纹</a:t>
            </a:r>
            <a:endParaRPr lang="en-US" altLang="zh-CN" sz="2400">
              <a:latin typeface="Times New Roman" panose="02020603050405020304" pitchFamily="18" charset="0"/>
              <a:ea typeface="宋体" panose="02010600030101010101" pitchFamily="2" charset="-122"/>
            </a:endParaRPr>
          </a:p>
          <a:p>
            <a:pPr>
              <a:lnSpc>
                <a:spcPct val="150000"/>
              </a:lnSpc>
            </a:pPr>
            <a:r>
              <a:rPr lang="en-US" altLang="zh-CN" sz="2400">
                <a:latin typeface="Times New Roman" panose="02020603050405020304" pitchFamily="18" charset="0"/>
                <a:ea typeface="宋体" panose="02010600030101010101" pitchFamily="2" charset="-122"/>
              </a:rPr>
              <a:t>         (C) </a:t>
            </a:r>
            <a:r>
              <a:rPr lang="zh-CN" altLang="zh-CN" sz="2400">
                <a:latin typeface="Times New Roman" panose="02020603050405020304" pitchFamily="18" charset="0"/>
                <a:ea typeface="宋体" panose="02010600030101010101" pitchFamily="2" charset="-122"/>
              </a:rPr>
              <a:t>干涉条纹的亮度将发生改变</a:t>
            </a:r>
            <a:r>
              <a:rPr lang="en-US" altLang="zh-CN" sz="2400">
                <a:latin typeface="Times New Roman" panose="02020603050405020304" pitchFamily="18" charset="0"/>
                <a:ea typeface="宋体" panose="02010600030101010101" pitchFamily="2" charset="-122"/>
              </a:rPr>
              <a:t>    </a:t>
            </a:r>
          </a:p>
          <a:p>
            <a:pPr>
              <a:lnSpc>
                <a:spcPct val="150000"/>
              </a:lnSpc>
            </a:pPr>
            <a:r>
              <a:rPr lang="en-US" altLang="zh-CN" sz="2400">
                <a:latin typeface="Times New Roman" panose="02020603050405020304" pitchFamily="18" charset="0"/>
                <a:ea typeface="宋体" panose="02010600030101010101" pitchFamily="2" charset="-122"/>
              </a:rPr>
              <a:t>   </a:t>
            </a:r>
            <a:r>
              <a:rPr lang="en-US" altLang="zh-CN" sz="2400">
                <a:solidFill>
                  <a:srgbClr val="FF0000"/>
                </a:solidFill>
                <a:latin typeface="Times New Roman" panose="02020603050405020304" pitchFamily="18" charset="0"/>
                <a:ea typeface="宋体" panose="02010600030101010101" pitchFamily="2" charset="-122"/>
              </a:rPr>
              <a:t>      (D)</a:t>
            </a:r>
            <a:r>
              <a:rPr lang="en-US" altLang="zh-CN" sz="2400">
                <a:latin typeface="Times New Roman" panose="02020603050405020304" pitchFamily="18" charset="0"/>
                <a:ea typeface="宋体" panose="02010600030101010101" pitchFamily="2" charset="-122"/>
              </a:rPr>
              <a:t> </a:t>
            </a:r>
            <a:r>
              <a:rPr lang="zh-CN" altLang="zh-CN" sz="2400">
                <a:latin typeface="Times New Roman" panose="02020603050405020304" pitchFamily="18" charset="0"/>
                <a:ea typeface="宋体" panose="02010600030101010101" pitchFamily="2" charset="-122"/>
              </a:rPr>
              <a:t>不产生干涉条纹</a:t>
            </a:r>
            <a:endParaRPr lang="zh-CN" altLang="en-US" sz="2400">
              <a:latin typeface="Times New Roman" panose="02020603050405020304" pitchFamily="18"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descr="羊皮纸"/>
          <p:cNvSpPr/>
          <p:nvPr/>
        </p:nvSpPr>
        <p:spPr>
          <a:xfrm>
            <a:off x="0" y="6508750"/>
            <a:ext cx="9144000" cy="349250"/>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2290" name="Rectangle 3" descr="羊皮纸"/>
          <p:cNvSpPr/>
          <p:nvPr/>
        </p:nvSpPr>
        <p:spPr>
          <a:xfrm>
            <a:off x="0" y="0"/>
            <a:ext cx="9144000" cy="728663"/>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32804" name="Rectangle 4"/>
          <p:cNvSpPr/>
          <p:nvPr/>
        </p:nvSpPr>
        <p:spPr>
          <a:xfrm>
            <a:off x="522288" y="984250"/>
            <a:ext cx="5743575" cy="460375"/>
          </a:xfrm>
          <a:prstGeom prst="rect">
            <a:avLst/>
          </a:prstGeom>
          <a:noFill/>
          <a:ln w="9525">
            <a:noFill/>
          </a:ln>
        </p:spPr>
        <p:txBody>
          <a:bodyPr wrap="square" anchor="ctr" anchorCtr="0">
            <a:spAutoFit/>
          </a:bodyPr>
          <a:lstStyle/>
          <a:p>
            <a:r>
              <a:rPr lang="en-US" altLang="zh-CN" sz="2400" b="1" dirty="0">
                <a:latin typeface="Times New Roman" panose="02020603050405020304" pitchFamily="18" charset="0"/>
                <a:ea typeface="楷体_GB2312" pitchFamily="1" charset="-122"/>
              </a:rPr>
              <a:t>0</a:t>
            </a:r>
            <a:r>
              <a:rPr lang="zh-CN" altLang="en-US" sz="2400" b="1" dirty="0">
                <a:latin typeface="楷体_GB2312" pitchFamily="1" charset="-122"/>
                <a:ea typeface="楷体_GB2312" pitchFamily="1" charset="-122"/>
              </a:rPr>
              <a:t>级明纹为白色， 其余明纹为彩色条纹 。</a:t>
            </a:r>
            <a:endParaRPr lang="zh-CN" altLang="en-US" sz="2400" b="1" i="1" dirty="0">
              <a:latin typeface="楷体_GB2312" pitchFamily="1" charset="-122"/>
              <a:ea typeface="楷体_GB2312" pitchFamily="1" charset="-122"/>
              <a:sym typeface="Symbol" panose="05050102010706020507" pitchFamily="18" charset="2"/>
            </a:endParaRPr>
          </a:p>
        </p:txBody>
      </p:sp>
      <p:sp>
        <p:nvSpPr>
          <p:cNvPr id="12292" name="Rectangle 5"/>
          <p:cNvSpPr/>
          <p:nvPr/>
        </p:nvSpPr>
        <p:spPr>
          <a:xfrm>
            <a:off x="307975" y="187325"/>
            <a:ext cx="5067300" cy="519113"/>
          </a:xfrm>
          <a:prstGeom prst="rect">
            <a:avLst/>
          </a:prstGeom>
          <a:noFill/>
          <a:ln w="9525">
            <a:noFill/>
          </a:ln>
        </p:spPr>
        <p:txBody>
          <a:bodyPr anchor="t" anchorCtr="0">
            <a:spAutoFit/>
          </a:bodyPr>
          <a:lstStyle/>
          <a:p>
            <a:r>
              <a:rPr lang="zh-CN" altLang="en-US" sz="2800" b="1" dirty="0">
                <a:solidFill>
                  <a:srgbClr val="0000CC"/>
                </a:solidFill>
                <a:latin typeface="楷体_GB2312" pitchFamily="1" charset="-122"/>
                <a:ea typeface="楷体_GB2312" pitchFamily="1" charset="-122"/>
              </a:rPr>
              <a:t>白光入射（多种波长光）</a:t>
            </a:r>
          </a:p>
        </p:txBody>
      </p:sp>
      <p:graphicFrame>
        <p:nvGraphicFramePr>
          <p:cNvPr id="332806" name="Object 6"/>
          <p:cNvGraphicFramePr>
            <a:graphicFrameLocks noChangeAspect="1"/>
          </p:cNvGraphicFramePr>
          <p:nvPr/>
        </p:nvGraphicFramePr>
        <p:xfrm>
          <a:off x="1501775" y="2106613"/>
          <a:ext cx="1985963" cy="892175"/>
        </p:xfrm>
        <a:graphic>
          <a:graphicData uri="http://schemas.openxmlformats.org/presentationml/2006/ole">
            <mc:AlternateContent xmlns:mc="http://schemas.openxmlformats.org/markup-compatibility/2006">
              <mc:Choice xmlns:v="urn:schemas-microsoft-com:vml" Requires="v">
                <p:oleObj r:id="rId3" imgW="862965" imgH="405765" progId="Equation.3">
                  <p:embed/>
                </p:oleObj>
              </mc:Choice>
              <mc:Fallback>
                <p:oleObj r:id="rId3" imgW="862965" imgH="405765" progId="Equation.3">
                  <p:embed/>
                  <p:pic>
                    <p:nvPicPr>
                      <p:cNvPr id="0" name="图片 3097"/>
                      <p:cNvPicPr/>
                      <p:nvPr/>
                    </p:nvPicPr>
                    <p:blipFill>
                      <a:blip r:embed="rId4">
                        <a:lum bright="-100000"/>
                      </a:blip>
                      <a:stretch>
                        <a:fillRect/>
                      </a:stretch>
                    </p:blipFill>
                    <p:spPr>
                      <a:xfrm>
                        <a:off x="1501775" y="2106613"/>
                        <a:ext cx="1985963" cy="892175"/>
                      </a:xfrm>
                      <a:prstGeom prst="rect">
                        <a:avLst/>
                      </a:prstGeom>
                      <a:noFill/>
                      <a:ln w="38100">
                        <a:noFill/>
                        <a:miter/>
                      </a:ln>
                    </p:spPr>
                  </p:pic>
                </p:oleObj>
              </mc:Fallback>
            </mc:AlternateContent>
          </a:graphicData>
        </a:graphic>
      </p:graphicFrame>
      <p:sp>
        <p:nvSpPr>
          <p:cNvPr id="332807" name="Text Box 7"/>
          <p:cNvSpPr txBox="1"/>
          <p:nvPr/>
        </p:nvSpPr>
        <p:spPr>
          <a:xfrm>
            <a:off x="522288" y="1593850"/>
            <a:ext cx="4205287" cy="460375"/>
          </a:xfrm>
          <a:prstGeom prst="rect">
            <a:avLst/>
          </a:prstGeom>
          <a:noFill/>
          <a:ln w="9525">
            <a:noFill/>
          </a:ln>
        </p:spPr>
        <p:txBody>
          <a:bodyPr wrap="square" anchor="t" anchorCtr="0">
            <a:spAutoFit/>
          </a:bodyPr>
          <a:lstStyle/>
          <a:p>
            <a:pPr>
              <a:spcBef>
                <a:spcPct val="50000"/>
              </a:spcBef>
            </a:pPr>
            <a:r>
              <a:rPr lang="en-US" altLang="zh-CN" sz="2400" b="1" i="1" dirty="0">
                <a:latin typeface="Times New Roman" panose="02020603050405020304" pitchFamily="18" charset="0"/>
                <a:ea typeface="楷体_GB2312" pitchFamily="1" charset="-122"/>
              </a:rPr>
              <a:t>k</a:t>
            </a:r>
            <a:r>
              <a:rPr lang="zh-CN" altLang="en-US" sz="2400" b="1" dirty="0">
                <a:latin typeface="楷体_GB2312" pitchFamily="1" charset="-122"/>
                <a:ea typeface="楷体_GB2312" pitchFamily="1" charset="-122"/>
              </a:rPr>
              <a:t>级彩色亮纹所在的位置坐标</a:t>
            </a:r>
          </a:p>
        </p:txBody>
      </p:sp>
      <p:grpSp>
        <p:nvGrpSpPr>
          <p:cNvPr id="2" name="Group 8"/>
          <p:cNvGrpSpPr/>
          <p:nvPr/>
        </p:nvGrpSpPr>
        <p:grpSpPr>
          <a:xfrm>
            <a:off x="134938" y="3824288"/>
            <a:ext cx="7227887" cy="2611437"/>
            <a:chOff x="0" y="2103"/>
            <a:chExt cx="4723" cy="1786"/>
          </a:xfrm>
        </p:grpSpPr>
        <p:sp>
          <p:nvSpPr>
            <p:cNvPr id="12296" name="Rectangle 9"/>
            <p:cNvSpPr/>
            <p:nvPr/>
          </p:nvSpPr>
          <p:spPr>
            <a:xfrm>
              <a:off x="0" y="2103"/>
              <a:ext cx="4723" cy="1786"/>
            </a:xfrm>
            <a:prstGeom prst="rect">
              <a:avLst/>
            </a:prstGeom>
            <a:solidFill>
              <a:srgbClr val="3366FF"/>
            </a:soli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nvGrpSpPr>
            <p:cNvPr id="12297" name="Group 10"/>
            <p:cNvGrpSpPr/>
            <p:nvPr/>
          </p:nvGrpSpPr>
          <p:grpSpPr>
            <a:xfrm>
              <a:off x="0" y="2103"/>
              <a:ext cx="4608" cy="1719"/>
              <a:chOff x="385" y="2115"/>
              <a:chExt cx="4608" cy="1719"/>
            </a:xfrm>
          </p:grpSpPr>
          <p:sp>
            <p:nvSpPr>
              <p:cNvPr id="12298" name="Line 11"/>
              <p:cNvSpPr/>
              <p:nvPr/>
            </p:nvSpPr>
            <p:spPr>
              <a:xfrm>
                <a:off x="385" y="2499"/>
                <a:ext cx="4608" cy="0"/>
              </a:xfrm>
              <a:prstGeom prst="line">
                <a:avLst/>
              </a:prstGeom>
              <a:ln w="28575" cap="flat" cmpd="sng">
                <a:solidFill>
                  <a:srgbClr val="000080"/>
                </a:solidFill>
                <a:prstDash val="solid"/>
                <a:round/>
                <a:headEnd type="none" w="med" len="med"/>
                <a:tailEnd type="none" w="med" len="med"/>
              </a:ln>
            </p:spPr>
          </p:sp>
          <p:sp>
            <p:nvSpPr>
              <p:cNvPr id="12299" name="Line 12"/>
              <p:cNvSpPr/>
              <p:nvPr/>
            </p:nvSpPr>
            <p:spPr>
              <a:xfrm>
                <a:off x="385" y="3422"/>
                <a:ext cx="4608" cy="0"/>
              </a:xfrm>
              <a:prstGeom prst="line">
                <a:avLst/>
              </a:prstGeom>
              <a:ln w="38100" cap="flat" cmpd="sng">
                <a:solidFill>
                  <a:srgbClr val="000080"/>
                </a:solidFill>
                <a:prstDash val="solid"/>
                <a:round/>
                <a:headEnd type="none" w="med" len="med"/>
                <a:tailEnd type="none" w="med" len="med"/>
              </a:ln>
            </p:spPr>
          </p:sp>
          <p:sp>
            <p:nvSpPr>
              <p:cNvPr id="12300" name="Line 13"/>
              <p:cNvSpPr/>
              <p:nvPr/>
            </p:nvSpPr>
            <p:spPr>
              <a:xfrm>
                <a:off x="706" y="2499"/>
                <a:ext cx="0" cy="923"/>
              </a:xfrm>
              <a:prstGeom prst="line">
                <a:avLst/>
              </a:prstGeom>
              <a:ln w="38100" cap="flat" cmpd="sng">
                <a:solidFill>
                  <a:srgbClr val="FF0000"/>
                </a:solidFill>
                <a:prstDash val="solid"/>
                <a:round/>
                <a:headEnd type="none" w="med" len="med"/>
                <a:tailEnd type="none" w="med" len="med"/>
              </a:ln>
            </p:spPr>
          </p:sp>
          <p:sp>
            <p:nvSpPr>
              <p:cNvPr id="12301" name="Line 14"/>
              <p:cNvSpPr/>
              <p:nvPr/>
            </p:nvSpPr>
            <p:spPr>
              <a:xfrm>
                <a:off x="793" y="2496"/>
                <a:ext cx="0" cy="923"/>
              </a:xfrm>
              <a:prstGeom prst="line">
                <a:avLst/>
              </a:prstGeom>
              <a:ln w="38100" cap="flat" cmpd="sng">
                <a:solidFill>
                  <a:srgbClr val="FF9900"/>
                </a:solidFill>
                <a:prstDash val="dash"/>
                <a:round/>
                <a:headEnd type="none" w="med" len="med"/>
                <a:tailEnd type="none" w="med" len="med"/>
              </a:ln>
            </p:spPr>
          </p:sp>
          <p:sp>
            <p:nvSpPr>
              <p:cNvPr id="12302" name="Line 15"/>
              <p:cNvSpPr/>
              <p:nvPr/>
            </p:nvSpPr>
            <p:spPr>
              <a:xfrm>
                <a:off x="920" y="2499"/>
                <a:ext cx="0" cy="923"/>
              </a:xfrm>
              <a:prstGeom prst="line">
                <a:avLst/>
              </a:prstGeom>
              <a:ln w="38100" cap="flat" cmpd="sng">
                <a:solidFill>
                  <a:srgbClr val="FFFF00"/>
                </a:solidFill>
                <a:prstDash val="dash"/>
                <a:round/>
                <a:headEnd type="none" w="med" len="med"/>
                <a:tailEnd type="none" w="med" len="med"/>
              </a:ln>
            </p:spPr>
          </p:sp>
          <p:sp>
            <p:nvSpPr>
              <p:cNvPr id="12303" name="Line 16"/>
              <p:cNvSpPr/>
              <p:nvPr/>
            </p:nvSpPr>
            <p:spPr>
              <a:xfrm>
                <a:off x="1028" y="2499"/>
                <a:ext cx="0" cy="923"/>
              </a:xfrm>
              <a:prstGeom prst="line">
                <a:avLst/>
              </a:prstGeom>
              <a:ln w="38100" cap="flat" cmpd="sng">
                <a:solidFill>
                  <a:srgbClr val="0000FF"/>
                </a:solidFill>
                <a:prstDash val="dash"/>
                <a:round/>
                <a:headEnd type="none" w="med" len="med"/>
                <a:tailEnd type="none" w="med" len="med"/>
              </a:ln>
            </p:spPr>
          </p:sp>
          <p:sp>
            <p:nvSpPr>
              <p:cNvPr id="12304" name="Line 17"/>
              <p:cNvSpPr/>
              <p:nvPr/>
            </p:nvSpPr>
            <p:spPr>
              <a:xfrm>
                <a:off x="1135" y="2499"/>
                <a:ext cx="0" cy="923"/>
              </a:xfrm>
              <a:prstGeom prst="line">
                <a:avLst/>
              </a:prstGeom>
              <a:ln w="38100" cap="flat" cmpd="sng">
                <a:solidFill>
                  <a:srgbClr val="A915A9"/>
                </a:solidFill>
                <a:prstDash val="solid"/>
                <a:round/>
                <a:headEnd type="none" w="med" len="med"/>
                <a:tailEnd type="none" w="med" len="med"/>
              </a:ln>
            </p:spPr>
          </p:sp>
          <p:sp>
            <p:nvSpPr>
              <p:cNvPr id="12305" name="Line 18"/>
              <p:cNvSpPr/>
              <p:nvPr/>
            </p:nvSpPr>
            <p:spPr>
              <a:xfrm>
                <a:off x="1671" y="2499"/>
                <a:ext cx="0" cy="923"/>
              </a:xfrm>
              <a:prstGeom prst="line">
                <a:avLst/>
              </a:prstGeom>
              <a:ln w="38100" cap="flat" cmpd="sng">
                <a:solidFill>
                  <a:srgbClr val="FF0000"/>
                </a:solidFill>
                <a:prstDash val="solid"/>
                <a:round/>
                <a:headEnd type="none" w="med" len="med"/>
                <a:tailEnd type="none" w="med" len="med"/>
              </a:ln>
            </p:spPr>
          </p:sp>
          <p:sp>
            <p:nvSpPr>
              <p:cNvPr id="12306" name="Line 19"/>
              <p:cNvSpPr/>
              <p:nvPr/>
            </p:nvSpPr>
            <p:spPr>
              <a:xfrm>
                <a:off x="1827" y="2478"/>
                <a:ext cx="0" cy="923"/>
              </a:xfrm>
              <a:prstGeom prst="line">
                <a:avLst/>
              </a:prstGeom>
              <a:ln w="38100" cap="flat" cmpd="sng">
                <a:solidFill>
                  <a:srgbClr val="FFFF00"/>
                </a:solidFill>
                <a:prstDash val="dash"/>
                <a:round/>
                <a:headEnd type="none" w="med" len="med"/>
                <a:tailEnd type="none" w="med" len="med"/>
              </a:ln>
            </p:spPr>
          </p:sp>
          <p:sp>
            <p:nvSpPr>
              <p:cNvPr id="12307" name="Line 20"/>
              <p:cNvSpPr/>
              <p:nvPr/>
            </p:nvSpPr>
            <p:spPr>
              <a:xfrm>
                <a:off x="1927" y="2496"/>
                <a:ext cx="0" cy="923"/>
              </a:xfrm>
              <a:prstGeom prst="line">
                <a:avLst/>
              </a:prstGeom>
              <a:ln w="38100" cap="flat" cmpd="sng">
                <a:solidFill>
                  <a:srgbClr val="0000FF"/>
                </a:solidFill>
                <a:prstDash val="dash"/>
                <a:round/>
                <a:headEnd type="none" w="med" len="med"/>
                <a:tailEnd type="none" w="med" len="med"/>
              </a:ln>
            </p:spPr>
          </p:sp>
          <p:sp>
            <p:nvSpPr>
              <p:cNvPr id="12308" name="Line 21"/>
              <p:cNvSpPr/>
              <p:nvPr/>
            </p:nvSpPr>
            <p:spPr>
              <a:xfrm>
                <a:off x="1992" y="2499"/>
                <a:ext cx="0" cy="923"/>
              </a:xfrm>
              <a:prstGeom prst="line">
                <a:avLst/>
              </a:prstGeom>
              <a:ln w="38100" cap="flat" cmpd="sng">
                <a:solidFill>
                  <a:srgbClr val="A915A9"/>
                </a:solidFill>
                <a:prstDash val="solid"/>
                <a:round/>
                <a:headEnd type="none" w="med" len="med"/>
                <a:tailEnd type="none" w="med" len="med"/>
              </a:ln>
            </p:spPr>
          </p:sp>
          <p:sp>
            <p:nvSpPr>
              <p:cNvPr id="12309" name="Line 22"/>
              <p:cNvSpPr/>
              <p:nvPr/>
            </p:nvSpPr>
            <p:spPr>
              <a:xfrm>
                <a:off x="2636" y="2499"/>
                <a:ext cx="0" cy="923"/>
              </a:xfrm>
              <a:prstGeom prst="line">
                <a:avLst/>
              </a:prstGeom>
              <a:ln w="38100" cap="flat" cmpd="sng">
                <a:solidFill>
                  <a:schemeClr val="tx1"/>
                </a:solidFill>
                <a:prstDash val="solid"/>
                <a:round/>
                <a:headEnd type="none" w="med" len="med"/>
                <a:tailEnd type="none" w="med" len="med"/>
              </a:ln>
            </p:spPr>
          </p:sp>
          <p:sp>
            <p:nvSpPr>
              <p:cNvPr id="12310" name="Line 23"/>
              <p:cNvSpPr/>
              <p:nvPr/>
            </p:nvSpPr>
            <p:spPr>
              <a:xfrm>
                <a:off x="3279" y="2499"/>
                <a:ext cx="0" cy="923"/>
              </a:xfrm>
              <a:prstGeom prst="line">
                <a:avLst/>
              </a:prstGeom>
              <a:ln w="38100" cap="flat" cmpd="sng">
                <a:solidFill>
                  <a:srgbClr val="A915A9"/>
                </a:solidFill>
                <a:prstDash val="solid"/>
                <a:round/>
                <a:headEnd type="none" w="med" len="med"/>
                <a:tailEnd type="none" w="med" len="med"/>
              </a:ln>
            </p:spPr>
          </p:sp>
          <p:sp>
            <p:nvSpPr>
              <p:cNvPr id="12311" name="Line 24"/>
              <p:cNvSpPr/>
              <p:nvPr/>
            </p:nvSpPr>
            <p:spPr>
              <a:xfrm>
                <a:off x="3386" y="3255"/>
                <a:ext cx="0" cy="0"/>
              </a:xfrm>
              <a:prstGeom prst="line">
                <a:avLst/>
              </a:prstGeom>
              <a:ln w="9525" cap="flat" cmpd="sng">
                <a:solidFill>
                  <a:srgbClr val="0000FF"/>
                </a:solidFill>
                <a:prstDash val="solid"/>
                <a:round/>
                <a:headEnd type="none" w="med" len="med"/>
                <a:tailEnd type="none" w="med" len="med"/>
              </a:ln>
            </p:spPr>
          </p:sp>
          <p:sp>
            <p:nvSpPr>
              <p:cNvPr id="12312" name="Line 25"/>
              <p:cNvSpPr/>
              <p:nvPr/>
            </p:nvSpPr>
            <p:spPr>
              <a:xfrm>
                <a:off x="3367" y="2490"/>
                <a:ext cx="0" cy="923"/>
              </a:xfrm>
              <a:prstGeom prst="line">
                <a:avLst/>
              </a:prstGeom>
              <a:ln w="38100" cap="flat" cmpd="sng">
                <a:solidFill>
                  <a:srgbClr val="0000FF"/>
                </a:solidFill>
                <a:prstDash val="dash"/>
                <a:round/>
                <a:headEnd type="none" w="med" len="med"/>
                <a:tailEnd type="none" w="med" len="med"/>
              </a:ln>
            </p:spPr>
          </p:sp>
          <p:sp>
            <p:nvSpPr>
              <p:cNvPr id="12313" name="Line 26"/>
              <p:cNvSpPr/>
              <p:nvPr/>
            </p:nvSpPr>
            <p:spPr>
              <a:xfrm>
                <a:off x="3446" y="2484"/>
                <a:ext cx="0" cy="923"/>
              </a:xfrm>
              <a:prstGeom prst="line">
                <a:avLst/>
              </a:prstGeom>
              <a:ln w="38100" cap="flat" cmpd="sng">
                <a:solidFill>
                  <a:srgbClr val="FFFF00"/>
                </a:solidFill>
                <a:prstDash val="dash"/>
                <a:round/>
                <a:headEnd type="none" w="med" len="med"/>
                <a:tailEnd type="none" w="med" len="med"/>
              </a:ln>
            </p:spPr>
          </p:sp>
          <p:sp>
            <p:nvSpPr>
              <p:cNvPr id="12314" name="Line 27"/>
              <p:cNvSpPr/>
              <p:nvPr/>
            </p:nvSpPr>
            <p:spPr>
              <a:xfrm>
                <a:off x="3600" y="2499"/>
                <a:ext cx="0" cy="923"/>
              </a:xfrm>
              <a:prstGeom prst="line">
                <a:avLst/>
              </a:prstGeom>
              <a:ln w="38100" cap="flat" cmpd="sng">
                <a:solidFill>
                  <a:srgbClr val="FF0000"/>
                </a:solidFill>
                <a:prstDash val="solid"/>
                <a:round/>
                <a:headEnd type="none" w="med" len="med"/>
                <a:tailEnd type="none" w="med" len="med"/>
              </a:ln>
            </p:spPr>
          </p:sp>
          <p:sp>
            <p:nvSpPr>
              <p:cNvPr id="12315" name="Line 28"/>
              <p:cNvSpPr/>
              <p:nvPr/>
            </p:nvSpPr>
            <p:spPr>
              <a:xfrm>
                <a:off x="4135" y="2499"/>
                <a:ext cx="0" cy="923"/>
              </a:xfrm>
              <a:prstGeom prst="line">
                <a:avLst/>
              </a:prstGeom>
              <a:ln w="38100" cap="flat" cmpd="sng">
                <a:solidFill>
                  <a:srgbClr val="A915A9"/>
                </a:solidFill>
                <a:prstDash val="solid"/>
                <a:round/>
                <a:headEnd type="none" w="med" len="med"/>
                <a:tailEnd type="none" w="med" len="med"/>
              </a:ln>
            </p:spPr>
          </p:sp>
          <p:sp>
            <p:nvSpPr>
              <p:cNvPr id="12316" name="Line 29"/>
              <p:cNvSpPr/>
              <p:nvPr/>
            </p:nvSpPr>
            <p:spPr>
              <a:xfrm>
                <a:off x="4243" y="2499"/>
                <a:ext cx="0" cy="923"/>
              </a:xfrm>
              <a:prstGeom prst="line">
                <a:avLst/>
              </a:prstGeom>
              <a:ln w="38100" cap="flat" cmpd="sng">
                <a:solidFill>
                  <a:srgbClr val="0000FF"/>
                </a:solidFill>
                <a:prstDash val="dash"/>
                <a:round/>
                <a:headEnd type="none" w="med" len="med"/>
                <a:tailEnd type="none" w="med" len="med"/>
              </a:ln>
            </p:spPr>
          </p:sp>
          <p:sp>
            <p:nvSpPr>
              <p:cNvPr id="12317" name="Line 30"/>
              <p:cNvSpPr/>
              <p:nvPr/>
            </p:nvSpPr>
            <p:spPr>
              <a:xfrm>
                <a:off x="4350" y="2499"/>
                <a:ext cx="0" cy="923"/>
              </a:xfrm>
              <a:prstGeom prst="line">
                <a:avLst/>
              </a:prstGeom>
              <a:ln w="38100" cap="flat" cmpd="sng">
                <a:solidFill>
                  <a:srgbClr val="FFFF00"/>
                </a:solidFill>
                <a:prstDash val="dash"/>
                <a:round/>
                <a:headEnd type="none" w="med" len="med"/>
                <a:tailEnd type="none" w="med" len="med"/>
              </a:ln>
            </p:spPr>
          </p:sp>
          <p:sp>
            <p:nvSpPr>
              <p:cNvPr id="12318" name="Line 31"/>
              <p:cNvSpPr/>
              <p:nvPr/>
            </p:nvSpPr>
            <p:spPr>
              <a:xfrm>
                <a:off x="4458" y="2499"/>
                <a:ext cx="0" cy="923"/>
              </a:xfrm>
              <a:prstGeom prst="line">
                <a:avLst/>
              </a:prstGeom>
              <a:ln w="38100" cap="flat" cmpd="sng">
                <a:solidFill>
                  <a:srgbClr val="FF9900"/>
                </a:solidFill>
                <a:prstDash val="dash"/>
                <a:round/>
                <a:headEnd type="none" w="med" len="med"/>
                <a:tailEnd type="none" w="med" len="med"/>
              </a:ln>
            </p:spPr>
          </p:sp>
          <p:sp>
            <p:nvSpPr>
              <p:cNvPr id="12319" name="Line 32"/>
              <p:cNvSpPr/>
              <p:nvPr/>
            </p:nvSpPr>
            <p:spPr>
              <a:xfrm>
                <a:off x="4564" y="2499"/>
                <a:ext cx="0" cy="923"/>
              </a:xfrm>
              <a:prstGeom prst="line">
                <a:avLst/>
              </a:prstGeom>
              <a:ln w="38100" cap="flat" cmpd="sng">
                <a:solidFill>
                  <a:srgbClr val="FF0000"/>
                </a:solidFill>
                <a:prstDash val="solid"/>
                <a:round/>
                <a:headEnd type="none" w="med" len="med"/>
                <a:tailEnd type="none" w="med" len="med"/>
              </a:ln>
            </p:spPr>
          </p:sp>
          <p:sp>
            <p:nvSpPr>
              <p:cNvPr id="12320" name="Text Box 33"/>
              <p:cNvSpPr txBox="1"/>
              <p:nvPr/>
            </p:nvSpPr>
            <p:spPr>
              <a:xfrm>
                <a:off x="1525" y="2115"/>
                <a:ext cx="354" cy="355"/>
              </a:xfrm>
              <a:prstGeom prst="rect">
                <a:avLst/>
              </a:prstGeom>
              <a:noFill/>
              <a:ln w="9525">
                <a:noFill/>
              </a:ln>
            </p:spPr>
            <p:txBody>
              <a:bodyPr wrap="none" anchor="t" anchorCtr="0">
                <a:spAutoFit/>
              </a:bodyPr>
              <a:lstStyle/>
              <a:p>
                <a:pPr algn="ctr"/>
                <a:r>
                  <a:rPr lang="zh-CN" altLang="en-US" sz="2800" b="1" dirty="0">
                    <a:latin typeface="Times New Roman" panose="02020603050405020304" pitchFamily="18" charset="0"/>
                    <a:ea typeface="楷体_GB2312" pitchFamily="1" charset="-122"/>
                  </a:rPr>
                  <a:t>红</a:t>
                </a:r>
              </a:p>
            </p:txBody>
          </p:sp>
          <p:sp>
            <p:nvSpPr>
              <p:cNvPr id="12321" name="Text Box 34"/>
              <p:cNvSpPr txBox="1"/>
              <p:nvPr/>
            </p:nvSpPr>
            <p:spPr>
              <a:xfrm>
                <a:off x="962" y="2115"/>
                <a:ext cx="354" cy="355"/>
              </a:xfrm>
              <a:prstGeom prst="rect">
                <a:avLst/>
              </a:prstGeom>
              <a:noFill/>
              <a:ln w="9525">
                <a:noFill/>
              </a:ln>
            </p:spPr>
            <p:txBody>
              <a:bodyPr wrap="none" anchor="t" anchorCtr="0">
                <a:spAutoFit/>
              </a:bodyPr>
              <a:lstStyle/>
              <a:p>
                <a:pPr algn="ctr"/>
                <a:r>
                  <a:rPr lang="zh-CN" altLang="en-US" sz="2800" b="1" dirty="0">
                    <a:latin typeface="Times New Roman" panose="02020603050405020304" pitchFamily="18" charset="0"/>
                    <a:ea typeface="楷体_GB2312" pitchFamily="1" charset="-122"/>
                  </a:rPr>
                  <a:t>紫</a:t>
                </a:r>
              </a:p>
            </p:txBody>
          </p:sp>
          <p:sp>
            <p:nvSpPr>
              <p:cNvPr id="12322" name="Text Box 35"/>
              <p:cNvSpPr txBox="1"/>
              <p:nvPr/>
            </p:nvSpPr>
            <p:spPr>
              <a:xfrm>
                <a:off x="2447" y="2115"/>
                <a:ext cx="354" cy="355"/>
              </a:xfrm>
              <a:prstGeom prst="rect">
                <a:avLst/>
              </a:prstGeom>
              <a:noFill/>
              <a:ln w="9525">
                <a:noFill/>
              </a:ln>
            </p:spPr>
            <p:txBody>
              <a:bodyPr wrap="none" anchor="t" anchorCtr="0">
                <a:spAutoFit/>
              </a:bodyPr>
              <a:lstStyle/>
              <a:p>
                <a:pPr algn="ctr"/>
                <a:r>
                  <a:rPr lang="zh-CN" altLang="en-US" sz="2800" b="1" dirty="0">
                    <a:latin typeface="Times New Roman" panose="02020603050405020304" pitchFamily="18" charset="0"/>
                    <a:ea typeface="楷体_GB2312" pitchFamily="1" charset="-122"/>
                  </a:rPr>
                  <a:t>白</a:t>
                </a:r>
              </a:p>
            </p:txBody>
          </p:sp>
          <p:sp>
            <p:nvSpPr>
              <p:cNvPr id="12323" name="Text Box 36"/>
              <p:cNvSpPr txBox="1"/>
              <p:nvPr/>
            </p:nvSpPr>
            <p:spPr>
              <a:xfrm>
                <a:off x="1811" y="2115"/>
                <a:ext cx="354" cy="355"/>
              </a:xfrm>
              <a:prstGeom prst="rect">
                <a:avLst/>
              </a:prstGeom>
              <a:noFill/>
              <a:ln w="9525">
                <a:noFill/>
              </a:ln>
            </p:spPr>
            <p:txBody>
              <a:bodyPr wrap="none" anchor="t" anchorCtr="0">
                <a:spAutoFit/>
              </a:bodyPr>
              <a:lstStyle/>
              <a:p>
                <a:pPr algn="ctr"/>
                <a:r>
                  <a:rPr lang="zh-CN" altLang="en-US" sz="2800" b="1" dirty="0">
                    <a:latin typeface="Times New Roman" panose="02020603050405020304" pitchFamily="18" charset="0"/>
                    <a:ea typeface="楷体_GB2312" pitchFamily="1" charset="-122"/>
                  </a:rPr>
                  <a:t>紫</a:t>
                </a:r>
              </a:p>
            </p:txBody>
          </p:sp>
          <p:sp>
            <p:nvSpPr>
              <p:cNvPr id="12324" name="Text Box 37"/>
              <p:cNvSpPr txBox="1"/>
              <p:nvPr/>
            </p:nvSpPr>
            <p:spPr>
              <a:xfrm>
                <a:off x="3112" y="2115"/>
                <a:ext cx="354" cy="355"/>
              </a:xfrm>
              <a:prstGeom prst="rect">
                <a:avLst/>
              </a:prstGeom>
              <a:noFill/>
              <a:ln w="9525">
                <a:noFill/>
              </a:ln>
            </p:spPr>
            <p:txBody>
              <a:bodyPr wrap="none" anchor="t" anchorCtr="0">
                <a:spAutoFit/>
              </a:bodyPr>
              <a:lstStyle/>
              <a:p>
                <a:pPr algn="ctr"/>
                <a:r>
                  <a:rPr lang="zh-CN" altLang="en-US" sz="2800" b="1" dirty="0">
                    <a:latin typeface="Times New Roman" panose="02020603050405020304" pitchFamily="18" charset="0"/>
                    <a:ea typeface="楷体_GB2312" pitchFamily="1" charset="-122"/>
                  </a:rPr>
                  <a:t>紫</a:t>
                </a:r>
              </a:p>
            </p:txBody>
          </p:sp>
          <p:sp>
            <p:nvSpPr>
              <p:cNvPr id="12325" name="Text Box 38"/>
              <p:cNvSpPr txBox="1"/>
              <p:nvPr/>
            </p:nvSpPr>
            <p:spPr>
              <a:xfrm>
                <a:off x="3962" y="2115"/>
                <a:ext cx="354" cy="355"/>
              </a:xfrm>
              <a:prstGeom prst="rect">
                <a:avLst/>
              </a:prstGeom>
              <a:noFill/>
              <a:ln w="9525">
                <a:noFill/>
              </a:ln>
            </p:spPr>
            <p:txBody>
              <a:bodyPr wrap="none" anchor="t" anchorCtr="0">
                <a:spAutoFit/>
              </a:bodyPr>
              <a:lstStyle/>
              <a:p>
                <a:pPr algn="ctr"/>
                <a:r>
                  <a:rPr lang="zh-CN" altLang="en-US" sz="2800" b="1" dirty="0">
                    <a:latin typeface="Times New Roman" panose="02020603050405020304" pitchFamily="18" charset="0"/>
                    <a:ea typeface="楷体_GB2312" pitchFamily="1" charset="-122"/>
                  </a:rPr>
                  <a:t>紫</a:t>
                </a:r>
              </a:p>
            </p:txBody>
          </p:sp>
          <p:sp>
            <p:nvSpPr>
              <p:cNvPr id="12326" name="Text Box 39"/>
              <p:cNvSpPr txBox="1"/>
              <p:nvPr/>
            </p:nvSpPr>
            <p:spPr>
              <a:xfrm>
                <a:off x="531" y="2115"/>
                <a:ext cx="354" cy="355"/>
              </a:xfrm>
              <a:prstGeom prst="rect">
                <a:avLst/>
              </a:prstGeom>
              <a:noFill/>
              <a:ln w="9525">
                <a:noFill/>
              </a:ln>
            </p:spPr>
            <p:txBody>
              <a:bodyPr wrap="none" anchor="t" anchorCtr="0">
                <a:spAutoFit/>
              </a:bodyPr>
              <a:lstStyle/>
              <a:p>
                <a:pPr algn="ctr"/>
                <a:r>
                  <a:rPr lang="zh-CN" altLang="en-US" sz="2800" b="1" dirty="0">
                    <a:latin typeface="Times New Roman" panose="02020603050405020304" pitchFamily="18" charset="0"/>
                    <a:ea typeface="楷体_GB2312" pitchFamily="1" charset="-122"/>
                  </a:rPr>
                  <a:t>红</a:t>
                </a:r>
              </a:p>
            </p:txBody>
          </p:sp>
          <p:sp>
            <p:nvSpPr>
              <p:cNvPr id="12327" name="Text Box 40"/>
              <p:cNvSpPr txBox="1"/>
              <p:nvPr/>
            </p:nvSpPr>
            <p:spPr>
              <a:xfrm>
                <a:off x="4391" y="2115"/>
                <a:ext cx="354" cy="355"/>
              </a:xfrm>
              <a:prstGeom prst="rect">
                <a:avLst/>
              </a:prstGeom>
              <a:noFill/>
              <a:ln w="9525">
                <a:noFill/>
              </a:ln>
            </p:spPr>
            <p:txBody>
              <a:bodyPr wrap="none" anchor="t" anchorCtr="0">
                <a:spAutoFit/>
              </a:bodyPr>
              <a:lstStyle/>
              <a:p>
                <a:pPr algn="ctr"/>
                <a:r>
                  <a:rPr lang="zh-CN" altLang="en-US" sz="2800" b="1" dirty="0">
                    <a:latin typeface="Times New Roman" panose="02020603050405020304" pitchFamily="18" charset="0"/>
                    <a:ea typeface="楷体_GB2312" pitchFamily="1" charset="-122"/>
                  </a:rPr>
                  <a:t>红</a:t>
                </a:r>
              </a:p>
            </p:txBody>
          </p:sp>
          <p:sp>
            <p:nvSpPr>
              <p:cNvPr id="12328" name="Text Box 41"/>
              <p:cNvSpPr txBox="1"/>
              <p:nvPr/>
            </p:nvSpPr>
            <p:spPr>
              <a:xfrm>
                <a:off x="3419" y="2115"/>
                <a:ext cx="354" cy="355"/>
              </a:xfrm>
              <a:prstGeom prst="rect">
                <a:avLst/>
              </a:prstGeom>
              <a:noFill/>
              <a:ln w="9525">
                <a:noFill/>
              </a:ln>
            </p:spPr>
            <p:txBody>
              <a:bodyPr wrap="none" anchor="t" anchorCtr="0">
                <a:spAutoFit/>
              </a:bodyPr>
              <a:lstStyle/>
              <a:p>
                <a:pPr algn="ctr"/>
                <a:r>
                  <a:rPr lang="zh-CN" altLang="en-US" sz="2800" b="1" dirty="0">
                    <a:latin typeface="Times New Roman" panose="02020603050405020304" pitchFamily="18" charset="0"/>
                    <a:ea typeface="楷体_GB2312" pitchFamily="1" charset="-122"/>
                  </a:rPr>
                  <a:t>红</a:t>
                </a:r>
              </a:p>
            </p:txBody>
          </p:sp>
          <p:sp>
            <p:nvSpPr>
              <p:cNvPr id="12329" name="Text Box 42"/>
              <p:cNvSpPr txBox="1"/>
              <p:nvPr/>
            </p:nvSpPr>
            <p:spPr>
              <a:xfrm>
                <a:off x="3235" y="3475"/>
                <a:ext cx="470" cy="312"/>
              </a:xfrm>
              <a:prstGeom prst="rect">
                <a:avLst/>
              </a:prstGeom>
              <a:noFill/>
              <a:ln w="9525">
                <a:noFill/>
              </a:ln>
            </p:spPr>
            <p:txBody>
              <a:bodyPr wrap="none" anchor="t" anchorCtr="0">
                <a:spAutoFit/>
              </a:bodyPr>
              <a:lstStyle/>
              <a:p>
                <a:pPr algn="ctr"/>
                <a:r>
                  <a:rPr lang="en-US" altLang="zh-CN" sz="2400" i="1" dirty="0">
                    <a:latin typeface="Times New Roman" panose="02020603050405020304" pitchFamily="18" charset="0"/>
                    <a:ea typeface="宋体" panose="02010600030101010101" pitchFamily="2" charset="-122"/>
                  </a:rPr>
                  <a:t>k </a:t>
                </a:r>
                <a:r>
                  <a:rPr lang="en-US" altLang="zh-CN" sz="2400" dirty="0">
                    <a:latin typeface="Times New Roman" panose="02020603050405020304" pitchFamily="18" charset="0"/>
                    <a:ea typeface="宋体" panose="02010600030101010101" pitchFamily="2" charset="-122"/>
                  </a:rPr>
                  <a:t>=1</a:t>
                </a:r>
              </a:p>
            </p:txBody>
          </p:sp>
          <p:sp>
            <p:nvSpPr>
              <p:cNvPr id="12330" name="Text Box 43"/>
              <p:cNvSpPr txBox="1"/>
              <p:nvPr/>
            </p:nvSpPr>
            <p:spPr>
              <a:xfrm>
                <a:off x="1464" y="3475"/>
                <a:ext cx="586" cy="312"/>
              </a:xfrm>
              <a:prstGeom prst="rect">
                <a:avLst/>
              </a:prstGeom>
              <a:noFill/>
              <a:ln w="9525">
                <a:noFill/>
              </a:ln>
            </p:spPr>
            <p:txBody>
              <a:bodyPr wrap="none" anchor="t" anchorCtr="0">
                <a:spAutoFit/>
              </a:bodyPr>
              <a:lstStyle/>
              <a:p>
                <a:pPr algn="ctr"/>
                <a:r>
                  <a:rPr lang="en-US" altLang="zh-CN" sz="2400" i="1" dirty="0">
                    <a:latin typeface="Times New Roman" panose="02020603050405020304" pitchFamily="18" charset="0"/>
                    <a:ea typeface="宋体" panose="02010600030101010101" pitchFamily="2" charset="-122"/>
                  </a:rPr>
                  <a:t>k </a:t>
                </a:r>
                <a:r>
                  <a:rPr lang="en-US" altLang="zh-CN" sz="2400" dirty="0">
                    <a:latin typeface="Times New Roman" panose="02020603050405020304" pitchFamily="18" charset="0"/>
                    <a:ea typeface="宋体" panose="02010600030101010101" pitchFamily="2" charset="-122"/>
                  </a:rPr>
                  <a:t>= -1</a:t>
                </a:r>
              </a:p>
            </p:txBody>
          </p:sp>
          <p:sp>
            <p:nvSpPr>
              <p:cNvPr id="12331" name="Text Box 44"/>
              <p:cNvSpPr txBox="1"/>
              <p:nvPr/>
            </p:nvSpPr>
            <p:spPr>
              <a:xfrm>
                <a:off x="556" y="3475"/>
                <a:ext cx="586" cy="312"/>
              </a:xfrm>
              <a:prstGeom prst="rect">
                <a:avLst/>
              </a:prstGeom>
              <a:noFill/>
              <a:ln w="9525">
                <a:noFill/>
              </a:ln>
            </p:spPr>
            <p:txBody>
              <a:bodyPr wrap="none" anchor="t" anchorCtr="0">
                <a:spAutoFit/>
              </a:bodyPr>
              <a:lstStyle/>
              <a:p>
                <a:pPr algn="ctr"/>
                <a:r>
                  <a:rPr lang="en-US" altLang="zh-CN" sz="2400" i="1" dirty="0">
                    <a:latin typeface="Times New Roman" panose="02020603050405020304" pitchFamily="18" charset="0"/>
                    <a:ea typeface="宋体" panose="02010600030101010101" pitchFamily="2" charset="-122"/>
                  </a:rPr>
                  <a:t>k </a:t>
                </a:r>
                <a:r>
                  <a:rPr lang="en-US" altLang="zh-CN" sz="2400" dirty="0">
                    <a:latin typeface="Times New Roman" panose="02020603050405020304" pitchFamily="18" charset="0"/>
                    <a:ea typeface="宋体" panose="02010600030101010101" pitchFamily="2" charset="-122"/>
                  </a:rPr>
                  <a:t>= -2</a:t>
                </a:r>
              </a:p>
            </p:txBody>
          </p:sp>
          <p:sp>
            <p:nvSpPr>
              <p:cNvPr id="12332" name="Text Box 45"/>
              <p:cNvSpPr txBox="1"/>
              <p:nvPr/>
            </p:nvSpPr>
            <p:spPr>
              <a:xfrm>
                <a:off x="2373" y="3475"/>
                <a:ext cx="470" cy="312"/>
              </a:xfrm>
              <a:prstGeom prst="rect">
                <a:avLst/>
              </a:prstGeom>
              <a:noFill/>
              <a:ln w="9525">
                <a:noFill/>
              </a:ln>
            </p:spPr>
            <p:txBody>
              <a:bodyPr wrap="none" anchor="t" anchorCtr="0">
                <a:spAutoFit/>
              </a:bodyPr>
              <a:lstStyle/>
              <a:p>
                <a:pPr algn="ctr"/>
                <a:r>
                  <a:rPr lang="en-US" altLang="zh-CN" sz="2400" i="1" dirty="0">
                    <a:latin typeface="Times New Roman" panose="02020603050405020304" pitchFamily="18" charset="0"/>
                    <a:ea typeface="宋体" panose="02010600030101010101" pitchFamily="2" charset="-122"/>
                  </a:rPr>
                  <a:t>k </a:t>
                </a:r>
                <a:r>
                  <a:rPr lang="en-US" altLang="zh-CN" sz="2400" dirty="0">
                    <a:latin typeface="Times New Roman" panose="02020603050405020304" pitchFamily="18" charset="0"/>
                    <a:ea typeface="宋体" panose="02010600030101010101" pitchFamily="2" charset="-122"/>
                  </a:rPr>
                  <a:t>=0</a:t>
                </a:r>
              </a:p>
            </p:txBody>
          </p:sp>
          <p:sp>
            <p:nvSpPr>
              <p:cNvPr id="12333" name="Text Box 46"/>
              <p:cNvSpPr txBox="1"/>
              <p:nvPr/>
            </p:nvSpPr>
            <p:spPr>
              <a:xfrm>
                <a:off x="4187" y="3521"/>
                <a:ext cx="470" cy="313"/>
              </a:xfrm>
              <a:prstGeom prst="rect">
                <a:avLst/>
              </a:prstGeom>
              <a:noFill/>
              <a:ln w="9525">
                <a:noFill/>
              </a:ln>
            </p:spPr>
            <p:txBody>
              <a:bodyPr wrap="none" anchor="t" anchorCtr="0">
                <a:spAutoFit/>
              </a:bodyPr>
              <a:lstStyle/>
              <a:p>
                <a:pPr algn="ctr"/>
                <a:r>
                  <a:rPr lang="en-US" altLang="zh-CN" sz="2400" i="1" dirty="0">
                    <a:latin typeface="Times New Roman" panose="02020603050405020304" pitchFamily="18" charset="0"/>
                    <a:ea typeface="宋体" panose="02010600030101010101" pitchFamily="2" charset="-122"/>
                  </a:rPr>
                  <a:t>k </a:t>
                </a:r>
                <a:r>
                  <a:rPr lang="en-US" altLang="zh-CN" sz="2400" dirty="0">
                    <a:latin typeface="Times New Roman" panose="02020603050405020304" pitchFamily="18" charset="0"/>
                    <a:ea typeface="宋体" panose="02010600030101010101" pitchFamily="2" charset="-122"/>
                  </a:rPr>
                  <a:t>=2</a:t>
                </a:r>
              </a:p>
            </p:txBody>
          </p:sp>
          <p:sp>
            <p:nvSpPr>
              <p:cNvPr id="12334" name="Line 47"/>
              <p:cNvSpPr/>
              <p:nvPr/>
            </p:nvSpPr>
            <p:spPr>
              <a:xfrm>
                <a:off x="1746" y="2496"/>
                <a:ext cx="0" cy="923"/>
              </a:xfrm>
              <a:prstGeom prst="line">
                <a:avLst/>
              </a:prstGeom>
              <a:ln w="38100" cap="flat" cmpd="sng">
                <a:solidFill>
                  <a:srgbClr val="FF9900"/>
                </a:solidFill>
                <a:prstDash val="dash"/>
                <a:round/>
                <a:headEnd type="none" w="med" len="med"/>
                <a:tailEnd type="none" w="med" len="med"/>
              </a:ln>
            </p:spPr>
          </p:sp>
          <p:sp>
            <p:nvSpPr>
              <p:cNvPr id="12335" name="Line 48"/>
              <p:cNvSpPr/>
              <p:nvPr/>
            </p:nvSpPr>
            <p:spPr>
              <a:xfrm>
                <a:off x="3530" y="2496"/>
                <a:ext cx="0" cy="923"/>
              </a:xfrm>
              <a:prstGeom prst="line">
                <a:avLst/>
              </a:prstGeom>
              <a:ln w="38100" cap="flat" cmpd="sng">
                <a:solidFill>
                  <a:srgbClr val="FF9900"/>
                </a:solidFill>
                <a:prstDash val="dash"/>
                <a:round/>
                <a:headEnd type="none" w="med" len="med"/>
                <a:tailEnd type="none" w="med" len="med"/>
              </a:ln>
            </p:spPr>
          </p:sp>
        </p:grpSp>
        <p:sp>
          <p:nvSpPr>
            <p:cNvPr id="12336" name="Rectangle 49"/>
            <p:cNvSpPr/>
            <p:nvPr/>
          </p:nvSpPr>
          <p:spPr>
            <a:xfrm>
              <a:off x="2228" y="2500"/>
              <a:ext cx="57" cy="907"/>
            </a:xfrm>
            <a:prstGeom prst="rect">
              <a:avLst/>
            </a:prstGeom>
            <a:solidFill>
              <a:schemeClr val="bg1"/>
            </a:soli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grpSp>
        <p:nvGrpSpPr>
          <p:cNvPr id="12337" name="Group 50"/>
          <p:cNvGrpSpPr/>
          <p:nvPr/>
        </p:nvGrpSpPr>
        <p:grpSpPr>
          <a:xfrm>
            <a:off x="7497763" y="414338"/>
            <a:ext cx="1574800" cy="5849937"/>
            <a:chOff x="4723" y="261"/>
            <a:chExt cx="992" cy="3685"/>
          </a:xfrm>
        </p:grpSpPr>
        <p:pic>
          <p:nvPicPr>
            <p:cNvPr id="12338" name="Picture 51"/>
            <p:cNvPicPr>
              <a:picLocks noChangeAspect="1"/>
            </p:cNvPicPr>
            <p:nvPr/>
          </p:nvPicPr>
          <p:blipFill>
            <a:blip r:embed="rId5"/>
            <a:stretch>
              <a:fillRect/>
            </a:stretch>
          </p:blipFill>
          <p:spPr>
            <a:xfrm>
              <a:off x="4723" y="261"/>
              <a:ext cx="640" cy="3685"/>
            </a:xfrm>
            <a:prstGeom prst="rect">
              <a:avLst/>
            </a:prstGeom>
            <a:noFill/>
            <a:ln w="9525">
              <a:noFill/>
            </a:ln>
          </p:spPr>
        </p:pic>
        <p:sp>
          <p:nvSpPr>
            <p:cNvPr id="12339" name="AutoShape 52"/>
            <p:cNvSpPr/>
            <p:nvPr/>
          </p:nvSpPr>
          <p:spPr>
            <a:xfrm>
              <a:off x="5403" y="1168"/>
              <a:ext cx="85" cy="510"/>
            </a:xfrm>
            <a:prstGeom prst="rightBrace">
              <a:avLst>
                <a:gd name="adj1" fmla="val 50000"/>
                <a:gd name="adj2" fmla="val 50000"/>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2340" name="AutoShape 53"/>
            <p:cNvSpPr/>
            <p:nvPr/>
          </p:nvSpPr>
          <p:spPr>
            <a:xfrm>
              <a:off x="5403" y="487"/>
              <a:ext cx="85" cy="567"/>
            </a:xfrm>
            <a:prstGeom prst="rightBrace">
              <a:avLst>
                <a:gd name="adj1" fmla="val 55125"/>
                <a:gd name="adj2" fmla="val 50000"/>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2341" name="AutoShape 54"/>
            <p:cNvSpPr/>
            <p:nvPr/>
          </p:nvSpPr>
          <p:spPr>
            <a:xfrm>
              <a:off x="5403" y="3124"/>
              <a:ext cx="85" cy="567"/>
            </a:xfrm>
            <a:prstGeom prst="rightBrace">
              <a:avLst>
                <a:gd name="adj1" fmla="val 55125"/>
                <a:gd name="adj2" fmla="val 50000"/>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2342" name="AutoShape 55"/>
            <p:cNvSpPr/>
            <p:nvPr/>
          </p:nvSpPr>
          <p:spPr>
            <a:xfrm>
              <a:off x="5403" y="2529"/>
              <a:ext cx="85" cy="510"/>
            </a:xfrm>
            <a:prstGeom prst="rightBrace">
              <a:avLst>
                <a:gd name="adj1" fmla="val 50000"/>
                <a:gd name="adj2" fmla="val 50000"/>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2343" name="WordArt 56"/>
            <p:cNvSpPr>
              <a:spLocks noTextEdit="1"/>
            </p:cNvSpPr>
            <p:nvPr/>
          </p:nvSpPr>
          <p:spPr>
            <a:xfrm>
              <a:off x="5460" y="1253"/>
              <a:ext cx="255" cy="28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A50021"/>
                    </a:solidFill>
                    <a:prstDash val="solid"/>
                    <a:round/>
                    <a:headEnd type="none" w="med" len="med"/>
                    <a:tailEnd type="none" w="med" len="med"/>
                  </a:ln>
                  <a:solidFill>
                    <a:srgbClr val="A50021"/>
                  </a:solidFill>
                  <a:latin typeface="华文中宋" panose="02010600040101010101" charset="-122"/>
                  <a:ea typeface="华文中宋" panose="02010600040101010101" charset="-122"/>
                </a:rPr>
                <a:t>一级</a:t>
              </a:r>
            </a:p>
          </p:txBody>
        </p:sp>
        <p:sp>
          <p:nvSpPr>
            <p:cNvPr id="12344" name="WordArt 57"/>
            <p:cNvSpPr>
              <a:spLocks noTextEdit="1"/>
            </p:cNvSpPr>
            <p:nvPr/>
          </p:nvSpPr>
          <p:spPr>
            <a:xfrm>
              <a:off x="5431" y="601"/>
              <a:ext cx="255" cy="28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A50021"/>
                    </a:solidFill>
                    <a:prstDash val="solid"/>
                    <a:round/>
                    <a:headEnd type="none" w="med" len="med"/>
                    <a:tailEnd type="none" w="med" len="med"/>
                  </a:ln>
                  <a:solidFill>
                    <a:srgbClr val="A50021"/>
                  </a:solidFill>
                  <a:latin typeface="华文中宋" panose="02010600040101010101" charset="-122"/>
                  <a:ea typeface="华文中宋" panose="02010600040101010101" charset="-122"/>
                </a:rPr>
                <a:t>二级</a:t>
              </a:r>
            </a:p>
          </p:txBody>
        </p:sp>
        <p:sp>
          <p:nvSpPr>
            <p:cNvPr id="12345" name="WordArt 58"/>
            <p:cNvSpPr>
              <a:spLocks noTextEdit="1"/>
            </p:cNvSpPr>
            <p:nvPr/>
          </p:nvSpPr>
          <p:spPr>
            <a:xfrm>
              <a:off x="5460" y="2670"/>
              <a:ext cx="255" cy="28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A50021"/>
                    </a:solidFill>
                    <a:prstDash val="solid"/>
                    <a:round/>
                    <a:headEnd type="none" w="med" len="med"/>
                    <a:tailEnd type="none" w="med" len="med"/>
                  </a:ln>
                  <a:solidFill>
                    <a:srgbClr val="A50021"/>
                  </a:solidFill>
                  <a:latin typeface="华文中宋" panose="02010600040101010101" charset="-122"/>
                  <a:ea typeface="华文中宋" panose="02010600040101010101" charset="-122"/>
                </a:rPr>
                <a:t>一级</a:t>
              </a:r>
            </a:p>
          </p:txBody>
        </p:sp>
        <p:sp>
          <p:nvSpPr>
            <p:cNvPr id="12346" name="WordArt 59"/>
            <p:cNvSpPr>
              <a:spLocks noTextEdit="1"/>
            </p:cNvSpPr>
            <p:nvPr/>
          </p:nvSpPr>
          <p:spPr>
            <a:xfrm>
              <a:off x="5460" y="3237"/>
              <a:ext cx="255" cy="28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A50021"/>
                    </a:solidFill>
                    <a:prstDash val="solid"/>
                    <a:round/>
                    <a:headEnd type="none" w="med" len="med"/>
                    <a:tailEnd type="none" w="med" len="med"/>
                  </a:ln>
                  <a:solidFill>
                    <a:srgbClr val="A50021"/>
                  </a:solidFill>
                  <a:latin typeface="华文中宋" panose="02010600040101010101" charset="-122"/>
                  <a:ea typeface="华文中宋" panose="02010600040101010101" charset="-122"/>
                </a:rPr>
                <a:t>二级</a:t>
              </a:r>
            </a:p>
          </p:txBody>
        </p:sp>
        <p:sp>
          <p:nvSpPr>
            <p:cNvPr id="12347" name="WordArt 60"/>
            <p:cNvSpPr>
              <a:spLocks noTextEdit="1"/>
            </p:cNvSpPr>
            <p:nvPr/>
          </p:nvSpPr>
          <p:spPr>
            <a:xfrm>
              <a:off x="5431" y="1933"/>
              <a:ext cx="255" cy="28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A50021"/>
                    </a:solidFill>
                    <a:prstDash val="solid"/>
                    <a:round/>
                    <a:headEnd type="none" w="med" len="med"/>
                    <a:tailEnd type="none" w="med" len="med"/>
                  </a:ln>
                  <a:solidFill>
                    <a:srgbClr val="A50021"/>
                  </a:solidFill>
                  <a:latin typeface="华文中宋" panose="02010600040101010101" charset="-122"/>
                  <a:ea typeface="华文中宋" panose="02010600040101010101" charset="-122"/>
                </a:rPr>
                <a:t>0级</a:t>
              </a:r>
            </a:p>
          </p:txBody>
        </p:sp>
      </p:grpSp>
      <p:sp>
        <p:nvSpPr>
          <p:cNvPr id="332862" name="Text Box 62"/>
          <p:cNvSpPr txBox="1"/>
          <p:nvPr/>
        </p:nvSpPr>
        <p:spPr>
          <a:xfrm>
            <a:off x="625475" y="3168650"/>
            <a:ext cx="4983163" cy="460375"/>
          </a:xfrm>
          <a:prstGeom prst="rect">
            <a:avLst/>
          </a:prstGeom>
          <a:noFill/>
          <a:ln w="9525">
            <a:noFill/>
          </a:ln>
        </p:spPr>
        <p:txBody>
          <a:bodyPr wrap="square" anchor="t" anchorCtr="0">
            <a:spAutoFit/>
          </a:bodyPr>
          <a:lstStyle/>
          <a:p>
            <a:pPr>
              <a:spcBef>
                <a:spcPct val="50000"/>
              </a:spcBef>
            </a:pPr>
            <a:r>
              <a:rPr lang="zh-CN" altLang="en-US" sz="2400" b="1" dirty="0">
                <a:latin typeface="楷体_GB2312" pitchFamily="1" charset="-122"/>
                <a:ea typeface="楷体_GB2312" pitchFamily="1" charset="-122"/>
              </a:rPr>
              <a:t>同一级波长越长</a:t>
            </a:r>
            <a:r>
              <a:rPr lang="en-US" altLang="zh-CN" sz="2400" b="1" dirty="0">
                <a:latin typeface="楷体_GB2312" pitchFamily="1" charset="-122"/>
                <a:ea typeface="楷体_GB2312" pitchFamily="1" charset="-122"/>
              </a:rPr>
              <a:t>x</a:t>
            </a:r>
            <a:r>
              <a:rPr lang="zh-CN" altLang="en-US" sz="2400" b="1" dirty="0">
                <a:latin typeface="楷体_GB2312" pitchFamily="1" charset="-122"/>
                <a:ea typeface="楷体_GB2312" pitchFamily="1" charset="-122"/>
              </a:rPr>
              <a:t>越大，越向外扩展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28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28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28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28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4" grpId="0"/>
      <p:bldP spid="332807" grpId="0"/>
      <p:bldP spid="33286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矩形 1"/>
          <p:cNvSpPr/>
          <p:nvPr/>
        </p:nvSpPr>
        <p:spPr>
          <a:xfrm>
            <a:off x="3435350" y="106363"/>
            <a:ext cx="100013" cy="6657975"/>
          </a:xfrm>
          <a:prstGeom prst="rect">
            <a:avLst/>
          </a:prstGeom>
          <a:solidFill>
            <a:schemeClr val="accent1"/>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sp>
        <p:nvSpPr>
          <p:cNvPr id="13314" name="文本框 2"/>
          <p:cNvSpPr txBox="1"/>
          <p:nvPr/>
        </p:nvSpPr>
        <p:spPr>
          <a:xfrm>
            <a:off x="1187450" y="149225"/>
            <a:ext cx="1101725" cy="460375"/>
          </a:xfrm>
          <a:prstGeom prst="rect">
            <a:avLst/>
          </a:prstGeom>
          <a:noFill/>
          <a:ln w="9525">
            <a:noFill/>
          </a:ln>
        </p:spPr>
        <p:txBody>
          <a:bodyPr wrap="none" anchor="t" anchorCtr="0">
            <a:spAutoFit/>
          </a:bodyPr>
          <a:lstStyle/>
          <a:p>
            <a:pPr eaLnBrk="0" hangingPunct="0"/>
            <a:r>
              <a:rPr lang="zh-CN" altLang="en-US" sz="2400" b="1" dirty="0">
                <a:solidFill>
                  <a:srgbClr val="0000CC"/>
                </a:solidFill>
                <a:latin typeface="楷体_GB2312" pitchFamily="1" charset="-122"/>
                <a:ea typeface="楷体_GB2312" pitchFamily="1" charset="-122"/>
              </a:rPr>
              <a:t>空气中</a:t>
            </a:r>
          </a:p>
        </p:txBody>
      </p:sp>
      <p:grpSp>
        <p:nvGrpSpPr>
          <p:cNvPr id="13315" name="组合 7"/>
          <p:cNvGrpSpPr/>
          <p:nvPr/>
        </p:nvGrpSpPr>
        <p:grpSpPr>
          <a:xfrm>
            <a:off x="111125" y="2913063"/>
            <a:ext cx="3246438" cy="1044575"/>
            <a:chOff x="174" y="5376"/>
            <a:chExt cx="5114" cy="1644"/>
          </a:xfrm>
        </p:grpSpPr>
        <p:graphicFrame>
          <p:nvGraphicFramePr>
            <p:cNvPr id="13316" name="Object 64"/>
            <p:cNvGraphicFramePr>
              <a:graphicFrameLocks noChangeAspect="1"/>
            </p:cNvGraphicFramePr>
            <p:nvPr/>
          </p:nvGraphicFramePr>
          <p:xfrm>
            <a:off x="174" y="5520"/>
            <a:ext cx="2691" cy="1164"/>
          </p:xfrm>
          <a:graphic>
            <a:graphicData uri="http://schemas.openxmlformats.org/presentationml/2006/ole">
              <mc:AlternateContent xmlns:mc="http://schemas.openxmlformats.org/markup-compatibility/2006">
                <mc:Choice xmlns:v="urn:schemas-microsoft-com:vml" Requires="v">
                  <p:oleObj r:id="rId2" imgW="1447800" imgH="405765" progId="Equation.DSMT4">
                    <p:embed/>
                  </p:oleObj>
                </mc:Choice>
                <mc:Fallback>
                  <p:oleObj r:id="rId2" imgW="1447800" imgH="405765" progId="Equation.DSMT4">
                    <p:embed/>
                    <p:pic>
                      <p:nvPicPr>
                        <p:cNvPr id="0" name="图片 3101"/>
                        <p:cNvPicPr/>
                        <p:nvPr/>
                      </p:nvPicPr>
                      <p:blipFill>
                        <a:blip r:embed="rId3"/>
                        <a:stretch>
                          <a:fillRect/>
                        </a:stretch>
                      </p:blipFill>
                      <p:spPr>
                        <a:xfrm>
                          <a:off x="174" y="5520"/>
                          <a:ext cx="2691" cy="1164"/>
                        </a:xfrm>
                        <a:prstGeom prst="rect">
                          <a:avLst/>
                        </a:prstGeom>
                        <a:noFill/>
                        <a:ln w="38100">
                          <a:noFill/>
                          <a:miter/>
                        </a:ln>
                      </p:spPr>
                    </p:pic>
                  </p:oleObj>
                </mc:Fallback>
              </mc:AlternateContent>
            </a:graphicData>
          </a:graphic>
        </p:graphicFrame>
        <p:graphicFrame>
          <p:nvGraphicFramePr>
            <p:cNvPr id="13317" name="Object 46"/>
            <p:cNvGraphicFramePr>
              <a:graphicFrameLocks noChangeAspect="1"/>
            </p:cNvGraphicFramePr>
            <p:nvPr/>
          </p:nvGraphicFramePr>
          <p:xfrm>
            <a:off x="2946" y="5376"/>
            <a:ext cx="2342" cy="1644"/>
          </p:xfrm>
          <a:graphic>
            <a:graphicData uri="http://schemas.openxmlformats.org/presentationml/2006/ole">
              <mc:AlternateContent xmlns:mc="http://schemas.openxmlformats.org/markup-compatibility/2006">
                <mc:Choice xmlns:v="urn:schemas-microsoft-com:vml" Requires="v">
                  <p:oleObj r:id="rId4" imgW="939800" imgH="660400" progId="Equation.DSMT4">
                    <p:embed/>
                  </p:oleObj>
                </mc:Choice>
                <mc:Fallback>
                  <p:oleObj r:id="rId4" imgW="939800" imgH="660400" progId="Equation.DSMT4">
                    <p:embed/>
                    <p:pic>
                      <p:nvPicPr>
                        <p:cNvPr id="0" name="图片 3098"/>
                        <p:cNvPicPr/>
                        <p:nvPr/>
                      </p:nvPicPr>
                      <p:blipFill>
                        <a:blip r:embed="rId5"/>
                        <a:stretch>
                          <a:fillRect/>
                        </a:stretch>
                      </p:blipFill>
                      <p:spPr>
                        <a:xfrm>
                          <a:off x="2946" y="5376"/>
                          <a:ext cx="2342" cy="1644"/>
                        </a:xfrm>
                        <a:prstGeom prst="rect">
                          <a:avLst/>
                        </a:prstGeom>
                        <a:noFill/>
                        <a:ln w="38100">
                          <a:noFill/>
                          <a:miter/>
                        </a:ln>
                      </p:spPr>
                    </p:pic>
                  </p:oleObj>
                </mc:Fallback>
              </mc:AlternateContent>
            </a:graphicData>
          </a:graphic>
        </p:graphicFrame>
      </p:grpSp>
      <p:graphicFrame>
        <p:nvGraphicFramePr>
          <p:cNvPr id="13318" name="Object 67"/>
          <p:cNvGraphicFramePr>
            <a:graphicFrameLocks noChangeAspect="1"/>
          </p:cNvGraphicFramePr>
          <p:nvPr/>
        </p:nvGraphicFramePr>
        <p:xfrm>
          <a:off x="195263" y="4233863"/>
          <a:ext cx="1435100" cy="765175"/>
        </p:xfrm>
        <a:graphic>
          <a:graphicData uri="http://schemas.openxmlformats.org/presentationml/2006/ole">
            <mc:AlternateContent xmlns:mc="http://schemas.openxmlformats.org/markup-compatibility/2006">
              <mc:Choice xmlns:v="urn:schemas-microsoft-com:vml" Requires="v">
                <p:oleObj r:id="rId6" imgW="812165" imgH="406400" progId="Equation.DSMT4">
                  <p:embed/>
                </p:oleObj>
              </mc:Choice>
              <mc:Fallback>
                <p:oleObj r:id="rId6" imgW="812165" imgH="406400" progId="Equation.DSMT4">
                  <p:embed/>
                  <p:pic>
                    <p:nvPicPr>
                      <p:cNvPr id="0" name="图片 3100"/>
                      <p:cNvPicPr/>
                      <p:nvPr/>
                    </p:nvPicPr>
                    <p:blipFill>
                      <a:blip r:embed="rId7"/>
                      <a:stretch>
                        <a:fillRect/>
                      </a:stretch>
                    </p:blipFill>
                    <p:spPr>
                      <a:xfrm>
                        <a:off x="195263" y="4233863"/>
                        <a:ext cx="1435100" cy="765175"/>
                      </a:xfrm>
                      <a:prstGeom prst="rect">
                        <a:avLst/>
                      </a:prstGeom>
                      <a:noFill/>
                      <a:ln w="38100">
                        <a:noFill/>
                        <a:miter/>
                      </a:ln>
                    </p:spPr>
                  </p:pic>
                </p:oleObj>
              </mc:Fallback>
            </mc:AlternateContent>
          </a:graphicData>
        </a:graphic>
      </p:graphicFrame>
      <p:sp>
        <p:nvSpPr>
          <p:cNvPr id="13319" name="文本框 3"/>
          <p:cNvSpPr txBox="1"/>
          <p:nvPr/>
        </p:nvSpPr>
        <p:spPr>
          <a:xfrm>
            <a:off x="1870075" y="4432300"/>
            <a:ext cx="1203325" cy="398463"/>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rPr>
              <a:t>明纹中心</a:t>
            </a:r>
          </a:p>
        </p:txBody>
      </p:sp>
      <p:graphicFrame>
        <p:nvGraphicFramePr>
          <p:cNvPr id="13320" name="Object 72"/>
          <p:cNvGraphicFramePr>
            <a:graphicFrameLocks noChangeAspect="1"/>
          </p:cNvGraphicFramePr>
          <p:nvPr/>
        </p:nvGraphicFramePr>
        <p:xfrm>
          <a:off x="342900" y="5308600"/>
          <a:ext cx="771525" cy="436563"/>
        </p:xfrm>
        <a:graphic>
          <a:graphicData uri="http://schemas.openxmlformats.org/presentationml/2006/ole">
            <mc:AlternateContent xmlns:mc="http://schemas.openxmlformats.org/markup-compatibility/2006">
              <mc:Choice xmlns:v="urn:schemas-microsoft-com:vml" Requires="v">
                <p:oleObj r:id="rId8" imgW="406400" imgH="228600" progId="Equation.3">
                  <p:embed/>
                </p:oleObj>
              </mc:Choice>
              <mc:Fallback>
                <p:oleObj r:id="rId8" imgW="406400" imgH="228600" progId="Equation.3">
                  <p:embed/>
                  <p:pic>
                    <p:nvPicPr>
                      <p:cNvPr id="0" name="图片 3102"/>
                      <p:cNvPicPr/>
                      <p:nvPr/>
                    </p:nvPicPr>
                    <p:blipFill>
                      <a:blip r:embed="rId9"/>
                      <a:stretch>
                        <a:fillRect/>
                      </a:stretch>
                    </p:blipFill>
                    <p:spPr>
                      <a:xfrm>
                        <a:off x="342900" y="5308600"/>
                        <a:ext cx="771525" cy="436563"/>
                      </a:xfrm>
                      <a:prstGeom prst="rect">
                        <a:avLst/>
                      </a:prstGeom>
                      <a:noFill/>
                      <a:ln w="38100">
                        <a:noFill/>
                        <a:miter/>
                      </a:ln>
                    </p:spPr>
                  </p:pic>
                </p:oleObj>
              </mc:Fallback>
            </mc:AlternateContent>
          </a:graphicData>
        </a:graphic>
      </p:graphicFrame>
      <p:sp>
        <p:nvSpPr>
          <p:cNvPr id="13321" name="Text Box 73"/>
          <p:cNvSpPr txBox="1"/>
          <p:nvPr/>
        </p:nvSpPr>
        <p:spPr>
          <a:xfrm>
            <a:off x="1741488" y="5308600"/>
            <a:ext cx="1204912" cy="398463"/>
          </a:xfrm>
          <a:prstGeom prst="rect">
            <a:avLst/>
          </a:prstGeom>
          <a:noFill/>
          <a:ln w="9525">
            <a:noFill/>
          </a:ln>
        </p:spPr>
        <p:txBody>
          <a:bodyPr wrap="square" anchor="t" anchorCtr="0">
            <a:spAutoFit/>
          </a:bodyPr>
          <a:lstStyle/>
          <a:p>
            <a:pPr>
              <a:spcBef>
                <a:spcPct val="50000"/>
              </a:spcBef>
            </a:pPr>
            <a:r>
              <a:rPr lang="zh-CN" altLang="en-US" sz="2000" b="1" dirty="0">
                <a:solidFill>
                  <a:srgbClr val="CC0000"/>
                </a:solidFill>
                <a:latin typeface="Times New Roman" panose="02020603050405020304" pitchFamily="18" charset="0"/>
                <a:ea typeface="楷体_GB2312" pitchFamily="1" charset="-122"/>
              </a:rPr>
              <a:t>中央明纹</a:t>
            </a:r>
            <a:endParaRPr lang="zh-CN" altLang="en-US" sz="2000" b="1" dirty="0">
              <a:solidFill>
                <a:srgbClr val="FF0000"/>
              </a:solidFill>
              <a:latin typeface="Verdana" panose="020B0604030504040204" pitchFamily="34" charset="0"/>
              <a:ea typeface="楷体_GB2312" pitchFamily="1" charset="-122"/>
            </a:endParaRPr>
          </a:p>
        </p:txBody>
      </p:sp>
      <p:graphicFrame>
        <p:nvGraphicFramePr>
          <p:cNvPr id="13322" name="Object 67"/>
          <p:cNvGraphicFramePr>
            <a:graphicFrameLocks noChangeAspect="1"/>
          </p:cNvGraphicFramePr>
          <p:nvPr/>
        </p:nvGraphicFramePr>
        <p:xfrm>
          <a:off x="306388" y="5903913"/>
          <a:ext cx="1057275" cy="666750"/>
        </p:xfrm>
        <a:graphic>
          <a:graphicData uri="http://schemas.openxmlformats.org/presentationml/2006/ole">
            <mc:AlternateContent xmlns:mc="http://schemas.openxmlformats.org/markup-compatibility/2006">
              <mc:Choice xmlns:v="urn:schemas-microsoft-com:vml" Requires="v">
                <p:oleObj r:id="rId10" imgW="685800" imgH="405765" progId="Equation.DSMT4">
                  <p:embed/>
                </p:oleObj>
              </mc:Choice>
              <mc:Fallback>
                <p:oleObj r:id="rId10" imgW="685800" imgH="405765" progId="Equation.DSMT4">
                  <p:embed/>
                  <p:pic>
                    <p:nvPicPr>
                      <p:cNvPr id="0" name="图片 3099"/>
                      <p:cNvPicPr/>
                      <p:nvPr/>
                    </p:nvPicPr>
                    <p:blipFill>
                      <a:blip r:embed="rId11"/>
                      <a:stretch>
                        <a:fillRect/>
                      </a:stretch>
                    </p:blipFill>
                    <p:spPr>
                      <a:xfrm>
                        <a:off x="306388" y="5903913"/>
                        <a:ext cx="1057275" cy="666750"/>
                      </a:xfrm>
                      <a:prstGeom prst="rect">
                        <a:avLst/>
                      </a:prstGeom>
                      <a:noFill/>
                      <a:ln w="38100">
                        <a:noFill/>
                        <a:miter/>
                      </a:ln>
                    </p:spPr>
                  </p:pic>
                </p:oleObj>
              </mc:Fallback>
            </mc:AlternateContent>
          </a:graphicData>
        </a:graphic>
      </p:graphicFrame>
      <p:sp>
        <p:nvSpPr>
          <p:cNvPr id="13323" name="文本框 6"/>
          <p:cNvSpPr txBox="1"/>
          <p:nvPr/>
        </p:nvSpPr>
        <p:spPr>
          <a:xfrm>
            <a:off x="1749425" y="6034088"/>
            <a:ext cx="1203325" cy="398462"/>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明纹间距</a:t>
            </a:r>
          </a:p>
        </p:txBody>
      </p:sp>
      <p:grpSp>
        <p:nvGrpSpPr>
          <p:cNvPr id="13324" name="Group 6"/>
          <p:cNvGrpSpPr/>
          <p:nvPr/>
        </p:nvGrpSpPr>
        <p:grpSpPr>
          <a:xfrm>
            <a:off x="169863" y="681038"/>
            <a:ext cx="3359150" cy="1871662"/>
            <a:chOff x="839" y="1298"/>
            <a:chExt cx="4436" cy="2083"/>
          </a:xfrm>
        </p:grpSpPr>
        <p:sp>
          <p:nvSpPr>
            <p:cNvPr id="13325" name="Text Box 7"/>
            <p:cNvSpPr txBox="1"/>
            <p:nvPr/>
          </p:nvSpPr>
          <p:spPr>
            <a:xfrm>
              <a:off x="4468" y="1298"/>
              <a:ext cx="807" cy="581"/>
            </a:xfrm>
            <a:prstGeom prst="rect">
              <a:avLst/>
            </a:prstGeom>
            <a:noFill/>
            <a:ln w="9525">
              <a:noFill/>
            </a:ln>
          </p:spPr>
          <p:txBody>
            <a:bodyPr anchor="t" anchorCtr="0">
              <a:spAutoFit/>
            </a:bodyPr>
            <a:lstStyle/>
            <a:p>
              <a:pPr>
                <a:spcBef>
                  <a:spcPct val="50000"/>
                </a:spcBef>
              </a:pPr>
              <a:r>
                <a:rPr lang="en-US" altLang="zh-CN" sz="2800" b="1" i="1" dirty="0">
                  <a:solidFill>
                    <a:srgbClr val="CC0000"/>
                  </a:solidFill>
                  <a:latin typeface="Times New Roman" panose="02020603050405020304" pitchFamily="18" charset="0"/>
                  <a:ea typeface="宋体" panose="02010600030101010101" pitchFamily="2" charset="-122"/>
                </a:rPr>
                <a:t>p</a:t>
              </a:r>
              <a:endParaRPr lang="en-US" altLang="zh-CN" sz="2400" b="1" i="1" dirty="0">
                <a:latin typeface="Times New Roman" panose="02020603050405020304" pitchFamily="18" charset="0"/>
                <a:ea typeface="宋体" panose="02010600030101010101" pitchFamily="2" charset="-122"/>
              </a:endParaRPr>
            </a:p>
          </p:txBody>
        </p:sp>
        <p:sp>
          <p:nvSpPr>
            <p:cNvPr id="13326" name="Rectangle 8" descr="深色下对角线"/>
            <p:cNvSpPr/>
            <p:nvPr/>
          </p:nvSpPr>
          <p:spPr>
            <a:xfrm>
              <a:off x="1076" y="174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3327" name="Rectangle 9" descr="深色下对角线"/>
            <p:cNvSpPr/>
            <p:nvPr/>
          </p:nvSpPr>
          <p:spPr>
            <a:xfrm>
              <a:off x="1074" y="246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3328" name="Rectangle 10" descr="深色下对角线"/>
            <p:cNvSpPr/>
            <p:nvPr/>
          </p:nvSpPr>
          <p:spPr>
            <a:xfrm>
              <a:off x="1663" y="143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3329" name="Rectangle 11" descr="深色下对角线"/>
            <p:cNvSpPr/>
            <p:nvPr/>
          </p:nvSpPr>
          <p:spPr>
            <a:xfrm>
              <a:off x="1660" y="2698"/>
              <a:ext cx="52" cy="641"/>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3330" name="Line 12"/>
            <p:cNvSpPr/>
            <p:nvPr/>
          </p:nvSpPr>
          <p:spPr>
            <a:xfrm>
              <a:off x="940" y="2415"/>
              <a:ext cx="4022" cy="1"/>
            </a:xfrm>
            <a:prstGeom prst="line">
              <a:avLst/>
            </a:prstGeom>
            <a:ln w="19050" cap="flat" cmpd="sng">
              <a:solidFill>
                <a:srgbClr val="003366"/>
              </a:solidFill>
              <a:prstDash val="lgDashDot"/>
              <a:round/>
              <a:headEnd type="none" w="sm" len="lg"/>
              <a:tailEnd type="none" w="sm" len="lg"/>
            </a:ln>
          </p:spPr>
        </p:sp>
        <p:sp>
          <p:nvSpPr>
            <p:cNvPr id="13331" name="Rectangle 13" descr="深色下对角线"/>
            <p:cNvSpPr/>
            <p:nvPr/>
          </p:nvSpPr>
          <p:spPr>
            <a:xfrm>
              <a:off x="4372" y="1298"/>
              <a:ext cx="52" cy="2083"/>
            </a:xfrm>
            <a:prstGeom prst="rect">
              <a:avLst/>
            </a:prstGeom>
            <a:blipFill rotWithShape="0">
              <a:blip r:embed="rId13"/>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3332" name="Object 15"/>
            <p:cNvGraphicFramePr>
              <a:graphicFrameLocks noChangeAspect="1"/>
            </p:cNvGraphicFramePr>
            <p:nvPr/>
          </p:nvGraphicFramePr>
          <p:xfrm>
            <a:off x="1346" y="1616"/>
            <a:ext cx="349" cy="534"/>
          </p:xfrm>
          <a:graphic>
            <a:graphicData uri="http://schemas.openxmlformats.org/presentationml/2006/ole">
              <mc:AlternateContent xmlns:mc="http://schemas.openxmlformats.org/markup-compatibility/2006">
                <mc:Choice xmlns:v="urn:schemas-microsoft-com:vml" Requires="v">
                  <p:oleObj r:id="rId14" imgW="139700" imgH="215900" progId="Equation.3">
                    <p:embed/>
                  </p:oleObj>
                </mc:Choice>
                <mc:Fallback>
                  <p:oleObj r:id="rId14" imgW="139700" imgH="215900" progId="Equation.3">
                    <p:embed/>
                    <p:pic>
                      <p:nvPicPr>
                        <p:cNvPr id="0" name="图片 3109"/>
                        <p:cNvPicPr/>
                        <p:nvPr/>
                      </p:nvPicPr>
                      <p:blipFill>
                        <a:blip r:embed="rId15"/>
                        <a:stretch>
                          <a:fillRect/>
                        </a:stretch>
                      </p:blipFill>
                      <p:spPr>
                        <a:xfrm>
                          <a:off x="1346" y="1616"/>
                          <a:ext cx="349" cy="534"/>
                        </a:xfrm>
                        <a:prstGeom prst="rect">
                          <a:avLst/>
                        </a:prstGeom>
                        <a:noFill/>
                        <a:ln w="38100">
                          <a:noFill/>
                          <a:miter/>
                        </a:ln>
                      </p:spPr>
                    </p:pic>
                  </p:oleObj>
                </mc:Fallback>
              </mc:AlternateContent>
            </a:graphicData>
          </a:graphic>
        </p:graphicFrame>
        <p:graphicFrame>
          <p:nvGraphicFramePr>
            <p:cNvPr id="13333" name="Object 16"/>
            <p:cNvGraphicFramePr>
              <a:graphicFrameLocks noChangeAspect="1"/>
            </p:cNvGraphicFramePr>
            <p:nvPr/>
          </p:nvGraphicFramePr>
          <p:xfrm>
            <a:off x="1353" y="2478"/>
            <a:ext cx="335" cy="534"/>
          </p:xfrm>
          <a:graphic>
            <a:graphicData uri="http://schemas.openxmlformats.org/presentationml/2006/ole">
              <mc:AlternateContent xmlns:mc="http://schemas.openxmlformats.org/markup-compatibility/2006">
                <mc:Choice xmlns:v="urn:schemas-microsoft-com:vml" Requires="v">
                  <p:oleObj r:id="rId16" imgW="152400" imgH="215900" progId="Equation.3">
                    <p:embed/>
                  </p:oleObj>
                </mc:Choice>
                <mc:Fallback>
                  <p:oleObj r:id="rId16" imgW="152400" imgH="215900" progId="Equation.3">
                    <p:embed/>
                    <p:pic>
                      <p:nvPicPr>
                        <p:cNvPr id="0" name="图片 3110"/>
                        <p:cNvPicPr/>
                        <p:nvPr/>
                      </p:nvPicPr>
                      <p:blipFill>
                        <a:blip r:embed="rId17"/>
                        <a:stretch>
                          <a:fillRect/>
                        </a:stretch>
                      </p:blipFill>
                      <p:spPr>
                        <a:xfrm>
                          <a:off x="1353" y="2478"/>
                          <a:ext cx="335" cy="534"/>
                        </a:xfrm>
                        <a:prstGeom prst="rect">
                          <a:avLst/>
                        </a:prstGeom>
                        <a:noFill/>
                        <a:ln w="38100">
                          <a:noFill/>
                          <a:miter/>
                        </a:ln>
                      </p:spPr>
                    </p:pic>
                  </p:oleObj>
                </mc:Fallback>
              </mc:AlternateContent>
            </a:graphicData>
          </a:graphic>
        </p:graphicFrame>
        <p:graphicFrame>
          <p:nvGraphicFramePr>
            <p:cNvPr id="13334" name="Object 17"/>
            <p:cNvGraphicFramePr>
              <a:graphicFrameLocks noChangeAspect="1"/>
            </p:cNvGraphicFramePr>
            <p:nvPr/>
          </p:nvGraphicFramePr>
          <p:xfrm>
            <a:off x="839" y="2056"/>
            <a:ext cx="266" cy="374"/>
          </p:xfrm>
          <a:graphic>
            <a:graphicData uri="http://schemas.openxmlformats.org/presentationml/2006/ole">
              <mc:AlternateContent xmlns:mc="http://schemas.openxmlformats.org/markup-compatibility/2006">
                <mc:Choice xmlns:v="urn:schemas-microsoft-com:vml" Requires="v">
                  <p:oleObj r:id="rId18" imgW="101600" imgH="139700" progId="Equation.3">
                    <p:embed/>
                  </p:oleObj>
                </mc:Choice>
                <mc:Fallback>
                  <p:oleObj r:id="rId18" imgW="101600" imgH="139700" progId="Equation.3">
                    <p:embed/>
                    <p:pic>
                      <p:nvPicPr>
                        <p:cNvPr id="0" name="图片 3107"/>
                        <p:cNvPicPr/>
                        <p:nvPr/>
                      </p:nvPicPr>
                      <p:blipFill>
                        <a:blip r:embed="rId19"/>
                        <a:stretch>
                          <a:fillRect/>
                        </a:stretch>
                      </p:blipFill>
                      <p:spPr>
                        <a:xfrm>
                          <a:off x="839" y="2056"/>
                          <a:ext cx="266" cy="374"/>
                        </a:xfrm>
                        <a:prstGeom prst="rect">
                          <a:avLst/>
                        </a:prstGeom>
                        <a:noFill/>
                        <a:ln w="38100">
                          <a:noFill/>
                          <a:miter/>
                        </a:ln>
                      </p:spPr>
                    </p:pic>
                  </p:oleObj>
                </mc:Fallback>
              </mc:AlternateContent>
            </a:graphicData>
          </a:graphic>
        </p:graphicFrame>
        <p:sp>
          <p:nvSpPr>
            <p:cNvPr id="13335" name="Line 18"/>
            <p:cNvSpPr/>
            <p:nvPr/>
          </p:nvSpPr>
          <p:spPr>
            <a:xfrm>
              <a:off x="4241" y="1661"/>
              <a:ext cx="258" cy="1"/>
            </a:xfrm>
            <a:prstGeom prst="line">
              <a:avLst/>
            </a:prstGeom>
            <a:ln w="12700" cap="flat" cmpd="sng">
              <a:solidFill>
                <a:srgbClr val="000000"/>
              </a:solidFill>
              <a:prstDash val="dash"/>
              <a:round/>
              <a:headEnd type="none" w="sm" len="lg"/>
              <a:tailEnd type="none" w="sm" len="lg"/>
            </a:ln>
          </p:spPr>
        </p:sp>
        <p:sp>
          <p:nvSpPr>
            <p:cNvPr id="13336" name="Line 19"/>
            <p:cNvSpPr/>
            <p:nvPr/>
          </p:nvSpPr>
          <p:spPr>
            <a:xfrm>
              <a:off x="4462" y="1649"/>
              <a:ext cx="1" cy="748"/>
            </a:xfrm>
            <a:prstGeom prst="line">
              <a:avLst/>
            </a:prstGeom>
            <a:ln w="28575" cap="flat" cmpd="sng">
              <a:solidFill>
                <a:srgbClr val="FF33CC"/>
              </a:solidFill>
              <a:prstDash val="dash"/>
              <a:round/>
              <a:headEnd type="triangle" w="sm" len="lg"/>
              <a:tailEnd type="triangle" w="sm" len="lg"/>
            </a:ln>
          </p:spPr>
        </p:sp>
        <p:graphicFrame>
          <p:nvGraphicFramePr>
            <p:cNvPr id="13337" name="Object 20"/>
            <p:cNvGraphicFramePr>
              <a:graphicFrameLocks noChangeAspect="1"/>
            </p:cNvGraphicFramePr>
            <p:nvPr/>
          </p:nvGraphicFramePr>
          <p:xfrm>
            <a:off x="4495" y="1871"/>
            <a:ext cx="240" cy="260"/>
          </p:xfrm>
          <a:graphic>
            <a:graphicData uri="http://schemas.openxmlformats.org/presentationml/2006/ole">
              <mc:AlternateContent xmlns:mc="http://schemas.openxmlformats.org/markup-compatibility/2006">
                <mc:Choice xmlns:v="urn:schemas-microsoft-com:vml" Requires="v">
                  <p:oleObj r:id="rId20" imgW="177800" imgH="190500" progId="Equation.3">
                    <p:embed/>
                  </p:oleObj>
                </mc:Choice>
                <mc:Fallback>
                  <p:oleObj r:id="rId20" imgW="177800" imgH="190500" progId="Equation.3">
                    <p:embed/>
                    <p:pic>
                      <p:nvPicPr>
                        <p:cNvPr id="0" name="图片 3112"/>
                        <p:cNvPicPr/>
                        <p:nvPr/>
                      </p:nvPicPr>
                      <p:blipFill>
                        <a:blip r:embed="rId21"/>
                        <a:stretch>
                          <a:fillRect/>
                        </a:stretch>
                      </p:blipFill>
                      <p:spPr>
                        <a:xfrm>
                          <a:off x="4495" y="1871"/>
                          <a:ext cx="240" cy="260"/>
                        </a:xfrm>
                        <a:prstGeom prst="rect">
                          <a:avLst/>
                        </a:prstGeom>
                        <a:noFill/>
                        <a:ln w="38100">
                          <a:noFill/>
                          <a:miter/>
                        </a:ln>
                      </p:spPr>
                    </p:pic>
                  </p:oleObj>
                </mc:Fallback>
              </mc:AlternateContent>
            </a:graphicData>
          </a:graphic>
        </p:graphicFrame>
        <p:sp>
          <p:nvSpPr>
            <p:cNvPr id="13338" name="Line 21"/>
            <p:cNvSpPr/>
            <p:nvPr/>
          </p:nvSpPr>
          <p:spPr>
            <a:xfrm flipH="1">
              <a:off x="1228" y="2069"/>
              <a:ext cx="465" cy="1"/>
            </a:xfrm>
            <a:prstGeom prst="line">
              <a:avLst/>
            </a:prstGeom>
            <a:ln w="9525" cap="flat" cmpd="sng">
              <a:solidFill>
                <a:schemeClr val="tx1"/>
              </a:solidFill>
              <a:prstDash val="dash"/>
              <a:round/>
              <a:headEnd type="none" w="sm" len="lg"/>
              <a:tailEnd type="none" w="sm" len="lg"/>
            </a:ln>
          </p:spPr>
        </p:sp>
        <p:sp>
          <p:nvSpPr>
            <p:cNvPr id="13339" name="Line 22"/>
            <p:cNvSpPr/>
            <p:nvPr/>
          </p:nvSpPr>
          <p:spPr>
            <a:xfrm flipH="1">
              <a:off x="1228" y="2638"/>
              <a:ext cx="465" cy="1"/>
            </a:xfrm>
            <a:prstGeom prst="line">
              <a:avLst/>
            </a:prstGeom>
            <a:ln w="9525" cap="flat" cmpd="sng">
              <a:solidFill>
                <a:schemeClr val="tx1"/>
              </a:solidFill>
              <a:prstDash val="dash"/>
              <a:round/>
              <a:headEnd type="none" w="sm" len="lg"/>
              <a:tailEnd type="none" w="sm" len="lg"/>
            </a:ln>
          </p:spPr>
        </p:sp>
        <p:sp>
          <p:nvSpPr>
            <p:cNvPr id="13340" name="Line 23"/>
            <p:cNvSpPr/>
            <p:nvPr/>
          </p:nvSpPr>
          <p:spPr>
            <a:xfrm flipH="1">
              <a:off x="1421" y="2069"/>
              <a:ext cx="16" cy="559"/>
            </a:xfrm>
            <a:prstGeom prst="line">
              <a:avLst/>
            </a:prstGeom>
            <a:ln w="19050" cap="flat" cmpd="sng">
              <a:solidFill>
                <a:srgbClr val="FF33CC"/>
              </a:solidFill>
              <a:prstDash val="dash"/>
              <a:round/>
              <a:headEnd type="triangle" w="sm" len="lg"/>
              <a:tailEnd type="triangle" w="sm" len="lg"/>
            </a:ln>
          </p:spPr>
        </p:sp>
        <p:graphicFrame>
          <p:nvGraphicFramePr>
            <p:cNvPr id="13341" name="Object 24"/>
            <p:cNvGraphicFramePr>
              <a:graphicFrameLocks noChangeAspect="1"/>
            </p:cNvGraphicFramePr>
            <p:nvPr/>
          </p:nvGraphicFramePr>
          <p:xfrm>
            <a:off x="4397" y="2400"/>
            <a:ext cx="202" cy="213"/>
          </p:xfrm>
          <a:graphic>
            <a:graphicData uri="http://schemas.openxmlformats.org/presentationml/2006/ole">
              <mc:AlternateContent xmlns:mc="http://schemas.openxmlformats.org/markup-compatibility/2006">
                <mc:Choice xmlns:v="urn:schemas-microsoft-com:vml" Requires="v">
                  <p:oleObj r:id="rId22" imgW="165100" imgH="190500" progId="Equation.3">
                    <p:embed/>
                  </p:oleObj>
                </mc:Choice>
                <mc:Fallback>
                  <p:oleObj r:id="rId22" imgW="165100" imgH="190500" progId="Equation.3">
                    <p:embed/>
                    <p:pic>
                      <p:nvPicPr>
                        <p:cNvPr id="0" name="图片 3106"/>
                        <p:cNvPicPr/>
                        <p:nvPr/>
                      </p:nvPicPr>
                      <p:blipFill>
                        <a:blip r:embed="rId23"/>
                        <a:stretch>
                          <a:fillRect/>
                        </a:stretch>
                      </p:blipFill>
                      <p:spPr>
                        <a:xfrm>
                          <a:off x="4397" y="2400"/>
                          <a:ext cx="202" cy="213"/>
                        </a:xfrm>
                        <a:prstGeom prst="rect">
                          <a:avLst/>
                        </a:prstGeom>
                        <a:noFill/>
                        <a:ln w="38100">
                          <a:noFill/>
                          <a:miter/>
                        </a:ln>
                      </p:spPr>
                    </p:pic>
                  </p:oleObj>
                </mc:Fallback>
              </mc:AlternateContent>
            </a:graphicData>
          </a:graphic>
        </p:graphicFrame>
        <p:graphicFrame>
          <p:nvGraphicFramePr>
            <p:cNvPr id="13342" name="Object 26"/>
            <p:cNvGraphicFramePr>
              <a:graphicFrameLocks noChangeAspect="1"/>
            </p:cNvGraphicFramePr>
            <p:nvPr/>
          </p:nvGraphicFramePr>
          <p:xfrm>
            <a:off x="4006" y="1438"/>
            <a:ext cx="252" cy="268"/>
          </p:xfrm>
          <a:graphic>
            <a:graphicData uri="http://schemas.openxmlformats.org/presentationml/2006/ole">
              <mc:AlternateContent xmlns:mc="http://schemas.openxmlformats.org/markup-compatibility/2006">
                <mc:Choice xmlns:v="urn:schemas-microsoft-com:vml" Requires="v">
                  <p:oleObj r:id="rId24" imgW="215900" imgH="228600" progId="Equation.3">
                    <p:embed/>
                  </p:oleObj>
                </mc:Choice>
                <mc:Fallback>
                  <p:oleObj r:id="rId24" imgW="215900" imgH="228600" progId="Equation.3">
                    <p:embed/>
                    <p:pic>
                      <p:nvPicPr>
                        <p:cNvPr id="0" name="图片 3111"/>
                        <p:cNvPicPr/>
                        <p:nvPr/>
                      </p:nvPicPr>
                      <p:blipFill>
                        <a:blip r:embed="rId25"/>
                        <a:stretch>
                          <a:fillRect/>
                        </a:stretch>
                      </p:blipFill>
                      <p:spPr>
                        <a:xfrm>
                          <a:off x="4006" y="1438"/>
                          <a:ext cx="252" cy="268"/>
                        </a:xfrm>
                        <a:prstGeom prst="rect">
                          <a:avLst/>
                        </a:prstGeom>
                        <a:noFill/>
                        <a:ln w="38100">
                          <a:noFill/>
                          <a:miter/>
                        </a:ln>
                      </p:spPr>
                    </p:pic>
                  </p:oleObj>
                </mc:Fallback>
              </mc:AlternateContent>
            </a:graphicData>
          </a:graphic>
        </p:graphicFrame>
        <p:sp>
          <p:nvSpPr>
            <p:cNvPr id="13343" name="Rectangle 27" descr="深色下对角线"/>
            <p:cNvSpPr/>
            <p:nvPr/>
          </p:nvSpPr>
          <p:spPr>
            <a:xfrm>
              <a:off x="1660" y="2149"/>
              <a:ext cx="52" cy="42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3344" name="Object 28"/>
            <p:cNvGraphicFramePr>
              <a:graphicFrameLocks noChangeAspect="1"/>
            </p:cNvGraphicFramePr>
            <p:nvPr/>
          </p:nvGraphicFramePr>
          <p:xfrm>
            <a:off x="2559" y="1400"/>
            <a:ext cx="268" cy="539"/>
          </p:xfrm>
          <a:graphic>
            <a:graphicData uri="http://schemas.openxmlformats.org/presentationml/2006/ole">
              <mc:AlternateContent xmlns:mc="http://schemas.openxmlformats.org/markup-compatibility/2006">
                <mc:Choice xmlns:v="urn:schemas-microsoft-com:vml" Requires="v">
                  <p:oleObj r:id="rId26" imgW="165100" imgH="316865" progId="Equation.3">
                    <p:embed/>
                  </p:oleObj>
                </mc:Choice>
                <mc:Fallback>
                  <p:oleObj r:id="rId26" imgW="165100" imgH="316865" progId="Equation.3">
                    <p:embed/>
                    <p:pic>
                      <p:nvPicPr>
                        <p:cNvPr id="0" name="图片 3103"/>
                        <p:cNvPicPr/>
                        <p:nvPr/>
                      </p:nvPicPr>
                      <p:blipFill>
                        <a:blip r:embed="rId27"/>
                        <a:stretch>
                          <a:fillRect/>
                        </a:stretch>
                      </p:blipFill>
                      <p:spPr>
                        <a:xfrm>
                          <a:off x="2559" y="1400"/>
                          <a:ext cx="268" cy="539"/>
                        </a:xfrm>
                        <a:prstGeom prst="rect">
                          <a:avLst/>
                        </a:prstGeom>
                        <a:noFill/>
                        <a:ln w="38100">
                          <a:noFill/>
                          <a:miter/>
                        </a:ln>
                      </p:spPr>
                    </p:pic>
                  </p:oleObj>
                </mc:Fallback>
              </mc:AlternateContent>
            </a:graphicData>
          </a:graphic>
        </p:graphicFrame>
        <p:graphicFrame>
          <p:nvGraphicFramePr>
            <p:cNvPr id="13345" name="Object 29"/>
            <p:cNvGraphicFramePr>
              <a:graphicFrameLocks noChangeAspect="1"/>
            </p:cNvGraphicFramePr>
            <p:nvPr/>
          </p:nvGraphicFramePr>
          <p:xfrm>
            <a:off x="3334" y="1881"/>
            <a:ext cx="310" cy="534"/>
          </p:xfrm>
          <a:graphic>
            <a:graphicData uri="http://schemas.openxmlformats.org/presentationml/2006/ole">
              <mc:AlternateContent xmlns:mc="http://schemas.openxmlformats.org/markup-compatibility/2006">
                <mc:Choice xmlns:v="urn:schemas-microsoft-com:vml" Requires="v">
                  <p:oleObj r:id="rId28" imgW="190500" imgH="317500" progId="Equation.3">
                    <p:embed/>
                  </p:oleObj>
                </mc:Choice>
                <mc:Fallback>
                  <p:oleObj r:id="rId28" imgW="190500" imgH="317500" progId="Equation.3">
                    <p:embed/>
                    <p:pic>
                      <p:nvPicPr>
                        <p:cNvPr id="0" name="图片 3113"/>
                        <p:cNvPicPr/>
                        <p:nvPr/>
                      </p:nvPicPr>
                      <p:blipFill>
                        <a:blip r:embed="rId29"/>
                        <a:stretch>
                          <a:fillRect/>
                        </a:stretch>
                      </p:blipFill>
                      <p:spPr>
                        <a:xfrm>
                          <a:off x="3334" y="1881"/>
                          <a:ext cx="310" cy="534"/>
                        </a:xfrm>
                        <a:prstGeom prst="rect">
                          <a:avLst/>
                        </a:prstGeom>
                        <a:noFill/>
                        <a:ln w="38100">
                          <a:noFill/>
                          <a:miter/>
                        </a:ln>
                      </p:spPr>
                    </p:pic>
                  </p:oleObj>
                </mc:Fallback>
              </mc:AlternateContent>
            </a:graphicData>
          </a:graphic>
        </p:graphicFrame>
        <p:sp>
          <p:nvSpPr>
            <p:cNvPr id="13346" name="Line 30"/>
            <p:cNvSpPr/>
            <p:nvPr/>
          </p:nvSpPr>
          <p:spPr>
            <a:xfrm flipV="1">
              <a:off x="1629" y="1667"/>
              <a:ext cx="2738" cy="481"/>
            </a:xfrm>
            <a:prstGeom prst="line">
              <a:avLst/>
            </a:prstGeom>
            <a:ln w="28575" cap="flat" cmpd="sng">
              <a:solidFill>
                <a:srgbClr val="FF6600"/>
              </a:solidFill>
              <a:prstDash val="solid"/>
              <a:round/>
              <a:headEnd type="none" w="sm" len="lg"/>
              <a:tailEnd type="none" w="sm" len="lg"/>
            </a:ln>
          </p:spPr>
        </p:sp>
        <p:sp>
          <p:nvSpPr>
            <p:cNvPr id="13347" name="Line 31"/>
            <p:cNvSpPr/>
            <p:nvPr/>
          </p:nvSpPr>
          <p:spPr>
            <a:xfrm flipV="1">
              <a:off x="1674" y="1667"/>
              <a:ext cx="2693" cy="1015"/>
            </a:xfrm>
            <a:prstGeom prst="line">
              <a:avLst/>
            </a:prstGeom>
            <a:ln w="28575" cap="flat" cmpd="sng">
              <a:solidFill>
                <a:srgbClr val="FF6600"/>
              </a:solidFill>
              <a:prstDash val="solid"/>
              <a:round/>
              <a:headEnd type="none" w="sm" len="lg"/>
              <a:tailEnd type="none" w="sm" len="lg"/>
            </a:ln>
          </p:spPr>
        </p:sp>
        <p:sp>
          <p:nvSpPr>
            <p:cNvPr id="13348" name="Freeform 32"/>
            <p:cNvSpPr/>
            <p:nvPr/>
          </p:nvSpPr>
          <p:spPr>
            <a:xfrm>
              <a:off x="1061" y="2139"/>
              <a:ext cx="596" cy="276"/>
            </a:xfrm>
            <a:custGeom>
              <a:avLst/>
              <a:gdLst/>
              <a:ahLst/>
              <a:cxnLst>
                <a:cxn ang="0">
                  <a:pos x="0" y="1894"/>
                </a:cxn>
                <a:cxn ang="0">
                  <a:pos x="2218" y="0"/>
                </a:cxn>
              </a:cxnLst>
              <a:rect l="0" t="0" r="0" b="0"/>
              <a:pathLst>
                <a:path w="554" h="248">
                  <a:moveTo>
                    <a:pt x="0" y="248"/>
                  </a:moveTo>
                  <a:lnTo>
                    <a:pt x="554" y="0"/>
                  </a:lnTo>
                </a:path>
              </a:pathLst>
            </a:custGeom>
            <a:noFill/>
            <a:ln w="19050" cap="flat" cmpd="sng">
              <a:solidFill>
                <a:srgbClr val="FF6600"/>
              </a:solidFill>
              <a:prstDash val="solid"/>
              <a:round/>
              <a:headEnd type="none" w="med" len="med"/>
              <a:tailEnd type="none" w="med" len="med"/>
            </a:ln>
          </p:spPr>
          <p:txBody>
            <a:bodyPr/>
            <a:lstStyle/>
            <a:p>
              <a:endParaRPr lang="zh-CN" altLang="en-US"/>
            </a:p>
          </p:txBody>
        </p:sp>
        <p:sp>
          <p:nvSpPr>
            <p:cNvPr id="13349" name="Line 33"/>
            <p:cNvSpPr/>
            <p:nvPr/>
          </p:nvSpPr>
          <p:spPr>
            <a:xfrm>
              <a:off x="1061" y="2415"/>
              <a:ext cx="613" cy="267"/>
            </a:xfrm>
            <a:prstGeom prst="line">
              <a:avLst/>
            </a:prstGeom>
            <a:ln w="19050" cap="flat" cmpd="sng">
              <a:solidFill>
                <a:srgbClr val="FF6600"/>
              </a:solidFill>
              <a:prstDash val="solid"/>
              <a:round/>
              <a:headEnd type="none" w="med" len="med"/>
              <a:tailEnd type="none" w="med" len="med"/>
            </a:ln>
          </p:spPr>
        </p:sp>
        <p:sp>
          <p:nvSpPr>
            <p:cNvPr id="13350" name="Line 34"/>
            <p:cNvSpPr/>
            <p:nvPr/>
          </p:nvSpPr>
          <p:spPr>
            <a:xfrm>
              <a:off x="2992" y="3087"/>
              <a:ext cx="1395" cy="0"/>
            </a:xfrm>
            <a:prstGeom prst="line">
              <a:avLst/>
            </a:prstGeom>
            <a:ln w="19050" cap="flat" cmpd="sng">
              <a:solidFill>
                <a:srgbClr val="FF3399"/>
              </a:solidFill>
              <a:prstDash val="solid"/>
              <a:round/>
              <a:headEnd type="none" w="med" len="med"/>
              <a:tailEnd type="triangle" w="sm" len="lg"/>
            </a:ln>
          </p:spPr>
        </p:sp>
        <p:sp>
          <p:nvSpPr>
            <p:cNvPr id="13351" name="Line 35"/>
            <p:cNvSpPr/>
            <p:nvPr/>
          </p:nvSpPr>
          <p:spPr>
            <a:xfrm flipH="1">
              <a:off x="1701" y="3087"/>
              <a:ext cx="1033" cy="0"/>
            </a:xfrm>
            <a:prstGeom prst="line">
              <a:avLst/>
            </a:prstGeom>
            <a:ln w="19050" cap="flat" cmpd="sng">
              <a:solidFill>
                <a:srgbClr val="FF3399"/>
              </a:solidFill>
              <a:prstDash val="solid"/>
              <a:round/>
              <a:headEnd type="none" w="med" len="med"/>
              <a:tailEnd type="triangle" w="sm" len="lg"/>
            </a:ln>
          </p:spPr>
        </p:sp>
        <p:sp>
          <p:nvSpPr>
            <p:cNvPr id="13352" name="AutoShape 37"/>
            <p:cNvSpPr>
              <a:spLocks noChangeAspect="1" noTextEdit="1"/>
            </p:cNvSpPr>
            <p:nvPr/>
          </p:nvSpPr>
          <p:spPr>
            <a:xfrm>
              <a:off x="1119" y="2069"/>
              <a:ext cx="356" cy="311"/>
            </a:xfrm>
            <a:prstGeom prst="rect">
              <a:avLst/>
            </a:prstGeom>
            <a:noFill/>
            <a:ln w="9525">
              <a:noFill/>
            </a:ln>
          </p:spPr>
          <p:txBody>
            <a:bodyPr anchor="t" anchorCtr="0"/>
            <a:lstStyle/>
            <a:p>
              <a:pPr eaLnBrk="0" hangingPunct="0"/>
              <a:endParaRPr lang="zh-CN" altLang="en-US">
                <a:latin typeface="Verdana" panose="020B0604030504040204" pitchFamily="34" charset="0"/>
                <a:ea typeface="宋体" panose="02010600030101010101" pitchFamily="2" charset="-122"/>
              </a:endParaRPr>
            </a:p>
          </p:txBody>
        </p:sp>
        <p:graphicFrame>
          <p:nvGraphicFramePr>
            <p:cNvPr id="13353" name="Object 42"/>
            <p:cNvGraphicFramePr>
              <a:graphicFrameLocks noChangeAspect="1"/>
            </p:cNvGraphicFramePr>
            <p:nvPr/>
          </p:nvGraphicFramePr>
          <p:xfrm>
            <a:off x="2744" y="2931"/>
            <a:ext cx="272" cy="253"/>
          </p:xfrm>
          <a:graphic>
            <a:graphicData uri="http://schemas.openxmlformats.org/presentationml/2006/ole">
              <mc:AlternateContent xmlns:mc="http://schemas.openxmlformats.org/markup-compatibility/2006">
                <mc:Choice xmlns:v="urn:schemas-microsoft-com:vml" Requires="v">
                  <p:oleObj r:id="rId30" imgW="177800" imgH="165100" progId="Equation.3">
                    <p:embed/>
                  </p:oleObj>
                </mc:Choice>
                <mc:Fallback>
                  <p:oleObj r:id="rId30" imgW="177800" imgH="165100" progId="Equation.3">
                    <p:embed/>
                    <p:pic>
                      <p:nvPicPr>
                        <p:cNvPr id="0" name="图片 3104"/>
                        <p:cNvPicPr/>
                        <p:nvPr/>
                      </p:nvPicPr>
                      <p:blipFill>
                        <a:blip r:embed="rId31"/>
                        <a:stretch>
                          <a:fillRect/>
                        </a:stretch>
                      </p:blipFill>
                      <p:spPr>
                        <a:xfrm>
                          <a:off x="2744" y="2931"/>
                          <a:ext cx="272" cy="253"/>
                        </a:xfrm>
                        <a:prstGeom prst="rect">
                          <a:avLst/>
                        </a:prstGeom>
                        <a:noFill/>
                        <a:ln w="38100">
                          <a:noFill/>
                          <a:miter/>
                        </a:ln>
                      </p:spPr>
                    </p:pic>
                  </p:oleObj>
                </mc:Fallback>
              </mc:AlternateContent>
            </a:graphicData>
          </a:graphic>
        </p:graphicFrame>
      </p:grpSp>
      <p:sp>
        <p:nvSpPr>
          <p:cNvPr id="13354" name="文本框 8"/>
          <p:cNvSpPr txBox="1"/>
          <p:nvPr/>
        </p:nvSpPr>
        <p:spPr>
          <a:xfrm>
            <a:off x="5856288" y="149225"/>
            <a:ext cx="795337" cy="460375"/>
          </a:xfrm>
          <a:prstGeom prst="rect">
            <a:avLst/>
          </a:prstGeom>
          <a:noFill/>
          <a:ln w="9525">
            <a:noFill/>
          </a:ln>
        </p:spPr>
        <p:txBody>
          <a:bodyPr wrap="none" anchor="t" anchorCtr="0">
            <a:spAutoFit/>
          </a:bodyPr>
          <a:lstStyle/>
          <a:p>
            <a:pPr eaLnBrk="0" hangingPunct="0"/>
            <a:r>
              <a:rPr lang="zh-CN" altLang="en-US" sz="2400" b="1" dirty="0">
                <a:solidFill>
                  <a:srgbClr val="0000CC"/>
                </a:solidFill>
                <a:latin typeface="楷体_GB2312" pitchFamily="1" charset="-122"/>
                <a:ea typeface="楷体_GB2312" pitchFamily="1" charset="-122"/>
                <a:sym typeface="宋体" panose="02010600030101010101" pitchFamily="2" charset="-122"/>
              </a:rPr>
              <a:t>水中</a:t>
            </a:r>
          </a:p>
        </p:txBody>
      </p:sp>
      <p:graphicFrame>
        <p:nvGraphicFramePr>
          <p:cNvPr id="17451" name="Object 64"/>
          <p:cNvGraphicFramePr>
            <a:graphicFrameLocks noChangeAspect="1"/>
          </p:cNvGraphicFramePr>
          <p:nvPr/>
        </p:nvGraphicFramePr>
        <p:xfrm>
          <a:off x="3714750" y="771525"/>
          <a:ext cx="3567113" cy="739775"/>
        </p:xfrm>
        <a:graphic>
          <a:graphicData uri="http://schemas.openxmlformats.org/presentationml/2006/ole">
            <mc:AlternateContent xmlns:mc="http://schemas.openxmlformats.org/markup-compatibility/2006">
              <mc:Choice xmlns:v="urn:schemas-microsoft-com:vml" Requires="v">
                <p:oleObj r:id="rId32" imgW="2260600" imgH="405765" progId="Equation.DSMT4">
                  <p:embed/>
                </p:oleObj>
              </mc:Choice>
              <mc:Fallback>
                <p:oleObj r:id="rId32" imgW="2260600" imgH="405765" progId="Equation.DSMT4">
                  <p:embed/>
                  <p:pic>
                    <p:nvPicPr>
                      <p:cNvPr id="0" name="图片 3105"/>
                      <p:cNvPicPr/>
                      <p:nvPr/>
                    </p:nvPicPr>
                    <p:blipFill>
                      <a:blip r:embed="rId33"/>
                      <a:stretch>
                        <a:fillRect/>
                      </a:stretch>
                    </p:blipFill>
                    <p:spPr>
                      <a:xfrm>
                        <a:off x="3714750" y="771525"/>
                        <a:ext cx="3567113" cy="739775"/>
                      </a:xfrm>
                      <a:prstGeom prst="rect">
                        <a:avLst/>
                      </a:prstGeom>
                      <a:noFill/>
                      <a:ln w="38100">
                        <a:noFill/>
                        <a:miter/>
                      </a:ln>
                    </p:spPr>
                  </p:pic>
                </p:oleObj>
              </mc:Fallback>
            </mc:AlternateContent>
          </a:graphicData>
        </a:graphic>
      </p:graphicFrame>
      <p:graphicFrame>
        <p:nvGraphicFramePr>
          <p:cNvPr id="17452" name="Object 46"/>
          <p:cNvGraphicFramePr>
            <a:graphicFrameLocks noChangeAspect="1"/>
          </p:cNvGraphicFramePr>
          <p:nvPr/>
        </p:nvGraphicFramePr>
        <p:xfrm>
          <a:off x="7396163" y="641350"/>
          <a:ext cx="1666875" cy="1044575"/>
        </p:xfrm>
        <a:graphic>
          <a:graphicData uri="http://schemas.openxmlformats.org/presentationml/2006/ole">
            <mc:AlternateContent xmlns:mc="http://schemas.openxmlformats.org/markup-compatibility/2006">
              <mc:Choice xmlns:v="urn:schemas-microsoft-com:vml" Requires="v">
                <p:oleObj r:id="rId34" imgW="1054100" imgH="660400" progId="Equation.DSMT4">
                  <p:embed/>
                </p:oleObj>
              </mc:Choice>
              <mc:Fallback>
                <p:oleObj r:id="rId34" imgW="1054100" imgH="660400" progId="Equation.DSMT4">
                  <p:embed/>
                  <p:pic>
                    <p:nvPicPr>
                      <p:cNvPr id="0" name="图片 3108"/>
                      <p:cNvPicPr/>
                      <p:nvPr/>
                    </p:nvPicPr>
                    <p:blipFill>
                      <a:blip r:embed="rId35"/>
                      <a:stretch>
                        <a:fillRect/>
                      </a:stretch>
                    </p:blipFill>
                    <p:spPr>
                      <a:xfrm>
                        <a:off x="7396163" y="641350"/>
                        <a:ext cx="1666875" cy="1044575"/>
                      </a:xfrm>
                      <a:prstGeom prst="rect">
                        <a:avLst/>
                      </a:prstGeom>
                      <a:noFill/>
                      <a:ln w="38100">
                        <a:noFill/>
                        <a:miter/>
                      </a:ln>
                    </p:spPr>
                  </p:pic>
                </p:oleObj>
              </mc:Fallback>
            </mc:AlternateContent>
          </a:graphicData>
        </a:graphic>
      </p:graphicFrame>
      <p:graphicFrame>
        <p:nvGraphicFramePr>
          <p:cNvPr id="17453" name="Object 67"/>
          <p:cNvGraphicFramePr>
            <a:graphicFrameLocks noChangeAspect="1"/>
          </p:cNvGraphicFramePr>
          <p:nvPr/>
        </p:nvGraphicFramePr>
        <p:xfrm>
          <a:off x="4059238" y="1885950"/>
          <a:ext cx="1436687" cy="763588"/>
        </p:xfrm>
        <a:graphic>
          <a:graphicData uri="http://schemas.openxmlformats.org/presentationml/2006/ole">
            <mc:AlternateContent xmlns:mc="http://schemas.openxmlformats.org/markup-compatibility/2006">
              <mc:Choice xmlns:v="urn:schemas-microsoft-com:vml" Requires="v">
                <p:oleObj r:id="rId36" imgW="812800" imgH="405765" progId="Equation.DSMT4">
                  <p:embed/>
                </p:oleObj>
              </mc:Choice>
              <mc:Fallback>
                <p:oleObj r:id="rId36" imgW="812800" imgH="405765" progId="Equation.DSMT4">
                  <p:embed/>
                  <p:pic>
                    <p:nvPicPr>
                      <p:cNvPr id="0" name="图片 3115"/>
                      <p:cNvPicPr/>
                      <p:nvPr/>
                    </p:nvPicPr>
                    <p:blipFill>
                      <a:blip r:embed="rId37"/>
                      <a:stretch>
                        <a:fillRect/>
                      </a:stretch>
                    </p:blipFill>
                    <p:spPr>
                      <a:xfrm>
                        <a:off x="4059238" y="1885950"/>
                        <a:ext cx="1436687" cy="763588"/>
                      </a:xfrm>
                      <a:prstGeom prst="rect">
                        <a:avLst/>
                      </a:prstGeom>
                      <a:noFill/>
                      <a:ln w="38100">
                        <a:noFill/>
                        <a:miter/>
                      </a:ln>
                    </p:spPr>
                  </p:pic>
                </p:oleObj>
              </mc:Fallback>
            </mc:AlternateContent>
          </a:graphicData>
        </a:graphic>
      </p:graphicFrame>
      <p:sp>
        <p:nvSpPr>
          <p:cNvPr id="17454" name="文本框 16"/>
          <p:cNvSpPr txBox="1"/>
          <p:nvPr/>
        </p:nvSpPr>
        <p:spPr>
          <a:xfrm>
            <a:off x="5719763" y="2103438"/>
            <a:ext cx="1203325" cy="398462"/>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明纹中心</a:t>
            </a:r>
          </a:p>
        </p:txBody>
      </p:sp>
      <p:graphicFrame>
        <p:nvGraphicFramePr>
          <p:cNvPr id="17455" name="Object 72"/>
          <p:cNvGraphicFramePr>
            <a:graphicFrameLocks noChangeAspect="1"/>
          </p:cNvGraphicFramePr>
          <p:nvPr/>
        </p:nvGraphicFramePr>
        <p:xfrm>
          <a:off x="4321175" y="3005138"/>
          <a:ext cx="771525" cy="436562"/>
        </p:xfrm>
        <a:graphic>
          <a:graphicData uri="http://schemas.openxmlformats.org/presentationml/2006/ole">
            <mc:AlternateContent xmlns:mc="http://schemas.openxmlformats.org/markup-compatibility/2006">
              <mc:Choice xmlns:v="urn:schemas-microsoft-com:vml" Requires="v">
                <p:oleObj r:id="rId38" imgW="406400" imgH="228600" progId="Equation.3">
                  <p:embed/>
                </p:oleObj>
              </mc:Choice>
              <mc:Fallback>
                <p:oleObj r:id="rId38" imgW="406400" imgH="228600" progId="Equation.3">
                  <p:embed/>
                  <p:pic>
                    <p:nvPicPr>
                      <p:cNvPr id="0" name="图片 3116"/>
                      <p:cNvPicPr/>
                      <p:nvPr/>
                    </p:nvPicPr>
                    <p:blipFill>
                      <a:blip r:embed="rId9"/>
                      <a:stretch>
                        <a:fillRect/>
                      </a:stretch>
                    </p:blipFill>
                    <p:spPr>
                      <a:xfrm>
                        <a:off x="4321175" y="3005138"/>
                        <a:ext cx="771525" cy="436562"/>
                      </a:xfrm>
                      <a:prstGeom prst="rect">
                        <a:avLst/>
                      </a:prstGeom>
                      <a:noFill/>
                      <a:ln w="38100">
                        <a:noFill/>
                        <a:miter/>
                      </a:ln>
                    </p:spPr>
                  </p:pic>
                </p:oleObj>
              </mc:Fallback>
            </mc:AlternateContent>
          </a:graphicData>
        </a:graphic>
      </p:graphicFrame>
      <p:sp>
        <p:nvSpPr>
          <p:cNvPr id="17456" name="Text Box 73"/>
          <p:cNvSpPr txBox="1"/>
          <p:nvPr/>
        </p:nvSpPr>
        <p:spPr>
          <a:xfrm>
            <a:off x="5719763" y="3043238"/>
            <a:ext cx="1204912" cy="398462"/>
          </a:xfrm>
          <a:prstGeom prst="rect">
            <a:avLst/>
          </a:prstGeom>
          <a:noFill/>
          <a:ln w="9525">
            <a:noFill/>
          </a:ln>
        </p:spPr>
        <p:txBody>
          <a:bodyPr wrap="square" anchor="t" anchorCtr="0">
            <a:spAutoFit/>
          </a:bodyPr>
          <a:lstStyle/>
          <a:p>
            <a:pPr>
              <a:spcBef>
                <a:spcPct val="50000"/>
              </a:spcBef>
            </a:pPr>
            <a:r>
              <a:rPr lang="zh-CN" altLang="en-US" sz="2000" b="1" dirty="0">
                <a:solidFill>
                  <a:srgbClr val="CC0000"/>
                </a:solidFill>
                <a:latin typeface="Times New Roman" panose="02020603050405020304" pitchFamily="18" charset="0"/>
                <a:ea typeface="楷体_GB2312" pitchFamily="1" charset="-122"/>
              </a:rPr>
              <a:t>中央明纹</a:t>
            </a:r>
            <a:endParaRPr lang="zh-CN" altLang="en-US" sz="2000" b="1" dirty="0">
              <a:solidFill>
                <a:srgbClr val="FF0000"/>
              </a:solidFill>
              <a:latin typeface="Verdana" panose="020B0604030504040204" pitchFamily="34" charset="0"/>
              <a:ea typeface="楷体_GB2312" pitchFamily="1" charset="-122"/>
            </a:endParaRPr>
          </a:p>
        </p:txBody>
      </p:sp>
      <p:graphicFrame>
        <p:nvGraphicFramePr>
          <p:cNvPr id="17457" name="Object 67"/>
          <p:cNvGraphicFramePr>
            <a:graphicFrameLocks noChangeAspect="1"/>
          </p:cNvGraphicFramePr>
          <p:nvPr/>
        </p:nvGraphicFramePr>
        <p:xfrm>
          <a:off x="4284663" y="3676650"/>
          <a:ext cx="1057275" cy="666750"/>
        </p:xfrm>
        <a:graphic>
          <a:graphicData uri="http://schemas.openxmlformats.org/presentationml/2006/ole">
            <mc:AlternateContent xmlns:mc="http://schemas.openxmlformats.org/markup-compatibility/2006">
              <mc:Choice xmlns:v="urn:schemas-microsoft-com:vml" Requires="v">
                <p:oleObj r:id="rId39" imgW="685800" imgH="405765" progId="Equation.DSMT4">
                  <p:embed/>
                </p:oleObj>
              </mc:Choice>
              <mc:Fallback>
                <p:oleObj r:id="rId39" imgW="685800" imgH="405765" progId="Equation.DSMT4">
                  <p:embed/>
                  <p:pic>
                    <p:nvPicPr>
                      <p:cNvPr id="0" name="图片 3117"/>
                      <p:cNvPicPr/>
                      <p:nvPr/>
                    </p:nvPicPr>
                    <p:blipFill>
                      <a:blip r:embed="rId40"/>
                      <a:stretch>
                        <a:fillRect/>
                      </a:stretch>
                    </p:blipFill>
                    <p:spPr>
                      <a:xfrm>
                        <a:off x="4284663" y="3676650"/>
                        <a:ext cx="1057275" cy="666750"/>
                      </a:xfrm>
                      <a:prstGeom prst="rect">
                        <a:avLst/>
                      </a:prstGeom>
                      <a:noFill/>
                      <a:ln w="38100">
                        <a:noFill/>
                        <a:miter/>
                      </a:ln>
                    </p:spPr>
                  </p:pic>
                </p:oleObj>
              </mc:Fallback>
            </mc:AlternateContent>
          </a:graphicData>
        </a:graphic>
      </p:graphicFrame>
      <p:sp>
        <p:nvSpPr>
          <p:cNvPr id="17458" name="文本框 22"/>
          <p:cNvSpPr txBox="1"/>
          <p:nvPr/>
        </p:nvSpPr>
        <p:spPr>
          <a:xfrm>
            <a:off x="5727700" y="3806825"/>
            <a:ext cx="1203325" cy="398463"/>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明纹间距</a:t>
            </a:r>
          </a:p>
        </p:txBody>
      </p:sp>
      <p:sp>
        <p:nvSpPr>
          <p:cNvPr id="13363" name="矩形 23"/>
          <p:cNvSpPr/>
          <p:nvPr/>
        </p:nvSpPr>
        <p:spPr>
          <a:xfrm>
            <a:off x="3535363" y="4432300"/>
            <a:ext cx="5527675" cy="109538"/>
          </a:xfrm>
          <a:prstGeom prst="rect">
            <a:avLst/>
          </a:prstGeom>
          <a:solidFill>
            <a:schemeClr val="accent1"/>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sp>
        <p:nvSpPr>
          <p:cNvPr id="2" name="文本框 22"/>
          <p:cNvSpPr txBox="1"/>
          <p:nvPr/>
        </p:nvSpPr>
        <p:spPr>
          <a:xfrm>
            <a:off x="3724275" y="4889500"/>
            <a:ext cx="5210175" cy="1014413"/>
          </a:xfrm>
          <a:prstGeom prst="rect">
            <a:avLst/>
          </a:prstGeom>
          <a:noFill/>
          <a:ln w="9525">
            <a:noFill/>
          </a:ln>
        </p:spPr>
        <p:txBody>
          <a:bodyPr wrap="square" anchor="t" anchorCtr="0">
            <a:spAutoFit/>
          </a:bodyPr>
          <a:lstStyle/>
          <a:p>
            <a:pPr eaLnBrk="0" hangingPunct="0">
              <a:lnSpc>
                <a:spcPct val="150000"/>
              </a:lnSpc>
            </a:pPr>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与空气中相比：</a:t>
            </a:r>
            <a:r>
              <a:rPr lang="en-US" altLang="zh-CN" sz="2000" b="1" dirty="0">
                <a:solidFill>
                  <a:srgbClr val="CC0000"/>
                </a:solidFill>
                <a:latin typeface="Times New Roman" panose="02020603050405020304" pitchFamily="18" charset="0"/>
                <a:ea typeface="楷体_GB2312" pitchFamily="1" charset="-122"/>
                <a:sym typeface="宋体" panose="02010600030101010101" pitchFamily="2" charset="-122"/>
              </a:rPr>
              <a:t>1</a:t>
            </a:r>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）中央明纹位置不变，条纹间距变小；</a:t>
            </a:r>
            <a:r>
              <a:rPr lang="en-US" altLang="zh-CN" sz="2000" b="1" dirty="0">
                <a:solidFill>
                  <a:srgbClr val="CC0000"/>
                </a:solidFill>
                <a:latin typeface="Times New Roman" panose="02020603050405020304" pitchFamily="18" charset="0"/>
                <a:ea typeface="楷体_GB2312" pitchFamily="1" charset="-122"/>
                <a:sym typeface="宋体" panose="02010600030101010101" pitchFamily="2" charset="-122"/>
              </a:rPr>
              <a:t>2</a:t>
            </a:r>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）各级条纹向中央明纹靠拢。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4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4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4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4" grpId="0"/>
      <p:bldP spid="17454" grpId="1"/>
      <p:bldP spid="17456" grpId="0"/>
      <p:bldP spid="17456" grpId="1"/>
      <p:bldP spid="17458" grpId="0"/>
      <p:bldP spid="17458" grpId="1"/>
      <p:bldP spid="2" grpId="0"/>
      <p:bldP spid="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矩形 1"/>
          <p:cNvSpPr/>
          <p:nvPr/>
        </p:nvSpPr>
        <p:spPr>
          <a:xfrm>
            <a:off x="3435350" y="106363"/>
            <a:ext cx="100013" cy="6657975"/>
          </a:xfrm>
          <a:prstGeom prst="rect">
            <a:avLst/>
          </a:prstGeom>
          <a:solidFill>
            <a:schemeClr val="accent1"/>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sp>
        <p:nvSpPr>
          <p:cNvPr id="14338" name="文本框 2"/>
          <p:cNvSpPr txBox="1"/>
          <p:nvPr/>
        </p:nvSpPr>
        <p:spPr>
          <a:xfrm>
            <a:off x="1187450" y="149225"/>
            <a:ext cx="1101725" cy="460375"/>
          </a:xfrm>
          <a:prstGeom prst="rect">
            <a:avLst/>
          </a:prstGeom>
          <a:noFill/>
          <a:ln w="9525">
            <a:noFill/>
          </a:ln>
        </p:spPr>
        <p:txBody>
          <a:bodyPr wrap="none" anchor="t" anchorCtr="0">
            <a:spAutoFit/>
          </a:bodyPr>
          <a:lstStyle/>
          <a:p>
            <a:pPr eaLnBrk="0" hangingPunct="0"/>
            <a:r>
              <a:rPr lang="zh-CN" altLang="en-US" sz="2400" b="1" dirty="0">
                <a:solidFill>
                  <a:srgbClr val="0000CC"/>
                </a:solidFill>
                <a:latin typeface="楷体_GB2312" pitchFamily="1" charset="-122"/>
                <a:ea typeface="楷体_GB2312" pitchFamily="1" charset="-122"/>
                <a:sym typeface="宋体" panose="02010600030101010101" pitchFamily="2" charset="-122"/>
              </a:rPr>
              <a:t>空气中</a:t>
            </a:r>
          </a:p>
        </p:txBody>
      </p:sp>
      <p:grpSp>
        <p:nvGrpSpPr>
          <p:cNvPr id="14339" name="组合 7"/>
          <p:cNvGrpSpPr/>
          <p:nvPr/>
        </p:nvGrpSpPr>
        <p:grpSpPr>
          <a:xfrm>
            <a:off x="111125" y="2913063"/>
            <a:ext cx="3246438" cy="1044575"/>
            <a:chOff x="174" y="5376"/>
            <a:chExt cx="5115" cy="1644"/>
          </a:xfrm>
        </p:grpSpPr>
        <p:graphicFrame>
          <p:nvGraphicFramePr>
            <p:cNvPr id="14340" name="Object 64"/>
            <p:cNvGraphicFramePr>
              <a:graphicFrameLocks noChangeAspect="1"/>
            </p:cNvGraphicFramePr>
            <p:nvPr/>
          </p:nvGraphicFramePr>
          <p:xfrm>
            <a:off x="174" y="5520"/>
            <a:ext cx="2691" cy="1164"/>
          </p:xfrm>
          <a:graphic>
            <a:graphicData uri="http://schemas.openxmlformats.org/presentationml/2006/ole">
              <mc:AlternateContent xmlns:mc="http://schemas.openxmlformats.org/markup-compatibility/2006">
                <mc:Choice xmlns:v="urn:schemas-microsoft-com:vml" Requires="v">
                  <p:oleObj r:id="rId2" imgW="1447800" imgH="405765" progId="Equation.DSMT4">
                    <p:embed/>
                  </p:oleObj>
                </mc:Choice>
                <mc:Fallback>
                  <p:oleObj r:id="rId2" imgW="1447800" imgH="405765" progId="Equation.DSMT4">
                    <p:embed/>
                    <p:pic>
                      <p:nvPicPr>
                        <p:cNvPr id="0" name="图片 3114"/>
                        <p:cNvPicPr/>
                        <p:nvPr/>
                      </p:nvPicPr>
                      <p:blipFill>
                        <a:blip r:embed="rId3"/>
                        <a:stretch>
                          <a:fillRect/>
                        </a:stretch>
                      </p:blipFill>
                      <p:spPr>
                        <a:xfrm>
                          <a:off x="174" y="5520"/>
                          <a:ext cx="2691" cy="1164"/>
                        </a:xfrm>
                        <a:prstGeom prst="rect">
                          <a:avLst/>
                        </a:prstGeom>
                        <a:noFill/>
                        <a:ln w="38100">
                          <a:noFill/>
                          <a:miter/>
                        </a:ln>
                      </p:spPr>
                    </p:pic>
                  </p:oleObj>
                </mc:Fallback>
              </mc:AlternateContent>
            </a:graphicData>
          </a:graphic>
        </p:graphicFrame>
        <p:graphicFrame>
          <p:nvGraphicFramePr>
            <p:cNvPr id="14341" name="Object 46"/>
            <p:cNvGraphicFramePr>
              <a:graphicFrameLocks noChangeAspect="1"/>
            </p:cNvGraphicFramePr>
            <p:nvPr/>
          </p:nvGraphicFramePr>
          <p:xfrm>
            <a:off x="2946" y="5376"/>
            <a:ext cx="2343" cy="1644"/>
          </p:xfrm>
          <a:graphic>
            <a:graphicData uri="http://schemas.openxmlformats.org/presentationml/2006/ole">
              <mc:AlternateContent xmlns:mc="http://schemas.openxmlformats.org/markup-compatibility/2006">
                <mc:Choice xmlns:v="urn:schemas-microsoft-com:vml" Requires="v">
                  <p:oleObj r:id="rId4" imgW="939800" imgH="660400" progId="Equation.DSMT4">
                    <p:embed/>
                  </p:oleObj>
                </mc:Choice>
                <mc:Fallback>
                  <p:oleObj r:id="rId4" imgW="939800" imgH="660400" progId="Equation.DSMT4">
                    <p:embed/>
                    <p:pic>
                      <p:nvPicPr>
                        <p:cNvPr id="0" name="图片 3124"/>
                        <p:cNvPicPr/>
                        <p:nvPr/>
                      </p:nvPicPr>
                      <p:blipFill>
                        <a:blip r:embed="rId5"/>
                        <a:stretch>
                          <a:fillRect/>
                        </a:stretch>
                      </p:blipFill>
                      <p:spPr>
                        <a:xfrm>
                          <a:off x="2946" y="5376"/>
                          <a:ext cx="2343" cy="1644"/>
                        </a:xfrm>
                        <a:prstGeom prst="rect">
                          <a:avLst/>
                        </a:prstGeom>
                        <a:noFill/>
                        <a:ln w="38100">
                          <a:noFill/>
                          <a:miter/>
                        </a:ln>
                      </p:spPr>
                    </p:pic>
                  </p:oleObj>
                </mc:Fallback>
              </mc:AlternateContent>
            </a:graphicData>
          </a:graphic>
        </p:graphicFrame>
      </p:grpSp>
      <p:graphicFrame>
        <p:nvGraphicFramePr>
          <p:cNvPr id="14342" name="Object 67"/>
          <p:cNvGraphicFramePr>
            <a:graphicFrameLocks noChangeAspect="1"/>
          </p:cNvGraphicFramePr>
          <p:nvPr/>
        </p:nvGraphicFramePr>
        <p:xfrm>
          <a:off x="195263" y="4233863"/>
          <a:ext cx="1435100" cy="765175"/>
        </p:xfrm>
        <a:graphic>
          <a:graphicData uri="http://schemas.openxmlformats.org/presentationml/2006/ole">
            <mc:AlternateContent xmlns:mc="http://schemas.openxmlformats.org/markup-compatibility/2006">
              <mc:Choice xmlns:v="urn:schemas-microsoft-com:vml" Requires="v">
                <p:oleObj r:id="rId6" imgW="812800" imgH="405765" progId="Equation.DSMT4">
                  <p:embed/>
                </p:oleObj>
              </mc:Choice>
              <mc:Fallback>
                <p:oleObj r:id="rId6" imgW="812800" imgH="405765" progId="Equation.DSMT4">
                  <p:embed/>
                  <p:pic>
                    <p:nvPicPr>
                      <p:cNvPr id="0" name="图片 3118"/>
                      <p:cNvPicPr/>
                      <p:nvPr/>
                    </p:nvPicPr>
                    <p:blipFill>
                      <a:blip r:embed="rId7"/>
                      <a:stretch>
                        <a:fillRect/>
                      </a:stretch>
                    </p:blipFill>
                    <p:spPr>
                      <a:xfrm>
                        <a:off x="195263" y="4233863"/>
                        <a:ext cx="1435100" cy="765175"/>
                      </a:xfrm>
                      <a:prstGeom prst="rect">
                        <a:avLst/>
                      </a:prstGeom>
                      <a:noFill/>
                      <a:ln w="38100">
                        <a:noFill/>
                        <a:miter/>
                      </a:ln>
                    </p:spPr>
                  </p:pic>
                </p:oleObj>
              </mc:Fallback>
            </mc:AlternateContent>
          </a:graphicData>
        </a:graphic>
      </p:graphicFrame>
      <p:sp>
        <p:nvSpPr>
          <p:cNvPr id="14343" name="文本框 3"/>
          <p:cNvSpPr txBox="1"/>
          <p:nvPr/>
        </p:nvSpPr>
        <p:spPr>
          <a:xfrm>
            <a:off x="1870075" y="4432300"/>
            <a:ext cx="1203325" cy="398463"/>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明纹中心</a:t>
            </a:r>
          </a:p>
        </p:txBody>
      </p:sp>
      <p:graphicFrame>
        <p:nvGraphicFramePr>
          <p:cNvPr id="14344" name="Object 72"/>
          <p:cNvGraphicFramePr>
            <a:graphicFrameLocks noChangeAspect="1"/>
          </p:cNvGraphicFramePr>
          <p:nvPr/>
        </p:nvGraphicFramePr>
        <p:xfrm>
          <a:off x="342900" y="5308600"/>
          <a:ext cx="771525" cy="436563"/>
        </p:xfrm>
        <a:graphic>
          <a:graphicData uri="http://schemas.openxmlformats.org/presentationml/2006/ole">
            <mc:AlternateContent xmlns:mc="http://schemas.openxmlformats.org/markup-compatibility/2006">
              <mc:Choice xmlns:v="urn:schemas-microsoft-com:vml" Requires="v">
                <p:oleObj r:id="rId8" imgW="406400" imgH="228600" progId="Equation.3">
                  <p:embed/>
                </p:oleObj>
              </mc:Choice>
              <mc:Fallback>
                <p:oleObj r:id="rId8" imgW="406400" imgH="228600" progId="Equation.3">
                  <p:embed/>
                  <p:pic>
                    <p:nvPicPr>
                      <p:cNvPr id="0" name="图片 3122"/>
                      <p:cNvPicPr/>
                      <p:nvPr/>
                    </p:nvPicPr>
                    <p:blipFill>
                      <a:blip r:embed="rId9"/>
                      <a:stretch>
                        <a:fillRect/>
                      </a:stretch>
                    </p:blipFill>
                    <p:spPr>
                      <a:xfrm>
                        <a:off x="342900" y="5308600"/>
                        <a:ext cx="771525" cy="436563"/>
                      </a:xfrm>
                      <a:prstGeom prst="rect">
                        <a:avLst/>
                      </a:prstGeom>
                      <a:noFill/>
                      <a:ln w="38100">
                        <a:noFill/>
                        <a:miter/>
                      </a:ln>
                    </p:spPr>
                  </p:pic>
                </p:oleObj>
              </mc:Fallback>
            </mc:AlternateContent>
          </a:graphicData>
        </a:graphic>
      </p:graphicFrame>
      <p:sp>
        <p:nvSpPr>
          <p:cNvPr id="14345" name="Text Box 73"/>
          <p:cNvSpPr txBox="1"/>
          <p:nvPr/>
        </p:nvSpPr>
        <p:spPr>
          <a:xfrm>
            <a:off x="1741488" y="5308600"/>
            <a:ext cx="1204912" cy="398463"/>
          </a:xfrm>
          <a:prstGeom prst="rect">
            <a:avLst/>
          </a:prstGeom>
          <a:noFill/>
          <a:ln w="9525">
            <a:noFill/>
          </a:ln>
        </p:spPr>
        <p:txBody>
          <a:bodyPr wrap="square" anchor="t" anchorCtr="0">
            <a:spAutoFit/>
          </a:bodyPr>
          <a:lstStyle/>
          <a:p>
            <a:pPr>
              <a:spcBef>
                <a:spcPct val="50000"/>
              </a:spcBef>
            </a:pPr>
            <a:r>
              <a:rPr lang="zh-CN" altLang="en-US" sz="2000" b="1" dirty="0">
                <a:solidFill>
                  <a:srgbClr val="CC0000"/>
                </a:solidFill>
                <a:latin typeface="Times New Roman" panose="02020603050405020304" pitchFamily="18" charset="0"/>
                <a:ea typeface="楷体_GB2312" pitchFamily="1" charset="-122"/>
              </a:rPr>
              <a:t>中央明纹</a:t>
            </a:r>
            <a:endParaRPr lang="zh-CN" altLang="en-US" sz="2000" b="1" dirty="0">
              <a:solidFill>
                <a:srgbClr val="FF0000"/>
              </a:solidFill>
              <a:latin typeface="Verdana" panose="020B0604030504040204" pitchFamily="34" charset="0"/>
              <a:ea typeface="楷体_GB2312" pitchFamily="1" charset="-122"/>
            </a:endParaRPr>
          </a:p>
        </p:txBody>
      </p:sp>
      <p:graphicFrame>
        <p:nvGraphicFramePr>
          <p:cNvPr id="14346" name="Object 67"/>
          <p:cNvGraphicFramePr>
            <a:graphicFrameLocks noChangeAspect="1"/>
          </p:cNvGraphicFramePr>
          <p:nvPr/>
        </p:nvGraphicFramePr>
        <p:xfrm>
          <a:off x="306388" y="5903913"/>
          <a:ext cx="1057275" cy="666750"/>
        </p:xfrm>
        <a:graphic>
          <a:graphicData uri="http://schemas.openxmlformats.org/presentationml/2006/ole">
            <mc:AlternateContent xmlns:mc="http://schemas.openxmlformats.org/markup-compatibility/2006">
              <mc:Choice xmlns:v="urn:schemas-microsoft-com:vml" Requires="v">
                <p:oleObj r:id="rId10" imgW="685800" imgH="405765" progId="Equation.DSMT4">
                  <p:embed/>
                </p:oleObj>
              </mc:Choice>
              <mc:Fallback>
                <p:oleObj r:id="rId10" imgW="685800" imgH="405765" progId="Equation.DSMT4">
                  <p:embed/>
                  <p:pic>
                    <p:nvPicPr>
                      <p:cNvPr id="0" name="图片 3123"/>
                      <p:cNvPicPr/>
                      <p:nvPr/>
                    </p:nvPicPr>
                    <p:blipFill>
                      <a:blip r:embed="rId11"/>
                      <a:stretch>
                        <a:fillRect/>
                      </a:stretch>
                    </p:blipFill>
                    <p:spPr>
                      <a:xfrm>
                        <a:off x="306388" y="5903913"/>
                        <a:ext cx="1057275" cy="666750"/>
                      </a:xfrm>
                      <a:prstGeom prst="rect">
                        <a:avLst/>
                      </a:prstGeom>
                      <a:noFill/>
                      <a:ln w="38100">
                        <a:noFill/>
                        <a:miter/>
                      </a:ln>
                    </p:spPr>
                  </p:pic>
                </p:oleObj>
              </mc:Fallback>
            </mc:AlternateContent>
          </a:graphicData>
        </a:graphic>
      </p:graphicFrame>
      <p:sp>
        <p:nvSpPr>
          <p:cNvPr id="14347" name="文本框 6"/>
          <p:cNvSpPr txBox="1"/>
          <p:nvPr/>
        </p:nvSpPr>
        <p:spPr>
          <a:xfrm>
            <a:off x="1749425" y="6034088"/>
            <a:ext cx="1203325" cy="398462"/>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明纹间距</a:t>
            </a:r>
          </a:p>
        </p:txBody>
      </p:sp>
      <p:grpSp>
        <p:nvGrpSpPr>
          <p:cNvPr id="14348" name="Group 6"/>
          <p:cNvGrpSpPr/>
          <p:nvPr/>
        </p:nvGrpSpPr>
        <p:grpSpPr>
          <a:xfrm>
            <a:off x="169863" y="681038"/>
            <a:ext cx="3359150" cy="1871662"/>
            <a:chOff x="839" y="1298"/>
            <a:chExt cx="4436" cy="2083"/>
          </a:xfrm>
        </p:grpSpPr>
        <p:sp>
          <p:nvSpPr>
            <p:cNvPr id="14349" name="Text Box 7"/>
            <p:cNvSpPr txBox="1"/>
            <p:nvPr/>
          </p:nvSpPr>
          <p:spPr>
            <a:xfrm>
              <a:off x="4468" y="1298"/>
              <a:ext cx="807" cy="581"/>
            </a:xfrm>
            <a:prstGeom prst="rect">
              <a:avLst/>
            </a:prstGeom>
            <a:noFill/>
            <a:ln w="9525">
              <a:noFill/>
            </a:ln>
          </p:spPr>
          <p:txBody>
            <a:bodyPr anchor="t" anchorCtr="0">
              <a:spAutoFit/>
            </a:bodyPr>
            <a:lstStyle/>
            <a:p>
              <a:pPr>
                <a:spcBef>
                  <a:spcPct val="50000"/>
                </a:spcBef>
              </a:pPr>
              <a:r>
                <a:rPr lang="en-US" altLang="zh-CN" sz="2800" b="1" i="1" dirty="0">
                  <a:solidFill>
                    <a:srgbClr val="CC0000"/>
                  </a:solidFill>
                  <a:latin typeface="Times New Roman" panose="02020603050405020304" pitchFamily="18" charset="0"/>
                  <a:ea typeface="宋体" panose="02010600030101010101" pitchFamily="2" charset="-122"/>
                </a:rPr>
                <a:t>p</a:t>
              </a:r>
              <a:endParaRPr lang="en-US" altLang="zh-CN" sz="2400" b="1" i="1" dirty="0">
                <a:latin typeface="Times New Roman" panose="02020603050405020304" pitchFamily="18" charset="0"/>
                <a:ea typeface="宋体" panose="02010600030101010101" pitchFamily="2" charset="-122"/>
              </a:endParaRPr>
            </a:p>
          </p:txBody>
        </p:sp>
        <p:sp>
          <p:nvSpPr>
            <p:cNvPr id="14350" name="Rectangle 8" descr="深色下对角线"/>
            <p:cNvSpPr/>
            <p:nvPr/>
          </p:nvSpPr>
          <p:spPr>
            <a:xfrm>
              <a:off x="1076" y="174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4351" name="Rectangle 9" descr="深色下对角线"/>
            <p:cNvSpPr/>
            <p:nvPr/>
          </p:nvSpPr>
          <p:spPr>
            <a:xfrm>
              <a:off x="1074" y="246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4352" name="Rectangle 10" descr="深色下对角线"/>
            <p:cNvSpPr/>
            <p:nvPr/>
          </p:nvSpPr>
          <p:spPr>
            <a:xfrm>
              <a:off x="1663" y="143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4353" name="Rectangle 11" descr="深色下对角线"/>
            <p:cNvSpPr/>
            <p:nvPr/>
          </p:nvSpPr>
          <p:spPr>
            <a:xfrm>
              <a:off x="1660" y="2698"/>
              <a:ext cx="52" cy="641"/>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4354" name="Line 12"/>
            <p:cNvSpPr/>
            <p:nvPr/>
          </p:nvSpPr>
          <p:spPr>
            <a:xfrm>
              <a:off x="940" y="2415"/>
              <a:ext cx="4022" cy="1"/>
            </a:xfrm>
            <a:prstGeom prst="line">
              <a:avLst/>
            </a:prstGeom>
            <a:ln w="19050" cap="flat" cmpd="sng">
              <a:solidFill>
                <a:srgbClr val="003366"/>
              </a:solidFill>
              <a:prstDash val="lgDashDot"/>
              <a:round/>
              <a:headEnd type="none" w="sm" len="lg"/>
              <a:tailEnd type="none" w="sm" len="lg"/>
            </a:ln>
          </p:spPr>
        </p:sp>
        <p:sp>
          <p:nvSpPr>
            <p:cNvPr id="14355" name="Rectangle 13" descr="深色下对角线"/>
            <p:cNvSpPr/>
            <p:nvPr/>
          </p:nvSpPr>
          <p:spPr>
            <a:xfrm>
              <a:off x="4372" y="1298"/>
              <a:ext cx="52" cy="2083"/>
            </a:xfrm>
            <a:prstGeom prst="rect">
              <a:avLst/>
            </a:prstGeom>
            <a:blipFill rotWithShape="0">
              <a:blip r:embed="rId13"/>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4356" name="Object 15"/>
            <p:cNvGraphicFramePr>
              <a:graphicFrameLocks noChangeAspect="1"/>
            </p:cNvGraphicFramePr>
            <p:nvPr/>
          </p:nvGraphicFramePr>
          <p:xfrm>
            <a:off x="1346" y="1616"/>
            <a:ext cx="349" cy="534"/>
          </p:xfrm>
          <a:graphic>
            <a:graphicData uri="http://schemas.openxmlformats.org/presentationml/2006/ole">
              <mc:AlternateContent xmlns:mc="http://schemas.openxmlformats.org/markup-compatibility/2006">
                <mc:Choice xmlns:v="urn:schemas-microsoft-com:vml" Requires="v">
                  <p:oleObj r:id="rId14" imgW="139700" imgH="215900" progId="Equation.3">
                    <p:embed/>
                  </p:oleObj>
                </mc:Choice>
                <mc:Fallback>
                  <p:oleObj r:id="rId14" imgW="139700" imgH="215900" progId="Equation.3">
                    <p:embed/>
                    <p:pic>
                      <p:nvPicPr>
                        <p:cNvPr id="0" name="图片 3125"/>
                        <p:cNvPicPr/>
                        <p:nvPr/>
                      </p:nvPicPr>
                      <p:blipFill>
                        <a:blip r:embed="rId15"/>
                        <a:stretch>
                          <a:fillRect/>
                        </a:stretch>
                      </p:blipFill>
                      <p:spPr>
                        <a:xfrm>
                          <a:off x="1346" y="1616"/>
                          <a:ext cx="349" cy="534"/>
                        </a:xfrm>
                        <a:prstGeom prst="rect">
                          <a:avLst/>
                        </a:prstGeom>
                        <a:noFill/>
                        <a:ln w="38100">
                          <a:noFill/>
                          <a:miter/>
                        </a:ln>
                      </p:spPr>
                    </p:pic>
                  </p:oleObj>
                </mc:Fallback>
              </mc:AlternateContent>
            </a:graphicData>
          </a:graphic>
        </p:graphicFrame>
        <p:graphicFrame>
          <p:nvGraphicFramePr>
            <p:cNvPr id="14357" name="Object 16"/>
            <p:cNvGraphicFramePr>
              <a:graphicFrameLocks noChangeAspect="1"/>
            </p:cNvGraphicFramePr>
            <p:nvPr/>
          </p:nvGraphicFramePr>
          <p:xfrm>
            <a:off x="1353" y="2478"/>
            <a:ext cx="335" cy="534"/>
          </p:xfrm>
          <a:graphic>
            <a:graphicData uri="http://schemas.openxmlformats.org/presentationml/2006/ole">
              <mc:AlternateContent xmlns:mc="http://schemas.openxmlformats.org/markup-compatibility/2006">
                <mc:Choice xmlns:v="urn:schemas-microsoft-com:vml" Requires="v">
                  <p:oleObj r:id="rId16" imgW="152400" imgH="215900" progId="Equation.3">
                    <p:embed/>
                  </p:oleObj>
                </mc:Choice>
                <mc:Fallback>
                  <p:oleObj r:id="rId16" imgW="152400" imgH="215900" progId="Equation.3">
                    <p:embed/>
                    <p:pic>
                      <p:nvPicPr>
                        <p:cNvPr id="0" name="图片 3121"/>
                        <p:cNvPicPr/>
                        <p:nvPr/>
                      </p:nvPicPr>
                      <p:blipFill>
                        <a:blip r:embed="rId17"/>
                        <a:stretch>
                          <a:fillRect/>
                        </a:stretch>
                      </p:blipFill>
                      <p:spPr>
                        <a:xfrm>
                          <a:off x="1353" y="2478"/>
                          <a:ext cx="335" cy="534"/>
                        </a:xfrm>
                        <a:prstGeom prst="rect">
                          <a:avLst/>
                        </a:prstGeom>
                        <a:noFill/>
                        <a:ln w="38100">
                          <a:noFill/>
                          <a:miter/>
                        </a:ln>
                      </p:spPr>
                    </p:pic>
                  </p:oleObj>
                </mc:Fallback>
              </mc:AlternateContent>
            </a:graphicData>
          </a:graphic>
        </p:graphicFrame>
        <p:graphicFrame>
          <p:nvGraphicFramePr>
            <p:cNvPr id="14358" name="Object 17"/>
            <p:cNvGraphicFramePr>
              <a:graphicFrameLocks noChangeAspect="1"/>
            </p:cNvGraphicFramePr>
            <p:nvPr/>
          </p:nvGraphicFramePr>
          <p:xfrm>
            <a:off x="839" y="2056"/>
            <a:ext cx="266" cy="374"/>
          </p:xfrm>
          <a:graphic>
            <a:graphicData uri="http://schemas.openxmlformats.org/presentationml/2006/ole">
              <mc:AlternateContent xmlns:mc="http://schemas.openxmlformats.org/markup-compatibility/2006">
                <mc:Choice xmlns:v="urn:schemas-microsoft-com:vml" Requires="v">
                  <p:oleObj r:id="rId18" imgW="101600" imgH="139700" progId="Equation.3">
                    <p:embed/>
                  </p:oleObj>
                </mc:Choice>
                <mc:Fallback>
                  <p:oleObj r:id="rId18" imgW="101600" imgH="139700" progId="Equation.3">
                    <p:embed/>
                    <p:pic>
                      <p:nvPicPr>
                        <p:cNvPr id="0" name="图片 3119"/>
                        <p:cNvPicPr/>
                        <p:nvPr/>
                      </p:nvPicPr>
                      <p:blipFill>
                        <a:blip r:embed="rId19"/>
                        <a:stretch>
                          <a:fillRect/>
                        </a:stretch>
                      </p:blipFill>
                      <p:spPr>
                        <a:xfrm>
                          <a:off x="839" y="2056"/>
                          <a:ext cx="266" cy="374"/>
                        </a:xfrm>
                        <a:prstGeom prst="rect">
                          <a:avLst/>
                        </a:prstGeom>
                        <a:noFill/>
                        <a:ln w="38100">
                          <a:noFill/>
                          <a:miter/>
                        </a:ln>
                      </p:spPr>
                    </p:pic>
                  </p:oleObj>
                </mc:Fallback>
              </mc:AlternateContent>
            </a:graphicData>
          </a:graphic>
        </p:graphicFrame>
        <p:sp>
          <p:nvSpPr>
            <p:cNvPr id="14359" name="Line 18"/>
            <p:cNvSpPr/>
            <p:nvPr/>
          </p:nvSpPr>
          <p:spPr>
            <a:xfrm>
              <a:off x="4241" y="1661"/>
              <a:ext cx="258" cy="1"/>
            </a:xfrm>
            <a:prstGeom prst="line">
              <a:avLst/>
            </a:prstGeom>
            <a:ln w="12700" cap="flat" cmpd="sng">
              <a:solidFill>
                <a:srgbClr val="000000"/>
              </a:solidFill>
              <a:prstDash val="dash"/>
              <a:round/>
              <a:headEnd type="none" w="sm" len="lg"/>
              <a:tailEnd type="none" w="sm" len="lg"/>
            </a:ln>
          </p:spPr>
        </p:sp>
        <p:sp>
          <p:nvSpPr>
            <p:cNvPr id="14360" name="Line 19"/>
            <p:cNvSpPr/>
            <p:nvPr/>
          </p:nvSpPr>
          <p:spPr>
            <a:xfrm>
              <a:off x="4462" y="1649"/>
              <a:ext cx="1" cy="748"/>
            </a:xfrm>
            <a:prstGeom prst="line">
              <a:avLst/>
            </a:prstGeom>
            <a:ln w="28575" cap="flat" cmpd="sng">
              <a:solidFill>
                <a:srgbClr val="FF33CC"/>
              </a:solidFill>
              <a:prstDash val="dash"/>
              <a:round/>
              <a:headEnd type="triangle" w="sm" len="lg"/>
              <a:tailEnd type="triangle" w="sm" len="lg"/>
            </a:ln>
          </p:spPr>
        </p:sp>
        <p:graphicFrame>
          <p:nvGraphicFramePr>
            <p:cNvPr id="14361" name="Object 20"/>
            <p:cNvGraphicFramePr>
              <a:graphicFrameLocks noChangeAspect="1"/>
            </p:cNvGraphicFramePr>
            <p:nvPr/>
          </p:nvGraphicFramePr>
          <p:xfrm>
            <a:off x="4495" y="1871"/>
            <a:ext cx="240" cy="260"/>
          </p:xfrm>
          <a:graphic>
            <a:graphicData uri="http://schemas.openxmlformats.org/presentationml/2006/ole">
              <mc:AlternateContent xmlns:mc="http://schemas.openxmlformats.org/markup-compatibility/2006">
                <mc:Choice xmlns:v="urn:schemas-microsoft-com:vml" Requires="v">
                  <p:oleObj r:id="rId20" imgW="177800" imgH="190500" progId="Equation.3">
                    <p:embed/>
                  </p:oleObj>
                </mc:Choice>
                <mc:Fallback>
                  <p:oleObj r:id="rId20" imgW="177800" imgH="190500" progId="Equation.3">
                    <p:embed/>
                    <p:pic>
                      <p:nvPicPr>
                        <p:cNvPr id="0" name="图片 3120"/>
                        <p:cNvPicPr/>
                        <p:nvPr/>
                      </p:nvPicPr>
                      <p:blipFill>
                        <a:blip r:embed="rId21"/>
                        <a:stretch>
                          <a:fillRect/>
                        </a:stretch>
                      </p:blipFill>
                      <p:spPr>
                        <a:xfrm>
                          <a:off x="4495" y="1871"/>
                          <a:ext cx="240" cy="260"/>
                        </a:xfrm>
                        <a:prstGeom prst="rect">
                          <a:avLst/>
                        </a:prstGeom>
                        <a:noFill/>
                        <a:ln w="38100">
                          <a:noFill/>
                          <a:miter/>
                        </a:ln>
                      </p:spPr>
                    </p:pic>
                  </p:oleObj>
                </mc:Fallback>
              </mc:AlternateContent>
            </a:graphicData>
          </a:graphic>
        </p:graphicFrame>
        <p:sp>
          <p:nvSpPr>
            <p:cNvPr id="14362" name="Line 21"/>
            <p:cNvSpPr/>
            <p:nvPr/>
          </p:nvSpPr>
          <p:spPr>
            <a:xfrm flipH="1">
              <a:off x="1228" y="2069"/>
              <a:ext cx="465" cy="1"/>
            </a:xfrm>
            <a:prstGeom prst="line">
              <a:avLst/>
            </a:prstGeom>
            <a:ln w="9525" cap="flat" cmpd="sng">
              <a:solidFill>
                <a:schemeClr val="tx1"/>
              </a:solidFill>
              <a:prstDash val="dash"/>
              <a:round/>
              <a:headEnd type="none" w="sm" len="lg"/>
              <a:tailEnd type="none" w="sm" len="lg"/>
            </a:ln>
          </p:spPr>
        </p:sp>
        <p:sp>
          <p:nvSpPr>
            <p:cNvPr id="14363" name="Line 22"/>
            <p:cNvSpPr/>
            <p:nvPr/>
          </p:nvSpPr>
          <p:spPr>
            <a:xfrm flipH="1">
              <a:off x="1228" y="2638"/>
              <a:ext cx="465" cy="1"/>
            </a:xfrm>
            <a:prstGeom prst="line">
              <a:avLst/>
            </a:prstGeom>
            <a:ln w="9525" cap="flat" cmpd="sng">
              <a:solidFill>
                <a:schemeClr val="tx1"/>
              </a:solidFill>
              <a:prstDash val="dash"/>
              <a:round/>
              <a:headEnd type="none" w="sm" len="lg"/>
              <a:tailEnd type="none" w="sm" len="lg"/>
            </a:ln>
          </p:spPr>
        </p:sp>
        <p:sp>
          <p:nvSpPr>
            <p:cNvPr id="14364" name="Line 23"/>
            <p:cNvSpPr/>
            <p:nvPr/>
          </p:nvSpPr>
          <p:spPr>
            <a:xfrm flipH="1">
              <a:off x="1421" y="2069"/>
              <a:ext cx="16" cy="559"/>
            </a:xfrm>
            <a:prstGeom prst="line">
              <a:avLst/>
            </a:prstGeom>
            <a:ln w="19050" cap="flat" cmpd="sng">
              <a:solidFill>
                <a:srgbClr val="FF33CC"/>
              </a:solidFill>
              <a:prstDash val="dash"/>
              <a:round/>
              <a:headEnd type="triangle" w="sm" len="lg"/>
              <a:tailEnd type="triangle" w="sm" len="lg"/>
            </a:ln>
          </p:spPr>
        </p:sp>
        <p:graphicFrame>
          <p:nvGraphicFramePr>
            <p:cNvPr id="14365" name="Object 24"/>
            <p:cNvGraphicFramePr>
              <a:graphicFrameLocks noChangeAspect="1"/>
            </p:cNvGraphicFramePr>
            <p:nvPr/>
          </p:nvGraphicFramePr>
          <p:xfrm>
            <a:off x="4397" y="2400"/>
            <a:ext cx="202" cy="213"/>
          </p:xfrm>
          <a:graphic>
            <a:graphicData uri="http://schemas.openxmlformats.org/presentationml/2006/ole">
              <mc:AlternateContent xmlns:mc="http://schemas.openxmlformats.org/markup-compatibility/2006">
                <mc:Choice xmlns:v="urn:schemas-microsoft-com:vml" Requires="v">
                  <p:oleObj r:id="rId22" imgW="165100" imgH="190500" progId="Equation.3">
                    <p:embed/>
                  </p:oleObj>
                </mc:Choice>
                <mc:Fallback>
                  <p:oleObj r:id="rId22" imgW="165100" imgH="190500" progId="Equation.3">
                    <p:embed/>
                    <p:pic>
                      <p:nvPicPr>
                        <p:cNvPr id="0" name="图片 3130"/>
                        <p:cNvPicPr/>
                        <p:nvPr/>
                      </p:nvPicPr>
                      <p:blipFill>
                        <a:blip r:embed="rId23"/>
                        <a:stretch>
                          <a:fillRect/>
                        </a:stretch>
                      </p:blipFill>
                      <p:spPr>
                        <a:xfrm>
                          <a:off x="4397" y="2400"/>
                          <a:ext cx="202" cy="213"/>
                        </a:xfrm>
                        <a:prstGeom prst="rect">
                          <a:avLst/>
                        </a:prstGeom>
                        <a:noFill/>
                        <a:ln w="38100">
                          <a:noFill/>
                          <a:miter/>
                        </a:ln>
                      </p:spPr>
                    </p:pic>
                  </p:oleObj>
                </mc:Fallback>
              </mc:AlternateContent>
            </a:graphicData>
          </a:graphic>
        </p:graphicFrame>
        <p:graphicFrame>
          <p:nvGraphicFramePr>
            <p:cNvPr id="14366" name="Object 26"/>
            <p:cNvGraphicFramePr>
              <a:graphicFrameLocks noChangeAspect="1"/>
            </p:cNvGraphicFramePr>
            <p:nvPr/>
          </p:nvGraphicFramePr>
          <p:xfrm>
            <a:off x="4006" y="1438"/>
            <a:ext cx="252" cy="268"/>
          </p:xfrm>
          <a:graphic>
            <a:graphicData uri="http://schemas.openxmlformats.org/presentationml/2006/ole">
              <mc:AlternateContent xmlns:mc="http://schemas.openxmlformats.org/markup-compatibility/2006">
                <mc:Choice xmlns:v="urn:schemas-microsoft-com:vml" Requires="v">
                  <p:oleObj r:id="rId24" imgW="215900" imgH="228600" progId="Equation.3">
                    <p:embed/>
                  </p:oleObj>
                </mc:Choice>
                <mc:Fallback>
                  <p:oleObj r:id="rId24" imgW="215900" imgH="228600" progId="Equation.3">
                    <p:embed/>
                    <p:pic>
                      <p:nvPicPr>
                        <p:cNvPr id="0" name="图片 3126"/>
                        <p:cNvPicPr/>
                        <p:nvPr/>
                      </p:nvPicPr>
                      <p:blipFill>
                        <a:blip r:embed="rId25"/>
                        <a:stretch>
                          <a:fillRect/>
                        </a:stretch>
                      </p:blipFill>
                      <p:spPr>
                        <a:xfrm>
                          <a:off x="4006" y="1438"/>
                          <a:ext cx="252" cy="268"/>
                        </a:xfrm>
                        <a:prstGeom prst="rect">
                          <a:avLst/>
                        </a:prstGeom>
                        <a:noFill/>
                        <a:ln w="38100">
                          <a:noFill/>
                          <a:miter/>
                        </a:ln>
                      </p:spPr>
                    </p:pic>
                  </p:oleObj>
                </mc:Fallback>
              </mc:AlternateContent>
            </a:graphicData>
          </a:graphic>
        </p:graphicFrame>
        <p:sp>
          <p:nvSpPr>
            <p:cNvPr id="14367" name="Rectangle 27" descr="深色下对角线"/>
            <p:cNvSpPr/>
            <p:nvPr/>
          </p:nvSpPr>
          <p:spPr>
            <a:xfrm>
              <a:off x="1660" y="2149"/>
              <a:ext cx="52" cy="42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4368" name="Object 28"/>
            <p:cNvGraphicFramePr>
              <a:graphicFrameLocks noChangeAspect="1"/>
            </p:cNvGraphicFramePr>
            <p:nvPr/>
          </p:nvGraphicFramePr>
          <p:xfrm>
            <a:off x="2559" y="1400"/>
            <a:ext cx="268" cy="539"/>
          </p:xfrm>
          <a:graphic>
            <a:graphicData uri="http://schemas.openxmlformats.org/presentationml/2006/ole">
              <mc:AlternateContent xmlns:mc="http://schemas.openxmlformats.org/markup-compatibility/2006">
                <mc:Choice xmlns:v="urn:schemas-microsoft-com:vml" Requires="v">
                  <p:oleObj r:id="rId26" imgW="165100" imgH="316865" progId="Equation.3">
                    <p:embed/>
                  </p:oleObj>
                </mc:Choice>
                <mc:Fallback>
                  <p:oleObj r:id="rId26" imgW="165100" imgH="316865" progId="Equation.3">
                    <p:embed/>
                    <p:pic>
                      <p:nvPicPr>
                        <p:cNvPr id="0" name="图片 3128"/>
                        <p:cNvPicPr/>
                        <p:nvPr/>
                      </p:nvPicPr>
                      <p:blipFill>
                        <a:blip r:embed="rId27"/>
                        <a:stretch>
                          <a:fillRect/>
                        </a:stretch>
                      </p:blipFill>
                      <p:spPr>
                        <a:xfrm>
                          <a:off x="2559" y="1400"/>
                          <a:ext cx="268" cy="539"/>
                        </a:xfrm>
                        <a:prstGeom prst="rect">
                          <a:avLst/>
                        </a:prstGeom>
                        <a:noFill/>
                        <a:ln w="38100">
                          <a:noFill/>
                          <a:miter/>
                        </a:ln>
                      </p:spPr>
                    </p:pic>
                  </p:oleObj>
                </mc:Fallback>
              </mc:AlternateContent>
            </a:graphicData>
          </a:graphic>
        </p:graphicFrame>
        <p:graphicFrame>
          <p:nvGraphicFramePr>
            <p:cNvPr id="14369" name="Object 29"/>
            <p:cNvGraphicFramePr>
              <a:graphicFrameLocks noChangeAspect="1"/>
            </p:cNvGraphicFramePr>
            <p:nvPr/>
          </p:nvGraphicFramePr>
          <p:xfrm>
            <a:off x="3334" y="1881"/>
            <a:ext cx="310" cy="534"/>
          </p:xfrm>
          <a:graphic>
            <a:graphicData uri="http://schemas.openxmlformats.org/presentationml/2006/ole">
              <mc:AlternateContent xmlns:mc="http://schemas.openxmlformats.org/markup-compatibility/2006">
                <mc:Choice xmlns:v="urn:schemas-microsoft-com:vml" Requires="v">
                  <p:oleObj r:id="rId28" imgW="190500" imgH="317500" progId="Equation.3">
                    <p:embed/>
                  </p:oleObj>
                </mc:Choice>
                <mc:Fallback>
                  <p:oleObj r:id="rId28" imgW="190500" imgH="317500" progId="Equation.3">
                    <p:embed/>
                    <p:pic>
                      <p:nvPicPr>
                        <p:cNvPr id="0" name="图片 3127"/>
                        <p:cNvPicPr/>
                        <p:nvPr/>
                      </p:nvPicPr>
                      <p:blipFill>
                        <a:blip r:embed="rId29"/>
                        <a:stretch>
                          <a:fillRect/>
                        </a:stretch>
                      </p:blipFill>
                      <p:spPr>
                        <a:xfrm>
                          <a:off x="3334" y="1881"/>
                          <a:ext cx="310" cy="534"/>
                        </a:xfrm>
                        <a:prstGeom prst="rect">
                          <a:avLst/>
                        </a:prstGeom>
                        <a:noFill/>
                        <a:ln w="38100">
                          <a:noFill/>
                          <a:miter/>
                        </a:ln>
                      </p:spPr>
                    </p:pic>
                  </p:oleObj>
                </mc:Fallback>
              </mc:AlternateContent>
            </a:graphicData>
          </a:graphic>
        </p:graphicFrame>
        <p:sp>
          <p:nvSpPr>
            <p:cNvPr id="14370" name="Line 30"/>
            <p:cNvSpPr/>
            <p:nvPr/>
          </p:nvSpPr>
          <p:spPr>
            <a:xfrm flipV="1">
              <a:off x="1629" y="1667"/>
              <a:ext cx="2738" cy="481"/>
            </a:xfrm>
            <a:prstGeom prst="line">
              <a:avLst/>
            </a:prstGeom>
            <a:ln w="28575" cap="flat" cmpd="sng">
              <a:solidFill>
                <a:srgbClr val="FF6600"/>
              </a:solidFill>
              <a:prstDash val="solid"/>
              <a:round/>
              <a:headEnd type="none" w="sm" len="lg"/>
              <a:tailEnd type="none" w="sm" len="lg"/>
            </a:ln>
          </p:spPr>
        </p:sp>
        <p:sp>
          <p:nvSpPr>
            <p:cNvPr id="14371" name="Line 31"/>
            <p:cNvSpPr/>
            <p:nvPr/>
          </p:nvSpPr>
          <p:spPr>
            <a:xfrm flipV="1">
              <a:off x="1674" y="1667"/>
              <a:ext cx="2693" cy="1015"/>
            </a:xfrm>
            <a:prstGeom prst="line">
              <a:avLst/>
            </a:prstGeom>
            <a:ln w="28575" cap="flat" cmpd="sng">
              <a:solidFill>
                <a:srgbClr val="FF6600"/>
              </a:solidFill>
              <a:prstDash val="solid"/>
              <a:round/>
              <a:headEnd type="none" w="sm" len="lg"/>
              <a:tailEnd type="none" w="sm" len="lg"/>
            </a:ln>
          </p:spPr>
        </p:sp>
        <p:sp>
          <p:nvSpPr>
            <p:cNvPr id="14372" name="Freeform 32"/>
            <p:cNvSpPr/>
            <p:nvPr/>
          </p:nvSpPr>
          <p:spPr>
            <a:xfrm>
              <a:off x="1061" y="2139"/>
              <a:ext cx="596" cy="276"/>
            </a:xfrm>
            <a:custGeom>
              <a:avLst/>
              <a:gdLst/>
              <a:ahLst/>
              <a:cxnLst>
                <a:cxn ang="0">
                  <a:pos x="0" y="1894"/>
                </a:cxn>
                <a:cxn ang="0">
                  <a:pos x="2218" y="0"/>
                </a:cxn>
              </a:cxnLst>
              <a:rect l="0" t="0" r="0" b="0"/>
              <a:pathLst>
                <a:path w="554" h="248">
                  <a:moveTo>
                    <a:pt x="0" y="248"/>
                  </a:moveTo>
                  <a:lnTo>
                    <a:pt x="554" y="0"/>
                  </a:lnTo>
                </a:path>
              </a:pathLst>
            </a:custGeom>
            <a:noFill/>
            <a:ln w="19050" cap="flat" cmpd="sng">
              <a:solidFill>
                <a:srgbClr val="FF6600"/>
              </a:solidFill>
              <a:prstDash val="solid"/>
              <a:round/>
              <a:headEnd type="none" w="med" len="med"/>
              <a:tailEnd type="none" w="med" len="med"/>
            </a:ln>
          </p:spPr>
          <p:txBody>
            <a:bodyPr/>
            <a:lstStyle/>
            <a:p>
              <a:endParaRPr lang="zh-CN" altLang="en-US"/>
            </a:p>
          </p:txBody>
        </p:sp>
        <p:sp>
          <p:nvSpPr>
            <p:cNvPr id="14373" name="Line 33"/>
            <p:cNvSpPr/>
            <p:nvPr/>
          </p:nvSpPr>
          <p:spPr>
            <a:xfrm>
              <a:off x="1061" y="2415"/>
              <a:ext cx="613" cy="267"/>
            </a:xfrm>
            <a:prstGeom prst="line">
              <a:avLst/>
            </a:prstGeom>
            <a:ln w="19050" cap="flat" cmpd="sng">
              <a:solidFill>
                <a:srgbClr val="FF6600"/>
              </a:solidFill>
              <a:prstDash val="solid"/>
              <a:round/>
              <a:headEnd type="none" w="med" len="med"/>
              <a:tailEnd type="none" w="med" len="med"/>
            </a:ln>
          </p:spPr>
        </p:sp>
        <p:sp>
          <p:nvSpPr>
            <p:cNvPr id="14374" name="Line 34"/>
            <p:cNvSpPr/>
            <p:nvPr/>
          </p:nvSpPr>
          <p:spPr>
            <a:xfrm>
              <a:off x="2992" y="3087"/>
              <a:ext cx="1395" cy="0"/>
            </a:xfrm>
            <a:prstGeom prst="line">
              <a:avLst/>
            </a:prstGeom>
            <a:ln w="19050" cap="flat" cmpd="sng">
              <a:solidFill>
                <a:srgbClr val="FF3399"/>
              </a:solidFill>
              <a:prstDash val="solid"/>
              <a:round/>
              <a:headEnd type="none" w="med" len="med"/>
              <a:tailEnd type="triangle" w="sm" len="lg"/>
            </a:ln>
          </p:spPr>
        </p:sp>
        <p:sp>
          <p:nvSpPr>
            <p:cNvPr id="14375" name="Line 35"/>
            <p:cNvSpPr/>
            <p:nvPr/>
          </p:nvSpPr>
          <p:spPr>
            <a:xfrm flipH="1">
              <a:off x="1701" y="3087"/>
              <a:ext cx="1033" cy="0"/>
            </a:xfrm>
            <a:prstGeom prst="line">
              <a:avLst/>
            </a:prstGeom>
            <a:ln w="19050" cap="flat" cmpd="sng">
              <a:solidFill>
                <a:srgbClr val="FF3399"/>
              </a:solidFill>
              <a:prstDash val="solid"/>
              <a:round/>
              <a:headEnd type="none" w="med" len="med"/>
              <a:tailEnd type="triangle" w="sm" len="lg"/>
            </a:ln>
          </p:spPr>
        </p:sp>
        <p:sp>
          <p:nvSpPr>
            <p:cNvPr id="14376" name="AutoShape 37"/>
            <p:cNvSpPr>
              <a:spLocks noChangeAspect="1" noTextEdit="1"/>
            </p:cNvSpPr>
            <p:nvPr/>
          </p:nvSpPr>
          <p:spPr>
            <a:xfrm>
              <a:off x="1119" y="2069"/>
              <a:ext cx="356" cy="311"/>
            </a:xfrm>
            <a:prstGeom prst="rect">
              <a:avLst/>
            </a:prstGeom>
            <a:noFill/>
            <a:ln w="9525">
              <a:noFill/>
            </a:ln>
          </p:spPr>
          <p:txBody>
            <a:bodyPr anchor="t" anchorCtr="0"/>
            <a:lstStyle/>
            <a:p>
              <a:pPr eaLnBrk="0" hangingPunct="0"/>
              <a:endParaRPr lang="zh-CN" altLang="en-US">
                <a:latin typeface="Verdana" panose="020B0604030504040204" pitchFamily="34" charset="0"/>
                <a:ea typeface="宋体" panose="02010600030101010101" pitchFamily="2" charset="-122"/>
              </a:endParaRPr>
            </a:p>
          </p:txBody>
        </p:sp>
        <p:graphicFrame>
          <p:nvGraphicFramePr>
            <p:cNvPr id="14377" name="Object 42"/>
            <p:cNvGraphicFramePr>
              <a:graphicFrameLocks noChangeAspect="1"/>
            </p:cNvGraphicFramePr>
            <p:nvPr/>
          </p:nvGraphicFramePr>
          <p:xfrm>
            <a:off x="2744" y="2931"/>
            <a:ext cx="272" cy="253"/>
          </p:xfrm>
          <a:graphic>
            <a:graphicData uri="http://schemas.openxmlformats.org/presentationml/2006/ole">
              <mc:AlternateContent xmlns:mc="http://schemas.openxmlformats.org/markup-compatibility/2006">
                <mc:Choice xmlns:v="urn:schemas-microsoft-com:vml" Requires="v">
                  <p:oleObj r:id="rId30" imgW="177800" imgH="165100" progId="Equation.3">
                    <p:embed/>
                  </p:oleObj>
                </mc:Choice>
                <mc:Fallback>
                  <p:oleObj r:id="rId30" imgW="177800" imgH="165100" progId="Equation.3">
                    <p:embed/>
                    <p:pic>
                      <p:nvPicPr>
                        <p:cNvPr id="0" name="图片 3129"/>
                        <p:cNvPicPr/>
                        <p:nvPr/>
                      </p:nvPicPr>
                      <p:blipFill>
                        <a:blip r:embed="rId31"/>
                        <a:stretch>
                          <a:fillRect/>
                        </a:stretch>
                      </p:blipFill>
                      <p:spPr>
                        <a:xfrm>
                          <a:off x="2744" y="2931"/>
                          <a:ext cx="272" cy="253"/>
                        </a:xfrm>
                        <a:prstGeom prst="rect">
                          <a:avLst/>
                        </a:prstGeom>
                        <a:noFill/>
                        <a:ln w="38100">
                          <a:noFill/>
                          <a:miter/>
                        </a:ln>
                      </p:spPr>
                    </p:pic>
                  </p:oleObj>
                </mc:Fallback>
              </mc:AlternateContent>
            </a:graphicData>
          </a:graphic>
        </p:graphicFrame>
      </p:grpSp>
      <p:sp>
        <p:nvSpPr>
          <p:cNvPr id="14378" name="文本框 1"/>
          <p:cNvSpPr txBox="1"/>
          <p:nvPr/>
        </p:nvSpPr>
        <p:spPr>
          <a:xfrm>
            <a:off x="4911725" y="215900"/>
            <a:ext cx="3549650" cy="460375"/>
          </a:xfrm>
          <a:prstGeom prst="rect">
            <a:avLst/>
          </a:prstGeom>
          <a:noFill/>
          <a:ln w="9525">
            <a:noFill/>
          </a:ln>
        </p:spPr>
        <p:txBody>
          <a:bodyPr wrap="none" anchor="t" anchorCtr="0">
            <a:spAutoFit/>
          </a:bodyPr>
          <a:lstStyle/>
          <a:p>
            <a:r>
              <a:rPr lang="zh-CN" altLang="en-US" sz="2400" b="1" dirty="0">
                <a:solidFill>
                  <a:schemeClr val="accent2"/>
                </a:solidFill>
                <a:latin typeface="Verdana" panose="020B0604030504040204" pitchFamily="34" charset="0"/>
                <a:ea typeface="宋体" panose="02010600030101010101" pitchFamily="2" charset="-122"/>
              </a:rPr>
              <a:t>某个单缝后透明无色薄膜</a:t>
            </a:r>
          </a:p>
        </p:txBody>
      </p:sp>
      <p:grpSp>
        <p:nvGrpSpPr>
          <p:cNvPr id="14379" name="组合 47"/>
          <p:cNvGrpSpPr/>
          <p:nvPr/>
        </p:nvGrpSpPr>
        <p:grpSpPr>
          <a:xfrm>
            <a:off x="3654425" y="800100"/>
            <a:ext cx="3359150" cy="1871663"/>
            <a:chOff x="7385" y="1210"/>
            <a:chExt cx="5290" cy="2946"/>
          </a:xfrm>
        </p:grpSpPr>
        <p:sp>
          <p:nvSpPr>
            <p:cNvPr id="14380" name="矩形 41"/>
            <p:cNvSpPr/>
            <p:nvPr/>
          </p:nvSpPr>
          <p:spPr>
            <a:xfrm>
              <a:off x="8412" y="1975"/>
              <a:ext cx="280" cy="752"/>
            </a:xfrm>
            <a:prstGeom prst="rect">
              <a:avLst/>
            </a:prstGeom>
            <a:solidFill>
              <a:schemeClr val="bg1"/>
            </a:solidFill>
            <a:ln w="22225" cap="flat" cmpd="sng">
              <a:solidFill>
                <a:srgbClr val="7030A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grpSp>
          <p:nvGrpSpPr>
            <p:cNvPr id="14381" name="Group 6"/>
            <p:cNvGrpSpPr/>
            <p:nvPr/>
          </p:nvGrpSpPr>
          <p:grpSpPr>
            <a:xfrm>
              <a:off x="7384" y="1209"/>
              <a:ext cx="5290" cy="2947"/>
              <a:chOff x="839" y="1298"/>
              <a:chExt cx="4436" cy="2083"/>
            </a:xfrm>
          </p:grpSpPr>
          <p:sp>
            <p:nvSpPr>
              <p:cNvPr id="14382" name="Text Box 7"/>
              <p:cNvSpPr txBox="1"/>
              <p:nvPr/>
            </p:nvSpPr>
            <p:spPr>
              <a:xfrm>
                <a:off x="4468" y="1298"/>
                <a:ext cx="807" cy="581"/>
              </a:xfrm>
              <a:prstGeom prst="rect">
                <a:avLst/>
              </a:prstGeom>
              <a:noFill/>
              <a:ln w="9525">
                <a:noFill/>
              </a:ln>
            </p:spPr>
            <p:txBody>
              <a:bodyPr anchor="t" anchorCtr="0">
                <a:spAutoFit/>
              </a:bodyPr>
              <a:lstStyle/>
              <a:p>
                <a:pPr>
                  <a:spcBef>
                    <a:spcPct val="50000"/>
                  </a:spcBef>
                </a:pPr>
                <a:r>
                  <a:rPr lang="en-US" altLang="zh-CN" sz="2800" b="1" i="1" dirty="0">
                    <a:solidFill>
                      <a:srgbClr val="CC0000"/>
                    </a:solidFill>
                    <a:latin typeface="Times New Roman" panose="02020603050405020304" pitchFamily="18" charset="0"/>
                    <a:ea typeface="宋体" panose="02010600030101010101" pitchFamily="2" charset="-122"/>
                  </a:rPr>
                  <a:t>p</a:t>
                </a:r>
                <a:endParaRPr lang="en-US" altLang="zh-CN" sz="2400" b="1" i="1" dirty="0">
                  <a:latin typeface="Times New Roman" panose="02020603050405020304" pitchFamily="18" charset="0"/>
                  <a:ea typeface="宋体" panose="02010600030101010101" pitchFamily="2" charset="-122"/>
                </a:endParaRPr>
              </a:p>
            </p:txBody>
          </p:sp>
          <p:sp>
            <p:nvSpPr>
              <p:cNvPr id="14383" name="Rectangle 8" descr="深色下对角线"/>
              <p:cNvSpPr/>
              <p:nvPr/>
            </p:nvSpPr>
            <p:spPr>
              <a:xfrm>
                <a:off x="1076" y="174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4384" name="Rectangle 9" descr="深色下对角线"/>
              <p:cNvSpPr/>
              <p:nvPr/>
            </p:nvSpPr>
            <p:spPr>
              <a:xfrm>
                <a:off x="1074" y="246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4385" name="Rectangle 10" descr="深色下对角线"/>
              <p:cNvSpPr/>
              <p:nvPr/>
            </p:nvSpPr>
            <p:spPr>
              <a:xfrm>
                <a:off x="1663" y="143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4386" name="Rectangle 11" descr="深色下对角线"/>
              <p:cNvSpPr/>
              <p:nvPr/>
            </p:nvSpPr>
            <p:spPr>
              <a:xfrm>
                <a:off x="1660" y="2698"/>
                <a:ext cx="52" cy="641"/>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4387" name="Line 12"/>
              <p:cNvSpPr/>
              <p:nvPr/>
            </p:nvSpPr>
            <p:spPr>
              <a:xfrm>
                <a:off x="940" y="2415"/>
                <a:ext cx="4022" cy="1"/>
              </a:xfrm>
              <a:prstGeom prst="line">
                <a:avLst/>
              </a:prstGeom>
              <a:ln w="19050" cap="flat" cmpd="sng">
                <a:solidFill>
                  <a:srgbClr val="003366"/>
                </a:solidFill>
                <a:prstDash val="lgDashDot"/>
                <a:round/>
                <a:headEnd type="none" w="sm" len="lg"/>
                <a:tailEnd type="none" w="sm" len="lg"/>
              </a:ln>
            </p:spPr>
          </p:sp>
          <p:sp>
            <p:nvSpPr>
              <p:cNvPr id="14388" name="Rectangle 13" descr="深色下对角线"/>
              <p:cNvSpPr/>
              <p:nvPr/>
            </p:nvSpPr>
            <p:spPr>
              <a:xfrm>
                <a:off x="4372" y="1298"/>
                <a:ext cx="52" cy="2083"/>
              </a:xfrm>
              <a:prstGeom prst="rect">
                <a:avLst/>
              </a:prstGeom>
              <a:blipFill rotWithShape="0">
                <a:blip r:embed="rId13"/>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4389" name="Object 15"/>
              <p:cNvGraphicFramePr>
                <a:graphicFrameLocks noChangeAspect="1"/>
              </p:cNvGraphicFramePr>
              <p:nvPr/>
            </p:nvGraphicFramePr>
            <p:xfrm>
              <a:off x="1346" y="1616"/>
              <a:ext cx="349" cy="534"/>
            </p:xfrm>
            <a:graphic>
              <a:graphicData uri="http://schemas.openxmlformats.org/presentationml/2006/ole">
                <mc:AlternateContent xmlns:mc="http://schemas.openxmlformats.org/markup-compatibility/2006">
                  <mc:Choice xmlns:v="urn:schemas-microsoft-com:vml" Requires="v">
                    <p:oleObj r:id="rId14" imgW="139700" imgH="215900" progId="Equation.3">
                      <p:embed/>
                    </p:oleObj>
                  </mc:Choice>
                  <mc:Fallback>
                    <p:oleObj r:id="rId14" imgW="139700" imgH="215900" progId="Equation.3">
                      <p:embed/>
                      <p:pic>
                        <p:nvPicPr>
                          <p:cNvPr id="0" name="图片 3140"/>
                          <p:cNvPicPr/>
                          <p:nvPr/>
                        </p:nvPicPr>
                        <p:blipFill>
                          <a:blip r:embed="rId15"/>
                          <a:stretch>
                            <a:fillRect/>
                          </a:stretch>
                        </p:blipFill>
                        <p:spPr>
                          <a:xfrm>
                            <a:off x="1346" y="1616"/>
                            <a:ext cx="349" cy="534"/>
                          </a:xfrm>
                          <a:prstGeom prst="rect">
                            <a:avLst/>
                          </a:prstGeom>
                          <a:noFill/>
                          <a:ln w="38100">
                            <a:noFill/>
                            <a:miter/>
                          </a:ln>
                        </p:spPr>
                      </p:pic>
                    </p:oleObj>
                  </mc:Fallback>
                </mc:AlternateContent>
              </a:graphicData>
            </a:graphic>
          </p:graphicFrame>
          <p:graphicFrame>
            <p:nvGraphicFramePr>
              <p:cNvPr id="14390" name="Object 16"/>
              <p:cNvGraphicFramePr>
                <a:graphicFrameLocks noChangeAspect="1"/>
              </p:cNvGraphicFramePr>
              <p:nvPr/>
            </p:nvGraphicFramePr>
            <p:xfrm>
              <a:off x="1353" y="2478"/>
              <a:ext cx="335" cy="534"/>
            </p:xfrm>
            <a:graphic>
              <a:graphicData uri="http://schemas.openxmlformats.org/presentationml/2006/ole">
                <mc:AlternateContent xmlns:mc="http://schemas.openxmlformats.org/markup-compatibility/2006">
                  <mc:Choice xmlns:v="urn:schemas-microsoft-com:vml" Requires="v">
                    <p:oleObj r:id="rId16" imgW="152400" imgH="215900" progId="Equation.3">
                      <p:embed/>
                    </p:oleObj>
                  </mc:Choice>
                  <mc:Fallback>
                    <p:oleObj r:id="rId16" imgW="152400" imgH="215900" progId="Equation.3">
                      <p:embed/>
                      <p:pic>
                        <p:nvPicPr>
                          <p:cNvPr id="0" name="图片 3142"/>
                          <p:cNvPicPr/>
                          <p:nvPr/>
                        </p:nvPicPr>
                        <p:blipFill>
                          <a:blip r:embed="rId17"/>
                          <a:stretch>
                            <a:fillRect/>
                          </a:stretch>
                        </p:blipFill>
                        <p:spPr>
                          <a:xfrm>
                            <a:off x="1353" y="2478"/>
                            <a:ext cx="335" cy="534"/>
                          </a:xfrm>
                          <a:prstGeom prst="rect">
                            <a:avLst/>
                          </a:prstGeom>
                          <a:noFill/>
                          <a:ln w="38100">
                            <a:noFill/>
                            <a:miter/>
                          </a:ln>
                        </p:spPr>
                      </p:pic>
                    </p:oleObj>
                  </mc:Fallback>
                </mc:AlternateContent>
              </a:graphicData>
            </a:graphic>
          </p:graphicFrame>
          <p:graphicFrame>
            <p:nvGraphicFramePr>
              <p:cNvPr id="14391" name="Object 17"/>
              <p:cNvGraphicFramePr>
                <a:graphicFrameLocks noChangeAspect="1"/>
              </p:cNvGraphicFramePr>
              <p:nvPr/>
            </p:nvGraphicFramePr>
            <p:xfrm>
              <a:off x="839" y="2056"/>
              <a:ext cx="266" cy="374"/>
            </p:xfrm>
            <a:graphic>
              <a:graphicData uri="http://schemas.openxmlformats.org/presentationml/2006/ole">
                <mc:AlternateContent xmlns:mc="http://schemas.openxmlformats.org/markup-compatibility/2006">
                  <mc:Choice xmlns:v="urn:schemas-microsoft-com:vml" Requires="v">
                    <p:oleObj r:id="rId18" imgW="101600" imgH="139700" progId="Equation.3">
                      <p:embed/>
                    </p:oleObj>
                  </mc:Choice>
                  <mc:Fallback>
                    <p:oleObj r:id="rId18" imgW="101600" imgH="139700" progId="Equation.3">
                      <p:embed/>
                      <p:pic>
                        <p:nvPicPr>
                          <p:cNvPr id="0" name="图片 3139"/>
                          <p:cNvPicPr/>
                          <p:nvPr/>
                        </p:nvPicPr>
                        <p:blipFill>
                          <a:blip r:embed="rId19"/>
                          <a:stretch>
                            <a:fillRect/>
                          </a:stretch>
                        </p:blipFill>
                        <p:spPr>
                          <a:xfrm>
                            <a:off x="839" y="2056"/>
                            <a:ext cx="266" cy="374"/>
                          </a:xfrm>
                          <a:prstGeom prst="rect">
                            <a:avLst/>
                          </a:prstGeom>
                          <a:noFill/>
                          <a:ln w="38100">
                            <a:noFill/>
                            <a:miter/>
                          </a:ln>
                        </p:spPr>
                      </p:pic>
                    </p:oleObj>
                  </mc:Fallback>
                </mc:AlternateContent>
              </a:graphicData>
            </a:graphic>
          </p:graphicFrame>
          <p:sp>
            <p:nvSpPr>
              <p:cNvPr id="14392" name="Line 18"/>
              <p:cNvSpPr/>
              <p:nvPr/>
            </p:nvSpPr>
            <p:spPr>
              <a:xfrm>
                <a:off x="4241" y="1661"/>
                <a:ext cx="258" cy="1"/>
              </a:xfrm>
              <a:prstGeom prst="line">
                <a:avLst/>
              </a:prstGeom>
              <a:ln w="12700" cap="flat" cmpd="sng">
                <a:solidFill>
                  <a:srgbClr val="000000"/>
                </a:solidFill>
                <a:prstDash val="dash"/>
                <a:round/>
                <a:headEnd type="none" w="sm" len="lg"/>
                <a:tailEnd type="none" w="sm" len="lg"/>
              </a:ln>
            </p:spPr>
          </p:sp>
          <p:sp>
            <p:nvSpPr>
              <p:cNvPr id="14393" name="Line 19"/>
              <p:cNvSpPr/>
              <p:nvPr/>
            </p:nvSpPr>
            <p:spPr>
              <a:xfrm>
                <a:off x="4462" y="1649"/>
                <a:ext cx="1" cy="748"/>
              </a:xfrm>
              <a:prstGeom prst="line">
                <a:avLst/>
              </a:prstGeom>
              <a:ln w="28575" cap="flat" cmpd="sng">
                <a:solidFill>
                  <a:srgbClr val="FF33CC"/>
                </a:solidFill>
                <a:prstDash val="dash"/>
                <a:round/>
                <a:headEnd type="triangle" w="sm" len="lg"/>
                <a:tailEnd type="triangle" w="sm" len="lg"/>
              </a:ln>
            </p:spPr>
          </p:sp>
          <p:graphicFrame>
            <p:nvGraphicFramePr>
              <p:cNvPr id="14394" name="Object 20"/>
              <p:cNvGraphicFramePr>
                <a:graphicFrameLocks noChangeAspect="1"/>
              </p:cNvGraphicFramePr>
              <p:nvPr/>
            </p:nvGraphicFramePr>
            <p:xfrm>
              <a:off x="4495" y="1871"/>
              <a:ext cx="240" cy="260"/>
            </p:xfrm>
            <a:graphic>
              <a:graphicData uri="http://schemas.openxmlformats.org/presentationml/2006/ole">
                <mc:AlternateContent xmlns:mc="http://schemas.openxmlformats.org/markup-compatibility/2006">
                  <mc:Choice xmlns:v="urn:schemas-microsoft-com:vml" Requires="v">
                    <p:oleObj r:id="rId20" imgW="177800" imgH="190500" progId="Equation.3">
                      <p:embed/>
                    </p:oleObj>
                  </mc:Choice>
                  <mc:Fallback>
                    <p:oleObj r:id="rId20" imgW="177800" imgH="190500" progId="Equation.3">
                      <p:embed/>
                      <p:pic>
                        <p:nvPicPr>
                          <p:cNvPr id="0" name="图片 3134"/>
                          <p:cNvPicPr/>
                          <p:nvPr/>
                        </p:nvPicPr>
                        <p:blipFill>
                          <a:blip r:embed="rId21"/>
                          <a:stretch>
                            <a:fillRect/>
                          </a:stretch>
                        </p:blipFill>
                        <p:spPr>
                          <a:xfrm>
                            <a:off x="4495" y="1871"/>
                            <a:ext cx="240" cy="260"/>
                          </a:xfrm>
                          <a:prstGeom prst="rect">
                            <a:avLst/>
                          </a:prstGeom>
                          <a:noFill/>
                          <a:ln w="38100">
                            <a:noFill/>
                            <a:miter/>
                          </a:ln>
                        </p:spPr>
                      </p:pic>
                    </p:oleObj>
                  </mc:Fallback>
                </mc:AlternateContent>
              </a:graphicData>
            </a:graphic>
          </p:graphicFrame>
          <p:sp>
            <p:nvSpPr>
              <p:cNvPr id="14395" name="Line 21"/>
              <p:cNvSpPr/>
              <p:nvPr/>
            </p:nvSpPr>
            <p:spPr>
              <a:xfrm flipH="1">
                <a:off x="1228" y="2069"/>
                <a:ext cx="465" cy="1"/>
              </a:xfrm>
              <a:prstGeom prst="line">
                <a:avLst/>
              </a:prstGeom>
              <a:ln w="9525" cap="flat" cmpd="sng">
                <a:solidFill>
                  <a:schemeClr val="tx1"/>
                </a:solidFill>
                <a:prstDash val="dash"/>
                <a:round/>
                <a:headEnd type="none" w="sm" len="lg"/>
                <a:tailEnd type="none" w="sm" len="lg"/>
              </a:ln>
            </p:spPr>
          </p:sp>
          <p:sp>
            <p:nvSpPr>
              <p:cNvPr id="14396" name="Line 22"/>
              <p:cNvSpPr/>
              <p:nvPr/>
            </p:nvSpPr>
            <p:spPr>
              <a:xfrm flipH="1">
                <a:off x="1228" y="2638"/>
                <a:ext cx="465" cy="1"/>
              </a:xfrm>
              <a:prstGeom prst="line">
                <a:avLst/>
              </a:prstGeom>
              <a:ln w="9525" cap="flat" cmpd="sng">
                <a:solidFill>
                  <a:schemeClr val="tx1"/>
                </a:solidFill>
                <a:prstDash val="dash"/>
                <a:round/>
                <a:headEnd type="none" w="sm" len="lg"/>
                <a:tailEnd type="none" w="sm" len="lg"/>
              </a:ln>
            </p:spPr>
          </p:sp>
          <p:sp>
            <p:nvSpPr>
              <p:cNvPr id="14397" name="Line 23"/>
              <p:cNvSpPr/>
              <p:nvPr/>
            </p:nvSpPr>
            <p:spPr>
              <a:xfrm flipH="1">
                <a:off x="1421" y="2069"/>
                <a:ext cx="16" cy="559"/>
              </a:xfrm>
              <a:prstGeom prst="line">
                <a:avLst/>
              </a:prstGeom>
              <a:ln w="19050" cap="flat" cmpd="sng">
                <a:solidFill>
                  <a:srgbClr val="FF33CC"/>
                </a:solidFill>
                <a:prstDash val="dash"/>
                <a:round/>
                <a:headEnd type="triangle" w="sm" len="lg"/>
                <a:tailEnd type="triangle" w="sm" len="lg"/>
              </a:ln>
            </p:spPr>
          </p:sp>
          <p:graphicFrame>
            <p:nvGraphicFramePr>
              <p:cNvPr id="14398" name="Object 24"/>
              <p:cNvGraphicFramePr>
                <a:graphicFrameLocks noChangeAspect="1"/>
              </p:cNvGraphicFramePr>
              <p:nvPr/>
            </p:nvGraphicFramePr>
            <p:xfrm>
              <a:off x="4397" y="2400"/>
              <a:ext cx="202" cy="213"/>
            </p:xfrm>
            <a:graphic>
              <a:graphicData uri="http://schemas.openxmlformats.org/presentationml/2006/ole">
                <mc:AlternateContent xmlns:mc="http://schemas.openxmlformats.org/markup-compatibility/2006">
                  <mc:Choice xmlns:v="urn:schemas-microsoft-com:vml" Requires="v">
                    <p:oleObj r:id="rId22" imgW="165100" imgH="190500" progId="Equation.3">
                      <p:embed/>
                    </p:oleObj>
                  </mc:Choice>
                  <mc:Fallback>
                    <p:oleObj r:id="rId22" imgW="165100" imgH="190500" progId="Equation.3">
                      <p:embed/>
                      <p:pic>
                        <p:nvPicPr>
                          <p:cNvPr id="0" name="图片 3136"/>
                          <p:cNvPicPr/>
                          <p:nvPr/>
                        </p:nvPicPr>
                        <p:blipFill>
                          <a:blip r:embed="rId23"/>
                          <a:stretch>
                            <a:fillRect/>
                          </a:stretch>
                        </p:blipFill>
                        <p:spPr>
                          <a:xfrm>
                            <a:off x="4397" y="2400"/>
                            <a:ext cx="202" cy="213"/>
                          </a:xfrm>
                          <a:prstGeom prst="rect">
                            <a:avLst/>
                          </a:prstGeom>
                          <a:noFill/>
                          <a:ln w="38100">
                            <a:noFill/>
                            <a:miter/>
                          </a:ln>
                        </p:spPr>
                      </p:pic>
                    </p:oleObj>
                  </mc:Fallback>
                </mc:AlternateContent>
              </a:graphicData>
            </a:graphic>
          </p:graphicFrame>
          <p:graphicFrame>
            <p:nvGraphicFramePr>
              <p:cNvPr id="14399" name="Object 26"/>
              <p:cNvGraphicFramePr>
                <a:graphicFrameLocks noChangeAspect="1"/>
              </p:cNvGraphicFramePr>
              <p:nvPr/>
            </p:nvGraphicFramePr>
            <p:xfrm>
              <a:off x="4006" y="1438"/>
              <a:ext cx="252" cy="268"/>
            </p:xfrm>
            <a:graphic>
              <a:graphicData uri="http://schemas.openxmlformats.org/presentationml/2006/ole">
                <mc:AlternateContent xmlns:mc="http://schemas.openxmlformats.org/markup-compatibility/2006">
                  <mc:Choice xmlns:v="urn:schemas-microsoft-com:vml" Requires="v">
                    <p:oleObj r:id="rId24" imgW="215900" imgH="228600" progId="Equation.3">
                      <p:embed/>
                    </p:oleObj>
                  </mc:Choice>
                  <mc:Fallback>
                    <p:oleObj r:id="rId24" imgW="215900" imgH="228600" progId="Equation.3">
                      <p:embed/>
                      <p:pic>
                        <p:nvPicPr>
                          <p:cNvPr id="0" name="图片 3138"/>
                          <p:cNvPicPr/>
                          <p:nvPr/>
                        </p:nvPicPr>
                        <p:blipFill>
                          <a:blip r:embed="rId25"/>
                          <a:stretch>
                            <a:fillRect/>
                          </a:stretch>
                        </p:blipFill>
                        <p:spPr>
                          <a:xfrm>
                            <a:off x="4006" y="1438"/>
                            <a:ext cx="252" cy="268"/>
                          </a:xfrm>
                          <a:prstGeom prst="rect">
                            <a:avLst/>
                          </a:prstGeom>
                          <a:noFill/>
                          <a:ln w="38100">
                            <a:noFill/>
                            <a:miter/>
                          </a:ln>
                        </p:spPr>
                      </p:pic>
                    </p:oleObj>
                  </mc:Fallback>
                </mc:AlternateContent>
              </a:graphicData>
            </a:graphic>
          </p:graphicFrame>
          <p:sp>
            <p:nvSpPr>
              <p:cNvPr id="14400" name="Rectangle 27" descr="深色下对角线"/>
              <p:cNvSpPr/>
              <p:nvPr/>
            </p:nvSpPr>
            <p:spPr>
              <a:xfrm>
                <a:off x="1660" y="2149"/>
                <a:ext cx="52" cy="42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4401" name="Object 28"/>
              <p:cNvGraphicFramePr>
                <a:graphicFrameLocks noChangeAspect="1"/>
              </p:cNvGraphicFramePr>
              <p:nvPr/>
            </p:nvGraphicFramePr>
            <p:xfrm>
              <a:off x="2559" y="1400"/>
              <a:ext cx="268" cy="539"/>
            </p:xfrm>
            <a:graphic>
              <a:graphicData uri="http://schemas.openxmlformats.org/presentationml/2006/ole">
                <mc:AlternateContent xmlns:mc="http://schemas.openxmlformats.org/markup-compatibility/2006">
                  <mc:Choice xmlns:v="urn:schemas-microsoft-com:vml" Requires="v">
                    <p:oleObj r:id="rId26" imgW="165100" imgH="316865" progId="Equation.3">
                      <p:embed/>
                    </p:oleObj>
                  </mc:Choice>
                  <mc:Fallback>
                    <p:oleObj r:id="rId26" imgW="165100" imgH="316865" progId="Equation.3">
                      <p:embed/>
                      <p:pic>
                        <p:nvPicPr>
                          <p:cNvPr id="0" name="图片 3141"/>
                          <p:cNvPicPr/>
                          <p:nvPr/>
                        </p:nvPicPr>
                        <p:blipFill>
                          <a:blip r:embed="rId27"/>
                          <a:stretch>
                            <a:fillRect/>
                          </a:stretch>
                        </p:blipFill>
                        <p:spPr>
                          <a:xfrm>
                            <a:off x="2559" y="1400"/>
                            <a:ext cx="268" cy="539"/>
                          </a:xfrm>
                          <a:prstGeom prst="rect">
                            <a:avLst/>
                          </a:prstGeom>
                          <a:noFill/>
                          <a:ln w="38100">
                            <a:noFill/>
                            <a:miter/>
                          </a:ln>
                        </p:spPr>
                      </p:pic>
                    </p:oleObj>
                  </mc:Fallback>
                </mc:AlternateContent>
              </a:graphicData>
            </a:graphic>
          </p:graphicFrame>
          <p:graphicFrame>
            <p:nvGraphicFramePr>
              <p:cNvPr id="14402" name="Object 29"/>
              <p:cNvGraphicFramePr>
                <a:graphicFrameLocks noChangeAspect="1"/>
              </p:cNvGraphicFramePr>
              <p:nvPr/>
            </p:nvGraphicFramePr>
            <p:xfrm>
              <a:off x="3334" y="1881"/>
              <a:ext cx="310" cy="534"/>
            </p:xfrm>
            <a:graphic>
              <a:graphicData uri="http://schemas.openxmlformats.org/presentationml/2006/ole">
                <mc:AlternateContent xmlns:mc="http://schemas.openxmlformats.org/markup-compatibility/2006">
                  <mc:Choice xmlns:v="urn:schemas-microsoft-com:vml" Requires="v">
                    <p:oleObj r:id="rId28" imgW="190500" imgH="317500" progId="Equation.3">
                      <p:embed/>
                    </p:oleObj>
                  </mc:Choice>
                  <mc:Fallback>
                    <p:oleObj r:id="rId28" imgW="190500" imgH="317500" progId="Equation.3">
                      <p:embed/>
                      <p:pic>
                        <p:nvPicPr>
                          <p:cNvPr id="0" name="图片 3132"/>
                          <p:cNvPicPr/>
                          <p:nvPr/>
                        </p:nvPicPr>
                        <p:blipFill>
                          <a:blip r:embed="rId29"/>
                          <a:stretch>
                            <a:fillRect/>
                          </a:stretch>
                        </p:blipFill>
                        <p:spPr>
                          <a:xfrm>
                            <a:off x="3334" y="1881"/>
                            <a:ext cx="310" cy="534"/>
                          </a:xfrm>
                          <a:prstGeom prst="rect">
                            <a:avLst/>
                          </a:prstGeom>
                          <a:noFill/>
                          <a:ln w="38100">
                            <a:noFill/>
                            <a:miter/>
                          </a:ln>
                        </p:spPr>
                      </p:pic>
                    </p:oleObj>
                  </mc:Fallback>
                </mc:AlternateContent>
              </a:graphicData>
            </a:graphic>
          </p:graphicFrame>
          <p:sp>
            <p:nvSpPr>
              <p:cNvPr id="14403" name="Line 30"/>
              <p:cNvSpPr/>
              <p:nvPr/>
            </p:nvSpPr>
            <p:spPr>
              <a:xfrm flipV="1">
                <a:off x="1629" y="1667"/>
                <a:ext cx="2738" cy="481"/>
              </a:xfrm>
              <a:prstGeom prst="line">
                <a:avLst/>
              </a:prstGeom>
              <a:ln w="28575" cap="flat" cmpd="sng">
                <a:solidFill>
                  <a:srgbClr val="FF6600"/>
                </a:solidFill>
                <a:prstDash val="solid"/>
                <a:round/>
                <a:headEnd type="none" w="sm" len="lg"/>
                <a:tailEnd type="none" w="sm" len="lg"/>
              </a:ln>
            </p:spPr>
          </p:sp>
          <p:sp>
            <p:nvSpPr>
              <p:cNvPr id="14404" name="Line 31"/>
              <p:cNvSpPr/>
              <p:nvPr/>
            </p:nvSpPr>
            <p:spPr>
              <a:xfrm flipV="1">
                <a:off x="1674" y="1667"/>
                <a:ext cx="2693" cy="1015"/>
              </a:xfrm>
              <a:prstGeom prst="line">
                <a:avLst/>
              </a:prstGeom>
              <a:ln w="28575" cap="flat" cmpd="sng">
                <a:solidFill>
                  <a:srgbClr val="FF6600"/>
                </a:solidFill>
                <a:prstDash val="solid"/>
                <a:round/>
                <a:headEnd type="none" w="sm" len="lg"/>
                <a:tailEnd type="none" w="sm" len="lg"/>
              </a:ln>
            </p:spPr>
          </p:sp>
          <p:sp>
            <p:nvSpPr>
              <p:cNvPr id="14405" name="Freeform 32"/>
              <p:cNvSpPr/>
              <p:nvPr/>
            </p:nvSpPr>
            <p:spPr>
              <a:xfrm>
                <a:off x="1061" y="2139"/>
                <a:ext cx="596" cy="276"/>
              </a:xfrm>
              <a:custGeom>
                <a:avLst/>
                <a:gdLst/>
                <a:ahLst/>
                <a:cxnLst>
                  <a:cxn ang="0">
                    <a:pos x="0" y="1894"/>
                  </a:cxn>
                  <a:cxn ang="0">
                    <a:pos x="2218" y="0"/>
                  </a:cxn>
                </a:cxnLst>
                <a:rect l="0" t="0" r="0" b="0"/>
                <a:pathLst>
                  <a:path w="554" h="248">
                    <a:moveTo>
                      <a:pt x="0" y="248"/>
                    </a:moveTo>
                    <a:lnTo>
                      <a:pt x="554" y="0"/>
                    </a:lnTo>
                  </a:path>
                </a:pathLst>
              </a:custGeom>
              <a:noFill/>
              <a:ln w="19050" cap="flat" cmpd="sng">
                <a:solidFill>
                  <a:srgbClr val="FF6600"/>
                </a:solidFill>
                <a:prstDash val="solid"/>
                <a:round/>
                <a:headEnd type="none" w="med" len="med"/>
                <a:tailEnd type="none" w="med" len="med"/>
              </a:ln>
            </p:spPr>
            <p:txBody>
              <a:bodyPr/>
              <a:lstStyle/>
              <a:p>
                <a:endParaRPr lang="zh-CN" altLang="en-US"/>
              </a:p>
            </p:txBody>
          </p:sp>
          <p:sp>
            <p:nvSpPr>
              <p:cNvPr id="14406" name="Line 33"/>
              <p:cNvSpPr/>
              <p:nvPr/>
            </p:nvSpPr>
            <p:spPr>
              <a:xfrm>
                <a:off x="1061" y="2415"/>
                <a:ext cx="613" cy="267"/>
              </a:xfrm>
              <a:prstGeom prst="line">
                <a:avLst/>
              </a:prstGeom>
              <a:ln w="19050" cap="flat" cmpd="sng">
                <a:solidFill>
                  <a:srgbClr val="FF6600"/>
                </a:solidFill>
                <a:prstDash val="solid"/>
                <a:round/>
                <a:headEnd type="none" w="med" len="med"/>
                <a:tailEnd type="none" w="med" len="med"/>
              </a:ln>
            </p:spPr>
          </p:sp>
          <p:sp>
            <p:nvSpPr>
              <p:cNvPr id="14407" name="Line 34"/>
              <p:cNvSpPr/>
              <p:nvPr/>
            </p:nvSpPr>
            <p:spPr>
              <a:xfrm>
                <a:off x="2992" y="3087"/>
                <a:ext cx="1395" cy="0"/>
              </a:xfrm>
              <a:prstGeom prst="line">
                <a:avLst/>
              </a:prstGeom>
              <a:ln w="19050" cap="flat" cmpd="sng">
                <a:solidFill>
                  <a:srgbClr val="FF3399"/>
                </a:solidFill>
                <a:prstDash val="solid"/>
                <a:round/>
                <a:headEnd type="none" w="med" len="med"/>
                <a:tailEnd type="triangle" w="sm" len="lg"/>
              </a:ln>
            </p:spPr>
          </p:sp>
          <p:sp>
            <p:nvSpPr>
              <p:cNvPr id="14408" name="Line 35"/>
              <p:cNvSpPr/>
              <p:nvPr/>
            </p:nvSpPr>
            <p:spPr>
              <a:xfrm flipH="1">
                <a:off x="1701" y="3087"/>
                <a:ext cx="1033" cy="0"/>
              </a:xfrm>
              <a:prstGeom prst="line">
                <a:avLst/>
              </a:prstGeom>
              <a:ln w="19050" cap="flat" cmpd="sng">
                <a:solidFill>
                  <a:srgbClr val="FF3399"/>
                </a:solidFill>
                <a:prstDash val="solid"/>
                <a:round/>
                <a:headEnd type="none" w="med" len="med"/>
                <a:tailEnd type="triangle" w="sm" len="lg"/>
              </a:ln>
            </p:spPr>
          </p:sp>
          <p:sp>
            <p:nvSpPr>
              <p:cNvPr id="14409" name="AutoShape 37"/>
              <p:cNvSpPr>
                <a:spLocks noChangeAspect="1" noTextEdit="1"/>
              </p:cNvSpPr>
              <p:nvPr/>
            </p:nvSpPr>
            <p:spPr>
              <a:xfrm>
                <a:off x="1119" y="2069"/>
                <a:ext cx="356" cy="311"/>
              </a:xfrm>
              <a:prstGeom prst="rect">
                <a:avLst/>
              </a:prstGeom>
              <a:noFill/>
              <a:ln w="9525">
                <a:noFill/>
              </a:ln>
            </p:spPr>
            <p:txBody>
              <a:bodyPr anchor="t" anchorCtr="0"/>
              <a:lstStyle/>
              <a:p>
                <a:pPr eaLnBrk="0" hangingPunct="0"/>
                <a:endParaRPr lang="zh-CN" altLang="en-US">
                  <a:latin typeface="Verdana" panose="020B0604030504040204" pitchFamily="34" charset="0"/>
                  <a:ea typeface="宋体" panose="02010600030101010101" pitchFamily="2" charset="-122"/>
                </a:endParaRPr>
              </a:p>
            </p:txBody>
          </p:sp>
          <p:graphicFrame>
            <p:nvGraphicFramePr>
              <p:cNvPr id="14410" name="Object 42"/>
              <p:cNvGraphicFramePr>
                <a:graphicFrameLocks noChangeAspect="1"/>
              </p:cNvGraphicFramePr>
              <p:nvPr/>
            </p:nvGraphicFramePr>
            <p:xfrm>
              <a:off x="2744" y="2931"/>
              <a:ext cx="272" cy="253"/>
            </p:xfrm>
            <a:graphic>
              <a:graphicData uri="http://schemas.openxmlformats.org/presentationml/2006/ole">
                <mc:AlternateContent xmlns:mc="http://schemas.openxmlformats.org/markup-compatibility/2006">
                  <mc:Choice xmlns:v="urn:schemas-microsoft-com:vml" Requires="v">
                    <p:oleObj r:id="rId32" imgW="177800" imgH="165100" progId="Equation.3">
                      <p:embed/>
                    </p:oleObj>
                  </mc:Choice>
                  <mc:Fallback>
                    <p:oleObj r:id="rId32" imgW="177800" imgH="165100" progId="Equation.3">
                      <p:embed/>
                      <p:pic>
                        <p:nvPicPr>
                          <p:cNvPr id="0" name="图片 3135"/>
                          <p:cNvPicPr/>
                          <p:nvPr/>
                        </p:nvPicPr>
                        <p:blipFill>
                          <a:blip r:embed="rId31"/>
                          <a:stretch>
                            <a:fillRect/>
                          </a:stretch>
                        </p:blipFill>
                        <p:spPr>
                          <a:xfrm>
                            <a:off x="2744" y="2931"/>
                            <a:ext cx="272" cy="253"/>
                          </a:xfrm>
                          <a:prstGeom prst="rect">
                            <a:avLst/>
                          </a:prstGeom>
                          <a:noFill/>
                          <a:ln w="38100">
                            <a:noFill/>
                            <a:miter/>
                          </a:ln>
                        </p:spPr>
                      </p:pic>
                    </p:oleObj>
                  </mc:Fallback>
                </mc:AlternateContent>
              </a:graphicData>
            </a:graphic>
          </p:graphicFrame>
        </p:grpSp>
        <p:graphicFrame>
          <p:nvGraphicFramePr>
            <p:cNvPr id="14411" name="Object 28"/>
            <p:cNvGraphicFramePr>
              <a:graphicFrameLocks noChangeAspect="1"/>
            </p:cNvGraphicFramePr>
            <p:nvPr/>
          </p:nvGraphicFramePr>
          <p:xfrm>
            <a:off x="8466" y="1569"/>
            <a:ext cx="171" cy="368"/>
          </p:xfrm>
          <a:graphic>
            <a:graphicData uri="http://schemas.openxmlformats.org/presentationml/2006/ole">
              <mc:AlternateContent xmlns:mc="http://schemas.openxmlformats.org/markup-compatibility/2006">
                <mc:Choice xmlns:v="urn:schemas-microsoft-com:vml" Requires="v">
                  <p:oleObj r:id="rId33" imgW="88265" imgH="152400" progId="Equation.3">
                    <p:embed/>
                  </p:oleObj>
                </mc:Choice>
                <mc:Fallback>
                  <p:oleObj r:id="rId33" imgW="88265" imgH="152400" progId="Equation.3">
                    <p:embed/>
                    <p:pic>
                      <p:nvPicPr>
                        <p:cNvPr id="0" name="图片 3133"/>
                        <p:cNvPicPr/>
                        <p:nvPr/>
                      </p:nvPicPr>
                      <p:blipFill>
                        <a:blip r:embed="rId34"/>
                        <a:stretch>
                          <a:fillRect/>
                        </a:stretch>
                      </p:blipFill>
                      <p:spPr>
                        <a:xfrm>
                          <a:off x="8466" y="1569"/>
                          <a:ext cx="171" cy="368"/>
                        </a:xfrm>
                        <a:prstGeom prst="rect">
                          <a:avLst/>
                        </a:prstGeom>
                        <a:noFill/>
                        <a:ln w="38100">
                          <a:noFill/>
                          <a:miter/>
                        </a:ln>
                      </p:spPr>
                    </p:pic>
                  </p:oleObj>
                </mc:Fallback>
              </mc:AlternateContent>
            </a:graphicData>
          </a:graphic>
        </p:graphicFrame>
      </p:grpSp>
      <p:graphicFrame>
        <p:nvGraphicFramePr>
          <p:cNvPr id="17451" name="Object 64"/>
          <p:cNvGraphicFramePr>
            <a:graphicFrameLocks noChangeAspect="1"/>
          </p:cNvGraphicFramePr>
          <p:nvPr/>
        </p:nvGraphicFramePr>
        <p:xfrm>
          <a:off x="7137400" y="763588"/>
          <a:ext cx="1857375" cy="1611312"/>
        </p:xfrm>
        <a:graphic>
          <a:graphicData uri="http://schemas.openxmlformats.org/presentationml/2006/ole">
            <mc:AlternateContent xmlns:mc="http://schemas.openxmlformats.org/markup-compatibility/2006">
              <mc:Choice xmlns:v="urn:schemas-microsoft-com:vml" Requires="v">
                <p:oleObj r:id="rId35" imgW="1079500" imgH="939800" progId="Equation.DSMT4">
                  <p:embed/>
                </p:oleObj>
              </mc:Choice>
              <mc:Fallback>
                <p:oleObj r:id="rId35" imgW="1079500" imgH="939800" progId="Equation.DSMT4">
                  <p:embed/>
                  <p:pic>
                    <p:nvPicPr>
                      <p:cNvPr id="0" name="图片 3143"/>
                      <p:cNvPicPr/>
                      <p:nvPr/>
                    </p:nvPicPr>
                    <p:blipFill>
                      <a:blip r:embed="rId36"/>
                      <a:stretch>
                        <a:fillRect/>
                      </a:stretch>
                    </p:blipFill>
                    <p:spPr>
                      <a:xfrm>
                        <a:off x="7137400" y="763588"/>
                        <a:ext cx="1857375" cy="1611312"/>
                      </a:xfrm>
                      <a:prstGeom prst="rect">
                        <a:avLst/>
                      </a:prstGeom>
                      <a:noFill/>
                      <a:ln w="38100">
                        <a:noFill/>
                        <a:miter/>
                      </a:ln>
                    </p:spPr>
                  </p:pic>
                </p:oleObj>
              </mc:Fallback>
            </mc:AlternateContent>
          </a:graphicData>
        </a:graphic>
      </p:graphicFrame>
      <p:graphicFrame>
        <p:nvGraphicFramePr>
          <p:cNvPr id="17453" name="Object 67"/>
          <p:cNvGraphicFramePr>
            <a:graphicFrameLocks noChangeAspect="1"/>
          </p:cNvGraphicFramePr>
          <p:nvPr/>
        </p:nvGraphicFramePr>
        <p:xfrm>
          <a:off x="4449763" y="2822575"/>
          <a:ext cx="2063750" cy="763588"/>
        </p:xfrm>
        <a:graphic>
          <a:graphicData uri="http://schemas.openxmlformats.org/presentationml/2006/ole">
            <mc:AlternateContent xmlns:mc="http://schemas.openxmlformats.org/markup-compatibility/2006">
              <mc:Choice xmlns:v="urn:schemas-microsoft-com:vml" Requires="v">
                <p:oleObj r:id="rId37" imgW="1168400" imgH="405765" progId="Equation.DSMT4">
                  <p:embed/>
                </p:oleObj>
              </mc:Choice>
              <mc:Fallback>
                <p:oleObj r:id="rId37" imgW="1168400" imgH="405765" progId="Equation.DSMT4">
                  <p:embed/>
                  <p:pic>
                    <p:nvPicPr>
                      <p:cNvPr id="0" name="图片 3137"/>
                      <p:cNvPicPr/>
                      <p:nvPr/>
                    </p:nvPicPr>
                    <p:blipFill>
                      <a:blip r:embed="rId38"/>
                      <a:stretch>
                        <a:fillRect/>
                      </a:stretch>
                    </p:blipFill>
                    <p:spPr>
                      <a:xfrm>
                        <a:off x="4449763" y="2822575"/>
                        <a:ext cx="2063750" cy="763588"/>
                      </a:xfrm>
                      <a:prstGeom prst="rect">
                        <a:avLst/>
                      </a:prstGeom>
                      <a:noFill/>
                      <a:ln w="38100">
                        <a:noFill/>
                        <a:miter/>
                      </a:ln>
                    </p:spPr>
                  </p:pic>
                </p:oleObj>
              </mc:Fallback>
            </mc:AlternateContent>
          </a:graphicData>
        </a:graphic>
      </p:graphicFrame>
      <p:sp>
        <p:nvSpPr>
          <p:cNvPr id="17454" name="文本框 16"/>
          <p:cNvSpPr txBox="1"/>
          <p:nvPr/>
        </p:nvSpPr>
        <p:spPr>
          <a:xfrm>
            <a:off x="3679825" y="2879725"/>
            <a:ext cx="841375" cy="706438"/>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明纹中心</a:t>
            </a:r>
          </a:p>
        </p:txBody>
      </p:sp>
      <p:graphicFrame>
        <p:nvGraphicFramePr>
          <p:cNvPr id="17455" name="Object 72"/>
          <p:cNvGraphicFramePr>
            <a:graphicFrameLocks noChangeAspect="1"/>
          </p:cNvGraphicFramePr>
          <p:nvPr/>
        </p:nvGraphicFramePr>
        <p:xfrm>
          <a:off x="4483100" y="3709988"/>
          <a:ext cx="1833563" cy="774700"/>
        </p:xfrm>
        <a:graphic>
          <a:graphicData uri="http://schemas.openxmlformats.org/presentationml/2006/ole">
            <mc:AlternateContent xmlns:mc="http://schemas.openxmlformats.org/markup-compatibility/2006">
              <mc:Choice xmlns:v="urn:schemas-microsoft-com:vml" Requires="v">
                <p:oleObj r:id="rId39" imgW="965200" imgH="405765" progId="Equation.3">
                  <p:embed/>
                </p:oleObj>
              </mc:Choice>
              <mc:Fallback>
                <p:oleObj r:id="rId39" imgW="965200" imgH="405765" progId="Equation.3">
                  <p:embed/>
                  <p:pic>
                    <p:nvPicPr>
                      <p:cNvPr id="0" name="图片 3131"/>
                      <p:cNvPicPr/>
                      <p:nvPr/>
                    </p:nvPicPr>
                    <p:blipFill>
                      <a:blip r:embed="rId40"/>
                      <a:stretch>
                        <a:fillRect/>
                      </a:stretch>
                    </p:blipFill>
                    <p:spPr>
                      <a:xfrm>
                        <a:off x="4483100" y="3709988"/>
                        <a:ext cx="1833563" cy="774700"/>
                      </a:xfrm>
                      <a:prstGeom prst="rect">
                        <a:avLst/>
                      </a:prstGeom>
                      <a:noFill/>
                      <a:ln w="38100">
                        <a:noFill/>
                        <a:miter/>
                      </a:ln>
                    </p:spPr>
                  </p:pic>
                </p:oleObj>
              </mc:Fallback>
            </mc:AlternateContent>
          </a:graphicData>
        </a:graphic>
      </p:graphicFrame>
      <p:sp>
        <p:nvSpPr>
          <p:cNvPr id="17456" name="Text Box 73"/>
          <p:cNvSpPr txBox="1"/>
          <p:nvPr/>
        </p:nvSpPr>
        <p:spPr>
          <a:xfrm>
            <a:off x="3679825" y="3743325"/>
            <a:ext cx="706438" cy="706438"/>
          </a:xfrm>
          <a:prstGeom prst="rect">
            <a:avLst/>
          </a:prstGeom>
          <a:noFill/>
          <a:ln w="9525">
            <a:noFill/>
          </a:ln>
        </p:spPr>
        <p:txBody>
          <a:bodyPr wrap="square" anchor="t" anchorCtr="0">
            <a:spAutoFit/>
          </a:bodyPr>
          <a:lstStyle/>
          <a:p>
            <a:pPr>
              <a:spcBef>
                <a:spcPct val="50000"/>
              </a:spcBef>
            </a:pPr>
            <a:r>
              <a:rPr lang="zh-CN" altLang="en-US" sz="2000" b="1" dirty="0">
                <a:solidFill>
                  <a:srgbClr val="CC0000"/>
                </a:solidFill>
                <a:latin typeface="Times New Roman" panose="02020603050405020304" pitchFamily="18" charset="0"/>
                <a:ea typeface="楷体_GB2312" pitchFamily="1" charset="-122"/>
              </a:rPr>
              <a:t>中央明纹</a:t>
            </a:r>
            <a:endParaRPr lang="zh-CN" altLang="en-US" sz="2000" b="1" dirty="0">
              <a:solidFill>
                <a:srgbClr val="FF0000"/>
              </a:solidFill>
              <a:latin typeface="Verdana" panose="020B0604030504040204" pitchFamily="34" charset="0"/>
              <a:ea typeface="楷体_GB2312" pitchFamily="1" charset="-122"/>
            </a:endParaRPr>
          </a:p>
        </p:txBody>
      </p:sp>
      <p:graphicFrame>
        <p:nvGraphicFramePr>
          <p:cNvPr id="17457" name="Object 67"/>
          <p:cNvGraphicFramePr>
            <a:graphicFrameLocks noChangeAspect="1"/>
          </p:cNvGraphicFramePr>
          <p:nvPr/>
        </p:nvGraphicFramePr>
        <p:xfrm>
          <a:off x="7639050" y="3709988"/>
          <a:ext cx="1057275" cy="666750"/>
        </p:xfrm>
        <a:graphic>
          <a:graphicData uri="http://schemas.openxmlformats.org/presentationml/2006/ole">
            <mc:AlternateContent xmlns:mc="http://schemas.openxmlformats.org/markup-compatibility/2006">
              <mc:Choice xmlns:v="urn:schemas-microsoft-com:vml" Requires="v">
                <p:oleObj r:id="rId41" imgW="685800" imgH="405765" progId="Equation.DSMT4">
                  <p:embed/>
                </p:oleObj>
              </mc:Choice>
              <mc:Fallback>
                <p:oleObj r:id="rId41" imgW="685800" imgH="405765" progId="Equation.DSMT4">
                  <p:embed/>
                  <p:pic>
                    <p:nvPicPr>
                      <p:cNvPr id="0" name="图片 3145"/>
                      <p:cNvPicPr/>
                      <p:nvPr/>
                    </p:nvPicPr>
                    <p:blipFill>
                      <a:blip r:embed="rId42"/>
                      <a:stretch>
                        <a:fillRect/>
                      </a:stretch>
                    </p:blipFill>
                    <p:spPr>
                      <a:xfrm>
                        <a:off x="7639050" y="3709988"/>
                        <a:ext cx="1057275" cy="666750"/>
                      </a:xfrm>
                      <a:prstGeom prst="rect">
                        <a:avLst/>
                      </a:prstGeom>
                      <a:noFill/>
                      <a:ln w="38100">
                        <a:noFill/>
                        <a:miter/>
                      </a:ln>
                    </p:spPr>
                  </p:pic>
                </p:oleObj>
              </mc:Fallback>
            </mc:AlternateContent>
          </a:graphicData>
        </a:graphic>
      </p:graphicFrame>
      <p:sp>
        <p:nvSpPr>
          <p:cNvPr id="17458" name="文本框 22"/>
          <p:cNvSpPr txBox="1"/>
          <p:nvPr/>
        </p:nvSpPr>
        <p:spPr>
          <a:xfrm>
            <a:off x="6826250" y="3709988"/>
            <a:ext cx="812800" cy="706437"/>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明纹间距</a:t>
            </a:r>
          </a:p>
        </p:txBody>
      </p:sp>
      <p:graphicFrame>
        <p:nvGraphicFramePr>
          <p:cNvPr id="20563" name="对象 44"/>
          <p:cNvGraphicFramePr/>
          <p:nvPr/>
        </p:nvGraphicFramePr>
        <p:xfrm>
          <a:off x="6500813" y="4484688"/>
          <a:ext cx="1112837" cy="546100"/>
        </p:xfrm>
        <a:graphic>
          <a:graphicData uri="http://schemas.openxmlformats.org/presentationml/2006/ole">
            <mc:AlternateContent xmlns:mc="http://schemas.openxmlformats.org/markup-compatibility/2006">
              <mc:Choice xmlns:v="urn:schemas-microsoft-com:vml" Requires="v">
                <p:oleObj r:id="rId43" imgW="711200" imgH="405765" progId="Equation.DSMT4">
                  <p:embed/>
                </p:oleObj>
              </mc:Choice>
              <mc:Fallback>
                <p:oleObj r:id="rId43" imgW="711200" imgH="405765" progId="Equation.DSMT4">
                  <p:embed/>
                  <p:pic>
                    <p:nvPicPr>
                      <p:cNvPr id="0" name="图片 3147"/>
                      <p:cNvPicPr/>
                      <p:nvPr/>
                    </p:nvPicPr>
                    <p:blipFill>
                      <a:blip r:embed="rId44"/>
                      <a:stretch>
                        <a:fillRect/>
                      </a:stretch>
                    </p:blipFill>
                    <p:spPr>
                      <a:xfrm>
                        <a:off x="6500813" y="4484688"/>
                        <a:ext cx="1112837" cy="546100"/>
                      </a:xfrm>
                      <a:prstGeom prst="rect">
                        <a:avLst/>
                      </a:prstGeom>
                      <a:noFill/>
                      <a:ln w="38100">
                        <a:noFill/>
                        <a:miter/>
                      </a:ln>
                    </p:spPr>
                  </p:pic>
                </p:oleObj>
              </mc:Fallback>
            </mc:AlternateContent>
          </a:graphicData>
        </a:graphic>
      </p:graphicFrame>
      <p:sp>
        <p:nvSpPr>
          <p:cNvPr id="47" name="文本框 22"/>
          <p:cNvSpPr txBox="1"/>
          <p:nvPr/>
        </p:nvSpPr>
        <p:spPr>
          <a:xfrm>
            <a:off x="3654425" y="4432300"/>
            <a:ext cx="2562225" cy="706438"/>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若原中央明纹处为明纹中心，该明纹级数</a:t>
            </a:r>
          </a:p>
        </p:txBody>
      </p:sp>
      <p:sp>
        <p:nvSpPr>
          <p:cNvPr id="14421" name="矩形 23"/>
          <p:cNvSpPr/>
          <p:nvPr/>
        </p:nvSpPr>
        <p:spPr>
          <a:xfrm>
            <a:off x="3529013" y="5795963"/>
            <a:ext cx="5527675" cy="107950"/>
          </a:xfrm>
          <a:prstGeom prst="rect">
            <a:avLst/>
          </a:prstGeom>
          <a:solidFill>
            <a:schemeClr val="accent1"/>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sp>
        <p:nvSpPr>
          <p:cNvPr id="51" name="文本框 22"/>
          <p:cNvSpPr txBox="1"/>
          <p:nvPr/>
        </p:nvSpPr>
        <p:spPr>
          <a:xfrm>
            <a:off x="3654425" y="5749925"/>
            <a:ext cx="5402263" cy="1014413"/>
          </a:xfrm>
          <a:prstGeom prst="rect">
            <a:avLst/>
          </a:prstGeom>
          <a:noFill/>
          <a:ln w="9525">
            <a:noFill/>
          </a:ln>
        </p:spPr>
        <p:txBody>
          <a:bodyPr wrap="square" anchor="t" anchorCtr="0">
            <a:spAutoFit/>
          </a:bodyPr>
          <a:lstStyle/>
          <a:p>
            <a:pPr eaLnBrk="0" hangingPunct="0">
              <a:lnSpc>
                <a:spcPct val="150000"/>
              </a:lnSpc>
            </a:pPr>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与空气中相比：</a:t>
            </a:r>
            <a:r>
              <a:rPr lang="en-US" altLang="zh-CN" sz="2000" b="1" dirty="0">
                <a:solidFill>
                  <a:srgbClr val="CC0000"/>
                </a:solidFill>
                <a:latin typeface="Times New Roman" panose="02020603050405020304" pitchFamily="18" charset="0"/>
                <a:ea typeface="楷体_GB2312" pitchFamily="1" charset="-122"/>
                <a:sym typeface="宋体" panose="02010600030101010101" pitchFamily="2" charset="-122"/>
              </a:rPr>
              <a:t>1</a:t>
            </a:r>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）中央明纹位置向上平移，条纹间距不变；</a:t>
            </a:r>
            <a:r>
              <a:rPr lang="en-US" altLang="zh-CN" sz="2000" b="1" dirty="0">
                <a:solidFill>
                  <a:srgbClr val="CC0000"/>
                </a:solidFill>
                <a:latin typeface="Times New Roman" panose="02020603050405020304" pitchFamily="18" charset="0"/>
                <a:ea typeface="楷体_GB2312" pitchFamily="1" charset="-122"/>
                <a:sym typeface="宋体" panose="02010600030101010101" pitchFamily="2" charset="-122"/>
              </a:rPr>
              <a:t>2</a:t>
            </a:r>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）各级条纹向上平移</a:t>
            </a:r>
          </a:p>
        </p:txBody>
      </p:sp>
      <p:sp>
        <p:nvSpPr>
          <p:cNvPr id="2" name="文本框 22"/>
          <p:cNvSpPr txBox="1"/>
          <p:nvPr/>
        </p:nvSpPr>
        <p:spPr>
          <a:xfrm>
            <a:off x="3654425" y="5089525"/>
            <a:ext cx="2562225" cy="706438"/>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若原中央明纹处为暗纹中心，该暗纹级数</a:t>
            </a:r>
          </a:p>
        </p:txBody>
      </p:sp>
      <p:graphicFrame>
        <p:nvGraphicFramePr>
          <p:cNvPr id="3" name="对象 2"/>
          <p:cNvGraphicFramePr/>
          <p:nvPr/>
        </p:nvGraphicFramePr>
        <p:xfrm>
          <a:off x="6513513" y="5138738"/>
          <a:ext cx="1909762" cy="568325"/>
        </p:xfrm>
        <a:graphic>
          <a:graphicData uri="http://schemas.openxmlformats.org/presentationml/2006/ole">
            <mc:AlternateContent xmlns:mc="http://schemas.openxmlformats.org/markup-compatibility/2006">
              <mc:Choice xmlns:v="urn:schemas-microsoft-com:vml" Requires="v">
                <p:oleObj r:id="rId45" imgW="1257300" imgH="393700" progId="Equation.KSEE3">
                  <p:embed/>
                </p:oleObj>
              </mc:Choice>
              <mc:Fallback>
                <p:oleObj r:id="rId45" imgW="1257300" imgH="393700" progId="Equation.KSEE3">
                  <p:embed/>
                  <p:pic>
                    <p:nvPicPr>
                      <p:cNvPr id="0" name="图片 3144"/>
                      <p:cNvPicPr/>
                      <p:nvPr/>
                    </p:nvPicPr>
                    <p:blipFill>
                      <a:blip r:embed="rId46"/>
                      <a:stretch>
                        <a:fillRect/>
                      </a:stretch>
                    </p:blipFill>
                    <p:spPr>
                      <a:xfrm>
                        <a:off x="6513513" y="5138738"/>
                        <a:ext cx="1909762" cy="568325"/>
                      </a:xfrm>
                      <a:prstGeom prst="rect">
                        <a:avLst/>
                      </a:prstGeom>
                      <a:noFill/>
                      <a:ln w="38100">
                        <a:noFill/>
                        <a:miter/>
                      </a:ln>
                    </p:spPr>
                  </p:pic>
                </p:oleObj>
              </mc:Fallback>
            </mc:AlternateContent>
          </a:graphicData>
        </a:graphic>
      </p:graphicFrame>
      <p:graphicFrame>
        <p:nvGraphicFramePr>
          <p:cNvPr id="22597" name="Object 46"/>
          <p:cNvGraphicFramePr>
            <a:graphicFrameLocks noChangeAspect="1"/>
          </p:cNvGraphicFramePr>
          <p:nvPr/>
        </p:nvGraphicFramePr>
        <p:xfrm>
          <a:off x="7137400" y="2406650"/>
          <a:ext cx="1766888" cy="1044575"/>
        </p:xfrm>
        <a:graphic>
          <a:graphicData uri="http://schemas.openxmlformats.org/presentationml/2006/ole">
            <mc:AlternateContent xmlns:mc="http://schemas.openxmlformats.org/markup-compatibility/2006">
              <mc:Choice xmlns:v="urn:schemas-microsoft-com:vml" Requires="v">
                <p:oleObj r:id="rId47" imgW="1054100" imgH="660400" progId="Equation.DSMT4">
                  <p:embed/>
                </p:oleObj>
              </mc:Choice>
              <mc:Fallback>
                <p:oleObj r:id="rId47" imgW="1054100" imgH="660400" progId="Equation.DSMT4">
                  <p:embed/>
                  <p:pic>
                    <p:nvPicPr>
                      <p:cNvPr id="0" name="图片 3146"/>
                      <p:cNvPicPr/>
                      <p:nvPr/>
                    </p:nvPicPr>
                    <p:blipFill>
                      <a:blip r:embed="rId48"/>
                      <a:stretch>
                        <a:fillRect/>
                      </a:stretch>
                    </p:blipFill>
                    <p:spPr>
                      <a:xfrm>
                        <a:off x="7137400" y="2406650"/>
                        <a:ext cx="1766888" cy="10445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4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4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4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6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4" grpId="0"/>
      <p:bldP spid="17454" grpId="1"/>
      <p:bldP spid="17456" grpId="0"/>
      <p:bldP spid="17456" grpId="1"/>
      <p:bldP spid="17458" grpId="0"/>
      <p:bldP spid="17458" grpId="1"/>
      <p:bldP spid="47" grpId="0"/>
      <p:bldP spid="47" grpId="1"/>
      <p:bldP spid="51" grpId="0"/>
      <p:bldP spid="51" grpId="1"/>
      <p:bldP spid="2" grpId="0"/>
      <p:bldP spid="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矩形 1"/>
          <p:cNvSpPr/>
          <p:nvPr/>
        </p:nvSpPr>
        <p:spPr>
          <a:xfrm>
            <a:off x="3435350" y="106363"/>
            <a:ext cx="100013" cy="6657975"/>
          </a:xfrm>
          <a:prstGeom prst="rect">
            <a:avLst/>
          </a:prstGeom>
          <a:solidFill>
            <a:schemeClr val="accent1"/>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sp>
        <p:nvSpPr>
          <p:cNvPr id="15362" name="文本框 2"/>
          <p:cNvSpPr txBox="1"/>
          <p:nvPr/>
        </p:nvSpPr>
        <p:spPr>
          <a:xfrm>
            <a:off x="1187450" y="149225"/>
            <a:ext cx="1101725" cy="460375"/>
          </a:xfrm>
          <a:prstGeom prst="rect">
            <a:avLst/>
          </a:prstGeom>
          <a:noFill/>
          <a:ln w="9525">
            <a:noFill/>
          </a:ln>
        </p:spPr>
        <p:txBody>
          <a:bodyPr wrap="none" anchor="t" anchorCtr="0">
            <a:spAutoFit/>
          </a:bodyPr>
          <a:lstStyle/>
          <a:p>
            <a:pPr eaLnBrk="0" hangingPunct="0"/>
            <a:r>
              <a:rPr lang="zh-CN" altLang="en-US" sz="2400" b="1" dirty="0">
                <a:solidFill>
                  <a:srgbClr val="0000CC"/>
                </a:solidFill>
                <a:latin typeface="楷体_GB2312" pitchFamily="1" charset="-122"/>
                <a:ea typeface="楷体_GB2312" pitchFamily="1" charset="-122"/>
                <a:sym typeface="宋体" panose="02010600030101010101" pitchFamily="2" charset="-122"/>
              </a:rPr>
              <a:t>空气中</a:t>
            </a:r>
          </a:p>
        </p:txBody>
      </p:sp>
      <p:grpSp>
        <p:nvGrpSpPr>
          <p:cNvPr id="15363" name="组合 7"/>
          <p:cNvGrpSpPr/>
          <p:nvPr/>
        </p:nvGrpSpPr>
        <p:grpSpPr>
          <a:xfrm>
            <a:off x="111125" y="2913063"/>
            <a:ext cx="3246438" cy="1044575"/>
            <a:chOff x="174" y="5376"/>
            <a:chExt cx="5115" cy="1644"/>
          </a:xfrm>
        </p:grpSpPr>
        <p:graphicFrame>
          <p:nvGraphicFramePr>
            <p:cNvPr id="15364" name="Object 64"/>
            <p:cNvGraphicFramePr>
              <a:graphicFrameLocks noChangeAspect="1"/>
            </p:cNvGraphicFramePr>
            <p:nvPr/>
          </p:nvGraphicFramePr>
          <p:xfrm>
            <a:off x="174" y="5520"/>
            <a:ext cx="2691" cy="1164"/>
          </p:xfrm>
          <a:graphic>
            <a:graphicData uri="http://schemas.openxmlformats.org/presentationml/2006/ole">
              <mc:AlternateContent xmlns:mc="http://schemas.openxmlformats.org/markup-compatibility/2006">
                <mc:Choice xmlns:v="urn:schemas-microsoft-com:vml" Requires="v">
                  <p:oleObj r:id="rId5" imgW="1447800" imgH="405765" progId="Equation.DSMT4">
                    <p:embed/>
                  </p:oleObj>
                </mc:Choice>
                <mc:Fallback>
                  <p:oleObj r:id="rId5" imgW="1447800" imgH="405765" progId="Equation.DSMT4">
                    <p:embed/>
                    <p:pic>
                      <p:nvPicPr>
                        <p:cNvPr id="0" name="图片 3297"/>
                        <p:cNvPicPr/>
                        <p:nvPr/>
                      </p:nvPicPr>
                      <p:blipFill>
                        <a:blip r:embed="rId6"/>
                        <a:stretch>
                          <a:fillRect/>
                        </a:stretch>
                      </p:blipFill>
                      <p:spPr>
                        <a:xfrm>
                          <a:off x="174" y="5520"/>
                          <a:ext cx="2691" cy="1164"/>
                        </a:xfrm>
                        <a:prstGeom prst="rect">
                          <a:avLst/>
                        </a:prstGeom>
                        <a:noFill/>
                        <a:ln w="38100">
                          <a:noFill/>
                          <a:miter/>
                        </a:ln>
                      </p:spPr>
                    </p:pic>
                  </p:oleObj>
                </mc:Fallback>
              </mc:AlternateContent>
            </a:graphicData>
          </a:graphic>
        </p:graphicFrame>
        <p:graphicFrame>
          <p:nvGraphicFramePr>
            <p:cNvPr id="15365" name="Object 46"/>
            <p:cNvGraphicFramePr>
              <a:graphicFrameLocks noChangeAspect="1"/>
            </p:cNvGraphicFramePr>
            <p:nvPr/>
          </p:nvGraphicFramePr>
          <p:xfrm>
            <a:off x="2946" y="5376"/>
            <a:ext cx="2343" cy="1644"/>
          </p:xfrm>
          <a:graphic>
            <a:graphicData uri="http://schemas.openxmlformats.org/presentationml/2006/ole">
              <mc:AlternateContent xmlns:mc="http://schemas.openxmlformats.org/markup-compatibility/2006">
                <mc:Choice xmlns:v="urn:schemas-microsoft-com:vml" Requires="v">
                  <p:oleObj r:id="rId7" imgW="939800" imgH="660400" progId="Equation.DSMT4">
                    <p:embed/>
                  </p:oleObj>
                </mc:Choice>
                <mc:Fallback>
                  <p:oleObj r:id="rId7" imgW="939800" imgH="660400" progId="Equation.DSMT4">
                    <p:embed/>
                    <p:pic>
                      <p:nvPicPr>
                        <p:cNvPr id="0" name="图片 3299"/>
                        <p:cNvPicPr/>
                        <p:nvPr/>
                      </p:nvPicPr>
                      <p:blipFill>
                        <a:blip r:embed="rId8"/>
                        <a:stretch>
                          <a:fillRect/>
                        </a:stretch>
                      </p:blipFill>
                      <p:spPr>
                        <a:xfrm>
                          <a:off x="2946" y="5376"/>
                          <a:ext cx="2343" cy="1644"/>
                        </a:xfrm>
                        <a:prstGeom prst="rect">
                          <a:avLst/>
                        </a:prstGeom>
                        <a:noFill/>
                        <a:ln w="38100">
                          <a:noFill/>
                          <a:miter/>
                        </a:ln>
                      </p:spPr>
                    </p:pic>
                  </p:oleObj>
                </mc:Fallback>
              </mc:AlternateContent>
            </a:graphicData>
          </a:graphic>
        </p:graphicFrame>
      </p:grpSp>
      <p:graphicFrame>
        <p:nvGraphicFramePr>
          <p:cNvPr id="15366" name="Object 67"/>
          <p:cNvGraphicFramePr>
            <a:graphicFrameLocks noChangeAspect="1"/>
          </p:cNvGraphicFramePr>
          <p:nvPr/>
        </p:nvGraphicFramePr>
        <p:xfrm>
          <a:off x="195263" y="4233863"/>
          <a:ext cx="1435100" cy="765175"/>
        </p:xfrm>
        <a:graphic>
          <a:graphicData uri="http://schemas.openxmlformats.org/presentationml/2006/ole">
            <mc:AlternateContent xmlns:mc="http://schemas.openxmlformats.org/markup-compatibility/2006">
              <mc:Choice xmlns:v="urn:schemas-microsoft-com:vml" Requires="v">
                <p:oleObj r:id="rId9" imgW="812165" imgH="406400" progId="Equation.DSMT4">
                  <p:embed/>
                </p:oleObj>
              </mc:Choice>
              <mc:Fallback>
                <p:oleObj r:id="rId9" imgW="812165" imgH="406400" progId="Equation.DSMT4">
                  <p:embed/>
                  <p:pic>
                    <p:nvPicPr>
                      <p:cNvPr id="0" name="图片 3296"/>
                      <p:cNvPicPr/>
                      <p:nvPr/>
                    </p:nvPicPr>
                    <p:blipFill>
                      <a:blip r:embed="rId10"/>
                      <a:stretch>
                        <a:fillRect/>
                      </a:stretch>
                    </p:blipFill>
                    <p:spPr>
                      <a:xfrm>
                        <a:off x="195263" y="4233863"/>
                        <a:ext cx="1435100" cy="765175"/>
                      </a:xfrm>
                      <a:prstGeom prst="rect">
                        <a:avLst/>
                      </a:prstGeom>
                      <a:noFill/>
                      <a:ln w="38100">
                        <a:noFill/>
                        <a:miter/>
                      </a:ln>
                    </p:spPr>
                  </p:pic>
                </p:oleObj>
              </mc:Fallback>
            </mc:AlternateContent>
          </a:graphicData>
        </a:graphic>
      </p:graphicFrame>
      <p:sp>
        <p:nvSpPr>
          <p:cNvPr id="15367" name="文本框 3"/>
          <p:cNvSpPr txBox="1"/>
          <p:nvPr/>
        </p:nvSpPr>
        <p:spPr>
          <a:xfrm>
            <a:off x="1870075" y="4432300"/>
            <a:ext cx="1203325" cy="398463"/>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明纹中心</a:t>
            </a:r>
          </a:p>
        </p:txBody>
      </p:sp>
      <p:graphicFrame>
        <p:nvGraphicFramePr>
          <p:cNvPr id="15368" name="Object 72"/>
          <p:cNvGraphicFramePr>
            <a:graphicFrameLocks noChangeAspect="1"/>
          </p:cNvGraphicFramePr>
          <p:nvPr/>
        </p:nvGraphicFramePr>
        <p:xfrm>
          <a:off x="342900" y="5308600"/>
          <a:ext cx="771525" cy="436563"/>
        </p:xfrm>
        <a:graphic>
          <a:graphicData uri="http://schemas.openxmlformats.org/presentationml/2006/ole">
            <mc:AlternateContent xmlns:mc="http://schemas.openxmlformats.org/markup-compatibility/2006">
              <mc:Choice xmlns:v="urn:schemas-microsoft-com:vml" Requires="v">
                <p:oleObj r:id="rId11" imgW="406400" imgH="228600" progId="Equation.3">
                  <p:embed/>
                </p:oleObj>
              </mc:Choice>
              <mc:Fallback>
                <p:oleObj r:id="rId11" imgW="406400" imgH="228600" progId="Equation.3">
                  <p:embed/>
                  <p:pic>
                    <p:nvPicPr>
                      <p:cNvPr id="0" name="图片 3298"/>
                      <p:cNvPicPr/>
                      <p:nvPr/>
                    </p:nvPicPr>
                    <p:blipFill>
                      <a:blip r:embed="rId12"/>
                      <a:stretch>
                        <a:fillRect/>
                      </a:stretch>
                    </p:blipFill>
                    <p:spPr>
                      <a:xfrm>
                        <a:off x="342900" y="5308600"/>
                        <a:ext cx="771525" cy="436563"/>
                      </a:xfrm>
                      <a:prstGeom prst="rect">
                        <a:avLst/>
                      </a:prstGeom>
                      <a:noFill/>
                      <a:ln w="38100">
                        <a:noFill/>
                        <a:miter/>
                      </a:ln>
                    </p:spPr>
                  </p:pic>
                </p:oleObj>
              </mc:Fallback>
            </mc:AlternateContent>
          </a:graphicData>
        </a:graphic>
      </p:graphicFrame>
      <p:sp>
        <p:nvSpPr>
          <p:cNvPr id="15369" name="Text Box 73"/>
          <p:cNvSpPr txBox="1"/>
          <p:nvPr/>
        </p:nvSpPr>
        <p:spPr>
          <a:xfrm>
            <a:off x="1819275" y="5308600"/>
            <a:ext cx="1204913" cy="398463"/>
          </a:xfrm>
          <a:prstGeom prst="rect">
            <a:avLst/>
          </a:prstGeom>
          <a:noFill/>
          <a:ln w="9525">
            <a:noFill/>
          </a:ln>
        </p:spPr>
        <p:txBody>
          <a:bodyPr wrap="square" anchor="t" anchorCtr="0">
            <a:spAutoFit/>
          </a:bodyPr>
          <a:lstStyle/>
          <a:p>
            <a:pPr>
              <a:spcBef>
                <a:spcPct val="50000"/>
              </a:spcBef>
            </a:pPr>
            <a:r>
              <a:rPr lang="zh-CN" altLang="en-US" sz="2000" b="1" dirty="0">
                <a:solidFill>
                  <a:srgbClr val="CC0000"/>
                </a:solidFill>
                <a:latin typeface="Times New Roman" panose="02020603050405020304" pitchFamily="18" charset="0"/>
                <a:ea typeface="楷体_GB2312" pitchFamily="1" charset="-122"/>
              </a:rPr>
              <a:t>中央明纹</a:t>
            </a:r>
            <a:endParaRPr lang="zh-CN" altLang="en-US" sz="2000" b="1" dirty="0">
              <a:solidFill>
                <a:srgbClr val="FF0000"/>
              </a:solidFill>
              <a:latin typeface="Verdana" panose="020B0604030504040204" pitchFamily="34" charset="0"/>
              <a:ea typeface="楷体_GB2312" pitchFamily="1" charset="-122"/>
            </a:endParaRPr>
          </a:p>
        </p:txBody>
      </p:sp>
      <p:graphicFrame>
        <p:nvGraphicFramePr>
          <p:cNvPr id="15370" name="Object 67"/>
          <p:cNvGraphicFramePr>
            <a:graphicFrameLocks noChangeAspect="1"/>
          </p:cNvGraphicFramePr>
          <p:nvPr/>
        </p:nvGraphicFramePr>
        <p:xfrm>
          <a:off x="306388" y="5903913"/>
          <a:ext cx="1057275" cy="666750"/>
        </p:xfrm>
        <a:graphic>
          <a:graphicData uri="http://schemas.openxmlformats.org/presentationml/2006/ole">
            <mc:AlternateContent xmlns:mc="http://schemas.openxmlformats.org/markup-compatibility/2006">
              <mc:Choice xmlns:v="urn:schemas-microsoft-com:vml" Requires="v">
                <p:oleObj r:id="rId13" imgW="685800" imgH="405765" progId="Equation.DSMT4">
                  <p:embed/>
                </p:oleObj>
              </mc:Choice>
              <mc:Fallback>
                <p:oleObj r:id="rId13" imgW="685800" imgH="405765" progId="Equation.DSMT4">
                  <p:embed/>
                  <p:pic>
                    <p:nvPicPr>
                      <p:cNvPr id="0" name="图片 3300"/>
                      <p:cNvPicPr/>
                      <p:nvPr/>
                    </p:nvPicPr>
                    <p:blipFill>
                      <a:blip r:embed="rId14"/>
                      <a:stretch>
                        <a:fillRect/>
                      </a:stretch>
                    </p:blipFill>
                    <p:spPr>
                      <a:xfrm>
                        <a:off x="306388" y="5903913"/>
                        <a:ext cx="1057275" cy="666750"/>
                      </a:xfrm>
                      <a:prstGeom prst="rect">
                        <a:avLst/>
                      </a:prstGeom>
                      <a:noFill/>
                      <a:ln w="38100">
                        <a:noFill/>
                        <a:miter/>
                      </a:ln>
                    </p:spPr>
                  </p:pic>
                </p:oleObj>
              </mc:Fallback>
            </mc:AlternateContent>
          </a:graphicData>
        </a:graphic>
      </p:graphicFrame>
      <p:sp>
        <p:nvSpPr>
          <p:cNvPr id="15371" name="文本框 6"/>
          <p:cNvSpPr txBox="1"/>
          <p:nvPr/>
        </p:nvSpPr>
        <p:spPr>
          <a:xfrm>
            <a:off x="1870075" y="6034088"/>
            <a:ext cx="1203325" cy="398462"/>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明纹间距</a:t>
            </a:r>
          </a:p>
        </p:txBody>
      </p:sp>
      <p:grpSp>
        <p:nvGrpSpPr>
          <p:cNvPr id="15372" name="Group 6"/>
          <p:cNvGrpSpPr/>
          <p:nvPr/>
        </p:nvGrpSpPr>
        <p:grpSpPr>
          <a:xfrm>
            <a:off x="169863" y="681038"/>
            <a:ext cx="3359150" cy="1871662"/>
            <a:chOff x="839" y="1298"/>
            <a:chExt cx="4436" cy="2083"/>
          </a:xfrm>
        </p:grpSpPr>
        <p:sp>
          <p:nvSpPr>
            <p:cNvPr id="15373" name="Text Box 7"/>
            <p:cNvSpPr txBox="1"/>
            <p:nvPr/>
          </p:nvSpPr>
          <p:spPr>
            <a:xfrm>
              <a:off x="4468" y="1298"/>
              <a:ext cx="807" cy="581"/>
            </a:xfrm>
            <a:prstGeom prst="rect">
              <a:avLst/>
            </a:prstGeom>
            <a:noFill/>
            <a:ln w="9525">
              <a:noFill/>
            </a:ln>
          </p:spPr>
          <p:txBody>
            <a:bodyPr anchor="t" anchorCtr="0">
              <a:spAutoFit/>
            </a:bodyPr>
            <a:lstStyle/>
            <a:p>
              <a:pPr>
                <a:spcBef>
                  <a:spcPct val="50000"/>
                </a:spcBef>
              </a:pPr>
              <a:r>
                <a:rPr lang="en-US" altLang="zh-CN" sz="2800" b="1" i="1" dirty="0">
                  <a:solidFill>
                    <a:srgbClr val="CC0000"/>
                  </a:solidFill>
                  <a:latin typeface="Times New Roman" panose="02020603050405020304" pitchFamily="18" charset="0"/>
                  <a:ea typeface="宋体" panose="02010600030101010101" pitchFamily="2" charset="-122"/>
                </a:rPr>
                <a:t>p</a:t>
              </a:r>
              <a:endParaRPr lang="en-US" altLang="zh-CN" sz="2400" b="1" i="1" dirty="0">
                <a:latin typeface="Times New Roman" panose="02020603050405020304" pitchFamily="18" charset="0"/>
                <a:ea typeface="宋体" panose="02010600030101010101" pitchFamily="2" charset="-122"/>
              </a:endParaRPr>
            </a:p>
          </p:txBody>
        </p:sp>
        <p:sp>
          <p:nvSpPr>
            <p:cNvPr id="15374" name="Rectangle 8" descr="深色下对角线"/>
            <p:cNvSpPr/>
            <p:nvPr/>
          </p:nvSpPr>
          <p:spPr>
            <a:xfrm>
              <a:off x="1076" y="1747"/>
              <a:ext cx="52" cy="587"/>
            </a:xfrm>
            <a:prstGeom prst="rect">
              <a:avLst/>
            </a:prstGeom>
            <a:blipFill rotWithShape="0">
              <a:blip r:embed="rId15"/>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5375" name="Rectangle 9" descr="深色下对角线"/>
            <p:cNvSpPr/>
            <p:nvPr/>
          </p:nvSpPr>
          <p:spPr>
            <a:xfrm>
              <a:off x="1074" y="2467"/>
              <a:ext cx="52" cy="587"/>
            </a:xfrm>
            <a:prstGeom prst="rect">
              <a:avLst/>
            </a:prstGeom>
            <a:blipFill rotWithShape="0">
              <a:blip r:embed="rId15"/>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5376" name="Rectangle 10" descr="深色下对角线"/>
            <p:cNvSpPr/>
            <p:nvPr/>
          </p:nvSpPr>
          <p:spPr>
            <a:xfrm>
              <a:off x="1663" y="1437"/>
              <a:ext cx="52" cy="587"/>
            </a:xfrm>
            <a:prstGeom prst="rect">
              <a:avLst/>
            </a:prstGeom>
            <a:blipFill rotWithShape="0">
              <a:blip r:embed="rId15"/>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5377" name="Rectangle 11" descr="深色下对角线"/>
            <p:cNvSpPr/>
            <p:nvPr/>
          </p:nvSpPr>
          <p:spPr>
            <a:xfrm>
              <a:off x="1660" y="2698"/>
              <a:ext cx="52" cy="641"/>
            </a:xfrm>
            <a:prstGeom prst="rect">
              <a:avLst/>
            </a:prstGeom>
            <a:blipFill rotWithShape="0">
              <a:blip r:embed="rId15"/>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5378" name="Line 12"/>
            <p:cNvSpPr/>
            <p:nvPr/>
          </p:nvSpPr>
          <p:spPr>
            <a:xfrm>
              <a:off x="940" y="2415"/>
              <a:ext cx="4022" cy="1"/>
            </a:xfrm>
            <a:prstGeom prst="line">
              <a:avLst/>
            </a:prstGeom>
            <a:ln w="19050" cap="flat" cmpd="sng">
              <a:solidFill>
                <a:srgbClr val="003366"/>
              </a:solidFill>
              <a:prstDash val="lgDashDot"/>
              <a:round/>
              <a:headEnd type="none" w="sm" len="lg"/>
              <a:tailEnd type="none" w="sm" len="lg"/>
            </a:ln>
          </p:spPr>
        </p:sp>
        <p:sp>
          <p:nvSpPr>
            <p:cNvPr id="15379" name="Rectangle 13" descr="深色下对角线"/>
            <p:cNvSpPr/>
            <p:nvPr/>
          </p:nvSpPr>
          <p:spPr>
            <a:xfrm>
              <a:off x="4372" y="1298"/>
              <a:ext cx="52" cy="2083"/>
            </a:xfrm>
            <a:prstGeom prst="rect">
              <a:avLst/>
            </a:prstGeom>
            <a:blipFill rotWithShape="0">
              <a:blip r:embed="rId16"/>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5380" name="Object 15"/>
            <p:cNvGraphicFramePr>
              <a:graphicFrameLocks noChangeAspect="1"/>
            </p:cNvGraphicFramePr>
            <p:nvPr/>
          </p:nvGraphicFramePr>
          <p:xfrm>
            <a:off x="1346" y="1616"/>
            <a:ext cx="349" cy="534"/>
          </p:xfrm>
          <a:graphic>
            <a:graphicData uri="http://schemas.openxmlformats.org/presentationml/2006/ole">
              <mc:AlternateContent xmlns:mc="http://schemas.openxmlformats.org/markup-compatibility/2006">
                <mc:Choice xmlns:v="urn:schemas-microsoft-com:vml" Requires="v">
                  <p:oleObj r:id="rId17" imgW="139700" imgH="215900" progId="Equation.3">
                    <p:embed/>
                  </p:oleObj>
                </mc:Choice>
                <mc:Fallback>
                  <p:oleObj r:id="rId17" imgW="139700" imgH="215900" progId="Equation.3">
                    <p:embed/>
                    <p:pic>
                      <p:nvPicPr>
                        <p:cNvPr id="0" name="图片 3294"/>
                        <p:cNvPicPr/>
                        <p:nvPr/>
                      </p:nvPicPr>
                      <p:blipFill>
                        <a:blip r:embed="rId18"/>
                        <a:stretch>
                          <a:fillRect/>
                        </a:stretch>
                      </p:blipFill>
                      <p:spPr>
                        <a:xfrm>
                          <a:off x="1346" y="1616"/>
                          <a:ext cx="349" cy="534"/>
                        </a:xfrm>
                        <a:prstGeom prst="rect">
                          <a:avLst/>
                        </a:prstGeom>
                        <a:noFill/>
                        <a:ln w="38100">
                          <a:noFill/>
                          <a:miter/>
                        </a:ln>
                      </p:spPr>
                    </p:pic>
                  </p:oleObj>
                </mc:Fallback>
              </mc:AlternateContent>
            </a:graphicData>
          </a:graphic>
        </p:graphicFrame>
        <p:graphicFrame>
          <p:nvGraphicFramePr>
            <p:cNvPr id="15381" name="Object 16"/>
            <p:cNvGraphicFramePr>
              <a:graphicFrameLocks noChangeAspect="1"/>
            </p:cNvGraphicFramePr>
            <p:nvPr/>
          </p:nvGraphicFramePr>
          <p:xfrm>
            <a:off x="1353" y="2478"/>
            <a:ext cx="335" cy="534"/>
          </p:xfrm>
          <a:graphic>
            <a:graphicData uri="http://schemas.openxmlformats.org/presentationml/2006/ole">
              <mc:AlternateContent xmlns:mc="http://schemas.openxmlformats.org/markup-compatibility/2006">
                <mc:Choice xmlns:v="urn:schemas-microsoft-com:vml" Requires="v">
                  <p:oleObj r:id="rId19" imgW="152400" imgH="215900" progId="Equation.3">
                    <p:embed/>
                  </p:oleObj>
                </mc:Choice>
                <mc:Fallback>
                  <p:oleObj r:id="rId19" imgW="152400" imgH="215900" progId="Equation.3">
                    <p:embed/>
                    <p:pic>
                      <p:nvPicPr>
                        <p:cNvPr id="0" name="图片 3292"/>
                        <p:cNvPicPr/>
                        <p:nvPr/>
                      </p:nvPicPr>
                      <p:blipFill>
                        <a:blip r:embed="rId20"/>
                        <a:stretch>
                          <a:fillRect/>
                        </a:stretch>
                      </p:blipFill>
                      <p:spPr>
                        <a:xfrm>
                          <a:off x="1353" y="2478"/>
                          <a:ext cx="335" cy="534"/>
                        </a:xfrm>
                        <a:prstGeom prst="rect">
                          <a:avLst/>
                        </a:prstGeom>
                        <a:noFill/>
                        <a:ln w="38100">
                          <a:noFill/>
                          <a:miter/>
                        </a:ln>
                      </p:spPr>
                    </p:pic>
                  </p:oleObj>
                </mc:Fallback>
              </mc:AlternateContent>
            </a:graphicData>
          </a:graphic>
        </p:graphicFrame>
        <p:graphicFrame>
          <p:nvGraphicFramePr>
            <p:cNvPr id="15382" name="Object 17"/>
            <p:cNvGraphicFramePr>
              <a:graphicFrameLocks noChangeAspect="1"/>
            </p:cNvGraphicFramePr>
            <p:nvPr/>
          </p:nvGraphicFramePr>
          <p:xfrm>
            <a:off x="839" y="2056"/>
            <a:ext cx="266" cy="374"/>
          </p:xfrm>
          <a:graphic>
            <a:graphicData uri="http://schemas.openxmlformats.org/presentationml/2006/ole">
              <mc:AlternateContent xmlns:mc="http://schemas.openxmlformats.org/markup-compatibility/2006">
                <mc:Choice xmlns:v="urn:schemas-microsoft-com:vml" Requires="v">
                  <p:oleObj r:id="rId21" imgW="101600" imgH="139700" progId="Equation.3">
                    <p:embed/>
                  </p:oleObj>
                </mc:Choice>
                <mc:Fallback>
                  <p:oleObj r:id="rId21" imgW="101600" imgH="139700" progId="Equation.3">
                    <p:embed/>
                    <p:pic>
                      <p:nvPicPr>
                        <p:cNvPr id="0" name="图片 3293"/>
                        <p:cNvPicPr/>
                        <p:nvPr/>
                      </p:nvPicPr>
                      <p:blipFill>
                        <a:blip r:embed="rId22"/>
                        <a:stretch>
                          <a:fillRect/>
                        </a:stretch>
                      </p:blipFill>
                      <p:spPr>
                        <a:xfrm>
                          <a:off x="839" y="2056"/>
                          <a:ext cx="266" cy="374"/>
                        </a:xfrm>
                        <a:prstGeom prst="rect">
                          <a:avLst/>
                        </a:prstGeom>
                        <a:noFill/>
                        <a:ln w="38100">
                          <a:noFill/>
                          <a:miter/>
                        </a:ln>
                      </p:spPr>
                    </p:pic>
                  </p:oleObj>
                </mc:Fallback>
              </mc:AlternateContent>
            </a:graphicData>
          </a:graphic>
        </p:graphicFrame>
        <p:sp>
          <p:nvSpPr>
            <p:cNvPr id="15383" name="Line 18"/>
            <p:cNvSpPr/>
            <p:nvPr/>
          </p:nvSpPr>
          <p:spPr>
            <a:xfrm>
              <a:off x="4241" y="1661"/>
              <a:ext cx="258" cy="1"/>
            </a:xfrm>
            <a:prstGeom prst="line">
              <a:avLst/>
            </a:prstGeom>
            <a:ln w="12700" cap="flat" cmpd="sng">
              <a:solidFill>
                <a:srgbClr val="000000"/>
              </a:solidFill>
              <a:prstDash val="dash"/>
              <a:round/>
              <a:headEnd type="none" w="sm" len="lg"/>
              <a:tailEnd type="none" w="sm" len="lg"/>
            </a:ln>
          </p:spPr>
        </p:sp>
        <p:sp>
          <p:nvSpPr>
            <p:cNvPr id="15384" name="Line 19"/>
            <p:cNvSpPr/>
            <p:nvPr/>
          </p:nvSpPr>
          <p:spPr>
            <a:xfrm>
              <a:off x="4462" y="1649"/>
              <a:ext cx="1" cy="748"/>
            </a:xfrm>
            <a:prstGeom prst="line">
              <a:avLst/>
            </a:prstGeom>
            <a:ln w="28575" cap="flat" cmpd="sng">
              <a:solidFill>
                <a:srgbClr val="FF33CC"/>
              </a:solidFill>
              <a:prstDash val="dash"/>
              <a:round/>
              <a:headEnd type="triangle" w="sm" len="lg"/>
              <a:tailEnd type="triangle" w="sm" len="lg"/>
            </a:ln>
          </p:spPr>
        </p:sp>
        <p:graphicFrame>
          <p:nvGraphicFramePr>
            <p:cNvPr id="15385" name="Object 20"/>
            <p:cNvGraphicFramePr>
              <a:graphicFrameLocks noChangeAspect="1"/>
            </p:cNvGraphicFramePr>
            <p:nvPr/>
          </p:nvGraphicFramePr>
          <p:xfrm>
            <a:off x="4495" y="1871"/>
            <a:ext cx="240" cy="260"/>
          </p:xfrm>
          <a:graphic>
            <a:graphicData uri="http://schemas.openxmlformats.org/presentationml/2006/ole">
              <mc:AlternateContent xmlns:mc="http://schemas.openxmlformats.org/markup-compatibility/2006">
                <mc:Choice xmlns:v="urn:schemas-microsoft-com:vml" Requires="v">
                  <p:oleObj r:id="rId23" imgW="177800" imgH="190500" progId="Equation.3">
                    <p:embed/>
                  </p:oleObj>
                </mc:Choice>
                <mc:Fallback>
                  <p:oleObj r:id="rId23" imgW="177800" imgH="190500" progId="Equation.3">
                    <p:embed/>
                    <p:pic>
                      <p:nvPicPr>
                        <p:cNvPr id="0" name="图片 3295"/>
                        <p:cNvPicPr/>
                        <p:nvPr/>
                      </p:nvPicPr>
                      <p:blipFill>
                        <a:blip r:embed="rId24"/>
                        <a:stretch>
                          <a:fillRect/>
                        </a:stretch>
                      </p:blipFill>
                      <p:spPr>
                        <a:xfrm>
                          <a:off x="4495" y="1871"/>
                          <a:ext cx="240" cy="260"/>
                        </a:xfrm>
                        <a:prstGeom prst="rect">
                          <a:avLst/>
                        </a:prstGeom>
                        <a:noFill/>
                        <a:ln w="38100">
                          <a:noFill/>
                          <a:miter/>
                        </a:ln>
                      </p:spPr>
                    </p:pic>
                  </p:oleObj>
                </mc:Fallback>
              </mc:AlternateContent>
            </a:graphicData>
          </a:graphic>
        </p:graphicFrame>
        <p:sp>
          <p:nvSpPr>
            <p:cNvPr id="15386" name="Line 21"/>
            <p:cNvSpPr/>
            <p:nvPr/>
          </p:nvSpPr>
          <p:spPr>
            <a:xfrm flipH="1">
              <a:off x="1228" y="2069"/>
              <a:ext cx="465" cy="1"/>
            </a:xfrm>
            <a:prstGeom prst="line">
              <a:avLst/>
            </a:prstGeom>
            <a:ln w="9525" cap="flat" cmpd="sng">
              <a:solidFill>
                <a:schemeClr val="tx1"/>
              </a:solidFill>
              <a:prstDash val="dash"/>
              <a:round/>
              <a:headEnd type="none" w="sm" len="lg"/>
              <a:tailEnd type="none" w="sm" len="lg"/>
            </a:ln>
          </p:spPr>
        </p:sp>
        <p:sp>
          <p:nvSpPr>
            <p:cNvPr id="15387" name="Line 22"/>
            <p:cNvSpPr/>
            <p:nvPr/>
          </p:nvSpPr>
          <p:spPr>
            <a:xfrm flipH="1">
              <a:off x="1228" y="2638"/>
              <a:ext cx="465" cy="1"/>
            </a:xfrm>
            <a:prstGeom prst="line">
              <a:avLst/>
            </a:prstGeom>
            <a:ln w="9525" cap="flat" cmpd="sng">
              <a:solidFill>
                <a:schemeClr val="tx1"/>
              </a:solidFill>
              <a:prstDash val="dash"/>
              <a:round/>
              <a:headEnd type="none" w="sm" len="lg"/>
              <a:tailEnd type="none" w="sm" len="lg"/>
            </a:ln>
          </p:spPr>
        </p:sp>
        <p:sp>
          <p:nvSpPr>
            <p:cNvPr id="15388" name="Line 23"/>
            <p:cNvSpPr/>
            <p:nvPr/>
          </p:nvSpPr>
          <p:spPr>
            <a:xfrm flipH="1">
              <a:off x="1421" y="2069"/>
              <a:ext cx="16" cy="559"/>
            </a:xfrm>
            <a:prstGeom prst="line">
              <a:avLst/>
            </a:prstGeom>
            <a:ln w="19050" cap="flat" cmpd="sng">
              <a:solidFill>
                <a:srgbClr val="FF33CC"/>
              </a:solidFill>
              <a:prstDash val="dash"/>
              <a:round/>
              <a:headEnd type="triangle" w="sm" len="lg"/>
              <a:tailEnd type="triangle" w="sm" len="lg"/>
            </a:ln>
          </p:spPr>
        </p:sp>
        <p:graphicFrame>
          <p:nvGraphicFramePr>
            <p:cNvPr id="15389" name="Object 24"/>
            <p:cNvGraphicFramePr>
              <a:graphicFrameLocks noChangeAspect="1"/>
            </p:cNvGraphicFramePr>
            <p:nvPr/>
          </p:nvGraphicFramePr>
          <p:xfrm>
            <a:off x="4397" y="2400"/>
            <a:ext cx="202" cy="213"/>
          </p:xfrm>
          <a:graphic>
            <a:graphicData uri="http://schemas.openxmlformats.org/presentationml/2006/ole">
              <mc:AlternateContent xmlns:mc="http://schemas.openxmlformats.org/markup-compatibility/2006">
                <mc:Choice xmlns:v="urn:schemas-microsoft-com:vml" Requires="v">
                  <p:oleObj r:id="rId25" imgW="165100" imgH="190500" progId="Equation.3">
                    <p:embed/>
                  </p:oleObj>
                </mc:Choice>
                <mc:Fallback>
                  <p:oleObj r:id="rId25" imgW="165100" imgH="190500" progId="Equation.3">
                    <p:embed/>
                    <p:pic>
                      <p:nvPicPr>
                        <p:cNvPr id="0" name="图片 3303"/>
                        <p:cNvPicPr/>
                        <p:nvPr/>
                      </p:nvPicPr>
                      <p:blipFill>
                        <a:blip r:embed="rId26"/>
                        <a:stretch>
                          <a:fillRect/>
                        </a:stretch>
                      </p:blipFill>
                      <p:spPr>
                        <a:xfrm>
                          <a:off x="4397" y="2400"/>
                          <a:ext cx="202" cy="213"/>
                        </a:xfrm>
                        <a:prstGeom prst="rect">
                          <a:avLst/>
                        </a:prstGeom>
                        <a:noFill/>
                        <a:ln w="38100">
                          <a:noFill/>
                          <a:miter/>
                        </a:ln>
                      </p:spPr>
                    </p:pic>
                  </p:oleObj>
                </mc:Fallback>
              </mc:AlternateContent>
            </a:graphicData>
          </a:graphic>
        </p:graphicFrame>
        <p:graphicFrame>
          <p:nvGraphicFramePr>
            <p:cNvPr id="15390" name="Object 26"/>
            <p:cNvGraphicFramePr>
              <a:graphicFrameLocks noChangeAspect="1"/>
            </p:cNvGraphicFramePr>
            <p:nvPr/>
          </p:nvGraphicFramePr>
          <p:xfrm>
            <a:off x="4006" y="1438"/>
            <a:ext cx="252" cy="268"/>
          </p:xfrm>
          <a:graphic>
            <a:graphicData uri="http://schemas.openxmlformats.org/presentationml/2006/ole">
              <mc:AlternateContent xmlns:mc="http://schemas.openxmlformats.org/markup-compatibility/2006">
                <mc:Choice xmlns:v="urn:schemas-microsoft-com:vml" Requires="v">
                  <p:oleObj r:id="rId27" imgW="215900" imgH="228600" progId="Equation.3">
                    <p:embed/>
                  </p:oleObj>
                </mc:Choice>
                <mc:Fallback>
                  <p:oleObj r:id="rId27" imgW="215900" imgH="228600" progId="Equation.3">
                    <p:embed/>
                    <p:pic>
                      <p:nvPicPr>
                        <p:cNvPr id="0" name="图片 3305"/>
                        <p:cNvPicPr/>
                        <p:nvPr/>
                      </p:nvPicPr>
                      <p:blipFill>
                        <a:blip r:embed="rId28"/>
                        <a:stretch>
                          <a:fillRect/>
                        </a:stretch>
                      </p:blipFill>
                      <p:spPr>
                        <a:xfrm>
                          <a:off x="4006" y="1438"/>
                          <a:ext cx="252" cy="268"/>
                        </a:xfrm>
                        <a:prstGeom prst="rect">
                          <a:avLst/>
                        </a:prstGeom>
                        <a:noFill/>
                        <a:ln w="38100">
                          <a:noFill/>
                          <a:miter/>
                        </a:ln>
                      </p:spPr>
                    </p:pic>
                  </p:oleObj>
                </mc:Fallback>
              </mc:AlternateContent>
            </a:graphicData>
          </a:graphic>
        </p:graphicFrame>
        <p:sp>
          <p:nvSpPr>
            <p:cNvPr id="15391" name="Rectangle 27" descr="深色下对角线"/>
            <p:cNvSpPr/>
            <p:nvPr/>
          </p:nvSpPr>
          <p:spPr>
            <a:xfrm>
              <a:off x="1660" y="2149"/>
              <a:ext cx="52" cy="427"/>
            </a:xfrm>
            <a:prstGeom prst="rect">
              <a:avLst/>
            </a:prstGeom>
            <a:blipFill rotWithShape="0">
              <a:blip r:embed="rId15"/>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5392" name="Object 28"/>
            <p:cNvGraphicFramePr>
              <a:graphicFrameLocks noChangeAspect="1"/>
            </p:cNvGraphicFramePr>
            <p:nvPr/>
          </p:nvGraphicFramePr>
          <p:xfrm>
            <a:off x="2559" y="1400"/>
            <a:ext cx="268" cy="539"/>
          </p:xfrm>
          <a:graphic>
            <a:graphicData uri="http://schemas.openxmlformats.org/presentationml/2006/ole">
              <mc:AlternateContent xmlns:mc="http://schemas.openxmlformats.org/markup-compatibility/2006">
                <mc:Choice xmlns:v="urn:schemas-microsoft-com:vml" Requires="v">
                  <p:oleObj r:id="rId29" imgW="165100" imgH="316865" progId="Equation.3">
                    <p:embed/>
                  </p:oleObj>
                </mc:Choice>
                <mc:Fallback>
                  <p:oleObj r:id="rId29" imgW="165100" imgH="316865" progId="Equation.3">
                    <p:embed/>
                    <p:pic>
                      <p:nvPicPr>
                        <p:cNvPr id="0" name="图片 3302"/>
                        <p:cNvPicPr/>
                        <p:nvPr/>
                      </p:nvPicPr>
                      <p:blipFill>
                        <a:blip r:embed="rId30"/>
                        <a:stretch>
                          <a:fillRect/>
                        </a:stretch>
                      </p:blipFill>
                      <p:spPr>
                        <a:xfrm>
                          <a:off x="2559" y="1400"/>
                          <a:ext cx="268" cy="539"/>
                        </a:xfrm>
                        <a:prstGeom prst="rect">
                          <a:avLst/>
                        </a:prstGeom>
                        <a:noFill/>
                        <a:ln w="38100">
                          <a:noFill/>
                          <a:miter/>
                        </a:ln>
                      </p:spPr>
                    </p:pic>
                  </p:oleObj>
                </mc:Fallback>
              </mc:AlternateContent>
            </a:graphicData>
          </a:graphic>
        </p:graphicFrame>
        <p:graphicFrame>
          <p:nvGraphicFramePr>
            <p:cNvPr id="15393" name="Object 29"/>
            <p:cNvGraphicFramePr>
              <a:graphicFrameLocks noChangeAspect="1"/>
            </p:cNvGraphicFramePr>
            <p:nvPr/>
          </p:nvGraphicFramePr>
          <p:xfrm>
            <a:off x="3334" y="1881"/>
            <a:ext cx="310" cy="534"/>
          </p:xfrm>
          <a:graphic>
            <a:graphicData uri="http://schemas.openxmlformats.org/presentationml/2006/ole">
              <mc:AlternateContent xmlns:mc="http://schemas.openxmlformats.org/markup-compatibility/2006">
                <mc:Choice xmlns:v="urn:schemas-microsoft-com:vml" Requires="v">
                  <p:oleObj r:id="rId31" imgW="190500" imgH="317500" progId="Equation.3">
                    <p:embed/>
                  </p:oleObj>
                </mc:Choice>
                <mc:Fallback>
                  <p:oleObj r:id="rId31" imgW="190500" imgH="317500" progId="Equation.3">
                    <p:embed/>
                    <p:pic>
                      <p:nvPicPr>
                        <p:cNvPr id="0" name="图片 3301"/>
                        <p:cNvPicPr/>
                        <p:nvPr/>
                      </p:nvPicPr>
                      <p:blipFill>
                        <a:blip r:embed="rId32"/>
                        <a:stretch>
                          <a:fillRect/>
                        </a:stretch>
                      </p:blipFill>
                      <p:spPr>
                        <a:xfrm>
                          <a:off x="3334" y="1881"/>
                          <a:ext cx="310" cy="534"/>
                        </a:xfrm>
                        <a:prstGeom prst="rect">
                          <a:avLst/>
                        </a:prstGeom>
                        <a:noFill/>
                        <a:ln w="38100">
                          <a:noFill/>
                          <a:miter/>
                        </a:ln>
                      </p:spPr>
                    </p:pic>
                  </p:oleObj>
                </mc:Fallback>
              </mc:AlternateContent>
            </a:graphicData>
          </a:graphic>
        </p:graphicFrame>
        <p:sp>
          <p:nvSpPr>
            <p:cNvPr id="15394" name="Line 30"/>
            <p:cNvSpPr/>
            <p:nvPr/>
          </p:nvSpPr>
          <p:spPr>
            <a:xfrm flipV="1">
              <a:off x="1629" y="1667"/>
              <a:ext cx="2738" cy="481"/>
            </a:xfrm>
            <a:prstGeom prst="line">
              <a:avLst/>
            </a:prstGeom>
            <a:ln w="28575" cap="flat" cmpd="sng">
              <a:solidFill>
                <a:srgbClr val="FF6600"/>
              </a:solidFill>
              <a:prstDash val="solid"/>
              <a:round/>
              <a:headEnd type="none" w="sm" len="lg"/>
              <a:tailEnd type="none" w="sm" len="lg"/>
            </a:ln>
          </p:spPr>
        </p:sp>
        <p:sp>
          <p:nvSpPr>
            <p:cNvPr id="15395" name="Line 31"/>
            <p:cNvSpPr/>
            <p:nvPr/>
          </p:nvSpPr>
          <p:spPr>
            <a:xfrm flipV="1">
              <a:off x="1674" y="1667"/>
              <a:ext cx="2693" cy="1015"/>
            </a:xfrm>
            <a:prstGeom prst="line">
              <a:avLst/>
            </a:prstGeom>
            <a:ln w="28575" cap="flat" cmpd="sng">
              <a:solidFill>
                <a:srgbClr val="FF6600"/>
              </a:solidFill>
              <a:prstDash val="solid"/>
              <a:round/>
              <a:headEnd type="none" w="sm" len="lg"/>
              <a:tailEnd type="none" w="sm" len="lg"/>
            </a:ln>
          </p:spPr>
        </p:sp>
        <p:sp>
          <p:nvSpPr>
            <p:cNvPr id="15396" name="Freeform 32"/>
            <p:cNvSpPr/>
            <p:nvPr/>
          </p:nvSpPr>
          <p:spPr>
            <a:xfrm>
              <a:off x="1061" y="2139"/>
              <a:ext cx="596" cy="276"/>
            </a:xfrm>
            <a:custGeom>
              <a:avLst/>
              <a:gdLst/>
              <a:ahLst/>
              <a:cxnLst>
                <a:cxn ang="0">
                  <a:pos x="0" y="1894"/>
                </a:cxn>
                <a:cxn ang="0">
                  <a:pos x="2218" y="0"/>
                </a:cxn>
              </a:cxnLst>
              <a:rect l="0" t="0" r="0" b="0"/>
              <a:pathLst>
                <a:path w="554" h="248">
                  <a:moveTo>
                    <a:pt x="0" y="248"/>
                  </a:moveTo>
                  <a:lnTo>
                    <a:pt x="554" y="0"/>
                  </a:lnTo>
                </a:path>
              </a:pathLst>
            </a:custGeom>
            <a:noFill/>
            <a:ln w="19050" cap="flat" cmpd="sng">
              <a:solidFill>
                <a:srgbClr val="FF6600"/>
              </a:solidFill>
              <a:prstDash val="solid"/>
              <a:round/>
              <a:headEnd type="none" w="med" len="med"/>
              <a:tailEnd type="none" w="med" len="med"/>
            </a:ln>
          </p:spPr>
          <p:txBody>
            <a:bodyPr/>
            <a:lstStyle/>
            <a:p>
              <a:endParaRPr lang="zh-CN" altLang="en-US"/>
            </a:p>
          </p:txBody>
        </p:sp>
        <p:sp>
          <p:nvSpPr>
            <p:cNvPr id="15397" name="Line 33"/>
            <p:cNvSpPr/>
            <p:nvPr/>
          </p:nvSpPr>
          <p:spPr>
            <a:xfrm>
              <a:off x="1061" y="2415"/>
              <a:ext cx="613" cy="267"/>
            </a:xfrm>
            <a:prstGeom prst="line">
              <a:avLst/>
            </a:prstGeom>
            <a:ln w="19050" cap="flat" cmpd="sng">
              <a:solidFill>
                <a:srgbClr val="FF6600"/>
              </a:solidFill>
              <a:prstDash val="solid"/>
              <a:round/>
              <a:headEnd type="none" w="med" len="med"/>
              <a:tailEnd type="none" w="med" len="med"/>
            </a:ln>
          </p:spPr>
        </p:sp>
        <p:sp>
          <p:nvSpPr>
            <p:cNvPr id="15398" name="Line 34"/>
            <p:cNvSpPr/>
            <p:nvPr/>
          </p:nvSpPr>
          <p:spPr>
            <a:xfrm>
              <a:off x="2992" y="3087"/>
              <a:ext cx="1395" cy="0"/>
            </a:xfrm>
            <a:prstGeom prst="line">
              <a:avLst/>
            </a:prstGeom>
            <a:ln w="19050" cap="flat" cmpd="sng">
              <a:solidFill>
                <a:srgbClr val="FF3399"/>
              </a:solidFill>
              <a:prstDash val="solid"/>
              <a:round/>
              <a:headEnd type="none" w="med" len="med"/>
              <a:tailEnd type="triangle" w="sm" len="lg"/>
            </a:ln>
          </p:spPr>
        </p:sp>
        <p:sp>
          <p:nvSpPr>
            <p:cNvPr id="15399" name="Line 35"/>
            <p:cNvSpPr/>
            <p:nvPr/>
          </p:nvSpPr>
          <p:spPr>
            <a:xfrm flipH="1">
              <a:off x="1701" y="3087"/>
              <a:ext cx="1033" cy="0"/>
            </a:xfrm>
            <a:prstGeom prst="line">
              <a:avLst/>
            </a:prstGeom>
            <a:ln w="19050" cap="flat" cmpd="sng">
              <a:solidFill>
                <a:srgbClr val="FF3399"/>
              </a:solidFill>
              <a:prstDash val="solid"/>
              <a:round/>
              <a:headEnd type="none" w="med" len="med"/>
              <a:tailEnd type="triangle" w="sm" len="lg"/>
            </a:ln>
          </p:spPr>
        </p:sp>
        <p:sp>
          <p:nvSpPr>
            <p:cNvPr id="15400" name="AutoShape 37"/>
            <p:cNvSpPr>
              <a:spLocks noChangeAspect="1" noTextEdit="1"/>
            </p:cNvSpPr>
            <p:nvPr/>
          </p:nvSpPr>
          <p:spPr>
            <a:xfrm>
              <a:off x="1119" y="2069"/>
              <a:ext cx="356" cy="311"/>
            </a:xfrm>
            <a:prstGeom prst="rect">
              <a:avLst/>
            </a:prstGeom>
            <a:noFill/>
            <a:ln w="9525">
              <a:noFill/>
            </a:ln>
          </p:spPr>
          <p:txBody>
            <a:bodyPr anchor="t" anchorCtr="0"/>
            <a:lstStyle/>
            <a:p>
              <a:pPr eaLnBrk="0" hangingPunct="0"/>
              <a:endParaRPr lang="zh-CN" altLang="en-US">
                <a:latin typeface="Verdana" panose="020B0604030504040204" pitchFamily="34" charset="0"/>
                <a:ea typeface="宋体" panose="02010600030101010101" pitchFamily="2" charset="-122"/>
              </a:endParaRPr>
            </a:p>
          </p:txBody>
        </p:sp>
        <p:graphicFrame>
          <p:nvGraphicFramePr>
            <p:cNvPr id="15401" name="Object 42"/>
            <p:cNvGraphicFramePr>
              <a:graphicFrameLocks noChangeAspect="1"/>
            </p:cNvGraphicFramePr>
            <p:nvPr/>
          </p:nvGraphicFramePr>
          <p:xfrm>
            <a:off x="2744" y="2931"/>
            <a:ext cx="272" cy="253"/>
          </p:xfrm>
          <a:graphic>
            <a:graphicData uri="http://schemas.openxmlformats.org/presentationml/2006/ole">
              <mc:AlternateContent xmlns:mc="http://schemas.openxmlformats.org/markup-compatibility/2006">
                <mc:Choice xmlns:v="urn:schemas-microsoft-com:vml" Requires="v">
                  <p:oleObj r:id="rId33" imgW="177800" imgH="165100" progId="Equation.3">
                    <p:embed/>
                  </p:oleObj>
                </mc:Choice>
                <mc:Fallback>
                  <p:oleObj r:id="rId33" imgW="177800" imgH="165100" progId="Equation.3">
                    <p:embed/>
                    <p:pic>
                      <p:nvPicPr>
                        <p:cNvPr id="0" name="图片 3304"/>
                        <p:cNvPicPr/>
                        <p:nvPr/>
                      </p:nvPicPr>
                      <p:blipFill>
                        <a:blip r:embed="rId34"/>
                        <a:stretch>
                          <a:fillRect/>
                        </a:stretch>
                      </p:blipFill>
                      <p:spPr>
                        <a:xfrm>
                          <a:off x="2744" y="2931"/>
                          <a:ext cx="272" cy="253"/>
                        </a:xfrm>
                        <a:prstGeom prst="rect">
                          <a:avLst/>
                        </a:prstGeom>
                        <a:noFill/>
                        <a:ln w="38100">
                          <a:noFill/>
                          <a:miter/>
                        </a:ln>
                      </p:spPr>
                    </p:pic>
                  </p:oleObj>
                </mc:Fallback>
              </mc:AlternateContent>
            </a:graphicData>
          </a:graphic>
        </p:graphicFrame>
      </p:grpSp>
      <p:sp>
        <p:nvSpPr>
          <p:cNvPr id="15402" name="文本框 1"/>
          <p:cNvSpPr txBox="1"/>
          <p:nvPr/>
        </p:nvSpPr>
        <p:spPr>
          <a:xfrm>
            <a:off x="5597525" y="44450"/>
            <a:ext cx="1406525" cy="460375"/>
          </a:xfrm>
          <a:prstGeom prst="rect">
            <a:avLst/>
          </a:prstGeom>
          <a:noFill/>
          <a:ln w="9525">
            <a:noFill/>
          </a:ln>
        </p:spPr>
        <p:txBody>
          <a:bodyPr wrap="none" anchor="t" anchorCtr="0">
            <a:spAutoFit/>
          </a:bodyPr>
          <a:lstStyle/>
          <a:p>
            <a:r>
              <a:rPr lang="zh-CN" altLang="en-US" sz="2400" b="1" dirty="0">
                <a:solidFill>
                  <a:schemeClr val="accent2"/>
                </a:solidFill>
                <a:latin typeface="Verdana" panose="020B0604030504040204" pitchFamily="34" charset="0"/>
                <a:ea typeface="宋体" panose="02010600030101010101" pitchFamily="2" charset="-122"/>
              </a:rPr>
              <a:t>前缝下移</a:t>
            </a:r>
          </a:p>
        </p:txBody>
      </p:sp>
      <p:sp>
        <p:nvSpPr>
          <p:cNvPr id="15403" name="矩形 23"/>
          <p:cNvSpPr/>
          <p:nvPr/>
        </p:nvSpPr>
        <p:spPr>
          <a:xfrm>
            <a:off x="3529013" y="5797550"/>
            <a:ext cx="5527675" cy="158750"/>
          </a:xfrm>
          <a:prstGeom prst="rect">
            <a:avLst/>
          </a:prstGeom>
          <a:solidFill>
            <a:schemeClr val="accent1"/>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grpSp>
        <p:nvGrpSpPr>
          <p:cNvPr id="15404" name="组合 45"/>
          <p:cNvGrpSpPr/>
          <p:nvPr/>
        </p:nvGrpSpPr>
        <p:grpSpPr>
          <a:xfrm>
            <a:off x="3668713" y="498475"/>
            <a:ext cx="3408362" cy="1889125"/>
            <a:chOff x="5778" y="784"/>
            <a:chExt cx="5366" cy="2976"/>
          </a:xfrm>
        </p:grpSpPr>
        <p:grpSp>
          <p:nvGrpSpPr>
            <p:cNvPr id="15405" name="Group 6"/>
            <p:cNvGrpSpPr/>
            <p:nvPr/>
          </p:nvGrpSpPr>
          <p:grpSpPr>
            <a:xfrm>
              <a:off x="5778" y="783"/>
              <a:ext cx="5366" cy="2977"/>
              <a:chOff x="775" y="1298"/>
              <a:chExt cx="4500" cy="2104"/>
            </a:xfrm>
          </p:grpSpPr>
          <p:sp>
            <p:nvSpPr>
              <p:cNvPr id="15406" name="Text Box 7"/>
              <p:cNvSpPr txBox="1"/>
              <p:nvPr/>
            </p:nvSpPr>
            <p:spPr>
              <a:xfrm>
                <a:off x="4468" y="1298"/>
                <a:ext cx="807" cy="581"/>
              </a:xfrm>
              <a:prstGeom prst="rect">
                <a:avLst/>
              </a:prstGeom>
              <a:noFill/>
              <a:ln w="9525">
                <a:noFill/>
              </a:ln>
            </p:spPr>
            <p:txBody>
              <a:bodyPr anchor="t" anchorCtr="0">
                <a:spAutoFit/>
              </a:bodyPr>
              <a:lstStyle/>
              <a:p>
                <a:pPr>
                  <a:spcBef>
                    <a:spcPct val="50000"/>
                  </a:spcBef>
                </a:pPr>
                <a:r>
                  <a:rPr lang="en-US" altLang="zh-CN" sz="2800" b="1" i="1" dirty="0">
                    <a:solidFill>
                      <a:srgbClr val="CC0000"/>
                    </a:solidFill>
                    <a:latin typeface="Times New Roman" panose="02020603050405020304" pitchFamily="18" charset="0"/>
                    <a:ea typeface="宋体" panose="02010600030101010101" pitchFamily="2" charset="-122"/>
                  </a:rPr>
                  <a:t>p</a:t>
                </a:r>
                <a:endParaRPr lang="en-US" altLang="zh-CN" sz="2400" b="1" i="1" dirty="0">
                  <a:latin typeface="Times New Roman" panose="02020603050405020304" pitchFamily="18" charset="0"/>
                  <a:ea typeface="宋体" panose="02010600030101010101" pitchFamily="2" charset="-122"/>
                </a:endParaRPr>
              </a:p>
            </p:txBody>
          </p:sp>
          <p:sp>
            <p:nvSpPr>
              <p:cNvPr id="15407" name="Rectangle 8" descr="深色下对角线"/>
              <p:cNvSpPr/>
              <p:nvPr/>
            </p:nvSpPr>
            <p:spPr>
              <a:xfrm>
                <a:off x="1076" y="2095"/>
                <a:ext cx="52" cy="587"/>
              </a:xfrm>
              <a:prstGeom prst="rect">
                <a:avLst/>
              </a:prstGeom>
              <a:blipFill rotWithShape="0">
                <a:blip r:embed="rId15"/>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5408" name="Rectangle 9" descr="深色下对角线"/>
              <p:cNvSpPr/>
              <p:nvPr/>
            </p:nvSpPr>
            <p:spPr>
              <a:xfrm>
                <a:off x="1074" y="2815"/>
                <a:ext cx="52" cy="587"/>
              </a:xfrm>
              <a:prstGeom prst="rect">
                <a:avLst/>
              </a:prstGeom>
              <a:blipFill rotWithShape="0">
                <a:blip r:embed="rId15"/>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5409" name="Rectangle 10" descr="深色下对角线"/>
              <p:cNvSpPr/>
              <p:nvPr/>
            </p:nvSpPr>
            <p:spPr>
              <a:xfrm>
                <a:off x="1663" y="1437"/>
                <a:ext cx="52" cy="587"/>
              </a:xfrm>
              <a:prstGeom prst="rect">
                <a:avLst/>
              </a:prstGeom>
              <a:blipFill rotWithShape="0">
                <a:blip r:embed="rId15"/>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5410" name="Rectangle 11" descr="深色下对角线"/>
              <p:cNvSpPr/>
              <p:nvPr/>
            </p:nvSpPr>
            <p:spPr>
              <a:xfrm>
                <a:off x="1660" y="2698"/>
                <a:ext cx="52" cy="641"/>
              </a:xfrm>
              <a:prstGeom prst="rect">
                <a:avLst/>
              </a:prstGeom>
              <a:blipFill rotWithShape="0">
                <a:blip r:embed="rId15"/>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5411" name="Line 12"/>
              <p:cNvSpPr/>
              <p:nvPr/>
            </p:nvSpPr>
            <p:spPr>
              <a:xfrm>
                <a:off x="940" y="2415"/>
                <a:ext cx="4022" cy="1"/>
              </a:xfrm>
              <a:prstGeom prst="line">
                <a:avLst/>
              </a:prstGeom>
              <a:ln w="19050" cap="flat" cmpd="sng">
                <a:solidFill>
                  <a:srgbClr val="003366"/>
                </a:solidFill>
                <a:prstDash val="lgDashDot"/>
                <a:round/>
                <a:headEnd type="none" w="sm" len="lg"/>
                <a:tailEnd type="none" w="sm" len="lg"/>
              </a:ln>
            </p:spPr>
          </p:sp>
          <p:sp>
            <p:nvSpPr>
              <p:cNvPr id="15412" name="Rectangle 13" descr="深色下对角线"/>
              <p:cNvSpPr/>
              <p:nvPr/>
            </p:nvSpPr>
            <p:spPr>
              <a:xfrm>
                <a:off x="4372" y="1298"/>
                <a:ext cx="52" cy="2083"/>
              </a:xfrm>
              <a:prstGeom prst="rect">
                <a:avLst/>
              </a:prstGeom>
              <a:blipFill rotWithShape="0">
                <a:blip r:embed="rId16"/>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5413" name="Object 15"/>
              <p:cNvGraphicFramePr>
                <a:graphicFrameLocks noChangeAspect="1"/>
              </p:cNvGraphicFramePr>
              <p:nvPr/>
            </p:nvGraphicFramePr>
            <p:xfrm>
              <a:off x="1715" y="1591"/>
              <a:ext cx="349" cy="534"/>
            </p:xfrm>
            <a:graphic>
              <a:graphicData uri="http://schemas.openxmlformats.org/presentationml/2006/ole">
                <mc:AlternateContent xmlns:mc="http://schemas.openxmlformats.org/markup-compatibility/2006">
                  <mc:Choice xmlns:v="urn:schemas-microsoft-com:vml" Requires="v">
                    <p:oleObj r:id="rId35" imgW="139700" imgH="215900" progId="Equation.3">
                      <p:embed/>
                    </p:oleObj>
                  </mc:Choice>
                  <mc:Fallback>
                    <p:oleObj r:id="rId35" imgW="139700" imgH="215900" progId="Equation.3">
                      <p:embed/>
                      <p:pic>
                        <p:nvPicPr>
                          <p:cNvPr id="0" name="图片 3314"/>
                          <p:cNvPicPr/>
                          <p:nvPr/>
                        </p:nvPicPr>
                        <p:blipFill>
                          <a:blip r:embed="rId18"/>
                          <a:stretch>
                            <a:fillRect/>
                          </a:stretch>
                        </p:blipFill>
                        <p:spPr>
                          <a:xfrm>
                            <a:off x="1715" y="1591"/>
                            <a:ext cx="349" cy="534"/>
                          </a:xfrm>
                          <a:prstGeom prst="rect">
                            <a:avLst/>
                          </a:prstGeom>
                          <a:noFill/>
                          <a:ln w="38100">
                            <a:noFill/>
                            <a:miter/>
                          </a:ln>
                        </p:spPr>
                      </p:pic>
                    </p:oleObj>
                  </mc:Fallback>
                </mc:AlternateContent>
              </a:graphicData>
            </a:graphic>
          </p:graphicFrame>
          <p:graphicFrame>
            <p:nvGraphicFramePr>
              <p:cNvPr id="15414" name="Object 16"/>
              <p:cNvGraphicFramePr>
                <a:graphicFrameLocks noChangeAspect="1"/>
              </p:cNvGraphicFramePr>
              <p:nvPr/>
            </p:nvGraphicFramePr>
            <p:xfrm>
              <a:off x="1730" y="2416"/>
              <a:ext cx="335" cy="596"/>
            </p:xfrm>
            <a:graphic>
              <a:graphicData uri="http://schemas.openxmlformats.org/presentationml/2006/ole">
                <mc:AlternateContent xmlns:mc="http://schemas.openxmlformats.org/markup-compatibility/2006">
                  <mc:Choice xmlns:v="urn:schemas-microsoft-com:vml" Requires="v">
                    <p:oleObj r:id="rId36" imgW="152400" imgH="241300" progId="Equation.3">
                      <p:embed/>
                    </p:oleObj>
                  </mc:Choice>
                  <mc:Fallback>
                    <p:oleObj r:id="rId36" imgW="152400" imgH="241300" progId="Equation.3">
                      <p:embed/>
                      <p:pic>
                        <p:nvPicPr>
                          <p:cNvPr id="0" name="图片 3318"/>
                          <p:cNvPicPr/>
                          <p:nvPr/>
                        </p:nvPicPr>
                        <p:blipFill>
                          <a:blip r:embed="rId37"/>
                          <a:stretch>
                            <a:fillRect/>
                          </a:stretch>
                        </p:blipFill>
                        <p:spPr>
                          <a:xfrm>
                            <a:off x="1730" y="2416"/>
                            <a:ext cx="335" cy="596"/>
                          </a:xfrm>
                          <a:prstGeom prst="rect">
                            <a:avLst/>
                          </a:prstGeom>
                          <a:noFill/>
                          <a:ln w="38100">
                            <a:noFill/>
                            <a:miter/>
                          </a:ln>
                        </p:spPr>
                      </p:pic>
                    </p:oleObj>
                  </mc:Fallback>
                </mc:AlternateContent>
              </a:graphicData>
            </a:graphic>
          </p:graphicFrame>
          <p:graphicFrame>
            <p:nvGraphicFramePr>
              <p:cNvPr id="15415" name="Object 17"/>
              <p:cNvGraphicFramePr>
                <a:graphicFrameLocks noChangeAspect="1"/>
              </p:cNvGraphicFramePr>
              <p:nvPr/>
            </p:nvGraphicFramePr>
            <p:xfrm>
              <a:off x="775" y="2596"/>
              <a:ext cx="299" cy="340"/>
            </p:xfrm>
            <a:graphic>
              <a:graphicData uri="http://schemas.openxmlformats.org/presentationml/2006/ole">
                <mc:AlternateContent xmlns:mc="http://schemas.openxmlformats.org/markup-compatibility/2006">
                  <mc:Choice xmlns:v="urn:schemas-microsoft-com:vml" Requires="v">
                    <p:oleObj r:id="rId38" imgW="114300" imgH="127000" progId="Equation.3">
                      <p:embed/>
                    </p:oleObj>
                  </mc:Choice>
                  <mc:Fallback>
                    <p:oleObj r:id="rId38" imgW="114300" imgH="127000" progId="Equation.3">
                      <p:embed/>
                      <p:pic>
                        <p:nvPicPr>
                          <p:cNvPr id="0" name="图片 3313"/>
                          <p:cNvPicPr/>
                          <p:nvPr/>
                        </p:nvPicPr>
                        <p:blipFill>
                          <a:blip r:embed="rId39"/>
                          <a:stretch>
                            <a:fillRect/>
                          </a:stretch>
                        </p:blipFill>
                        <p:spPr>
                          <a:xfrm>
                            <a:off x="775" y="2596"/>
                            <a:ext cx="299" cy="340"/>
                          </a:xfrm>
                          <a:prstGeom prst="rect">
                            <a:avLst/>
                          </a:prstGeom>
                          <a:noFill/>
                          <a:ln w="38100">
                            <a:noFill/>
                            <a:miter/>
                          </a:ln>
                        </p:spPr>
                      </p:pic>
                    </p:oleObj>
                  </mc:Fallback>
                </mc:AlternateContent>
              </a:graphicData>
            </a:graphic>
          </p:graphicFrame>
          <p:sp>
            <p:nvSpPr>
              <p:cNvPr id="15416" name="Line 18"/>
              <p:cNvSpPr/>
              <p:nvPr/>
            </p:nvSpPr>
            <p:spPr>
              <a:xfrm>
                <a:off x="4241" y="1661"/>
                <a:ext cx="258" cy="1"/>
              </a:xfrm>
              <a:prstGeom prst="line">
                <a:avLst/>
              </a:prstGeom>
              <a:ln w="12700" cap="flat" cmpd="sng">
                <a:solidFill>
                  <a:srgbClr val="000000"/>
                </a:solidFill>
                <a:prstDash val="dash"/>
                <a:round/>
                <a:headEnd type="none" w="sm" len="lg"/>
                <a:tailEnd type="none" w="sm" len="lg"/>
              </a:ln>
            </p:spPr>
          </p:sp>
          <p:sp>
            <p:nvSpPr>
              <p:cNvPr id="15417" name="Line 19"/>
              <p:cNvSpPr/>
              <p:nvPr/>
            </p:nvSpPr>
            <p:spPr>
              <a:xfrm>
                <a:off x="4462" y="1649"/>
                <a:ext cx="1" cy="748"/>
              </a:xfrm>
              <a:prstGeom prst="line">
                <a:avLst/>
              </a:prstGeom>
              <a:ln w="28575" cap="flat" cmpd="sng">
                <a:solidFill>
                  <a:srgbClr val="FF33CC"/>
                </a:solidFill>
                <a:prstDash val="dash"/>
                <a:round/>
                <a:headEnd type="triangle" w="sm" len="lg"/>
                <a:tailEnd type="triangle" w="sm" len="lg"/>
              </a:ln>
            </p:spPr>
          </p:sp>
          <p:graphicFrame>
            <p:nvGraphicFramePr>
              <p:cNvPr id="15418" name="Object 20"/>
              <p:cNvGraphicFramePr>
                <a:graphicFrameLocks noChangeAspect="1"/>
              </p:cNvGraphicFramePr>
              <p:nvPr/>
            </p:nvGraphicFramePr>
            <p:xfrm>
              <a:off x="4495" y="1871"/>
              <a:ext cx="240" cy="260"/>
            </p:xfrm>
            <a:graphic>
              <a:graphicData uri="http://schemas.openxmlformats.org/presentationml/2006/ole">
                <mc:AlternateContent xmlns:mc="http://schemas.openxmlformats.org/markup-compatibility/2006">
                  <mc:Choice xmlns:v="urn:schemas-microsoft-com:vml" Requires="v">
                    <p:oleObj r:id="rId40" imgW="177800" imgH="190500" progId="Equation.3">
                      <p:embed/>
                    </p:oleObj>
                  </mc:Choice>
                  <mc:Fallback>
                    <p:oleObj r:id="rId40" imgW="177800" imgH="190500" progId="Equation.3">
                      <p:embed/>
                      <p:pic>
                        <p:nvPicPr>
                          <p:cNvPr id="0" name="图片 3310"/>
                          <p:cNvPicPr/>
                          <p:nvPr/>
                        </p:nvPicPr>
                        <p:blipFill>
                          <a:blip r:embed="rId24"/>
                          <a:stretch>
                            <a:fillRect/>
                          </a:stretch>
                        </p:blipFill>
                        <p:spPr>
                          <a:xfrm>
                            <a:off x="4495" y="1871"/>
                            <a:ext cx="240" cy="260"/>
                          </a:xfrm>
                          <a:prstGeom prst="rect">
                            <a:avLst/>
                          </a:prstGeom>
                          <a:noFill/>
                          <a:ln w="38100">
                            <a:noFill/>
                            <a:miter/>
                          </a:ln>
                        </p:spPr>
                      </p:pic>
                    </p:oleObj>
                  </mc:Fallback>
                </mc:AlternateContent>
              </a:graphicData>
            </a:graphic>
          </p:graphicFrame>
          <p:graphicFrame>
            <p:nvGraphicFramePr>
              <p:cNvPr id="15419" name="Object 24"/>
              <p:cNvGraphicFramePr>
                <a:graphicFrameLocks noChangeAspect="1"/>
              </p:cNvGraphicFramePr>
              <p:nvPr/>
            </p:nvGraphicFramePr>
            <p:xfrm>
              <a:off x="4397" y="2400"/>
              <a:ext cx="202" cy="213"/>
            </p:xfrm>
            <a:graphic>
              <a:graphicData uri="http://schemas.openxmlformats.org/presentationml/2006/ole">
                <mc:AlternateContent xmlns:mc="http://schemas.openxmlformats.org/markup-compatibility/2006">
                  <mc:Choice xmlns:v="urn:schemas-microsoft-com:vml" Requires="v">
                    <p:oleObj r:id="rId41" imgW="165100" imgH="190500" progId="Equation.3">
                      <p:embed/>
                    </p:oleObj>
                  </mc:Choice>
                  <mc:Fallback>
                    <p:oleObj r:id="rId41" imgW="165100" imgH="190500" progId="Equation.3">
                      <p:embed/>
                      <p:pic>
                        <p:nvPicPr>
                          <p:cNvPr id="0" name="图片 3306"/>
                          <p:cNvPicPr/>
                          <p:nvPr/>
                        </p:nvPicPr>
                        <p:blipFill>
                          <a:blip r:embed="rId26"/>
                          <a:stretch>
                            <a:fillRect/>
                          </a:stretch>
                        </p:blipFill>
                        <p:spPr>
                          <a:xfrm>
                            <a:off x="4397" y="2400"/>
                            <a:ext cx="202" cy="213"/>
                          </a:xfrm>
                          <a:prstGeom prst="rect">
                            <a:avLst/>
                          </a:prstGeom>
                          <a:noFill/>
                          <a:ln w="38100">
                            <a:noFill/>
                            <a:miter/>
                          </a:ln>
                        </p:spPr>
                      </p:pic>
                    </p:oleObj>
                  </mc:Fallback>
                </mc:AlternateContent>
              </a:graphicData>
            </a:graphic>
          </p:graphicFrame>
          <p:graphicFrame>
            <p:nvGraphicFramePr>
              <p:cNvPr id="15420" name="Object 26"/>
              <p:cNvGraphicFramePr>
                <a:graphicFrameLocks noChangeAspect="1"/>
              </p:cNvGraphicFramePr>
              <p:nvPr/>
            </p:nvGraphicFramePr>
            <p:xfrm>
              <a:off x="4006" y="1438"/>
              <a:ext cx="252" cy="268"/>
            </p:xfrm>
            <a:graphic>
              <a:graphicData uri="http://schemas.openxmlformats.org/presentationml/2006/ole">
                <mc:AlternateContent xmlns:mc="http://schemas.openxmlformats.org/markup-compatibility/2006">
                  <mc:Choice xmlns:v="urn:schemas-microsoft-com:vml" Requires="v">
                    <p:oleObj r:id="rId42" imgW="215900" imgH="228600" progId="Equation.3">
                      <p:embed/>
                    </p:oleObj>
                  </mc:Choice>
                  <mc:Fallback>
                    <p:oleObj r:id="rId42" imgW="215900" imgH="228600" progId="Equation.3">
                      <p:embed/>
                      <p:pic>
                        <p:nvPicPr>
                          <p:cNvPr id="0" name="图片 3307"/>
                          <p:cNvPicPr/>
                          <p:nvPr/>
                        </p:nvPicPr>
                        <p:blipFill>
                          <a:blip r:embed="rId28"/>
                          <a:stretch>
                            <a:fillRect/>
                          </a:stretch>
                        </p:blipFill>
                        <p:spPr>
                          <a:xfrm>
                            <a:off x="4006" y="1438"/>
                            <a:ext cx="252" cy="268"/>
                          </a:xfrm>
                          <a:prstGeom prst="rect">
                            <a:avLst/>
                          </a:prstGeom>
                          <a:noFill/>
                          <a:ln w="38100">
                            <a:noFill/>
                            <a:miter/>
                          </a:ln>
                        </p:spPr>
                      </p:pic>
                    </p:oleObj>
                  </mc:Fallback>
                </mc:AlternateContent>
              </a:graphicData>
            </a:graphic>
          </p:graphicFrame>
          <p:sp>
            <p:nvSpPr>
              <p:cNvPr id="15421" name="Rectangle 27" descr="深色下对角线"/>
              <p:cNvSpPr/>
              <p:nvPr/>
            </p:nvSpPr>
            <p:spPr>
              <a:xfrm>
                <a:off x="1660" y="2149"/>
                <a:ext cx="52" cy="427"/>
              </a:xfrm>
              <a:prstGeom prst="rect">
                <a:avLst/>
              </a:prstGeom>
              <a:blipFill rotWithShape="0">
                <a:blip r:embed="rId15"/>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5422" name="Object 28"/>
              <p:cNvGraphicFramePr>
                <a:graphicFrameLocks noChangeAspect="1"/>
              </p:cNvGraphicFramePr>
              <p:nvPr/>
            </p:nvGraphicFramePr>
            <p:xfrm>
              <a:off x="2559" y="1400"/>
              <a:ext cx="268" cy="539"/>
            </p:xfrm>
            <a:graphic>
              <a:graphicData uri="http://schemas.openxmlformats.org/presentationml/2006/ole">
                <mc:AlternateContent xmlns:mc="http://schemas.openxmlformats.org/markup-compatibility/2006">
                  <mc:Choice xmlns:v="urn:schemas-microsoft-com:vml" Requires="v">
                    <p:oleObj r:id="rId29" imgW="165100" imgH="316865" progId="Equation.3">
                      <p:embed/>
                    </p:oleObj>
                  </mc:Choice>
                  <mc:Fallback>
                    <p:oleObj r:id="rId29" imgW="165100" imgH="316865" progId="Equation.3">
                      <p:embed/>
                      <p:pic>
                        <p:nvPicPr>
                          <p:cNvPr id="0" name="图片 3319"/>
                          <p:cNvPicPr/>
                          <p:nvPr/>
                        </p:nvPicPr>
                        <p:blipFill>
                          <a:blip r:embed="rId30"/>
                          <a:stretch>
                            <a:fillRect/>
                          </a:stretch>
                        </p:blipFill>
                        <p:spPr>
                          <a:xfrm>
                            <a:off x="2559" y="1400"/>
                            <a:ext cx="268" cy="539"/>
                          </a:xfrm>
                          <a:prstGeom prst="rect">
                            <a:avLst/>
                          </a:prstGeom>
                          <a:noFill/>
                          <a:ln w="38100">
                            <a:noFill/>
                            <a:miter/>
                          </a:ln>
                        </p:spPr>
                      </p:pic>
                    </p:oleObj>
                  </mc:Fallback>
                </mc:AlternateContent>
              </a:graphicData>
            </a:graphic>
          </p:graphicFrame>
          <p:graphicFrame>
            <p:nvGraphicFramePr>
              <p:cNvPr id="15423" name="Object 29"/>
              <p:cNvGraphicFramePr>
                <a:graphicFrameLocks noChangeAspect="1"/>
              </p:cNvGraphicFramePr>
              <p:nvPr/>
            </p:nvGraphicFramePr>
            <p:xfrm>
              <a:off x="3334" y="1881"/>
              <a:ext cx="310" cy="534"/>
            </p:xfrm>
            <a:graphic>
              <a:graphicData uri="http://schemas.openxmlformats.org/presentationml/2006/ole">
                <mc:AlternateContent xmlns:mc="http://schemas.openxmlformats.org/markup-compatibility/2006">
                  <mc:Choice xmlns:v="urn:schemas-microsoft-com:vml" Requires="v">
                    <p:oleObj r:id="rId31" imgW="190500" imgH="317500" progId="Equation.3">
                      <p:embed/>
                    </p:oleObj>
                  </mc:Choice>
                  <mc:Fallback>
                    <p:oleObj r:id="rId31" imgW="190500" imgH="317500" progId="Equation.3">
                      <p:embed/>
                      <p:pic>
                        <p:nvPicPr>
                          <p:cNvPr id="0" name="图片 3308"/>
                          <p:cNvPicPr/>
                          <p:nvPr/>
                        </p:nvPicPr>
                        <p:blipFill>
                          <a:blip r:embed="rId32"/>
                          <a:stretch>
                            <a:fillRect/>
                          </a:stretch>
                        </p:blipFill>
                        <p:spPr>
                          <a:xfrm>
                            <a:off x="3334" y="1881"/>
                            <a:ext cx="310" cy="534"/>
                          </a:xfrm>
                          <a:prstGeom prst="rect">
                            <a:avLst/>
                          </a:prstGeom>
                          <a:noFill/>
                          <a:ln w="38100">
                            <a:noFill/>
                            <a:miter/>
                          </a:ln>
                        </p:spPr>
                      </p:pic>
                    </p:oleObj>
                  </mc:Fallback>
                </mc:AlternateContent>
              </a:graphicData>
            </a:graphic>
          </p:graphicFrame>
          <p:sp>
            <p:nvSpPr>
              <p:cNvPr id="15424" name="Line 30"/>
              <p:cNvSpPr/>
              <p:nvPr/>
            </p:nvSpPr>
            <p:spPr>
              <a:xfrm flipV="1">
                <a:off x="1629" y="1667"/>
                <a:ext cx="2738" cy="481"/>
              </a:xfrm>
              <a:prstGeom prst="line">
                <a:avLst/>
              </a:prstGeom>
              <a:ln w="28575" cap="flat" cmpd="sng">
                <a:solidFill>
                  <a:srgbClr val="FF6600"/>
                </a:solidFill>
                <a:prstDash val="solid"/>
                <a:round/>
                <a:headEnd type="none" w="sm" len="lg"/>
                <a:tailEnd type="none" w="sm" len="lg"/>
              </a:ln>
            </p:spPr>
          </p:sp>
          <p:sp>
            <p:nvSpPr>
              <p:cNvPr id="15425" name="Line 31"/>
              <p:cNvSpPr/>
              <p:nvPr/>
            </p:nvSpPr>
            <p:spPr>
              <a:xfrm flipV="1">
                <a:off x="1674" y="1667"/>
                <a:ext cx="2693" cy="1015"/>
              </a:xfrm>
              <a:prstGeom prst="line">
                <a:avLst/>
              </a:prstGeom>
              <a:ln w="28575" cap="flat" cmpd="sng">
                <a:solidFill>
                  <a:srgbClr val="FF6600"/>
                </a:solidFill>
                <a:prstDash val="solid"/>
                <a:round/>
                <a:headEnd type="none" w="sm" len="lg"/>
                <a:tailEnd type="none" w="sm" len="lg"/>
              </a:ln>
            </p:spPr>
          </p:sp>
          <p:sp>
            <p:nvSpPr>
              <p:cNvPr id="15426" name="Freeform 32"/>
              <p:cNvSpPr/>
              <p:nvPr/>
            </p:nvSpPr>
            <p:spPr>
              <a:xfrm>
                <a:off x="1105" y="2139"/>
                <a:ext cx="553" cy="614"/>
              </a:xfrm>
              <a:custGeom>
                <a:avLst/>
                <a:gdLst/>
                <a:ahLst/>
                <a:cxnLst>
                  <a:cxn ang="0">
                    <a:pos x="0" y="1894"/>
                  </a:cxn>
                  <a:cxn ang="0">
                    <a:pos x="2218" y="0"/>
                  </a:cxn>
                </a:cxnLst>
                <a:rect l="0" t="0" r="0" b="0"/>
                <a:pathLst>
                  <a:path w="554" h="248">
                    <a:moveTo>
                      <a:pt x="0" y="248"/>
                    </a:moveTo>
                    <a:lnTo>
                      <a:pt x="554" y="0"/>
                    </a:lnTo>
                  </a:path>
                </a:pathLst>
              </a:custGeom>
              <a:noFill/>
              <a:ln w="19050" cap="flat" cmpd="sng">
                <a:solidFill>
                  <a:srgbClr val="FF6600"/>
                </a:solidFill>
                <a:prstDash val="solid"/>
                <a:round/>
                <a:headEnd type="none" w="med" len="med"/>
                <a:tailEnd type="none" w="med" len="med"/>
              </a:ln>
            </p:spPr>
            <p:txBody>
              <a:bodyPr/>
              <a:lstStyle/>
              <a:p>
                <a:endParaRPr lang="zh-CN" altLang="en-US"/>
              </a:p>
            </p:txBody>
          </p:sp>
          <p:sp>
            <p:nvSpPr>
              <p:cNvPr id="15427" name="Line 33"/>
              <p:cNvSpPr/>
              <p:nvPr/>
            </p:nvSpPr>
            <p:spPr>
              <a:xfrm flipV="1">
                <a:off x="1105" y="2682"/>
                <a:ext cx="569" cy="107"/>
              </a:xfrm>
              <a:prstGeom prst="line">
                <a:avLst/>
              </a:prstGeom>
              <a:ln w="19050" cap="flat" cmpd="sng">
                <a:solidFill>
                  <a:srgbClr val="FF6600"/>
                </a:solidFill>
                <a:prstDash val="solid"/>
                <a:round/>
                <a:headEnd type="none" w="med" len="med"/>
                <a:tailEnd type="none" w="med" len="med"/>
              </a:ln>
            </p:spPr>
          </p:sp>
          <p:sp>
            <p:nvSpPr>
              <p:cNvPr id="15428" name="Line 34"/>
              <p:cNvSpPr/>
              <p:nvPr/>
            </p:nvSpPr>
            <p:spPr>
              <a:xfrm>
                <a:off x="2992" y="3087"/>
                <a:ext cx="1395" cy="0"/>
              </a:xfrm>
              <a:prstGeom prst="line">
                <a:avLst/>
              </a:prstGeom>
              <a:ln w="19050" cap="flat" cmpd="sng">
                <a:solidFill>
                  <a:srgbClr val="FF3399"/>
                </a:solidFill>
                <a:prstDash val="solid"/>
                <a:round/>
                <a:headEnd type="none" w="med" len="med"/>
                <a:tailEnd type="triangle" w="sm" len="lg"/>
              </a:ln>
            </p:spPr>
          </p:sp>
          <p:sp>
            <p:nvSpPr>
              <p:cNvPr id="15429" name="Line 35"/>
              <p:cNvSpPr/>
              <p:nvPr/>
            </p:nvSpPr>
            <p:spPr>
              <a:xfrm flipH="1">
                <a:off x="1701" y="3087"/>
                <a:ext cx="1033" cy="0"/>
              </a:xfrm>
              <a:prstGeom prst="line">
                <a:avLst/>
              </a:prstGeom>
              <a:ln w="19050" cap="flat" cmpd="sng">
                <a:solidFill>
                  <a:srgbClr val="FF3399"/>
                </a:solidFill>
                <a:prstDash val="solid"/>
                <a:round/>
                <a:headEnd type="none" w="med" len="med"/>
                <a:tailEnd type="triangle" w="sm" len="lg"/>
              </a:ln>
            </p:spPr>
          </p:sp>
          <p:sp>
            <p:nvSpPr>
              <p:cNvPr id="15430" name="AutoShape 37"/>
              <p:cNvSpPr>
                <a:spLocks noChangeAspect="1" noTextEdit="1"/>
              </p:cNvSpPr>
              <p:nvPr/>
            </p:nvSpPr>
            <p:spPr>
              <a:xfrm>
                <a:off x="1119" y="2069"/>
                <a:ext cx="356" cy="311"/>
              </a:xfrm>
              <a:prstGeom prst="rect">
                <a:avLst/>
              </a:prstGeom>
              <a:noFill/>
              <a:ln w="9525">
                <a:noFill/>
              </a:ln>
            </p:spPr>
            <p:txBody>
              <a:bodyPr anchor="t" anchorCtr="0"/>
              <a:lstStyle/>
              <a:p>
                <a:pPr eaLnBrk="0" hangingPunct="0"/>
                <a:endParaRPr lang="zh-CN" altLang="en-US">
                  <a:latin typeface="Verdana" panose="020B0604030504040204" pitchFamily="34" charset="0"/>
                  <a:ea typeface="宋体" panose="02010600030101010101" pitchFamily="2" charset="-122"/>
                </a:endParaRPr>
              </a:p>
            </p:txBody>
          </p:sp>
          <p:graphicFrame>
            <p:nvGraphicFramePr>
              <p:cNvPr id="15431" name="Object 42"/>
              <p:cNvGraphicFramePr>
                <a:graphicFrameLocks noChangeAspect="1"/>
              </p:cNvGraphicFramePr>
              <p:nvPr/>
            </p:nvGraphicFramePr>
            <p:xfrm>
              <a:off x="2744" y="2931"/>
              <a:ext cx="272" cy="253"/>
            </p:xfrm>
            <a:graphic>
              <a:graphicData uri="http://schemas.openxmlformats.org/presentationml/2006/ole">
                <mc:AlternateContent xmlns:mc="http://schemas.openxmlformats.org/markup-compatibility/2006">
                  <mc:Choice xmlns:v="urn:schemas-microsoft-com:vml" Requires="v">
                    <p:oleObj r:id="rId33" imgW="177800" imgH="165100" progId="Equation.3">
                      <p:embed/>
                    </p:oleObj>
                  </mc:Choice>
                  <mc:Fallback>
                    <p:oleObj r:id="rId33" imgW="177800" imgH="165100" progId="Equation.3">
                      <p:embed/>
                      <p:pic>
                        <p:nvPicPr>
                          <p:cNvPr id="0" name="图片 3315"/>
                          <p:cNvPicPr/>
                          <p:nvPr/>
                        </p:nvPicPr>
                        <p:blipFill>
                          <a:blip r:embed="rId34"/>
                          <a:stretch>
                            <a:fillRect/>
                          </a:stretch>
                        </p:blipFill>
                        <p:spPr>
                          <a:xfrm>
                            <a:off x="2744" y="2931"/>
                            <a:ext cx="272" cy="253"/>
                          </a:xfrm>
                          <a:prstGeom prst="rect">
                            <a:avLst/>
                          </a:prstGeom>
                          <a:noFill/>
                          <a:ln w="38100">
                            <a:noFill/>
                            <a:miter/>
                          </a:ln>
                        </p:spPr>
                      </p:pic>
                    </p:oleObj>
                  </mc:Fallback>
                </mc:AlternateContent>
              </a:graphicData>
            </a:graphic>
          </p:graphicFrame>
        </p:grpSp>
        <p:graphicFrame>
          <p:nvGraphicFramePr>
            <p:cNvPr id="15432" name="Object 28"/>
            <p:cNvGraphicFramePr>
              <a:graphicFrameLocks noChangeAspect="1"/>
            </p:cNvGraphicFramePr>
            <p:nvPr/>
          </p:nvGraphicFramePr>
          <p:xfrm>
            <a:off x="6351" y="1659"/>
            <a:ext cx="222" cy="582"/>
          </p:xfrm>
          <a:graphic>
            <a:graphicData uri="http://schemas.openxmlformats.org/presentationml/2006/ole">
              <mc:AlternateContent xmlns:mc="http://schemas.openxmlformats.org/markup-compatibility/2006">
                <mc:Choice xmlns:v="urn:schemas-microsoft-com:vml" Requires="v">
                  <p:oleObj r:id="rId43" imgW="114300" imgH="241300" progId="Equation.3">
                    <p:embed/>
                  </p:oleObj>
                </mc:Choice>
                <mc:Fallback>
                  <p:oleObj r:id="rId43" imgW="114300" imgH="241300" progId="Equation.3">
                    <p:embed/>
                    <p:pic>
                      <p:nvPicPr>
                        <p:cNvPr id="0" name="图片 3309"/>
                        <p:cNvPicPr/>
                        <p:nvPr/>
                      </p:nvPicPr>
                      <p:blipFill>
                        <a:blip r:embed="rId44"/>
                        <a:stretch>
                          <a:fillRect/>
                        </a:stretch>
                      </p:blipFill>
                      <p:spPr>
                        <a:xfrm>
                          <a:off x="6351" y="1659"/>
                          <a:ext cx="222" cy="582"/>
                        </a:xfrm>
                        <a:prstGeom prst="rect">
                          <a:avLst/>
                        </a:prstGeom>
                        <a:noFill/>
                        <a:ln w="38100">
                          <a:noFill/>
                          <a:miter/>
                        </a:ln>
                      </p:spPr>
                    </p:pic>
                  </p:oleObj>
                </mc:Fallback>
              </mc:AlternateContent>
            </a:graphicData>
          </a:graphic>
        </p:graphicFrame>
        <p:graphicFrame>
          <p:nvGraphicFramePr>
            <p:cNvPr id="15433" name="Object 29"/>
            <p:cNvGraphicFramePr>
              <a:graphicFrameLocks noChangeAspect="1"/>
            </p:cNvGraphicFramePr>
            <p:nvPr/>
          </p:nvGraphicFramePr>
          <p:xfrm>
            <a:off x="6386" y="2997"/>
            <a:ext cx="248" cy="575"/>
          </p:xfrm>
          <a:graphic>
            <a:graphicData uri="http://schemas.openxmlformats.org/presentationml/2006/ole">
              <mc:AlternateContent xmlns:mc="http://schemas.openxmlformats.org/markup-compatibility/2006">
                <mc:Choice xmlns:v="urn:schemas-microsoft-com:vml" Requires="v">
                  <p:oleObj r:id="rId45" imgW="127000" imgH="241300" progId="Equation.3">
                    <p:embed/>
                  </p:oleObj>
                </mc:Choice>
                <mc:Fallback>
                  <p:oleObj r:id="rId45" imgW="127000" imgH="241300" progId="Equation.3">
                    <p:embed/>
                    <p:pic>
                      <p:nvPicPr>
                        <p:cNvPr id="0" name="图片 3311"/>
                        <p:cNvPicPr/>
                        <p:nvPr/>
                      </p:nvPicPr>
                      <p:blipFill>
                        <a:blip r:embed="rId46"/>
                        <a:stretch>
                          <a:fillRect/>
                        </a:stretch>
                      </p:blipFill>
                      <p:spPr>
                        <a:xfrm>
                          <a:off x="6386" y="2997"/>
                          <a:ext cx="248" cy="575"/>
                        </a:xfrm>
                        <a:prstGeom prst="rect">
                          <a:avLst/>
                        </a:prstGeom>
                        <a:noFill/>
                        <a:ln w="38100">
                          <a:noFill/>
                          <a:miter/>
                        </a:ln>
                      </p:spPr>
                    </p:pic>
                  </p:oleObj>
                </mc:Fallback>
              </mc:AlternateContent>
            </a:graphicData>
          </a:graphic>
        </p:graphicFrame>
      </p:grpSp>
      <p:graphicFrame>
        <p:nvGraphicFramePr>
          <p:cNvPr id="17451" name="Object 64"/>
          <p:cNvGraphicFramePr>
            <a:graphicFrameLocks noChangeAspect="1"/>
          </p:cNvGraphicFramePr>
          <p:nvPr/>
        </p:nvGraphicFramePr>
        <p:xfrm>
          <a:off x="7059613" y="611188"/>
          <a:ext cx="1638300" cy="1568450"/>
        </p:xfrm>
        <a:graphic>
          <a:graphicData uri="http://schemas.openxmlformats.org/presentationml/2006/ole">
            <mc:AlternateContent xmlns:mc="http://schemas.openxmlformats.org/markup-compatibility/2006">
              <mc:Choice xmlns:v="urn:schemas-microsoft-com:vml" Requires="v">
                <p:oleObj r:id="rId47" imgW="952500" imgH="914400" progId="Equation.DSMT4">
                  <p:embed/>
                </p:oleObj>
              </mc:Choice>
              <mc:Fallback>
                <p:oleObj r:id="rId47" imgW="952500" imgH="914400" progId="Equation.DSMT4">
                  <p:embed/>
                  <p:pic>
                    <p:nvPicPr>
                      <p:cNvPr id="0" name="图片 3316"/>
                      <p:cNvPicPr/>
                      <p:nvPr/>
                    </p:nvPicPr>
                    <p:blipFill>
                      <a:blip r:embed="rId48"/>
                      <a:stretch>
                        <a:fillRect/>
                      </a:stretch>
                    </p:blipFill>
                    <p:spPr>
                      <a:xfrm>
                        <a:off x="7059613" y="611188"/>
                        <a:ext cx="1638300" cy="1568450"/>
                      </a:xfrm>
                      <a:prstGeom prst="rect">
                        <a:avLst/>
                      </a:prstGeom>
                      <a:noFill/>
                      <a:ln w="38100">
                        <a:noFill/>
                        <a:miter/>
                      </a:ln>
                    </p:spPr>
                  </p:pic>
                </p:oleObj>
              </mc:Fallback>
            </mc:AlternateContent>
          </a:graphicData>
        </a:graphic>
      </p:graphicFrame>
      <p:graphicFrame>
        <p:nvGraphicFramePr>
          <p:cNvPr id="17453" name="Object 67"/>
          <p:cNvGraphicFramePr>
            <a:graphicFrameLocks noChangeAspect="1"/>
          </p:cNvGraphicFramePr>
          <p:nvPr/>
        </p:nvGraphicFramePr>
        <p:xfrm>
          <a:off x="4421188" y="2797175"/>
          <a:ext cx="2063750" cy="788988"/>
        </p:xfrm>
        <a:graphic>
          <a:graphicData uri="http://schemas.openxmlformats.org/presentationml/2006/ole">
            <mc:AlternateContent xmlns:mc="http://schemas.openxmlformats.org/markup-compatibility/2006">
              <mc:Choice xmlns:v="urn:schemas-microsoft-com:vml" Requires="v">
                <p:oleObj r:id="rId49" imgW="1168400" imgH="419100" progId="Equation.DSMT4">
                  <p:embed/>
                </p:oleObj>
              </mc:Choice>
              <mc:Fallback>
                <p:oleObj r:id="rId49" imgW="1168400" imgH="419100" progId="Equation.DSMT4">
                  <p:embed/>
                  <p:pic>
                    <p:nvPicPr>
                      <p:cNvPr id="0" name="图片 3312"/>
                      <p:cNvPicPr/>
                      <p:nvPr/>
                    </p:nvPicPr>
                    <p:blipFill>
                      <a:blip r:embed="rId50"/>
                      <a:stretch>
                        <a:fillRect/>
                      </a:stretch>
                    </p:blipFill>
                    <p:spPr>
                      <a:xfrm>
                        <a:off x="4421188" y="2797175"/>
                        <a:ext cx="2063750" cy="788988"/>
                      </a:xfrm>
                      <a:prstGeom prst="rect">
                        <a:avLst/>
                      </a:prstGeom>
                      <a:noFill/>
                      <a:ln w="38100">
                        <a:noFill/>
                        <a:miter/>
                      </a:ln>
                    </p:spPr>
                  </p:pic>
                </p:oleObj>
              </mc:Fallback>
            </mc:AlternateContent>
          </a:graphicData>
        </a:graphic>
      </p:graphicFrame>
      <p:sp>
        <p:nvSpPr>
          <p:cNvPr id="17454" name="文本框 16"/>
          <p:cNvSpPr txBox="1"/>
          <p:nvPr/>
        </p:nvSpPr>
        <p:spPr>
          <a:xfrm>
            <a:off x="3679825" y="2879725"/>
            <a:ext cx="841375" cy="706438"/>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明纹中心</a:t>
            </a:r>
          </a:p>
        </p:txBody>
      </p:sp>
      <p:graphicFrame>
        <p:nvGraphicFramePr>
          <p:cNvPr id="17455" name="Object 72"/>
          <p:cNvGraphicFramePr>
            <a:graphicFrameLocks noChangeAspect="1"/>
          </p:cNvGraphicFramePr>
          <p:nvPr/>
        </p:nvGraphicFramePr>
        <p:xfrm>
          <a:off x="4448175" y="3659188"/>
          <a:ext cx="1630363" cy="757237"/>
        </p:xfrm>
        <a:graphic>
          <a:graphicData uri="http://schemas.openxmlformats.org/presentationml/2006/ole">
            <mc:AlternateContent xmlns:mc="http://schemas.openxmlformats.org/markup-compatibility/2006">
              <mc:Choice xmlns:v="urn:schemas-microsoft-com:vml" Requires="v">
                <p:oleObj r:id="rId51" imgW="965200" imgH="419100" progId="Equation.3">
                  <p:embed/>
                </p:oleObj>
              </mc:Choice>
              <mc:Fallback>
                <p:oleObj r:id="rId51" imgW="965200" imgH="419100" progId="Equation.3">
                  <p:embed/>
                  <p:pic>
                    <p:nvPicPr>
                      <p:cNvPr id="0" name="图片 3274"/>
                      <p:cNvPicPr/>
                      <p:nvPr/>
                    </p:nvPicPr>
                    <p:blipFill>
                      <a:blip r:embed="rId52"/>
                      <a:stretch>
                        <a:fillRect/>
                      </a:stretch>
                    </p:blipFill>
                    <p:spPr>
                      <a:xfrm>
                        <a:off x="4448175" y="3659188"/>
                        <a:ext cx="1630363" cy="757237"/>
                      </a:xfrm>
                      <a:prstGeom prst="rect">
                        <a:avLst/>
                      </a:prstGeom>
                      <a:noFill/>
                      <a:ln w="38100">
                        <a:noFill/>
                        <a:miter/>
                      </a:ln>
                    </p:spPr>
                  </p:pic>
                </p:oleObj>
              </mc:Fallback>
            </mc:AlternateContent>
          </a:graphicData>
        </a:graphic>
      </p:graphicFrame>
      <p:sp>
        <p:nvSpPr>
          <p:cNvPr id="17456" name="Text Box 73"/>
          <p:cNvSpPr txBox="1"/>
          <p:nvPr/>
        </p:nvSpPr>
        <p:spPr>
          <a:xfrm>
            <a:off x="3679825" y="3689350"/>
            <a:ext cx="706438" cy="706438"/>
          </a:xfrm>
          <a:prstGeom prst="rect">
            <a:avLst/>
          </a:prstGeom>
          <a:noFill/>
          <a:ln w="9525">
            <a:noFill/>
          </a:ln>
        </p:spPr>
        <p:txBody>
          <a:bodyPr wrap="square" anchor="t" anchorCtr="0">
            <a:spAutoFit/>
          </a:bodyPr>
          <a:lstStyle/>
          <a:p>
            <a:pPr>
              <a:spcBef>
                <a:spcPct val="50000"/>
              </a:spcBef>
            </a:pPr>
            <a:r>
              <a:rPr lang="zh-CN" altLang="en-US" sz="2000" b="1" dirty="0">
                <a:solidFill>
                  <a:srgbClr val="CC0000"/>
                </a:solidFill>
                <a:latin typeface="Times New Roman" panose="02020603050405020304" pitchFamily="18" charset="0"/>
                <a:ea typeface="楷体_GB2312" pitchFamily="1" charset="-122"/>
              </a:rPr>
              <a:t>中央明纹</a:t>
            </a:r>
            <a:endParaRPr lang="zh-CN" altLang="en-US" sz="2000" b="1" dirty="0">
              <a:solidFill>
                <a:srgbClr val="FF0000"/>
              </a:solidFill>
              <a:latin typeface="Verdana" panose="020B0604030504040204" pitchFamily="34" charset="0"/>
              <a:ea typeface="楷体_GB2312" pitchFamily="1" charset="-122"/>
            </a:endParaRPr>
          </a:p>
        </p:txBody>
      </p:sp>
      <p:graphicFrame>
        <p:nvGraphicFramePr>
          <p:cNvPr id="17457" name="Object 67"/>
          <p:cNvGraphicFramePr>
            <a:graphicFrameLocks noChangeAspect="1"/>
          </p:cNvGraphicFramePr>
          <p:nvPr/>
        </p:nvGraphicFramePr>
        <p:xfrm>
          <a:off x="7639050" y="3709988"/>
          <a:ext cx="1057275" cy="666750"/>
        </p:xfrm>
        <a:graphic>
          <a:graphicData uri="http://schemas.openxmlformats.org/presentationml/2006/ole">
            <mc:AlternateContent xmlns:mc="http://schemas.openxmlformats.org/markup-compatibility/2006">
              <mc:Choice xmlns:v="urn:schemas-microsoft-com:vml" Requires="v">
                <p:oleObj r:id="rId53" imgW="685800" imgH="405765" progId="Equation.DSMT4">
                  <p:embed/>
                </p:oleObj>
              </mc:Choice>
              <mc:Fallback>
                <p:oleObj r:id="rId53" imgW="685800" imgH="405765" progId="Equation.DSMT4">
                  <p:embed/>
                  <p:pic>
                    <p:nvPicPr>
                      <p:cNvPr id="0" name="图片 3275"/>
                      <p:cNvPicPr/>
                      <p:nvPr/>
                    </p:nvPicPr>
                    <p:blipFill>
                      <a:blip r:embed="rId54"/>
                      <a:stretch>
                        <a:fillRect/>
                      </a:stretch>
                    </p:blipFill>
                    <p:spPr>
                      <a:xfrm>
                        <a:off x="7639050" y="3709988"/>
                        <a:ext cx="1057275" cy="666750"/>
                      </a:xfrm>
                      <a:prstGeom prst="rect">
                        <a:avLst/>
                      </a:prstGeom>
                      <a:noFill/>
                      <a:ln w="38100">
                        <a:noFill/>
                        <a:miter/>
                      </a:ln>
                    </p:spPr>
                  </p:pic>
                </p:oleObj>
              </mc:Fallback>
            </mc:AlternateContent>
          </a:graphicData>
        </a:graphic>
      </p:graphicFrame>
      <p:sp>
        <p:nvSpPr>
          <p:cNvPr id="17458" name="文本框 22"/>
          <p:cNvSpPr txBox="1"/>
          <p:nvPr/>
        </p:nvSpPr>
        <p:spPr>
          <a:xfrm>
            <a:off x="6826250" y="3709988"/>
            <a:ext cx="812800" cy="706437"/>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明纹间距</a:t>
            </a:r>
          </a:p>
        </p:txBody>
      </p:sp>
      <p:graphicFrame>
        <p:nvGraphicFramePr>
          <p:cNvPr id="21585" name="对象 46"/>
          <p:cNvGraphicFramePr/>
          <p:nvPr/>
        </p:nvGraphicFramePr>
        <p:xfrm>
          <a:off x="6345238" y="4432300"/>
          <a:ext cx="1293812" cy="657225"/>
        </p:xfrm>
        <a:graphic>
          <a:graphicData uri="http://schemas.openxmlformats.org/presentationml/2006/ole">
            <mc:AlternateContent xmlns:mc="http://schemas.openxmlformats.org/markup-compatibility/2006">
              <mc:Choice xmlns:v="urn:schemas-microsoft-com:vml" Requires="v">
                <p:oleObj r:id="rId55" imgW="711200" imgH="419100" progId="Equation.DSMT4">
                  <p:embed/>
                </p:oleObj>
              </mc:Choice>
              <mc:Fallback>
                <p:oleObj r:id="rId55" imgW="711200" imgH="419100" progId="Equation.DSMT4">
                  <p:embed/>
                  <p:pic>
                    <p:nvPicPr>
                      <p:cNvPr id="0" name="图片 3273"/>
                      <p:cNvPicPr/>
                      <p:nvPr/>
                    </p:nvPicPr>
                    <p:blipFill>
                      <a:blip r:embed="rId56"/>
                      <a:stretch>
                        <a:fillRect/>
                      </a:stretch>
                    </p:blipFill>
                    <p:spPr>
                      <a:xfrm>
                        <a:off x="6345238" y="4432300"/>
                        <a:ext cx="1293812" cy="657225"/>
                      </a:xfrm>
                      <a:prstGeom prst="rect">
                        <a:avLst/>
                      </a:prstGeom>
                      <a:noFill/>
                      <a:ln w="38100">
                        <a:noFill/>
                        <a:miter/>
                      </a:ln>
                    </p:spPr>
                  </p:pic>
                </p:oleObj>
              </mc:Fallback>
            </mc:AlternateContent>
          </a:graphicData>
        </a:graphic>
      </p:graphicFrame>
      <p:sp>
        <p:nvSpPr>
          <p:cNvPr id="52" name="文本框 22"/>
          <p:cNvSpPr txBox="1"/>
          <p:nvPr/>
        </p:nvSpPr>
        <p:spPr>
          <a:xfrm>
            <a:off x="3654425" y="5903913"/>
            <a:ext cx="5402263" cy="706437"/>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与空气中相比：</a:t>
            </a:r>
            <a:r>
              <a:rPr lang="en-US" altLang="zh-CN" sz="2000" b="1" dirty="0">
                <a:solidFill>
                  <a:srgbClr val="CC0000"/>
                </a:solidFill>
                <a:latin typeface="Times New Roman" panose="02020603050405020304" pitchFamily="18" charset="0"/>
                <a:ea typeface="楷体_GB2312" pitchFamily="1" charset="-122"/>
                <a:sym typeface="宋体" panose="02010600030101010101" pitchFamily="2" charset="-122"/>
              </a:rPr>
              <a:t>1</a:t>
            </a:r>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）中央明纹位置向上平移，条纹间距不变；</a:t>
            </a:r>
            <a:r>
              <a:rPr lang="en-US" altLang="zh-CN" sz="2000" b="1" dirty="0">
                <a:solidFill>
                  <a:srgbClr val="CC0000"/>
                </a:solidFill>
                <a:latin typeface="Times New Roman" panose="02020603050405020304" pitchFamily="18" charset="0"/>
                <a:ea typeface="楷体_GB2312" pitchFamily="1" charset="-122"/>
                <a:sym typeface="宋体" panose="02010600030101010101" pitchFamily="2" charset="-122"/>
              </a:rPr>
              <a:t>2</a:t>
            </a:r>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）各级条纹向上平移</a:t>
            </a:r>
          </a:p>
        </p:txBody>
      </p:sp>
      <p:sp>
        <p:nvSpPr>
          <p:cNvPr id="47" name="文本框 22"/>
          <p:cNvSpPr txBox="1"/>
          <p:nvPr>
            <p:custDataLst>
              <p:tags r:id="rId1"/>
            </p:custDataLst>
          </p:nvPr>
        </p:nvSpPr>
        <p:spPr>
          <a:xfrm>
            <a:off x="3654425" y="4432300"/>
            <a:ext cx="2562225" cy="706438"/>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若原中央明纹处为明纹中心，该明纹级数</a:t>
            </a:r>
          </a:p>
        </p:txBody>
      </p:sp>
      <p:sp>
        <p:nvSpPr>
          <p:cNvPr id="2" name="文本框 22"/>
          <p:cNvSpPr txBox="1"/>
          <p:nvPr>
            <p:custDataLst>
              <p:tags r:id="rId2"/>
            </p:custDataLst>
          </p:nvPr>
        </p:nvSpPr>
        <p:spPr>
          <a:xfrm>
            <a:off x="3654425" y="5089525"/>
            <a:ext cx="2562225" cy="706438"/>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若原中央明纹处为暗纹中心，该暗纹级数</a:t>
            </a:r>
          </a:p>
        </p:txBody>
      </p:sp>
      <p:graphicFrame>
        <p:nvGraphicFramePr>
          <p:cNvPr id="3" name="对象 2"/>
          <p:cNvGraphicFramePr/>
          <p:nvPr>
            <p:custDataLst>
              <p:tags r:id="rId3"/>
            </p:custDataLst>
          </p:nvPr>
        </p:nvGraphicFramePr>
        <p:xfrm>
          <a:off x="6307138" y="5138738"/>
          <a:ext cx="1749425" cy="568325"/>
        </p:xfrm>
        <a:graphic>
          <a:graphicData uri="http://schemas.openxmlformats.org/presentationml/2006/ole">
            <mc:AlternateContent xmlns:mc="http://schemas.openxmlformats.org/markup-compatibility/2006">
              <mc:Choice xmlns:v="urn:schemas-microsoft-com:vml" Requires="v">
                <p:oleObj r:id="rId57" imgW="1270000" imgH="393700" progId="Equation.KSEE3">
                  <p:embed/>
                </p:oleObj>
              </mc:Choice>
              <mc:Fallback>
                <p:oleObj r:id="rId57" imgW="1270000" imgH="393700" progId="Equation.KSEE3">
                  <p:embed/>
                  <p:pic>
                    <p:nvPicPr>
                      <p:cNvPr id="0" name="图片 3276"/>
                      <p:cNvPicPr/>
                      <p:nvPr/>
                    </p:nvPicPr>
                    <p:blipFill>
                      <a:blip r:embed="rId58"/>
                      <a:stretch>
                        <a:fillRect/>
                      </a:stretch>
                    </p:blipFill>
                    <p:spPr>
                      <a:xfrm>
                        <a:off x="6307138" y="5138738"/>
                        <a:ext cx="1749425" cy="568325"/>
                      </a:xfrm>
                      <a:prstGeom prst="rect">
                        <a:avLst/>
                      </a:prstGeom>
                      <a:noFill/>
                      <a:ln w="38100">
                        <a:noFill/>
                        <a:miter/>
                      </a:ln>
                    </p:spPr>
                  </p:pic>
                </p:oleObj>
              </mc:Fallback>
            </mc:AlternateContent>
          </a:graphicData>
        </a:graphic>
      </p:graphicFrame>
      <p:graphicFrame>
        <p:nvGraphicFramePr>
          <p:cNvPr id="22597" name="Object 46"/>
          <p:cNvGraphicFramePr>
            <a:graphicFrameLocks noChangeAspect="1"/>
          </p:cNvGraphicFramePr>
          <p:nvPr/>
        </p:nvGraphicFramePr>
        <p:xfrm>
          <a:off x="7059613" y="2259013"/>
          <a:ext cx="1766887" cy="1044575"/>
        </p:xfrm>
        <a:graphic>
          <a:graphicData uri="http://schemas.openxmlformats.org/presentationml/2006/ole">
            <mc:AlternateContent xmlns:mc="http://schemas.openxmlformats.org/markup-compatibility/2006">
              <mc:Choice xmlns:v="urn:schemas-microsoft-com:vml" Requires="v">
                <p:oleObj r:id="rId59" imgW="1054100" imgH="660400" progId="Equation.DSMT4">
                  <p:embed/>
                </p:oleObj>
              </mc:Choice>
              <mc:Fallback>
                <p:oleObj r:id="rId59" imgW="1054100" imgH="660400" progId="Equation.DSMT4">
                  <p:embed/>
                  <p:pic>
                    <p:nvPicPr>
                      <p:cNvPr id="0" name="图片 3272"/>
                      <p:cNvPicPr/>
                      <p:nvPr/>
                    </p:nvPicPr>
                    <p:blipFill>
                      <a:blip r:embed="rId60"/>
                      <a:stretch>
                        <a:fillRect/>
                      </a:stretch>
                    </p:blipFill>
                    <p:spPr>
                      <a:xfrm>
                        <a:off x="7059613" y="2259013"/>
                        <a:ext cx="1766887" cy="10445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4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4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4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58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4" grpId="0"/>
      <p:bldP spid="17454" grpId="1"/>
      <p:bldP spid="17456" grpId="0"/>
      <p:bldP spid="17456" grpId="1"/>
      <p:bldP spid="17458" grpId="0"/>
      <p:bldP spid="17458" grpId="1"/>
      <p:bldP spid="52" grpId="0"/>
      <p:bldP spid="52" grpId="1"/>
      <p:bldP spid="47" grpId="0"/>
      <p:bldP spid="47" grpId="1"/>
      <p:bldP spid="2" grpId="0"/>
      <p:bldP spid="2"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矩形 1"/>
          <p:cNvSpPr/>
          <p:nvPr/>
        </p:nvSpPr>
        <p:spPr>
          <a:xfrm>
            <a:off x="3435350" y="106363"/>
            <a:ext cx="100013" cy="6657975"/>
          </a:xfrm>
          <a:prstGeom prst="rect">
            <a:avLst/>
          </a:prstGeom>
          <a:solidFill>
            <a:schemeClr val="accent1"/>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sp>
        <p:nvSpPr>
          <p:cNvPr id="16386" name="文本框 2"/>
          <p:cNvSpPr txBox="1"/>
          <p:nvPr/>
        </p:nvSpPr>
        <p:spPr>
          <a:xfrm>
            <a:off x="1187450" y="149225"/>
            <a:ext cx="1101725" cy="460375"/>
          </a:xfrm>
          <a:prstGeom prst="rect">
            <a:avLst/>
          </a:prstGeom>
          <a:noFill/>
          <a:ln w="9525">
            <a:noFill/>
          </a:ln>
        </p:spPr>
        <p:txBody>
          <a:bodyPr wrap="none" anchor="t" anchorCtr="0">
            <a:spAutoFit/>
          </a:bodyPr>
          <a:lstStyle/>
          <a:p>
            <a:pPr eaLnBrk="0" hangingPunct="0"/>
            <a:r>
              <a:rPr lang="zh-CN" altLang="en-US" sz="2400" b="1" dirty="0">
                <a:solidFill>
                  <a:srgbClr val="0000CC"/>
                </a:solidFill>
                <a:latin typeface="楷体_GB2312" pitchFamily="1" charset="-122"/>
                <a:ea typeface="楷体_GB2312" pitchFamily="1" charset="-122"/>
                <a:sym typeface="宋体" panose="02010600030101010101" pitchFamily="2" charset="-122"/>
              </a:rPr>
              <a:t>空气中</a:t>
            </a:r>
          </a:p>
        </p:txBody>
      </p:sp>
      <p:grpSp>
        <p:nvGrpSpPr>
          <p:cNvPr id="16387" name="组合 7"/>
          <p:cNvGrpSpPr/>
          <p:nvPr/>
        </p:nvGrpSpPr>
        <p:grpSpPr>
          <a:xfrm>
            <a:off x="111125" y="2913063"/>
            <a:ext cx="3246438" cy="1044575"/>
            <a:chOff x="174" y="5376"/>
            <a:chExt cx="5114" cy="1644"/>
          </a:xfrm>
        </p:grpSpPr>
        <p:graphicFrame>
          <p:nvGraphicFramePr>
            <p:cNvPr id="16388" name="Object 64"/>
            <p:cNvGraphicFramePr>
              <a:graphicFrameLocks noChangeAspect="1"/>
            </p:cNvGraphicFramePr>
            <p:nvPr/>
          </p:nvGraphicFramePr>
          <p:xfrm>
            <a:off x="174" y="5520"/>
            <a:ext cx="2691" cy="1164"/>
          </p:xfrm>
          <a:graphic>
            <a:graphicData uri="http://schemas.openxmlformats.org/presentationml/2006/ole">
              <mc:AlternateContent xmlns:mc="http://schemas.openxmlformats.org/markup-compatibility/2006">
                <mc:Choice xmlns:v="urn:schemas-microsoft-com:vml" Requires="v">
                  <p:oleObj r:id="rId2" imgW="1447800" imgH="405765" progId="Equation.DSMT4">
                    <p:embed/>
                  </p:oleObj>
                </mc:Choice>
                <mc:Fallback>
                  <p:oleObj r:id="rId2" imgW="1447800" imgH="405765" progId="Equation.DSMT4">
                    <p:embed/>
                    <p:pic>
                      <p:nvPicPr>
                        <p:cNvPr id="0" name="图片 3279"/>
                        <p:cNvPicPr/>
                        <p:nvPr/>
                      </p:nvPicPr>
                      <p:blipFill>
                        <a:blip r:embed="rId3"/>
                        <a:stretch>
                          <a:fillRect/>
                        </a:stretch>
                      </p:blipFill>
                      <p:spPr>
                        <a:xfrm>
                          <a:off x="174" y="5520"/>
                          <a:ext cx="2691" cy="1164"/>
                        </a:xfrm>
                        <a:prstGeom prst="rect">
                          <a:avLst/>
                        </a:prstGeom>
                        <a:noFill/>
                        <a:ln w="38100">
                          <a:noFill/>
                          <a:miter/>
                        </a:ln>
                      </p:spPr>
                    </p:pic>
                  </p:oleObj>
                </mc:Fallback>
              </mc:AlternateContent>
            </a:graphicData>
          </a:graphic>
        </p:graphicFrame>
        <p:graphicFrame>
          <p:nvGraphicFramePr>
            <p:cNvPr id="16389" name="Object 46"/>
            <p:cNvGraphicFramePr>
              <a:graphicFrameLocks noChangeAspect="1"/>
            </p:cNvGraphicFramePr>
            <p:nvPr/>
          </p:nvGraphicFramePr>
          <p:xfrm>
            <a:off x="2946" y="5376"/>
            <a:ext cx="2342" cy="1644"/>
          </p:xfrm>
          <a:graphic>
            <a:graphicData uri="http://schemas.openxmlformats.org/presentationml/2006/ole">
              <mc:AlternateContent xmlns:mc="http://schemas.openxmlformats.org/markup-compatibility/2006">
                <mc:Choice xmlns:v="urn:schemas-microsoft-com:vml" Requires="v">
                  <p:oleObj r:id="rId4" imgW="939800" imgH="660400" progId="Equation.DSMT4">
                    <p:embed/>
                  </p:oleObj>
                </mc:Choice>
                <mc:Fallback>
                  <p:oleObj r:id="rId4" imgW="939800" imgH="660400" progId="Equation.DSMT4">
                    <p:embed/>
                    <p:pic>
                      <p:nvPicPr>
                        <p:cNvPr id="0" name="图片 3278"/>
                        <p:cNvPicPr/>
                        <p:nvPr/>
                      </p:nvPicPr>
                      <p:blipFill>
                        <a:blip r:embed="rId5"/>
                        <a:stretch>
                          <a:fillRect/>
                        </a:stretch>
                      </p:blipFill>
                      <p:spPr>
                        <a:xfrm>
                          <a:off x="2946" y="5376"/>
                          <a:ext cx="2342" cy="1644"/>
                        </a:xfrm>
                        <a:prstGeom prst="rect">
                          <a:avLst/>
                        </a:prstGeom>
                        <a:noFill/>
                        <a:ln w="38100">
                          <a:noFill/>
                          <a:miter/>
                        </a:ln>
                      </p:spPr>
                    </p:pic>
                  </p:oleObj>
                </mc:Fallback>
              </mc:AlternateContent>
            </a:graphicData>
          </a:graphic>
        </p:graphicFrame>
      </p:grpSp>
      <p:graphicFrame>
        <p:nvGraphicFramePr>
          <p:cNvPr id="16390" name="Object 67"/>
          <p:cNvGraphicFramePr>
            <a:graphicFrameLocks noChangeAspect="1"/>
          </p:cNvGraphicFramePr>
          <p:nvPr/>
        </p:nvGraphicFramePr>
        <p:xfrm>
          <a:off x="195263" y="4233863"/>
          <a:ext cx="1435100" cy="765175"/>
        </p:xfrm>
        <a:graphic>
          <a:graphicData uri="http://schemas.openxmlformats.org/presentationml/2006/ole">
            <mc:AlternateContent xmlns:mc="http://schemas.openxmlformats.org/markup-compatibility/2006">
              <mc:Choice xmlns:v="urn:schemas-microsoft-com:vml" Requires="v">
                <p:oleObj r:id="rId6" imgW="812800" imgH="405765" progId="Equation.DSMT4">
                  <p:embed/>
                </p:oleObj>
              </mc:Choice>
              <mc:Fallback>
                <p:oleObj r:id="rId6" imgW="812800" imgH="405765" progId="Equation.DSMT4">
                  <p:embed/>
                  <p:pic>
                    <p:nvPicPr>
                      <p:cNvPr id="0" name="图片 3277"/>
                      <p:cNvPicPr/>
                      <p:nvPr/>
                    </p:nvPicPr>
                    <p:blipFill>
                      <a:blip r:embed="rId7"/>
                      <a:stretch>
                        <a:fillRect/>
                      </a:stretch>
                    </p:blipFill>
                    <p:spPr>
                      <a:xfrm>
                        <a:off x="195263" y="4233863"/>
                        <a:ext cx="1435100" cy="765175"/>
                      </a:xfrm>
                      <a:prstGeom prst="rect">
                        <a:avLst/>
                      </a:prstGeom>
                      <a:noFill/>
                      <a:ln w="38100">
                        <a:noFill/>
                        <a:miter/>
                      </a:ln>
                    </p:spPr>
                  </p:pic>
                </p:oleObj>
              </mc:Fallback>
            </mc:AlternateContent>
          </a:graphicData>
        </a:graphic>
      </p:graphicFrame>
      <p:sp>
        <p:nvSpPr>
          <p:cNvPr id="16391" name="文本框 3"/>
          <p:cNvSpPr txBox="1"/>
          <p:nvPr/>
        </p:nvSpPr>
        <p:spPr>
          <a:xfrm>
            <a:off x="1870075" y="4432300"/>
            <a:ext cx="1203325" cy="398463"/>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明纹中心</a:t>
            </a:r>
          </a:p>
        </p:txBody>
      </p:sp>
      <p:graphicFrame>
        <p:nvGraphicFramePr>
          <p:cNvPr id="16392" name="Object 72"/>
          <p:cNvGraphicFramePr>
            <a:graphicFrameLocks noChangeAspect="1"/>
          </p:cNvGraphicFramePr>
          <p:nvPr/>
        </p:nvGraphicFramePr>
        <p:xfrm>
          <a:off x="342900" y="5308600"/>
          <a:ext cx="771525" cy="436563"/>
        </p:xfrm>
        <a:graphic>
          <a:graphicData uri="http://schemas.openxmlformats.org/presentationml/2006/ole">
            <mc:AlternateContent xmlns:mc="http://schemas.openxmlformats.org/markup-compatibility/2006">
              <mc:Choice xmlns:v="urn:schemas-microsoft-com:vml" Requires="v">
                <p:oleObj r:id="rId8" imgW="406400" imgH="228600" progId="Equation.3">
                  <p:embed/>
                </p:oleObj>
              </mc:Choice>
              <mc:Fallback>
                <p:oleObj r:id="rId8" imgW="406400" imgH="228600" progId="Equation.3">
                  <p:embed/>
                  <p:pic>
                    <p:nvPicPr>
                      <p:cNvPr id="0" name="图片 3282"/>
                      <p:cNvPicPr/>
                      <p:nvPr/>
                    </p:nvPicPr>
                    <p:blipFill>
                      <a:blip r:embed="rId9"/>
                      <a:stretch>
                        <a:fillRect/>
                      </a:stretch>
                    </p:blipFill>
                    <p:spPr>
                      <a:xfrm>
                        <a:off x="342900" y="5308600"/>
                        <a:ext cx="771525" cy="436563"/>
                      </a:xfrm>
                      <a:prstGeom prst="rect">
                        <a:avLst/>
                      </a:prstGeom>
                      <a:noFill/>
                      <a:ln w="38100">
                        <a:noFill/>
                        <a:miter/>
                      </a:ln>
                    </p:spPr>
                  </p:pic>
                </p:oleObj>
              </mc:Fallback>
            </mc:AlternateContent>
          </a:graphicData>
        </a:graphic>
      </p:graphicFrame>
      <p:sp>
        <p:nvSpPr>
          <p:cNvPr id="16393" name="Text Box 73"/>
          <p:cNvSpPr txBox="1"/>
          <p:nvPr/>
        </p:nvSpPr>
        <p:spPr>
          <a:xfrm>
            <a:off x="1741488" y="5308600"/>
            <a:ext cx="1204912" cy="398463"/>
          </a:xfrm>
          <a:prstGeom prst="rect">
            <a:avLst/>
          </a:prstGeom>
          <a:noFill/>
          <a:ln w="9525">
            <a:noFill/>
          </a:ln>
        </p:spPr>
        <p:txBody>
          <a:bodyPr wrap="square" anchor="t" anchorCtr="0">
            <a:spAutoFit/>
          </a:bodyPr>
          <a:lstStyle/>
          <a:p>
            <a:pPr>
              <a:spcBef>
                <a:spcPct val="50000"/>
              </a:spcBef>
            </a:pPr>
            <a:r>
              <a:rPr lang="zh-CN" altLang="en-US" sz="2000" b="1" dirty="0">
                <a:solidFill>
                  <a:srgbClr val="CC0000"/>
                </a:solidFill>
                <a:latin typeface="Times New Roman" panose="02020603050405020304" pitchFamily="18" charset="0"/>
                <a:ea typeface="楷体_GB2312" pitchFamily="1" charset="-122"/>
              </a:rPr>
              <a:t>中央明纹</a:t>
            </a:r>
            <a:endParaRPr lang="zh-CN" altLang="en-US" sz="2000" b="1" dirty="0">
              <a:solidFill>
                <a:srgbClr val="FF0000"/>
              </a:solidFill>
              <a:latin typeface="Verdana" panose="020B0604030504040204" pitchFamily="34" charset="0"/>
              <a:ea typeface="楷体_GB2312" pitchFamily="1" charset="-122"/>
            </a:endParaRPr>
          </a:p>
        </p:txBody>
      </p:sp>
      <p:graphicFrame>
        <p:nvGraphicFramePr>
          <p:cNvPr id="16394" name="Object 67"/>
          <p:cNvGraphicFramePr>
            <a:graphicFrameLocks noChangeAspect="1"/>
          </p:cNvGraphicFramePr>
          <p:nvPr/>
        </p:nvGraphicFramePr>
        <p:xfrm>
          <a:off x="306388" y="5903913"/>
          <a:ext cx="1057275" cy="666750"/>
        </p:xfrm>
        <a:graphic>
          <a:graphicData uri="http://schemas.openxmlformats.org/presentationml/2006/ole">
            <mc:AlternateContent xmlns:mc="http://schemas.openxmlformats.org/markup-compatibility/2006">
              <mc:Choice xmlns:v="urn:schemas-microsoft-com:vml" Requires="v">
                <p:oleObj r:id="rId10" imgW="685800" imgH="405765" progId="Equation.DSMT4">
                  <p:embed/>
                </p:oleObj>
              </mc:Choice>
              <mc:Fallback>
                <p:oleObj r:id="rId10" imgW="685800" imgH="405765" progId="Equation.DSMT4">
                  <p:embed/>
                  <p:pic>
                    <p:nvPicPr>
                      <p:cNvPr id="0" name="图片 3280"/>
                      <p:cNvPicPr/>
                      <p:nvPr/>
                    </p:nvPicPr>
                    <p:blipFill>
                      <a:blip r:embed="rId11"/>
                      <a:stretch>
                        <a:fillRect/>
                      </a:stretch>
                    </p:blipFill>
                    <p:spPr>
                      <a:xfrm>
                        <a:off x="306388" y="5903913"/>
                        <a:ext cx="1057275" cy="666750"/>
                      </a:xfrm>
                      <a:prstGeom prst="rect">
                        <a:avLst/>
                      </a:prstGeom>
                      <a:noFill/>
                      <a:ln w="38100">
                        <a:noFill/>
                        <a:miter/>
                      </a:ln>
                    </p:spPr>
                  </p:pic>
                </p:oleObj>
              </mc:Fallback>
            </mc:AlternateContent>
          </a:graphicData>
        </a:graphic>
      </p:graphicFrame>
      <p:sp>
        <p:nvSpPr>
          <p:cNvPr id="16395" name="文本框 6"/>
          <p:cNvSpPr txBox="1"/>
          <p:nvPr/>
        </p:nvSpPr>
        <p:spPr>
          <a:xfrm>
            <a:off x="1749425" y="6034088"/>
            <a:ext cx="1203325" cy="398462"/>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明纹间距</a:t>
            </a:r>
          </a:p>
        </p:txBody>
      </p:sp>
      <p:grpSp>
        <p:nvGrpSpPr>
          <p:cNvPr id="16396" name="Group 6"/>
          <p:cNvGrpSpPr/>
          <p:nvPr/>
        </p:nvGrpSpPr>
        <p:grpSpPr>
          <a:xfrm>
            <a:off x="169863" y="681038"/>
            <a:ext cx="3359150" cy="1871662"/>
            <a:chOff x="839" y="1298"/>
            <a:chExt cx="4436" cy="2083"/>
          </a:xfrm>
        </p:grpSpPr>
        <p:sp>
          <p:nvSpPr>
            <p:cNvPr id="16397" name="Text Box 7"/>
            <p:cNvSpPr txBox="1"/>
            <p:nvPr/>
          </p:nvSpPr>
          <p:spPr>
            <a:xfrm>
              <a:off x="4468" y="1298"/>
              <a:ext cx="807" cy="581"/>
            </a:xfrm>
            <a:prstGeom prst="rect">
              <a:avLst/>
            </a:prstGeom>
            <a:noFill/>
            <a:ln w="9525">
              <a:noFill/>
            </a:ln>
          </p:spPr>
          <p:txBody>
            <a:bodyPr anchor="t" anchorCtr="0">
              <a:spAutoFit/>
            </a:bodyPr>
            <a:lstStyle/>
            <a:p>
              <a:pPr>
                <a:spcBef>
                  <a:spcPct val="50000"/>
                </a:spcBef>
              </a:pPr>
              <a:r>
                <a:rPr lang="en-US" altLang="zh-CN" sz="2800" b="1" i="1" dirty="0">
                  <a:solidFill>
                    <a:srgbClr val="CC0000"/>
                  </a:solidFill>
                  <a:latin typeface="Times New Roman" panose="02020603050405020304" pitchFamily="18" charset="0"/>
                  <a:ea typeface="宋体" panose="02010600030101010101" pitchFamily="2" charset="-122"/>
                </a:rPr>
                <a:t>p</a:t>
              </a:r>
              <a:endParaRPr lang="en-US" altLang="zh-CN" sz="2400" b="1" i="1" dirty="0">
                <a:latin typeface="Times New Roman" panose="02020603050405020304" pitchFamily="18" charset="0"/>
                <a:ea typeface="宋体" panose="02010600030101010101" pitchFamily="2" charset="-122"/>
              </a:endParaRPr>
            </a:p>
          </p:txBody>
        </p:sp>
        <p:sp>
          <p:nvSpPr>
            <p:cNvPr id="16398" name="Rectangle 8" descr="深色下对角线"/>
            <p:cNvSpPr/>
            <p:nvPr/>
          </p:nvSpPr>
          <p:spPr>
            <a:xfrm>
              <a:off x="1076" y="174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6399" name="Rectangle 9" descr="深色下对角线"/>
            <p:cNvSpPr/>
            <p:nvPr/>
          </p:nvSpPr>
          <p:spPr>
            <a:xfrm>
              <a:off x="1074" y="246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6400" name="Rectangle 10" descr="深色下对角线"/>
            <p:cNvSpPr/>
            <p:nvPr/>
          </p:nvSpPr>
          <p:spPr>
            <a:xfrm>
              <a:off x="1663" y="143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6401" name="Rectangle 11" descr="深色下对角线"/>
            <p:cNvSpPr/>
            <p:nvPr/>
          </p:nvSpPr>
          <p:spPr>
            <a:xfrm>
              <a:off x="1660" y="2698"/>
              <a:ext cx="52" cy="641"/>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6402" name="Line 12"/>
            <p:cNvSpPr/>
            <p:nvPr/>
          </p:nvSpPr>
          <p:spPr>
            <a:xfrm>
              <a:off x="940" y="2415"/>
              <a:ext cx="4022" cy="1"/>
            </a:xfrm>
            <a:prstGeom prst="line">
              <a:avLst/>
            </a:prstGeom>
            <a:ln w="19050" cap="flat" cmpd="sng">
              <a:solidFill>
                <a:srgbClr val="003366"/>
              </a:solidFill>
              <a:prstDash val="lgDashDot"/>
              <a:round/>
              <a:headEnd type="none" w="sm" len="lg"/>
              <a:tailEnd type="none" w="sm" len="lg"/>
            </a:ln>
          </p:spPr>
        </p:sp>
        <p:sp>
          <p:nvSpPr>
            <p:cNvPr id="16403" name="Rectangle 13" descr="深色下对角线"/>
            <p:cNvSpPr/>
            <p:nvPr/>
          </p:nvSpPr>
          <p:spPr>
            <a:xfrm>
              <a:off x="4372" y="1298"/>
              <a:ext cx="52" cy="2083"/>
            </a:xfrm>
            <a:prstGeom prst="rect">
              <a:avLst/>
            </a:prstGeom>
            <a:blipFill rotWithShape="0">
              <a:blip r:embed="rId13"/>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6404" name="Object 15"/>
            <p:cNvGraphicFramePr>
              <a:graphicFrameLocks noChangeAspect="1"/>
            </p:cNvGraphicFramePr>
            <p:nvPr/>
          </p:nvGraphicFramePr>
          <p:xfrm>
            <a:off x="1346" y="1616"/>
            <a:ext cx="349" cy="534"/>
          </p:xfrm>
          <a:graphic>
            <a:graphicData uri="http://schemas.openxmlformats.org/presentationml/2006/ole">
              <mc:AlternateContent xmlns:mc="http://schemas.openxmlformats.org/markup-compatibility/2006">
                <mc:Choice xmlns:v="urn:schemas-microsoft-com:vml" Requires="v">
                  <p:oleObj r:id="rId14" imgW="139700" imgH="215900" progId="Equation.3">
                    <p:embed/>
                  </p:oleObj>
                </mc:Choice>
                <mc:Fallback>
                  <p:oleObj r:id="rId14" imgW="139700" imgH="215900" progId="Equation.3">
                    <p:embed/>
                    <p:pic>
                      <p:nvPicPr>
                        <p:cNvPr id="0" name="图片 3281"/>
                        <p:cNvPicPr/>
                        <p:nvPr/>
                      </p:nvPicPr>
                      <p:blipFill>
                        <a:blip r:embed="rId15"/>
                        <a:stretch>
                          <a:fillRect/>
                        </a:stretch>
                      </p:blipFill>
                      <p:spPr>
                        <a:xfrm>
                          <a:off x="1346" y="1616"/>
                          <a:ext cx="349" cy="534"/>
                        </a:xfrm>
                        <a:prstGeom prst="rect">
                          <a:avLst/>
                        </a:prstGeom>
                        <a:noFill/>
                        <a:ln w="38100">
                          <a:noFill/>
                          <a:miter/>
                        </a:ln>
                      </p:spPr>
                    </p:pic>
                  </p:oleObj>
                </mc:Fallback>
              </mc:AlternateContent>
            </a:graphicData>
          </a:graphic>
        </p:graphicFrame>
        <p:graphicFrame>
          <p:nvGraphicFramePr>
            <p:cNvPr id="16405" name="Object 16"/>
            <p:cNvGraphicFramePr>
              <a:graphicFrameLocks noChangeAspect="1"/>
            </p:cNvGraphicFramePr>
            <p:nvPr/>
          </p:nvGraphicFramePr>
          <p:xfrm>
            <a:off x="1353" y="2478"/>
            <a:ext cx="335" cy="534"/>
          </p:xfrm>
          <a:graphic>
            <a:graphicData uri="http://schemas.openxmlformats.org/presentationml/2006/ole">
              <mc:AlternateContent xmlns:mc="http://schemas.openxmlformats.org/markup-compatibility/2006">
                <mc:Choice xmlns:v="urn:schemas-microsoft-com:vml" Requires="v">
                  <p:oleObj r:id="rId16" imgW="152400" imgH="215900" progId="Equation.3">
                    <p:embed/>
                  </p:oleObj>
                </mc:Choice>
                <mc:Fallback>
                  <p:oleObj r:id="rId16" imgW="152400" imgH="215900" progId="Equation.3">
                    <p:embed/>
                    <p:pic>
                      <p:nvPicPr>
                        <p:cNvPr id="0" name="图片 3283"/>
                        <p:cNvPicPr/>
                        <p:nvPr/>
                      </p:nvPicPr>
                      <p:blipFill>
                        <a:blip r:embed="rId17"/>
                        <a:stretch>
                          <a:fillRect/>
                        </a:stretch>
                      </p:blipFill>
                      <p:spPr>
                        <a:xfrm>
                          <a:off x="1353" y="2478"/>
                          <a:ext cx="335" cy="534"/>
                        </a:xfrm>
                        <a:prstGeom prst="rect">
                          <a:avLst/>
                        </a:prstGeom>
                        <a:noFill/>
                        <a:ln w="38100">
                          <a:noFill/>
                          <a:miter/>
                        </a:ln>
                      </p:spPr>
                    </p:pic>
                  </p:oleObj>
                </mc:Fallback>
              </mc:AlternateContent>
            </a:graphicData>
          </a:graphic>
        </p:graphicFrame>
        <p:graphicFrame>
          <p:nvGraphicFramePr>
            <p:cNvPr id="16406" name="Object 17"/>
            <p:cNvGraphicFramePr>
              <a:graphicFrameLocks noChangeAspect="1"/>
            </p:cNvGraphicFramePr>
            <p:nvPr/>
          </p:nvGraphicFramePr>
          <p:xfrm>
            <a:off x="839" y="2056"/>
            <a:ext cx="266" cy="374"/>
          </p:xfrm>
          <a:graphic>
            <a:graphicData uri="http://schemas.openxmlformats.org/presentationml/2006/ole">
              <mc:AlternateContent xmlns:mc="http://schemas.openxmlformats.org/markup-compatibility/2006">
                <mc:Choice xmlns:v="urn:schemas-microsoft-com:vml" Requires="v">
                  <p:oleObj r:id="rId18" imgW="101600" imgH="139700" progId="Equation.3">
                    <p:embed/>
                  </p:oleObj>
                </mc:Choice>
                <mc:Fallback>
                  <p:oleObj r:id="rId18" imgW="101600" imgH="139700" progId="Equation.3">
                    <p:embed/>
                    <p:pic>
                      <p:nvPicPr>
                        <p:cNvPr id="0" name="图片 3290"/>
                        <p:cNvPicPr/>
                        <p:nvPr/>
                      </p:nvPicPr>
                      <p:blipFill>
                        <a:blip r:embed="rId19"/>
                        <a:stretch>
                          <a:fillRect/>
                        </a:stretch>
                      </p:blipFill>
                      <p:spPr>
                        <a:xfrm>
                          <a:off x="839" y="2056"/>
                          <a:ext cx="266" cy="374"/>
                        </a:xfrm>
                        <a:prstGeom prst="rect">
                          <a:avLst/>
                        </a:prstGeom>
                        <a:noFill/>
                        <a:ln w="38100">
                          <a:noFill/>
                          <a:miter/>
                        </a:ln>
                      </p:spPr>
                    </p:pic>
                  </p:oleObj>
                </mc:Fallback>
              </mc:AlternateContent>
            </a:graphicData>
          </a:graphic>
        </p:graphicFrame>
        <p:sp>
          <p:nvSpPr>
            <p:cNvPr id="16407" name="Line 18"/>
            <p:cNvSpPr/>
            <p:nvPr/>
          </p:nvSpPr>
          <p:spPr>
            <a:xfrm>
              <a:off x="4241" y="1661"/>
              <a:ext cx="258" cy="1"/>
            </a:xfrm>
            <a:prstGeom prst="line">
              <a:avLst/>
            </a:prstGeom>
            <a:ln w="12700" cap="flat" cmpd="sng">
              <a:solidFill>
                <a:srgbClr val="000000"/>
              </a:solidFill>
              <a:prstDash val="dash"/>
              <a:round/>
              <a:headEnd type="none" w="sm" len="lg"/>
              <a:tailEnd type="none" w="sm" len="lg"/>
            </a:ln>
          </p:spPr>
        </p:sp>
        <p:sp>
          <p:nvSpPr>
            <p:cNvPr id="16408" name="Line 19"/>
            <p:cNvSpPr/>
            <p:nvPr/>
          </p:nvSpPr>
          <p:spPr>
            <a:xfrm>
              <a:off x="4462" y="1649"/>
              <a:ext cx="1" cy="748"/>
            </a:xfrm>
            <a:prstGeom prst="line">
              <a:avLst/>
            </a:prstGeom>
            <a:ln w="28575" cap="flat" cmpd="sng">
              <a:solidFill>
                <a:srgbClr val="FF33CC"/>
              </a:solidFill>
              <a:prstDash val="dash"/>
              <a:round/>
              <a:headEnd type="triangle" w="sm" len="lg"/>
              <a:tailEnd type="triangle" w="sm" len="lg"/>
            </a:ln>
          </p:spPr>
        </p:sp>
        <p:graphicFrame>
          <p:nvGraphicFramePr>
            <p:cNvPr id="16409" name="Object 20"/>
            <p:cNvGraphicFramePr>
              <a:graphicFrameLocks noChangeAspect="1"/>
            </p:cNvGraphicFramePr>
            <p:nvPr/>
          </p:nvGraphicFramePr>
          <p:xfrm>
            <a:off x="4495" y="1871"/>
            <a:ext cx="240" cy="260"/>
          </p:xfrm>
          <a:graphic>
            <a:graphicData uri="http://schemas.openxmlformats.org/presentationml/2006/ole">
              <mc:AlternateContent xmlns:mc="http://schemas.openxmlformats.org/markup-compatibility/2006">
                <mc:Choice xmlns:v="urn:schemas-microsoft-com:vml" Requires="v">
                  <p:oleObj r:id="rId20" imgW="177800" imgH="190500" progId="Equation.3">
                    <p:embed/>
                  </p:oleObj>
                </mc:Choice>
                <mc:Fallback>
                  <p:oleObj r:id="rId20" imgW="177800" imgH="190500" progId="Equation.3">
                    <p:embed/>
                    <p:pic>
                      <p:nvPicPr>
                        <p:cNvPr id="0" name="图片 3284"/>
                        <p:cNvPicPr/>
                        <p:nvPr/>
                      </p:nvPicPr>
                      <p:blipFill>
                        <a:blip r:embed="rId21"/>
                        <a:stretch>
                          <a:fillRect/>
                        </a:stretch>
                      </p:blipFill>
                      <p:spPr>
                        <a:xfrm>
                          <a:off x="4495" y="1871"/>
                          <a:ext cx="240" cy="260"/>
                        </a:xfrm>
                        <a:prstGeom prst="rect">
                          <a:avLst/>
                        </a:prstGeom>
                        <a:noFill/>
                        <a:ln w="38100">
                          <a:noFill/>
                          <a:miter/>
                        </a:ln>
                      </p:spPr>
                    </p:pic>
                  </p:oleObj>
                </mc:Fallback>
              </mc:AlternateContent>
            </a:graphicData>
          </a:graphic>
        </p:graphicFrame>
        <p:sp>
          <p:nvSpPr>
            <p:cNvPr id="16410" name="Line 21"/>
            <p:cNvSpPr/>
            <p:nvPr/>
          </p:nvSpPr>
          <p:spPr>
            <a:xfrm flipH="1">
              <a:off x="1228" y="2069"/>
              <a:ext cx="465" cy="1"/>
            </a:xfrm>
            <a:prstGeom prst="line">
              <a:avLst/>
            </a:prstGeom>
            <a:ln w="9525" cap="flat" cmpd="sng">
              <a:solidFill>
                <a:schemeClr val="tx1"/>
              </a:solidFill>
              <a:prstDash val="dash"/>
              <a:round/>
              <a:headEnd type="none" w="sm" len="lg"/>
              <a:tailEnd type="none" w="sm" len="lg"/>
            </a:ln>
          </p:spPr>
        </p:sp>
        <p:sp>
          <p:nvSpPr>
            <p:cNvPr id="16411" name="Line 22"/>
            <p:cNvSpPr/>
            <p:nvPr/>
          </p:nvSpPr>
          <p:spPr>
            <a:xfrm flipH="1">
              <a:off x="1228" y="2638"/>
              <a:ext cx="465" cy="1"/>
            </a:xfrm>
            <a:prstGeom prst="line">
              <a:avLst/>
            </a:prstGeom>
            <a:ln w="9525" cap="flat" cmpd="sng">
              <a:solidFill>
                <a:schemeClr val="tx1"/>
              </a:solidFill>
              <a:prstDash val="dash"/>
              <a:round/>
              <a:headEnd type="none" w="sm" len="lg"/>
              <a:tailEnd type="none" w="sm" len="lg"/>
            </a:ln>
          </p:spPr>
        </p:sp>
        <p:sp>
          <p:nvSpPr>
            <p:cNvPr id="16412" name="Line 23"/>
            <p:cNvSpPr/>
            <p:nvPr/>
          </p:nvSpPr>
          <p:spPr>
            <a:xfrm flipH="1">
              <a:off x="1421" y="2069"/>
              <a:ext cx="16" cy="559"/>
            </a:xfrm>
            <a:prstGeom prst="line">
              <a:avLst/>
            </a:prstGeom>
            <a:ln w="19050" cap="flat" cmpd="sng">
              <a:solidFill>
                <a:srgbClr val="FF33CC"/>
              </a:solidFill>
              <a:prstDash val="dash"/>
              <a:round/>
              <a:headEnd type="triangle" w="sm" len="lg"/>
              <a:tailEnd type="triangle" w="sm" len="lg"/>
            </a:ln>
          </p:spPr>
        </p:sp>
        <p:graphicFrame>
          <p:nvGraphicFramePr>
            <p:cNvPr id="16413" name="Object 24"/>
            <p:cNvGraphicFramePr>
              <a:graphicFrameLocks noChangeAspect="1"/>
            </p:cNvGraphicFramePr>
            <p:nvPr/>
          </p:nvGraphicFramePr>
          <p:xfrm>
            <a:off x="4397" y="2400"/>
            <a:ext cx="202" cy="213"/>
          </p:xfrm>
          <a:graphic>
            <a:graphicData uri="http://schemas.openxmlformats.org/presentationml/2006/ole">
              <mc:AlternateContent xmlns:mc="http://schemas.openxmlformats.org/markup-compatibility/2006">
                <mc:Choice xmlns:v="urn:schemas-microsoft-com:vml" Requires="v">
                  <p:oleObj r:id="rId22" imgW="165100" imgH="190500" progId="Equation.3">
                    <p:embed/>
                  </p:oleObj>
                </mc:Choice>
                <mc:Fallback>
                  <p:oleObj r:id="rId22" imgW="165100" imgH="190500" progId="Equation.3">
                    <p:embed/>
                    <p:pic>
                      <p:nvPicPr>
                        <p:cNvPr id="0" name="图片 3286"/>
                        <p:cNvPicPr/>
                        <p:nvPr/>
                      </p:nvPicPr>
                      <p:blipFill>
                        <a:blip r:embed="rId23"/>
                        <a:stretch>
                          <a:fillRect/>
                        </a:stretch>
                      </p:blipFill>
                      <p:spPr>
                        <a:xfrm>
                          <a:off x="4397" y="2400"/>
                          <a:ext cx="202" cy="213"/>
                        </a:xfrm>
                        <a:prstGeom prst="rect">
                          <a:avLst/>
                        </a:prstGeom>
                        <a:noFill/>
                        <a:ln w="38100">
                          <a:noFill/>
                          <a:miter/>
                        </a:ln>
                      </p:spPr>
                    </p:pic>
                  </p:oleObj>
                </mc:Fallback>
              </mc:AlternateContent>
            </a:graphicData>
          </a:graphic>
        </p:graphicFrame>
        <p:graphicFrame>
          <p:nvGraphicFramePr>
            <p:cNvPr id="16414" name="Object 26"/>
            <p:cNvGraphicFramePr>
              <a:graphicFrameLocks noChangeAspect="1"/>
            </p:cNvGraphicFramePr>
            <p:nvPr/>
          </p:nvGraphicFramePr>
          <p:xfrm>
            <a:off x="4006" y="1438"/>
            <a:ext cx="252" cy="268"/>
          </p:xfrm>
          <a:graphic>
            <a:graphicData uri="http://schemas.openxmlformats.org/presentationml/2006/ole">
              <mc:AlternateContent xmlns:mc="http://schemas.openxmlformats.org/markup-compatibility/2006">
                <mc:Choice xmlns:v="urn:schemas-microsoft-com:vml" Requires="v">
                  <p:oleObj r:id="rId24" imgW="215900" imgH="228600" progId="Equation.3">
                    <p:embed/>
                  </p:oleObj>
                </mc:Choice>
                <mc:Fallback>
                  <p:oleObj r:id="rId24" imgW="215900" imgH="228600" progId="Equation.3">
                    <p:embed/>
                    <p:pic>
                      <p:nvPicPr>
                        <p:cNvPr id="0" name="图片 3288"/>
                        <p:cNvPicPr/>
                        <p:nvPr/>
                      </p:nvPicPr>
                      <p:blipFill>
                        <a:blip r:embed="rId25"/>
                        <a:stretch>
                          <a:fillRect/>
                        </a:stretch>
                      </p:blipFill>
                      <p:spPr>
                        <a:xfrm>
                          <a:off x="4006" y="1438"/>
                          <a:ext cx="252" cy="268"/>
                        </a:xfrm>
                        <a:prstGeom prst="rect">
                          <a:avLst/>
                        </a:prstGeom>
                        <a:noFill/>
                        <a:ln w="38100">
                          <a:noFill/>
                          <a:miter/>
                        </a:ln>
                      </p:spPr>
                    </p:pic>
                  </p:oleObj>
                </mc:Fallback>
              </mc:AlternateContent>
            </a:graphicData>
          </a:graphic>
        </p:graphicFrame>
        <p:sp>
          <p:nvSpPr>
            <p:cNvPr id="16415" name="Rectangle 27" descr="深色下对角线"/>
            <p:cNvSpPr/>
            <p:nvPr/>
          </p:nvSpPr>
          <p:spPr>
            <a:xfrm>
              <a:off x="1660" y="2149"/>
              <a:ext cx="52" cy="42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6416" name="Object 28"/>
            <p:cNvGraphicFramePr>
              <a:graphicFrameLocks noChangeAspect="1"/>
            </p:cNvGraphicFramePr>
            <p:nvPr/>
          </p:nvGraphicFramePr>
          <p:xfrm>
            <a:off x="2559" y="1400"/>
            <a:ext cx="268" cy="539"/>
          </p:xfrm>
          <a:graphic>
            <a:graphicData uri="http://schemas.openxmlformats.org/presentationml/2006/ole">
              <mc:AlternateContent xmlns:mc="http://schemas.openxmlformats.org/markup-compatibility/2006">
                <mc:Choice xmlns:v="urn:schemas-microsoft-com:vml" Requires="v">
                  <p:oleObj r:id="rId26" imgW="165100" imgH="316865" progId="Equation.3">
                    <p:embed/>
                  </p:oleObj>
                </mc:Choice>
                <mc:Fallback>
                  <p:oleObj r:id="rId26" imgW="165100" imgH="316865" progId="Equation.3">
                    <p:embed/>
                    <p:pic>
                      <p:nvPicPr>
                        <p:cNvPr id="0" name="图片 3287"/>
                        <p:cNvPicPr/>
                        <p:nvPr/>
                      </p:nvPicPr>
                      <p:blipFill>
                        <a:blip r:embed="rId27"/>
                        <a:stretch>
                          <a:fillRect/>
                        </a:stretch>
                      </p:blipFill>
                      <p:spPr>
                        <a:xfrm>
                          <a:off x="2559" y="1400"/>
                          <a:ext cx="268" cy="539"/>
                        </a:xfrm>
                        <a:prstGeom prst="rect">
                          <a:avLst/>
                        </a:prstGeom>
                        <a:noFill/>
                        <a:ln w="38100">
                          <a:noFill/>
                          <a:miter/>
                        </a:ln>
                      </p:spPr>
                    </p:pic>
                  </p:oleObj>
                </mc:Fallback>
              </mc:AlternateContent>
            </a:graphicData>
          </a:graphic>
        </p:graphicFrame>
        <p:graphicFrame>
          <p:nvGraphicFramePr>
            <p:cNvPr id="16417" name="Object 29"/>
            <p:cNvGraphicFramePr>
              <a:graphicFrameLocks noChangeAspect="1"/>
            </p:cNvGraphicFramePr>
            <p:nvPr/>
          </p:nvGraphicFramePr>
          <p:xfrm>
            <a:off x="3334" y="1881"/>
            <a:ext cx="310" cy="534"/>
          </p:xfrm>
          <a:graphic>
            <a:graphicData uri="http://schemas.openxmlformats.org/presentationml/2006/ole">
              <mc:AlternateContent xmlns:mc="http://schemas.openxmlformats.org/markup-compatibility/2006">
                <mc:Choice xmlns:v="urn:schemas-microsoft-com:vml" Requires="v">
                  <p:oleObj r:id="rId28" imgW="190500" imgH="317500" progId="Equation.3">
                    <p:embed/>
                  </p:oleObj>
                </mc:Choice>
                <mc:Fallback>
                  <p:oleObj r:id="rId28" imgW="190500" imgH="317500" progId="Equation.3">
                    <p:embed/>
                    <p:pic>
                      <p:nvPicPr>
                        <p:cNvPr id="0" name="图片 3285"/>
                        <p:cNvPicPr/>
                        <p:nvPr/>
                      </p:nvPicPr>
                      <p:blipFill>
                        <a:blip r:embed="rId29"/>
                        <a:stretch>
                          <a:fillRect/>
                        </a:stretch>
                      </p:blipFill>
                      <p:spPr>
                        <a:xfrm>
                          <a:off x="3334" y="1881"/>
                          <a:ext cx="310" cy="534"/>
                        </a:xfrm>
                        <a:prstGeom prst="rect">
                          <a:avLst/>
                        </a:prstGeom>
                        <a:noFill/>
                        <a:ln w="38100">
                          <a:noFill/>
                          <a:miter/>
                        </a:ln>
                      </p:spPr>
                    </p:pic>
                  </p:oleObj>
                </mc:Fallback>
              </mc:AlternateContent>
            </a:graphicData>
          </a:graphic>
        </p:graphicFrame>
        <p:sp>
          <p:nvSpPr>
            <p:cNvPr id="16418" name="Line 30"/>
            <p:cNvSpPr/>
            <p:nvPr/>
          </p:nvSpPr>
          <p:spPr>
            <a:xfrm flipV="1">
              <a:off x="1629" y="1667"/>
              <a:ext cx="2738" cy="481"/>
            </a:xfrm>
            <a:prstGeom prst="line">
              <a:avLst/>
            </a:prstGeom>
            <a:ln w="28575" cap="flat" cmpd="sng">
              <a:solidFill>
                <a:srgbClr val="FF6600"/>
              </a:solidFill>
              <a:prstDash val="solid"/>
              <a:round/>
              <a:headEnd type="none" w="sm" len="lg"/>
              <a:tailEnd type="none" w="sm" len="lg"/>
            </a:ln>
          </p:spPr>
        </p:sp>
        <p:sp>
          <p:nvSpPr>
            <p:cNvPr id="16419" name="Line 31"/>
            <p:cNvSpPr/>
            <p:nvPr/>
          </p:nvSpPr>
          <p:spPr>
            <a:xfrm flipV="1">
              <a:off x="1674" y="1667"/>
              <a:ext cx="2693" cy="1015"/>
            </a:xfrm>
            <a:prstGeom prst="line">
              <a:avLst/>
            </a:prstGeom>
            <a:ln w="28575" cap="flat" cmpd="sng">
              <a:solidFill>
                <a:srgbClr val="FF6600"/>
              </a:solidFill>
              <a:prstDash val="solid"/>
              <a:round/>
              <a:headEnd type="none" w="sm" len="lg"/>
              <a:tailEnd type="none" w="sm" len="lg"/>
            </a:ln>
          </p:spPr>
        </p:sp>
        <p:sp>
          <p:nvSpPr>
            <p:cNvPr id="16420" name="Freeform 32"/>
            <p:cNvSpPr/>
            <p:nvPr/>
          </p:nvSpPr>
          <p:spPr>
            <a:xfrm>
              <a:off x="1061" y="2139"/>
              <a:ext cx="596" cy="276"/>
            </a:xfrm>
            <a:custGeom>
              <a:avLst/>
              <a:gdLst/>
              <a:ahLst/>
              <a:cxnLst>
                <a:cxn ang="0">
                  <a:pos x="0" y="1894"/>
                </a:cxn>
                <a:cxn ang="0">
                  <a:pos x="2218" y="0"/>
                </a:cxn>
              </a:cxnLst>
              <a:rect l="0" t="0" r="0" b="0"/>
              <a:pathLst>
                <a:path w="554" h="248">
                  <a:moveTo>
                    <a:pt x="0" y="248"/>
                  </a:moveTo>
                  <a:lnTo>
                    <a:pt x="554" y="0"/>
                  </a:lnTo>
                </a:path>
              </a:pathLst>
            </a:custGeom>
            <a:noFill/>
            <a:ln w="19050" cap="flat" cmpd="sng">
              <a:solidFill>
                <a:srgbClr val="FF6600"/>
              </a:solidFill>
              <a:prstDash val="solid"/>
              <a:round/>
              <a:headEnd type="none" w="med" len="med"/>
              <a:tailEnd type="none" w="med" len="med"/>
            </a:ln>
          </p:spPr>
          <p:txBody>
            <a:bodyPr/>
            <a:lstStyle/>
            <a:p>
              <a:endParaRPr lang="zh-CN" altLang="en-US"/>
            </a:p>
          </p:txBody>
        </p:sp>
        <p:sp>
          <p:nvSpPr>
            <p:cNvPr id="16421" name="Line 33"/>
            <p:cNvSpPr/>
            <p:nvPr/>
          </p:nvSpPr>
          <p:spPr>
            <a:xfrm>
              <a:off x="1061" y="2415"/>
              <a:ext cx="613" cy="267"/>
            </a:xfrm>
            <a:prstGeom prst="line">
              <a:avLst/>
            </a:prstGeom>
            <a:ln w="19050" cap="flat" cmpd="sng">
              <a:solidFill>
                <a:srgbClr val="FF6600"/>
              </a:solidFill>
              <a:prstDash val="solid"/>
              <a:round/>
              <a:headEnd type="none" w="med" len="med"/>
              <a:tailEnd type="none" w="med" len="med"/>
            </a:ln>
          </p:spPr>
        </p:sp>
        <p:sp>
          <p:nvSpPr>
            <p:cNvPr id="16422" name="Line 34"/>
            <p:cNvSpPr/>
            <p:nvPr/>
          </p:nvSpPr>
          <p:spPr>
            <a:xfrm>
              <a:off x="2992" y="3087"/>
              <a:ext cx="1395" cy="0"/>
            </a:xfrm>
            <a:prstGeom prst="line">
              <a:avLst/>
            </a:prstGeom>
            <a:ln w="19050" cap="flat" cmpd="sng">
              <a:solidFill>
                <a:srgbClr val="FF3399"/>
              </a:solidFill>
              <a:prstDash val="solid"/>
              <a:round/>
              <a:headEnd type="none" w="med" len="med"/>
              <a:tailEnd type="triangle" w="sm" len="lg"/>
            </a:ln>
          </p:spPr>
        </p:sp>
        <p:sp>
          <p:nvSpPr>
            <p:cNvPr id="16423" name="Line 35"/>
            <p:cNvSpPr/>
            <p:nvPr/>
          </p:nvSpPr>
          <p:spPr>
            <a:xfrm flipH="1">
              <a:off x="1701" y="3087"/>
              <a:ext cx="1033" cy="0"/>
            </a:xfrm>
            <a:prstGeom prst="line">
              <a:avLst/>
            </a:prstGeom>
            <a:ln w="19050" cap="flat" cmpd="sng">
              <a:solidFill>
                <a:srgbClr val="FF3399"/>
              </a:solidFill>
              <a:prstDash val="solid"/>
              <a:round/>
              <a:headEnd type="none" w="med" len="med"/>
              <a:tailEnd type="triangle" w="sm" len="lg"/>
            </a:ln>
          </p:spPr>
        </p:sp>
        <p:sp>
          <p:nvSpPr>
            <p:cNvPr id="16424" name="AutoShape 37"/>
            <p:cNvSpPr>
              <a:spLocks noChangeAspect="1" noTextEdit="1"/>
            </p:cNvSpPr>
            <p:nvPr/>
          </p:nvSpPr>
          <p:spPr>
            <a:xfrm>
              <a:off x="1119" y="2069"/>
              <a:ext cx="356" cy="311"/>
            </a:xfrm>
            <a:prstGeom prst="rect">
              <a:avLst/>
            </a:prstGeom>
            <a:noFill/>
            <a:ln w="9525">
              <a:noFill/>
            </a:ln>
          </p:spPr>
          <p:txBody>
            <a:bodyPr anchor="t" anchorCtr="0"/>
            <a:lstStyle/>
            <a:p>
              <a:pPr eaLnBrk="0" hangingPunct="0"/>
              <a:endParaRPr lang="zh-CN" altLang="en-US">
                <a:latin typeface="Verdana" panose="020B0604030504040204" pitchFamily="34" charset="0"/>
                <a:ea typeface="宋体" panose="02010600030101010101" pitchFamily="2" charset="-122"/>
              </a:endParaRPr>
            </a:p>
          </p:txBody>
        </p:sp>
        <p:graphicFrame>
          <p:nvGraphicFramePr>
            <p:cNvPr id="16425" name="Object 42"/>
            <p:cNvGraphicFramePr>
              <a:graphicFrameLocks noChangeAspect="1"/>
            </p:cNvGraphicFramePr>
            <p:nvPr/>
          </p:nvGraphicFramePr>
          <p:xfrm>
            <a:off x="2744" y="2931"/>
            <a:ext cx="272" cy="253"/>
          </p:xfrm>
          <a:graphic>
            <a:graphicData uri="http://schemas.openxmlformats.org/presentationml/2006/ole">
              <mc:AlternateContent xmlns:mc="http://schemas.openxmlformats.org/markup-compatibility/2006">
                <mc:Choice xmlns:v="urn:schemas-microsoft-com:vml" Requires="v">
                  <p:oleObj r:id="rId30" imgW="177800" imgH="165100" progId="Equation.3">
                    <p:embed/>
                  </p:oleObj>
                </mc:Choice>
                <mc:Fallback>
                  <p:oleObj r:id="rId30" imgW="177800" imgH="165100" progId="Equation.3">
                    <p:embed/>
                    <p:pic>
                      <p:nvPicPr>
                        <p:cNvPr id="0" name="图片 3289"/>
                        <p:cNvPicPr/>
                        <p:nvPr/>
                      </p:nvPicPr>
                      <p:blipFill>
                        <a:blip r:embed="rId31"/>
                        <a:stretch>
                          <a:fillRect/>
                        </a:stretch>
                      </p:blipFill>
                      <p:spPr>
                        <a:xfrm>
                          <a:off x="2744" y="2931"/>
                          <a:ext cx="272" cy="253"/>
                        </a:xfrm>
                        <a:prstGeom prst="rect">
                          <a:avLst/>
                        </a:prstGeom>
                        <a:noFill/>
                        <a:ln w="38100">
                          <a:noFill/>
                          <a:miter/>
                        </a:ln>
                      </p:spPr>
                    </p:pic>
                  </p:oleObj>
                </mc:Fallback>
              </mc:AlternateContent>
            </a:graphicData>
          </a:graphic>
        </p:graphicFrame>
      </p:grpSp>
      <p:sp>
        <p:nvSpPr>
          <p:cNvPr id="16426" name="文本框 1"/>
          <p:cNvSpPr txBox="1"/>
          <p:nvPr/>
        </p:nvSpPr>
        <p:spPr>
          <a:xfrm>
            <a:off x="4603750" y="220663"/>
            <a:ext cx="3549650" cy="460375"/>
          </a:xfrm>
          <a:prstGeom prst="rect">
            <a:avLst/>
          </a:prstGeom>
          <a:noFill/>
          <a:ln w="9525">
            <a:noFill/>
          </a:ln>
        </p:spPr>
        <p:txBody>
          <a:bodyPr wrap="none" anchor="t" anchorCtr="0">
            <a:spAutoFit/>
          </a:bodyPr>
          <a:lstStyle/>
          <a:p>
            <a:r>
              <a:rPr lang="zh-CN" altLang="en-US" sz="2400" b="1" dirty="0">
                <a:solidFill>
                  <a:schemeClr val="accent2"/>
                </a:solidFill>
                <a:latin typeface="Verdana" panose="020B0604030504040204" pitchFamily="34" charset="0"/>
                <a:ea typeface="宋体" panose="02010600030101010101" pitchFamily="2" charset="-122"/>
              </a:rPr>
              <a:t>无前缝，单色光垂直入射</a:t>
            </a:r>
          </a:p>
        </p:txBody>
      </p:sp>
      <p:grpSp>
        <p:nvGrpSpPr>
          <p:cNvPr id="16427" name="Group 6"/>
          <p:cNvGrpSpPr/>
          <p:nvPr/>
        </p:nvGrpSpPr>
        <p:grpSpPr>
          <a:xfrm>
            <a:off x="3578225" y="752475"/>
            <a:ext cx="3282950" cy="1871663"/>
            <a:chOff x="940" y="1298"/>
            <a:chExt cx="4335" cy="2083"/>
          </a:xfrm>
        </p:grpSpPr>
        <p:sp>
          <p:nvSpPr>
            <p:cNvPr id="16428" name="Text Box 7"/>
            <p:cNvSpPr txBox="1"/>
            <p:nvPr/>
          </p:nvSpPr>
          <p:spPr>
            <a:xfrm>
              <a:off x="4468" y="1298"/>
              <a:ext cx="807" cy="581"/>
            </a:xfrm>
            <a:prstGeom prst="rect">
              <a:avLst/>
            </a:prstGeom>
            <a:noFill/>
            <a:ln w="9525">
              <a:noFill/>
            </a:ln>
          </p:spPr>
          <p:txBody>
            <a:bodyPr anchor="t" anchorCtr="0">
              <a:spAutoFit/>
            </a:bodyPr>
            <a:lstStyle/>
            <a:p>
              <a:pPr>
                <a:spcBef>
                  <a:spcPct val="50000"/>
                </a:spcBef>
              </a:pPr>
              <a:r>
                <a:rPr lang="en-US" altLang="zh-CN" sz="2800" b="1" i="1" dirty="0">
                  <a:solidFill>
                    <a:srgbClr val="CC0000"/>
                  </a:solidFill>
                  <a:latin typeface="Times New Roman" panose="02020603050405020304" pitchFamily="18" charset="0"/>
                  <a:ea typeface="宋体" panose="02010600030101010101" pitchFamily="2" charset="-122"/>
                </a:rPr>
                <a:t>p</a:t>
              </a:r>
              <a:endParaRPr lang="en-US" altLang="zh-CN" sz="2400" b="1" i="1" dirty="0">
                <a:latin typeface="Times New Roman" panose="02020603050405020304" pitchFamily="18" charset="0"/>
                <a:ea typeface="宋体" panose="02010600030101010101" pitchFamily="2" charset="-122"/>
              </a:endParaRPr>
            </a:p>
          </p:txBody>
        </p:sp>
        <p:sp>
          <p:nvSpPr>
            <p:cNvPr id="16429" name="Rectangle 10" descr="深色下对角线"/>
            <p:cNvSpPr/>
            <p:nvPr/>
          </p:nvSpPr>
          <p:spPr>
            <a:xfrm>
              <a:off x="1663" y="143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6430" name="Rectangle 11" descr="深色下对角线"/>
            <p:cNvSpPr/>
            <p:nvPr/>
          </p:nvSpPr>
          <p:spPr>
            <a:xfrm>
              <a:off x="1660" y="2698"/>
              <a:ext cx="52" cy="641"/>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6431" name="Line 12"/>
            <p:cNvSpPr/>
            <p:nvPr/>
          </p:nvSpPr>
          <p:spPr>
            <a:xfrm>
              <a:off x="940" y="2415"/>
              <a:ext cx="4022" cy="1"/>
            </a:xfrm>
            <a:prstGeom prst="line">
              <a:avLst/>
            </a:prstGeom>
            <a:ln w="19050" cap="flat" cmpd="sng">
              <a:solidFill>
                <a:srgbClr val="003366"/>
              </a:solidFill>
              <a:prstDash val="lgDashDot"/>
              <a:round/>
              <a:headEnd type="none" w="sm" len="lg"/>
              <a:tailEnd type="none" w="sm" len="lg"/>
            </a:ln>
          </p:spPr>
        </p:sp>
        <p:sp>
          <p:nvSpPr>
            <p:cNvPr id="16432" name="Rectangle 13" descr="深色下对角线"/>
            <p:cNvSpPr/>
            <p:nvPr/>
          </p:nvSpPr>
          <p:spPr>
            <a:xfrm>
              <a:off x="4372" y="1298"/>
              <a:ext cx="52" cy="2083"/>
            </a:xfrm>
            <a:prstGeom prst="rect">
              <a:avLst/>
            </a:prstGeom>
            <a:blipFill rotWithShape="0">
              <a:blip r:embed="rId13"/>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6433" name="Object 15"/>
            <p:cNvGraphicFramePr>
              <a:graphicFrameLocks noChangeAspect="1"/>
            </p:cNvGraphicFramePr>
            <p:nvPr/>
          </p:nvGraphicFramePr>
          <p:xfrm>
            <a:off x="1346" y="1616"/>
            <a:ext cx="349" cy="534"/>
          </p:xfrm>
          <a:graphic>
            <a:graphicData uri="http://schemas.openxmlformats.org/presentationml/2006/ole">
              <mc:AlternateContent xmlns:mc="http://schemas.openxmlformats.org/markup-compatibility/2006">
                <mc:Choice xmlns:v="urn:schemas-microsoft-com:vml" Requires="v">
                  <p:oleObj r:id="rId32" imgW="139700" imgH="215900" progId="Equation.3">
                    <p:embed/>
                  </p:oleObj>
                </mc:Choice>
                <mc:Fallback>
                  <p:oleObj r:id="rId32" imgW="139700" imgH="215900" progId="Equation.3">
                    <p:embed/>
                    <p:pic>
                      <p:nvPicPr>
                        <p:cNvPr id="0" name="图片 3291"/>
                        <p:cNvPicPr/>
                        <p:nvPr/>
                      </p:nvPicPr>
                      <p:blipFill>
                        <a:blip r:embed="rId15"/>
                        <a:stretch>
                          <a:fillRect/>
                        </a:stretch>
                      </p:blipFill>
                      <p:spPr>
                        <a:xfrm>
                          <a:off x="1346" y="1616"/>
                          <a:ext cx="349" cy="534"/>
                        </a:xfrm>
                        <a:prstGeom prst="rect">
                          <a:avLst/>
                        </a:prstGeom>
                        <a:noFill/>
                        <a:ln w="38100">
                          <a:noFill/>
                          <a:miter/>
                        </a:ln>
                      </p:spPr>
                    </p:pic>
                  </p:oleObj>
                </mc:Fallback>
              </mc:AlternateContent>
            </a:graphicData>
          </a:graphic>
        </p:graphicFrame>
        <p:graphicFrame>
          <p:nvGraphicFramePr>
            <p:cNvPr id="16434" name="Object 16"/>
            <p:cNvGraphicFramePr>
              <a:graphicFrameLocks noChangeAspect="1"/>
            </p:cNvGraphicFramePr>
            <p:nvPr/>
          </p:nvGraphicFramePr>
          <p:xfrm>
            <a:off x="1353" y="2478"/>
            <a:ext cx="335" cy="534"/>
          </p:xfrm>
          <a:graphic>
            <a:graphicData uri="http://schemas.openxmlformats.org/presentationml/2006/ole">
              <mc:AlternateContent xmlns:mc="http://schemas.openxmlformats.org/markup-compatibility/2006">
                <mc:Choice xmlns:v="urn:schemas-microsoft-com:vml" Requires="v">
                  <p:oleObj r:id="rId33" imgW="152400" imgH="215900" progId="Equation.3">
                    <p:embed/>
                  </p:oleObj>
                </mc:Choice>
                <mc:Fallback>
                  <p:oleObj r:id="rId33" imgW="152400" imgH="215900" progId="Equation.3">
                    <p:embed/>
                    <p:pic>
                      <p:nvPicPr>
                        <p:cNvPr id="0" name="图片 3317"/>
                        <p:cNvPicPr/>
                        <p:nvPr/>
                      </p:nvPicPr>
                      <p:blipFill>
                        <a:blip r:embed="rId17"/>
                        <a:stretch>
                          <a:fillRect/>
                        </a:stretch>
                      </p:blipFill>
                      <p:spPr>
                        <a:xfrm>
                          <a:off x="1353" y="2478"/>
                          <a:ext cx="335" cy="534"/>
                        </a:xfrm>
                        <a:prstGeom prst="rect">
                          <a:avLst/>
                        </a:prstGeom>
                        <a:noFill/>
                        <a:ln w="38100">
                          <a:noFill/>
                          <a:miter/>
                        </a:ln>
                      </p:spPr>
                    </p:pic>
                  </p:oleObj>
                </mc:Fallback>
              </mc:AlternateContent>
            </a:graphicData>
          </a:graphic>
        </p:graphicFrame>
        <p:sp>
          <p:nvSpPr>
            <p:cNvPr id="16435" name="Line 18"/>
            <p:cNvSpPr/>
            <p:nvPr/>
          </p:nvSpPr>
          <p:spPr>
            <a:xfrm>
              <a:off x="4241" y="1661"/>
              <a:ext cx="258" cy="1"/>
            </a:xfrm>
            <a:prstGeom prst="line">
              <a:avLst/>
            </a:prstGeom>
            <a:ln w="12700" cap="flat" cmpd="sng">
              <a:solidFill>
                <a:srgbClr val="000000"/>
              </a:solidFill>
              <a:prstDash val="dash"/>
              <a:round/>
              <a:headEnd type="none" w="sm" len="lg"/>
              <a:tailEnd type="none" w="sm" len="lg"/>
            </a:ln>
          </p:spPr>
        </p:sp>
        <p:sp>
          <p:nvSpPr>
            <p:cNvPr id="16436" name="Line 19"/>
            <p:cNvSpPr/>
            <p:nvPr/>
          </p:nvSpPr>
          <p:spPr>
            <a:xfrm>
              <a:off x="4462" y="1649"/>
              <a:ext cx="1" cy="748"/>
            </a:xfrm>
            <a:prstGeom prst="line">
              <a:avLst/>
            </a:prstGeom>
            <a:ln w="28575" cap="flat" cmpd="sng">
              <a:solidFill>
                <a:srgbClr val="FF33CC"/>
              </a:solidFill>
              <a:prstDash val="dash"/>
              <a:round/>
              <a:headEnd type="triangle" w="sm" len="lg"/>
              <a:tailEnd type="triangle" w="sm" len="lg"/>
            </a:ln>
          </p:spPr>
        </p:sp>
        <p:graphicFrame>
          <p:nvGraphicFramePr>
            <p:cNvPr id="16437" name="Object 20"/>
            <p:cNvGraphicFramePr>
              <a:graphicFrameLocks noChangeAspect="1"/>
            </p:cNvGraphicFramePr>
            <p:nvPr/>
          </p:nvGraphicFramePr>
          <p:xfrm>
            <a:off x="4495" y="1871"/>
            <a:ext cx="240" cy="260"/>
          </p:xfrm>
          <a:graphic>
            <a:graphicData uri="http://schemas.openxmlformats.org/presentationml/2006/ole">
              <mc:AlternateContent xmlns:mc="http://schemas.openxmlformats.org/markup-compatibility/2006">
                <mc:Choice xmlns:v="urn:schemas-microsoft-com:vml" Requires="v">
                  <p:oleObj r:id="rId34" imgW="177800" imgH="190500" progId="Equation.3">
                    <p:embed/>
                  </p:oleObj>
                </mc:Choice>
                <mc:Fallback>
                  <p:oleObj r:id="rId34" imgW="177800" imgH="190500" progId="Equation.3">
                    <p:embed/>
                    <p:pic>
                      <p:nvPicPr>
                        <p:cNvPr id="0" name="图片 3230"/>
                        <p:cNvPicPr/>
                        <p:nvPr/>
                      </p:nvPicPr>
                      <p:blipFill>
                        <a:blip r:embed="rId21"/>
                        <a:stretch>
                          <a:fillRect/>
                        </a:stretch>
                      </p:blipFill>
                      <p:spPr>
                        <a:xfrm>
                          <a:off x="4495" y="1871"/>
                          <a:ext cx="240" cy="260"/>
                        </a:xfrm>
                        <a:prstGeom prst="rect">
                          <a:avLst/>
                        </a:prstGeom>
                        <a:noFill/>
                        <a:ln w="38100">
                          <a:noFill/>
                          <a:miter/>
                        </a:ln>
                      </p:spPr>
                    </p:pic>
                  </p:oleObj>
                </mc:Fallback>
              </mc:AlternateContent>
            </a:graphicData>
          </a:graphic>
        </p:graphicFrame>
        <p:sp>
          <p:nvSpPr>
            <p:cNvPr id="16438" name="Line 21"/>
            <p:cNvSpPr/>
            <p:nvPr/>
          </p:nvSpPr>
          <p:spPr>
            <a:xfrm flipH="1">
              <a:off x="1200" y="2129"/>
              <a:ext cx="465" cy="1"/>
            </a:xfrm>
            <a:prstGeom prst="line">
              <a:avLst/>
            </a:prstGeom>
            <a:ln w="28575" cap="flat" cmpd="sng">
              <a:solidFill>
                <a:srgbClr val="FF9900"/>
              </a:solidFill>
              <a:prstDash val="solid"/>
              <a:round/>
              <a:headEnd type="none" w="sm" len="lg"/>
              <a:tailEnd type="none" w="sm" len="lg"/>
            </a:ln>
          </p:spPr>
        </p:sp>
        <p:sp>
          <p:nvSpPr>
            <p:cNvPr id="16439" name="Line 22"/>
            <p:cNvSpPr/>
            <p:nvPr/>
          </p:nvSpPr>
          <p:spPr>
            <a:xfrm flipH="1">
              <a:off x="1228" y="2662"/>
              <a:ext cx="465" cy="1"/>
            </a:xfrm>
            <a:prstGeom prst="line">
              <a:avLst/>
            </a:prstGeom>
            <a:ln w="31750" cap="flat" cmpd="sng">
              <a:solidFill>
                <a:srgbClr val="FF9900"/>
              </a:solidFill>
              <a:prstDash val="solid"/>
              <a:round/>
              <a:headEnd type="none" w="sm" len="lg"/>
              <a:tailEnd type="none" w="sm" len="lg"/>
            </a:ln>
          </p:spPr>
        </p:sp>
        <p:graphicFrame>
          <p:nvGraphicFramePr>
            <p:cNvPr id="16440" name="Object 24"/>
            <p:cNvGraphicFramePr>
              <a:graphicFrameLocks noChangeAspect="1"/>
            </p:cNvGraphicFramePr>
            <p:nvPr/>
          </p:nvGraphicFramePr>
          <p:xfrm>
            <a:off x="4397" y="2400"/>
            <a:ext cx="202" cy="213"/>
          </p:xfrm>
          <a:graphic>
            <a:graphicData uri="http://schemas.openxmlformats.org/presentationml/2006/ole">
              <mc:AlternateContent xmlns:mc="http://schemas.openxmlformats.org/markup-compatibility/2006">
                <mc:Choice xmlns:v="urn:schemas-microsoft-com:vml" Requires="v">
                  <p:oleObj r:id="rId35" imgW="165100" imgH="190500" progId="Equation.3">
                    <p:embed/>
                  </p:oleObj>
                </mc:Choice>
                <mc:Fallback>
                  <p:oleObj r:id="rId35" imgW="165100" imgH="190500" progId="Equation.3">
                    <p:embed/>
                    <p:pic>
                      <p:nvPicPr>
                        <p:cNvPr id="0" name="图片 3231"/>
                        <p:cNvPicPr/>
                        <p:nvPr/>
                      </p:nvPicPr>
                      <p:blipFill>
                        <a:blip r:embed="rId23"/>
                        <a:stretch>
                          <a:fillRect/>
                        </a:stretch>
                      </p:blipFill>
                      <p:spPr>
                        <a:xfrm>
                          <a:off x="4397" y="2400"/>
                          <a:ext cx="202" cy="213"/>
                        </a:xfrm>
                        <a:prstGeom prst="rect">
                          <a:avLst/>
                        </a:prstGeom>
                        <a:noFill/>
                        <a:ln w="38100">
                          <a:noFill/>
                          <a:miter/>
                        </a:ln>
                      </p:spPr>
                    </p:pic>
                  </p:oleObj>
                </mc:Fallback>
              </mc:AlternateContent>
            </a:graphicData>
          </a:graphic>
        </p:graphicFrame>
        <p:graphicFrame>
          <p:nvGraphicFramePr>
            <p:cNvPr id="16441" name="Object 26"/>
            <p:cNvGraphicFramePr>
              <a:graphicFrameLocks noChangeAspect="1"/>
            </p:cNvGraphicFramePr>
            <p:nvPr/>
          </p:nvGraphicFramePr>
          <p:xfrm>
            <a:off x="4006" y="1438"/>
            <a:ext cx="252" cy="268"/>
          </p:xfrm>
          <a:graphic>
            <a:graphicData uri="http://schemas.openxmlformats.org/presentationml/2006/ole">
              <mc:AlternateContent xmlns:mc="http://schemas.openxmlformats.org/markup-compatibility/2006">
                <mc:Choice xmlns:v="urn:schemas-microsoft-com:vml" Requires="v">
                  <p:oleObj r:id="rId36" imgW="215900" imgH="228600" progId="Equation.3">
                    <p:embed/>
                  </p:oleObj>
                </mc:Choice>
                <mc:Fallback>
                  <p:oleObj r:id="rId36" imgW="215900" imgH="228600" progId="Equation.3">
                    <p:embed/>
                    <p:pic>
                      <p:nvPicPr>
                        <p:cNvPr id="0" name="图片 3232"/>
                        <p:cNvPicPr/>
                        <p:nvPr/>
                      </p:nvPicPr>
                      <p:blipFill>
                        <a:blip r:embed="rId25"/>
                        <a:stretch>
                          <a:fillRect/>
                        </a:stretch>
                      </p:blipFill>
                      <p:spPr>
                        <a:xfrm>
                          <a:off x="4006" y="1438"/>
                          <a:ext cx="252" cy="268"/>
                        </a:xfrm>
                        <a:prstGeom prst="rect">
                          <a:avLst/>
                        </a:prstGeom>
                        <a:noFill/>
                        <a:ln w="38100">
                          <a:noFill/>
                          <a:miter/>
                        </a:ln>
                      </p:spPr>
                    </p:pic>
                  </p:oleObj>
                </mc:Fallback>
              </mc:AlternateContent>
            </a:graphicData>
          </a:graphic>
        </p:graphicFrame>
        <p:sp>
          <p:nvSpPr>
            <p:cNvPr id="16442" name="Rectangle 27" descr="深色下对角线"/>
            <p:cNvSpPr/>
            <p:nvPr/>
          </p:nvSpPr>
          <p:spPr>
            <a:xfrm>
              <a:off x="1660" y="2149"/>
              <a:ext cx="52" cy="42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6443" name="Object 28"/>
            <p:cNvGraphicFramePr>
              <a:graphicFrameLocks noChangeAspect="1"/>
            </p:cNvGraphicFramePr>
            <p:nvPr/>
          </p:nvGraphicFramePr>
          <p:xfrm>
            <a:off x="2559" y="1400"/>
            <a:ext cx="268" cy="539"/>
          </p:xfrm>
          <a:graphic>
            <a:graphicData uri="http://schemas.openxmlformats.org/presentationml/2006/ole">
              <mc:AlternateContent xmlns:mc="http://schemas.openxmlformats.org/markup-compatibility/2006">
                <mc:Choice xmlns:v="urn:schemas-microsoft-com:vml" Requires="v">
                  <p:oleObj r:id="rId37" imgW="165100" imgH="316865" progId="Equation.3">
                    <p:embed/>
                  </p:oleObj>
                </mc:Choice>
                <mc:Fallback>
                  <p:oleObj r:id="rId37" imgW="165100" imgH="316865" progId="Equation.3">
                    <p:embed/>
                    <p:pic>
                      <p:nvPicPr>
                        <p:cNvPr id="0" name="图片 3233"/>
                        <p:cNvPicPr/>
                        <p:nvPr/>
                      </p:nvPicPr>
                      <p:blipFill>
                        <a:blip r:embed="rId27"/>
                        <a:stretch>
                          <a:fillRect/>
                        </a:stretch>
                      </p:blipFill>
                      <p:spPr>
                        <a:xfrm>
                          <a:off x="2559" y="1400"/>
                          <a:ext cx="268" cy="539"/>
                        </a:xfrm>
                        <a:prstGeom prst="rect">
                          <a:avLst/>
                        </a:prstGeom>
                        <a:noFill/>
                        <a:ln w="38100">
                          <a:noFill/>
                          <a:miter/>
                        </a:ln>
                      </p:spPr>
                    </p:pic>
                  </p:oleObj>
                </mc:Fallback>
              </mc:AlternateContent>
            </a:graphicData>
          </a:graphic>
        </p:graphicFrame>
        <p:graphicFrame>
          <p:nvGraphicFramePr>
            <p:cNvPr id="16444" name="Object 29"/>
            <p:cNvGraphicFramePr>
              <a:graphicFrameLocks noChangeAspect="1"/>
            </p:cNvGraphicFramePr>
            <p:nvPr/>
          </p:nvGraphicFramePr>
          <p:xfrm>
            <a:off x="3334" y="1881"/>
            <a:ext cx="310" cy="534"/>
          </p:xfrm>
          <a:graphic>
            <a:graphicData uri="http://schemas.openxmlformats.org/presentationml/2006/ole">
              <mc:AlternateContent xmlns:mc="http://schemas.openxmlformats.org/markup-compatibility/2006">
                <mc:Choice xmlns:v="urn:schemas-microsoft-com:vml" Requires="v">
                  <p:oleObj r:id="rId38" imgW="190500" imgH="317500" progId="Equation.3">
                    <p:embed/>
                  </p:oleObj>
                </mc:Choice>
                <mc:Fallback>
                  <p:oleObj r:id="rId38" imgW="190500" imgH="317500" progId="Equation.3">
                    <p:embed/>
                    <p:pic>
                      <p:nvPicPr>
                        <p:cNvPr id="0" name="图片 3235"/>
                        <p:cNvPicPr/>
                        <p:nvPr/>
                      </p:nvPicPr>
                      <p:blipFill>
                        <a:blip r:embed="rId29"/>
                        <a:stretch>
                          <a:fillRect/>
                        </a:stretch>
                      </p:blipFill>
                      <p:spPr>
                        <a:xfrm>
                          <a:off x="3334" y="1881"/>
                          <a:ext cx="310" cy="534"/>
                        </a:xfrm>
                        <a:prstGeom prst="rect">
                          <a:avLst/>
                        </a:prstGeom>
                        <a:noFill/>
                        <a:ln w="38100">
                          <a:noFill/>
                          <a:miter/>
                        </a:ln>
                      </p:spPr>
                    </p:pic>
                  </p:oleObj>
                </mc:Fallback>
              </mc:AlternateContent>
            </a:graphicData>
          </a:graphic>
        </p:graphicFrame>
        <p:sp>
          <p:nvSpPr>
            <p:cNvPr id="16445" name="Line 30"/>
            <p:cNvSpPr/>
            <p:nvPr/>
          </p:nvSpPr>
          <p:spPr>
            <a:xfrm flipV="1">
              <a:off x="1629" y="1667"/>
              <a:ext cx="2738" cy="481"/>
            </a:xfrm>
            <a:prstGeom prst="line">
              <a:avLst/>
            </a:prstGeom>
            <a:ln w="28575" cap="flat" cmpd="sng">
              <a:solidFill>
                <a:srgbClr val="FF6600"/>
              </a:solidFill>
              <a:prstDash val="solid"/>
              <a:round/>
              <a:headEnd type="none" w="sm" len="lg"/>
              <a:tailEnd type="none" w="sm" len="lg"/>
            </a:ln>
          </p:spPr>
        </p:sp>
        <p:sp>
          <p:nvSpPr>
            <p:cNvPr id="16446" name="Line 31"/>
            <p:cNvSpPr/>
            <p:nvPr/>
          </p:nvSpPr>
          <p:spPr>
            <a:xfrm flipV="1">
              <a:off x="1674" y="1667"/>
              <a:ext cx="2693" cy="1015"/>
            </a:xfrm>
            <a:prstGeom prst="line">
              <a:avLst/>
            </a:prstGeom>
            <a:ln w="28575" cap="flat" cmpd="sng">
              <a:solidFill>
                <a:srgbClr val="FF6600"/>
              </a:solidFill>
              <a:prstDash val="solid"/>
              <a:round/>
              <a:headEnd type="none" w="sm" len="lg"/>
              <a:tailEnd type="none" w="sm" len="lg"/>
            </a:ln>
          </p:spPr>
        </p:sp>
        <p:sp>
          <p:nvSpPr>
            <p:cNvPr id="16447" name="Line 34"/>
            <p:cNvSpPr/>
            <p:nvPr/>
          </p:nvSpPr>
          <p:spPr>
            <a:xfrm>
              <a:off x="2992" y="3087"/>
              <a:ext cx="1395" cy="0"/>
            </a:xfrm>
            <a:prstGeom prst="line">
              <a:avLst/>
            </a:prstGeom>
            <a:ln w="19050" cap="flat" cmpd="sng">
              <a:solidFill>
                <a:srgbClr val="FF3399"/>
              </a:solidFill>
              <a:prstDash val="solid"/>
              <a:round/>
              <a:headEnd type="none" w="med" len="med"/>
              <a:tailEnd type="triangle" w="sm" len="lg"/>
            </a:ln>
          </p:spPr>
        </p:sp>
        <p:sp>
          <p:nvSpPr>
            <p:cNvPr id="16448" name="Line 35"/>
            <p:cNvSpPr/>
            <p:nvPr/>
          </p:nvSpPr>
          <p:spPr>
            <a:xfrm flipH="1">
              <a:off x="1701" y="3087"/>
              <a:ext cx="1033" cy="0"/>
            </a:xfrm>
            <a:prstGeom prst="line">
              <a:avLst/>
            </a:prstGeom>
            <a:ln w="19050" cap="flat" cmpd="sng">
              <a:solidFill>
                <a:srgbClr val="FF3399"/>
              </a:solidFill>
              <a:prstDash val="solid"/>
              <a:round/>
              <a:headEnd type="none" w="med" len="med"/>
              <a:tailEnd type="triangle" w="sm" len="lg"/>
            </a:ln>
          </p:spPr>
        </p:sp>
        <p:graphicFrame>
          <p:nvGraphicFramePr>
            <p:cNvPr id="16449" name="Object 42"/>
            <p:cNvGraphicFramePr>
              <a:graphicFrameLocks noChangeAspect="1"/>
            </p:cNvGraphicFramePr>
            <p:nvPr/>
          </p:nvGraphicFramePr>
          <p:xfrm>
            <a:off x="2744" y="2931"/>
            <a:ext cx="272" cy="253"/>
          </p:xfrm>
          <a:graphic>
            <a:graphicData uri="http://schemas.openxmlformats.org/presentationml/2006/ole">
              <mc:AlternateContent xmlns:mc="http://schemas.openxmlformats.org/markup-compatibility/2006">
                <mc:Choice xmlns:v="urn:schemas-microsoft-com:vml" Requires="v">
                  <p:oleObj r:id="rId30" imgW="177800" imgH="165100" progId="Equation.3">
                    <p:embed/>
                  </p:oleObj>
                </mc:Choice>
                <mc:Fallback>
                  <p:oleObj r:id="rId30" imgW="177800" imgH="165100" progId="Equation.3">
                    <p:embed/>
                    <p:pic>
                      <p:nvPicPr>
                        <p:cNvPr id="0" name="图片 3234"/>
                        <p:cNvPicPr/>
                        <p:nvPr/>
                      </p:nvPicPr>
                      <p:blipFill>
                        <a:blip r:embed="rId31"/>
                        <a:stretch>
                          <a:fillRect/>
                        </a:stretch>
                      </p:blipFill>
                      <p:spPr>
                        <a:xfrm>
                          <a:off x="2744" y="2931"/>
                          <a:ext cx="272" cy="253"/>
                        </a:xfrm>
                        <a:prstGeom prst="rect">
                          <a:avLst/>
                        </a:prstGeom>
                        <a:noFill/>
                        <a:ln w="38100">
                          <a:noFill/>
                          <a:miter/>
                        </a:ln>
                      </p:spPr>
                    </p:pic>
                  </p:oleObj>
                </mc:Fallback>
              </mc:AlternateContent>
            </a:graphicData>
          </a:graphic>
        </p:graphicFrame>
      </p:grpSp>
      <p:sp>
        <p:nvSpPr>
          <p:cNvPr id="16450" name="矩形 23"/>
          <p:cNvSpPr/>
          <p:nvPr/>
        </p:nvSpPr>
        <p:spPr>
          <a:xfrm>
            <a:off x="3535363" y="5051425"/>
            <a:ext cx="5527675" cy="111125"/>
          </a:xfrm>
          <a:prstGeom prst="rect">
            <a:avLst/>
          </a:prstGeom>
          <a:solidFill>
            <a:schemeClr val="accent1"/>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grpSp>
        <p:nvGrpSpPr>
          <p:cNvPr id="22595" name="组合 7"/>
          <p:cNvGrpSpPr/>
          <p:nvPr/>
        </p:nvGrpSpPr>
        <p:grpSpPr>
          <a:xfrm>
            <a:off x="6958013" y="736600"/>
            <a:ext cx="1766887" cy="1897063"/>
            <a:chOff x="238" y="5376"/>
            <a:chExt cx="2627" cy="2987"/>
          </a:xfrm>
        </p:grpSpPr>
        <p:graphicFrame>
          <p:nvGraphicFramePr>
            <p:cNvPr id="16452" name="Object 64"/>
            <p:cNvGraphicFramePr>
              <a:graphicFrameLocks noChangeAspect="1"/>
            </p:cNvGraphicFramePr>
            <p:nvPr/>
          </p:nvGraphicFramePr>
          <p:xfrm>
            <a:off x="238" y="5376"/>
            <a:ext cx="2627" cy="1161"/>
          </p:xfrm>
          <a:graphic>
            <a:graphicData uri="http://schemas.openxmlformats.org/presentationml/2006/ole">
              <mc:AlternateContent xmlns:mc="http://schemas.openxmlformats.org/markup-compatibility/2006">
                <mc:Choice xmlns:v="urn:schemas-microsoft-com:vml" Requires="v">
                  <p:oleObj r:id="rId39" imgW="1282700" imgH="405765" progId="Equation.DSMT4">
                    <p:embed/>
                  </p:oleObj>
                </mc:Choice>
                <mc:Fallback>
                  <p:oleObj r:id="rId39" imgW="1282700" imgH="405765" progId="Equation.DSMT4">
                    <p:embed/>
                    <p:pic>
                      <p:nvPicPr>
                        <p:cNvPr id="0" name="图片 3236"/>
                        <p:cNvPicPr/>
                        <p:nvPr/>
                      </p:nvPicPr>
                      <p:blipFill>
                        <a:blip r:embed="rId40"/>
                        <a:stretch>
                          <a:fillRect/>
                        </a:stretch>
                      </p:blipFill>
                      <p:spPr>
                        <a:xfrm>
                          <a:off x="238" y="5376"/>
                          <a:ext cx="2627" cy="1161"/>
                        </a:xfrm>
                        <a:prstGeom prst="rect">
                          <a:avLst/>
                        </a:prstGeom>
                        <a:noFill/>
                        <a:ln w="38100">
                          <a:noFill/>
                          <a:miter/>
                        </a:ln>
                      </p:spPr>
                    </p:pic>
                  </p:oleObj>
                </mc:Fallback>
              </mc:AlternateContent>
            </a:graphicData>
          </a:graphic>
        </p:graphicFrame>
        <p:graphicFrame>
          <p:nvGraphicFramePr>
            <p:cNvPr id="16453" name="Object 46"/>
            <p:cNvGraphicFramePr>
              <a:graphicFrameLocks noChangeAspect="1"/>
            </p:cNvGraphicFramePr>
            <p:nvPr/>
          </p:nvGraphicFramePr>
          <p:xfrm>
            <a:off x="238" y="6719"/>
            <a:ext cx="2627" cy="1644"/>
          </p:xfrm>
          <a:graphic>
            <a:graphicData uri="http://schemas.openxmlformats.org/presentationml/2006/ole">
              <mc:AlternateContent xmlns:mc="http://schemas.openxmlformats.org/markup-compatibility/2006">
                <mc:Choice xmlns:v="urn:schemas-microsoft-com:vml" Requires="v">
                  <p:oleObj r:id="rId41" imgW="1054100" imgH="660400" progId="Equation.DSMT4">
                    <p:embed/>
                  </p:oleObj>
                </mc:Choice>
                <mc:Fallback>
                  <p:oleObj r:id="rId41" imgW="1054100" imgH="660400" progId="Equation.DSMT4">
                    <p:embed/>
                    <p:pic>
                      <p:nvPicPr>
                        <p:cNvPr id="0" name="图片 3237"/>
                        <p:cNvPicPr/>
                        <p:nvPr/>
                      </p:nvPicPr>
                      <p:blipFill>
                        <a:blip r:embed="rId42"/>
                        <a:stretch>
                          <a:fillRect/>
                        </a:stretch>
                      </p:blipFill>
                      <p:spPr>
                        <a:xfrm>
                          <a:off x="238" y="6719"/>
                          <a:ext cx="2627" cy="1644"/>
                        </a:xfrm>
                        <a:prstGeom prst="rect">
                          <a:avLst/>
                        </a:prstGeom>
                        <a:noFill/>
                        <a:ln w="38100">
                          <a:noFill/>
                          <a:miter/>
                        </a:ln>
                      </p:spPr>
                    </p:pic>
                  </p:oleObj>
                </mc:Fallback>
              </mc:AlternateContent>
            </a:graphicData>
          </a:graphic>
        </p:graphicFrame>
      </p:grpSp>
      <p:graphicFrame>
        <p:nvGraphicFramePr>
          <p:cNvPr id="22598" name="Object 67"/>
          <p:cNvGraphicFramePr>
            <a:graphicFrameLocks noChangeAspect="1"/>
          </p:cNvGraphicFramePr>
          <p:nvPr/>
        </p:nvGraphicFramePr>
        <p:xfrm>
          <a:off x="4237038" y="2714625"/>
          <a:ext cx="1435100" cy="765175"/>
        </p:xfrm>
        <a:graphic>
          <a:graphicData uri="http://schemas.openxmlformats.org/presentationml/2006/ole">
            <mc:AlternateContent xmlns:mc="http://schemas.openxmlformats.org/markup-compatibility/2006">
              <mc:Choice xmlns:v="urn:schemas-microsoft-com:vml" Requires="v">
                <p:oleObj r:id="rId43" imgW="812165" imgH="406400" progId="Equation.DSMT4">
                  <p:embed/>
                </p:oleObj>
              </mc:Choice>
              <mc:Fallback>
                <p:oleObj r:id="rId43" imgW="812165" imgH="406400" progId="Equation.DSMT4">
                  <p:embed/>
                  <p:pic>
                    <p:nvPicPr>
                      <p:cNvPr id="0" name="图片 3238"/>
                      <p:cNvPicPr/>
                      <p:nvPr/>
                    </p:nvPicPr>
                    <p:blipFill>
                      <a:blip r:embed="rId44"/>
                      <a:stretch>
                        <a:fillRect/>
                      </a:stretch>
                    </p:blipFill>
                    <p:spPr>
                      <a:xfrm>
                        <a:off x="4237038" y="2714625"/>
                        <a:ext cx="1435100" cy="765175"/>
                      </a:xfrm>
                      <a:prstGeom prst="rect">
                        <a:avLst/>
                      </a:prstGeom>
                      <a:noFill/>
                      <a:ln w="38100">
                        <a:noFill/>
                        <a:miter/>
                      </a:ln>
                    </p:spPr>
                  </p:pic>
                </p:oleObj>
              </mc:Fallback>
            </mc:AlternateContent>
          </a:graphicData>
        </a:graphic>
      </p:graphicFrame>
      <p:sp>
        <p:nvSpPr>
          <p:cNvPr id="22599" name="文本框 3"/>
          <p:cNvSpPr txBox="1"/>
          <p:nvPr/>
        </p:nvSpPr>
        <p:spPr>
          <a:xfrm>
            <a:off x="5911850" y="2913063"/>
            <a:ext cx="1203325" cy="398462"/>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明纹中心</a:t>
            </a:r>
          </a:p>
        </p:txBody>
      </p:sp>
      <p:graphicFrame>
        <p:nvGraphicFramePr>
          <p:cNvPr id="22600" name="Object 72"/>
          <p:cNvGraphicFramePr>
            <a:graphicFrameLocks noChangeAspect="1"/>
          </p:cNvGraphicFramePr>
          <p:nvPr/>
        </p:nvGraphicFramePr>
        <p:xfrm>
          <a:off x="4246563" y="3621088"/>
          <a:ext cx="771525" cy="436562"/>
        </p:xfrm>
        <a:graphic>
          <a:graphicData uri="http://schemas.openxmlformats.org/presentationml/2006/ole">
            <mc:AlternateContent xmlns:mc="http://schemas.openxmlformats.org/markup-compatibility/2006">
              <mc:Choice xmlns:v="urn:schemas-microsoft-com:vml" Requires="v">
                <p:oleObj r:id="rId45" imgW="406400" imgH="228600" progId="Equation.3">
                  <p:embed/>
                </p:oleObj>
              </mc:Choice>
              <mc:Fallback>
                <p:oleObj r:id="rId45" imgW="406400" imgH="228600" progId="Equation.3">
                  <p:embed/>
                  <p:pic>
                    <p:nvPicPr>
                      <p:cNvPr id="0" name="图片 3240"/>
                      <p:cNvPicPr/>
                      <p:nvPr/>
                    </p:nvPicPr>
                    <p:blipFill>
                      <a:blip r:embed="rId9"/>
                      <a:stretch>
                        <a:fillRect/>
                      </a:stretch>
                    </p:blipFill>
                    <p:spPr>
                      <a:xfrm>
                        <a:off x="4246563" y="3621088"/>
                        <a:ext cx="771525" cy="436562"/>
                      </a:xfrm>
                      <a:prstGeom prst="rect">
                        <a:avLst/>
                      </a:prstGeom>
                      <a:noFill/>
                      <a:ln w="38100">
                        <a:noFill/>
                        <a:miter/>
                      </a:ln>
                    </p:spPr>
                  </p:pic>
                </p:oleObj>
              </mc:Fallback>
            </mc:AlternateContent>
          </a:graphicData>
        </a:graphic>
      </p:graphicFrame>
      <p:sp>
        <p:nvSpPr>
          <p:cNvPr id="22601" name="Text Box 73"/>
          <p:cNvSpPr txBox="1"/>
          <p:nvPr/>
        </p:nvSpPr>
        <p:spPr>
          <a:xfrm>
            <a:off x="5789613" y="3640138"/>
            <a:ext cx="1204912" cy="398462"/>
          </a:xfrm>
          <a:prstGeom prst="rect">
            <a:avLst/>
          </a:prstGeom>
          <a:noFill/>
          <a:ln w="9525">
            <a:noFill/>
          </a:ln>
        </p:spPr>
        <p:txBody>
          <a:bodyPr wrap="square" anchor="t" anchorCtr="0">
            <a:spAutoFit/>
          </a:bodyPr>
          <a:lstStyle/>
          <a:p>
            <a:pPr>
              <a:spcBef>
                <a:spcPct val="50000"/>
              </a:spcBef>
            </a:pPr>
            <a:r>
              <a:rPr lang="zh-CN" altLang="en-US" sz="2000" b="1" dirty="0">
                <a:solidFill>
                  <a:srgbClr val="CC0000"/>
                </a:solidFill>
                <a:latin typeface="Times New Roman" panose="02020603050405020304" pitchFamily="18" charset="0"/>
                <a:ea typeface="楷体_GB2312" pitchFamily="1" charset="-122"/>
              </a:rPr>
              <a:t>中央明纹</a:t>
            </a:r>
            <a:endParaRPr lang="zh-CN" altLang="en-US" sz="2000" b="1" dirty="0">
              <a:solidFill>
                <a:srgbClr val="FF0000"/>
              </a:solidFill>
              <a:latin typeface="Verdana" panose="020B0604030504040204" pitchFamily="34" charset="0"/>
              <a:ea typeface="楷体_GB2312" pitchFamily="1" charset="-122"/>
            </a:endParaRPr>
          </a:p>
        </p:txBody>
      </p:sp>
      <p:graphicFrame>
        <p:nvGraphicFramePr>
          <p:cNvPr id="22602" name="Object 67"/>
          <p:cNvGraphicFramePr>
            <a:graphicFrameLocks noChangeAspect="1"/>
          </p:cNvGraphicFramePr>
          <p:nvPr/>
        </p:nvGraphicFramePr>
        <p:xfrm>
          <a:off x="4246563" y="4246563"/>
          <a:ext cx="1057275" cy="666750"/>
        </p:xfrm>
        <a:graphic>
          <a:graphicData uri="http://schemas.openxmlformats.org/presentationml/2006/ole">
            <mc:AlternateContent xmlns:mc="http://schemas.openxmlformats.org/markup-compatibility/2006">
              <mc:Choice xmlns:v="urn:schemas-microsoft-com:vml" Requires="v">
                <p:oleObj r:id="rId46" imgW="685800" imgH="405765" progId="Equation.DSMT4">
                  <p:embed/>
                </p:oleObj>
              </mc:Choice>
              <mc:Fallback>
                <p:oleObj r:id="rId46" imgW="685800" imgH="405765" progId="Equation.DSMT4">
                  <p:embed/>
                  <p:pic>
                    <p:nvPicPr>
                      <p:cNvPr id="0" name="图片 3239"/>
                      <p:cNvPicPr/>
                      <p:nvPr/>
                    </p:nvPicPr>
                    <p:blipFill>
                      <a:blip r:embed="rId11"/>
                      <a:stretch>
                        <a:fillRect/>
                      </a:stretch>
                    </p:blipFill>
                    <p:spPr>
                      <a:xfrm>
                        <a:off x="4246563" y="4246563"/>
                        <a:ext cx="1057275" cy="666750"/>
                      </a:xfrm>
                      <a:prstGeom prst="rect">
                        <a:avLst/>
                      </a:prstGeom>
                      <a:noFill/>
                      <a:ln w="38100">
                        <a:noFill/>
                        <a:miter/>
                      </a:ln>
                    </p:spPr>
                  </p:pic>
                </p:oleObj>
              </mc:Fallback>
            </mc:AlternateContent>
          </a:graphicData>
        </a:graphic>
      </p:graphicFrame>
      <p:sp>
        <p:nvSpPr>
          <p:cNvPr id="22603" name="文本框 6"/>
          <p:cNvSpPr txBox="1"/>
          <p:nvPr/>
        </p:nvSpPr>
        <p:spPr>
          <a:xfrm>
            <a:off x="5791200" y="4381500"/>
            <a:ext cx="1203325" cy="398463"/>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明纹间距</a:t>
            </a:r>
          </a:p>
        </p:txBody>
      </p:sp>
      <p:sp>
        <p:nvSpPr>
          <p:cNvPr id="22604" name="文本框 6"/>
          <p:cNvSpPr txBox="1"/>
          <p:nvPr/>
        </p:nvSpPr>
        <p:spPr>
          <a:xfrm>
            <a:off x="4246563" y="5346700"/>
            <a:ext cx="2225675" cy="398463"/>
          </a:xfrm>
          <a:prstGeom prst="rect">
            <a:avLst/>
          </a:prstGeom>
          <a:noFill/>
          <a:ln w="9525">
            <a:noFill/>
          </a:ln>
        </p:spPr>
        <p:txBody>
          <a:bodyPr wrap="none" anchor="t" anchorCtr="0">
            <a:spAutoFit/>
          </a:bodyPr>
          <a:lstStyle/>
          <a:p>
            <a:pPr eaLnBrk="0" hangingPunct="0"/>
            <a:r>
              <a:rPr lang="zh-CN" altLang="zh-CN" sz="2000" b="1" dirty="0">
                <a:solidFill>
                  <a:srgbClr val="CC0000"/>
                </a:solidFill>
                <a:latin typeface="Times New Roman" panose="02020603050405020304" pitchFamily="18" charset="0"/>
                <a:ea typeface="楷体_GB2312" pitchFamily="1" charset="-122"/>
                <a:sym typeface="宋体" panose="02010600030101010101" pitchFamily="2" charset="-122"/>
              </a:rPr>
              <a:t>和有前缝完全一样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9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59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60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6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60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60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6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99" grpId="0"/>
      <p:bldP spid="22599" grpId="1"/>
      <p:bldP spid="22601" grpId="0"/>
      <p:bldP spid="22601" grpId="1"/>
      <p:bldP spid="22603" grpId="0"/>
      <p:bldP spid="22603" grpId="1"/>
      <p:bldP spid="22604" grpId="0"/>
      <p:bldP spid="22604"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矩形 1"/>
          <p:cNvSpPr/>
          <p:nvPr/>
        </p:nvSpPr>
        <p:spPr>
          <a:xfrm>
            <a:off x="3435350" y="106363"/>
            <a:ext cx="100013" cy="6657975"/>
          </a:xfrm>
          <a:prstGeom prst="rect">
            <a:avLst/>
          </a:prstGeom>
          <a:solidFill>
            <a:schemeClr val="accent1"/>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sp>
        <p:nvSpPr>
          <p:cNvPr id="17410" name="文本框 2"/>
          <p:cNvSpPr txBox="1"/>
          <p:nvPr/>
        </p:nvSpPr>
        <p:spPr>
          <a:xfrm>
            <a:off x="1187450" y="149225"/>
            <a:ext cx="1101725" cy="460375"/>
          </a:xfrm>
          <a:prstGeom prst="rect">
            <a:avLst/>
          </a:prstGeom>
          <a:noFill/>
          <a:ln w="9525">
            <a:noFill/>
          </a:ln>
        </p:spPr>
        <p:txBody>
          <a:bodyPr wrap="none" anchor="t" anchorCtr="0">
            <a:spAutoFit/>
          </a:bodyPr>
          <a:lstStyle/>
          <a:p>
            <a:pPr eaLnBrk="0" hangingPunct="0"/>
            <a:r>
              <a:rPr lang="zh-CN" altLang="en-US" sz="2400" b="1" dirty="0">
                <a:solidFill>
                  <a:srgbClr val="0000CC"/>
                </a:solidFill>
                <a:latin typeface="楷体_GB2312" pitchFamily="1" charset="-122"/>
                <a:ea typeface="楷体_GB2312" pitchFamily="1" charset="-122"/>
                <a:sym typeface="宋体" panose="02010600030101010101" pitchFamily="2" charset="-122"/>
              </a:rPr>
              <a:t>空气中</a:t>
            </a:r>
          </a:p>
        </p:txBody>
      </p:sp>
      <p:grpSp>
        <p:nvGrpSpPr>
          <p:cNvPr id="17411" name="组合 7"/>
          <p:cNvGrpSpPr/>
          <p:nvPr/>
        </p:nvGrpSpPr>
        <p:grpSpPr>
          <a:xfrm>
            <a:off x="111125" y="2913063"/>
            <a:ext cx="3246438" cy="1044575"/>
            <a:chOff x="174" y="5376"/>
            <a:chExt cx="5114" cy="1644"/>
          </a:xfrm>
        </p:grpSpPr>
        <p:graphicFrame>
          <p:nvGraphicFramePr>
            <p:cNvPr id="17412" name="Object 64"/>
            <p:cNvGraphicFramePr>
              <a:graphicFrameLocks noChangeAspect="1"/>
            </p:cNvGraphicFramePr>
            <p:nvPr/>
          </p:nvGraphicFramePr>
          <p:xfrm>
            <a:off x="174" y="5520"/>
            <a:ext cx="2691" cy="1164"/>
          </p:xfrm>
          <a:graphic>
            <a:graphicData uri="http://schemas.openxmlformats.org/presentationml/2006/ole">
              <mc:AlternateContent xmlns:mc="http://schemas.openxmlformats.org/markup-compatibility/2006">
                <mc:Choice xmlns:v="urn:schemas-microsoft-com:vml" Requires="v">
                  <p:oleObj r:id="rId4" imgW="1447800" imgH="405765" progId="Equation.DSMT4">
                    <p:embed/>
                  </p:oleObj>
                </mc:Choice>
                <mc:Fallback>
                  <p:oleObj r:id="rId4" imgW="1447800" imgH="405765" progId="Equation.DSMT4">
                    <p:embed/>
                    <p:pic>
                      <p:nvPicPr>
                        <p:cNvPr id="0" name="图片 3205"/>
                        <p:cNvPicPr/>
                        <p:nvPr/>
                      </p:nvPicPr>
                      <p:blipFill>
                        <a:blip r:embed="rId5"/>
                        <a:stretch>
                          <a:fillRect/>
                        </a:stretch>
                      </p:blipFill>
                      <p:spPr>
                        <a:xfrm>
                          <a:off x="174" y="5520"/>
                          <a:ext cx="2691" cy="1164"/>
                        </a:xfrm>
                        <a:prstGeom prst="rect">
                          <a:avLst/>
                        </a:prstGeom>
                        <a:noFill/>
                        <a:ln w="38100">
                          <a:noFill/>
                          <a:miter/>
                        </a:ln>
                      </p:spPr>
                    </p:pic>
                  </p:oleObj>
                </mc:Fallback>
              </mc:AlternateContent>
            </a:graphicData>
          </a:graphic>
        </p:graphicFrame>
        <p:graphicFrame>
          <p:nvGraphicFramePr>
            <p:cNvPr id="17413" name="Object 46"/>
            <p:cNvGraphicFramePr>
              <a:graphicFrameLocks noChangeAspect="1"/>
            </p:cNvGraphicFramePr>
            <p:nvPr/>
          </p:nvGraphicFramePr>
          <p:xfrm>
            <a:off x="2946" y="5376"/>
            <a:ext cx="2342" cy="1644"/>
          </p:xfrm>
          <a:graphic>
            <a:graphicData uri="http://schemas.openxmlformats.org/presentationml/2006/ole">
              <mc:AlternateContent xmlns:mc="http://schemas.openxmlformats.org/markup-compatibility/2006">
                <mc:Choice xmlns:v="urn:schemas-microsoft-com:vml" Requires="v">
                  <p:oleObj r:id="rId6" imgW="939800" imgH="660400" progId="Equation.DSMT4">
                    <p:embed/>
                  </p:oleObj>
                </mc:Choice>
                <mc:Fallback>
                  <p:oleObj r:id="rId6" imgW="939800" imgH="660400" progId="Equation.DSMT4">
                    <p:embed/>
                    <p:pic>
                      <p:nvPicPr>
                        <p:cNvPr id="0" name="图片 3207"/>
                        <p:cNvPicPr/>
                        <p:nvPr/>
                      </p:nvPicPr>
                      <p:blipFill>
                        <a:blip r:embed="rId7"/>
                        <a:stretch>
                          <a:fillRect/>
                        </a:stretch>
                      </p:blipFill>
                      <p:spPr>
                        <a:xfrm>
                          <a:off x="2946" y="5376"/>
                          <a:ext cx="2342" cy="1644"/>
                        </a:xfrm>
                        <a:prstGeom prst="rect">
                          <a:avLst/>
                        </a:prstGeom>
                        <a:noFill/>
                        <a:ln w="38100">
                          <a:noFill/>
                          <a:miter/>
                        </a:ln>
                      </p:spPr>
                    </p:pic>
                  </p:oleObj>
                </mc:Fallback>
              </mc:AlternateContent>
            </a:graphicData>
          </a:graphic>
        </p:graphicFrame>
      </p:grpSp>
      <p:graphicFrame>
        <p:nvGraphicFramePr>
          <p:cNvPr id="17414" name="Object 67"/>
          <p:cNvGraphicFramePr>
            <a:graphicFrameLocks noChangeAspect="1"/>
          </p:cNvGraphicFramePr>
          <p:nvPr/>
        </p:nvGraphicFramePr>
        <p:xfrm>
          <a:off x="195263" y="4233863"/>
          <a:ext cx="1435100" cy="765175"/>
        </p:xfrm>
        <a:graphic>
          <a:graphicData uri="http://schemas.openxmlformats.org/presentationml/2006/ole">
            <mc:AlternateContent xmlns:mc="http://schemas.openxmlformats.org/markup-compatibility/2006">
              <mc:Choice xmlns:v="urn:schemas-microsoft-com:vml" Requires="v">
                <p:oleObj r:id="rId8" imgW="812165" imgH="406400" progId="Equation.DSMT4">
                  <p:embed/>
                </p:oleObj>
              </mc:Choice>
              <mc:Fallback>
                <p:oleObj r:id="rId8" imgW="812165" imgH="406400" progId="Equation.DSMT4">
                  <p:embed/>
                  <p:pic>
                    <p:nvPicPr>
                      <p:cNvPr id="0" name="图片 3206"/>
                      <p:cNvPicPr/>
                      <p:nvPr/>
                    </p:nvPicPr>
                    <p:blipFill>
                      <a:blip r:embed="rId9"/>
                      <a:stretch>
                        <a:fillRect/>
                      </a:stretch>
                    </p:blipFill>
                    <p:spPr>
                      <a:xfrm>
                        <a:off x="195263" y="4233863"/>
                        <a:ext cx="1435100" cy="765175"/>
                      </a:xfrm>
                      <a:prstGeom prst="rect">
                        <a:avLst/>
                      </a:prstGeom>
                      <a:noFill/>
                      <a:ln w="38100">
                        <a:noFill/>
                        <a:miter/>
                      </a:ln>
                    </p:spPr>
                  </p:pic>
                </p:oleObj>
              </mc:Fallback>
            </mc:AlternateContent>
          </a:graphicData>
        </a:graphic>
      </p:graphicFrame>
      <p:sp>
        <p:nvSpPr>
          <p:cNvPr id="17415" name="文本框 3"/>
          <p:cNvSpPr txBox="1"/>
          <p:nvPr/>
        </p:nvSpPr>
        <p:spPr>
          <a:xfrm>
            <a:off x="1870075" y="4432300"/>
            <a:ext cx="1203325" cy="398463"/>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明纹中心</a:t>
            </a:r>
          </a:p>
        </p:txBody>
      </p:sp>
      <p:graphicFrame>
        <p:nvGraphicFramePr>
          <p:cNvPr id="17416" name="Object 72"/>
          <p:cNvGraphicFramePr>
            <a:graphicFrameLocks noChangeAspect="1"/>
          </p:cNvGraphicFramePr>
          <p:nvPr/>
        </p:nvGraphicFramePr>
        <p:xfrm>
          <a:off x="342900" y="5308600"/>
          <a:ext cx="771525" cy="436563"/>
        </p:xfrm>
        <a:graphic>
          <a:graphicData uri="http://schemas.openxmlformats.org/presentationml/2006/ole">
            <mc:AlternateContent xmlns:mc="http://schemas.openxmlformats.org/markup-compatibility/2006">
              <mc:Choice xmlns:v="urn:schemas-microsoft-com:vml" Requires="v">
                <p:oleObj r:id="rId10" imgW="406400" imgH="228600" progId="Equation.3">
                  <p:embed/>
                </p:oleObj>
              </mc:Choice>
              <mc:Fallback>
                <p:oleObj r:id="rId10" imgW="406400" imgH="228600" progId="Equation.3">
                  <p:embed/>
                  <p:pic>
                    <p:nvPicPr>
                      <p:cNvPr id="0" name="图片 3208"/>
                      <p:cNvPicPr/>
                      <p:nvPr/>
                    </p:nvPicPr>
                    <p:blipFill>
                      <a:blip r:embed="rId11"/>
                      <a:stretch>
                        <a:fillRect/>
                      </a:stretch>
                    </p:blipFill>
                    <p:spPr>
                      <a:xfrm>
                        <a:off x="342900" y="5308600"/>
                        <a:ext cx="771525" cy="436563"/>
                      </a:xfrm>
                      <a:prstGeom prst="rect">
                        <a:avLst/>
                      </a:prstGeom>
                      <a:noFill/>
                      <a:ln w="38100">
                        <a:noFill/>
                        <a:miter/>
                      </a:ln>
                    </p:spPr>
                  </p:pic>
                </p:oleObj>
              </mc:Fallback>
            </mc:AlternateContent>
          </a:graphicData>
        </a:graphic>
      </p:graphicFrame>
      <p:sp>
        <p:nvSpPr>
          <p:cNvPr id="17417" name="Text Box 73"/>
          <p:cNvSpPr txBox="1"/>
          <p:nvPr/>
        </p:nvSpPr>
        <p:spPr>
          <a:xfrm>
            <a:off x="1741488" y="5308600"/>
            <a:ext cx="1204912" cy="398463"/>
          </a:xfrm>
          <a:prstGeom prst="rect">
            <a:avLst/>
          </a:prstGeom>
          <a:noFill/>
          <a:ln w="9525">
            <a:noFill/>
          </a:ln>
        </p:spPr>
        <p:txBody>
          <a:bodyPr wrap="square" anchor="t" anchorCtr="0">
            <a:spAutoFit/>
          </a:bodyPr>
          <a:lstStyle/>
          <a:p>
            <a:pPr>
              <a:spcBef>
                <a:spcPct val="50000"/>
              </a:spcBef>
            </a:pPr>
            <a:r>
              <a:rPr lang="zh-CN" altLang="en-US" sz="2000" b="1" dirty="0">
                <a:solidFill>
                  <a:srgbClr val="CC0000"/>
                </a:solidFill>
                <a:latin typeface="Times New Roman" panose="02020603050405020304" pitchFamily="18" charset="0"/>
                <a:ea typeface="楷体_GB2312" pitchFamily="1" charset="-122"/>
              </a:rPr>
              <a:t>中央明纹</a:t>
            </a:r>
            <a:endParaRPr lang="zh-CN" altLang="en-US" sz="2000" b="1" dirty="0">
              <a:solidFill>
                <a:srgbClr val="FF0000"/>
              </a:solidFill>
              <a:latin typeface="Verdana" panose="020B0604030504040204" pitchFamily="34" charset="0"/>
              <a:ea typeface="楷体_GB2312" pitchFamily="1" charset="-122"/>
            </a:endParaRPr>
          </a:p>
        </p:txBody>
      </p:sp>
      <p:graphicFrame>
        <p:nvGraphicFramePr>
          <p:cNvPr id="17418" name="Object 67"/>
          <p:cNvGraphicFramePr>
            <a:graphicFrameLocks noChangeAspect="1"/>
          </p:cNvGraphicFramePr>
          <p:nvPr/>
        </p:nvGraphicFramePr>
        <p:xfrm>
          <a:off x="306388" y="5903913"/>
          <a:ext cx="1057275" cy="666750"/>
        </p:xfrm>
        <a:graphic>
          <a:graphicData uri="http://schemas.openxmlformats.org/presentationml/2006/ole">
            <mc:AlternateContent xmlns:mc="http://schemas.openxmlformats.org/markup-compatibility/2006">
              <mc:Choice xmlns:v="urn:schemas-microsoft-com:vml" Requires="v">
                <p:oleObj r:id="rId12" imgW="685800" imgH="405765" progId="Equation.DSMT4">
                  <p:embed/>
                </p:oleObj>
              </mc:Choice>
              <mc:Fallback>
                <p:oleObj r:id="rId12" imgW="685800" imgH="405765" progId="Equation.DSMT4">
                  <p:embed/>
                  <p:pic>
                    <p:nvPicPr>
                      <p:cNvPr id="0" name="图片 3209"/>
                      <p:cNvPicPr/>
                      <p:nvPr/>
                    </p:nvPicPr>
                    <p:blipFill>
                      <a:blip r:embed="rId13"/>
                      <a:stretch>
                        <a:fillRect/>
                      </a:stretch>
                    </p:blipFill>
                    <p:spPr>
                      <a:xfrm>
                        <a:off x="306388" y="5903913"/>
                        <a:ext cx="1057275" cy="666750"/>
                      </a:xfrm>
                      <a:prstGeom prst="rect">
                        <a:avLst/>
                      </a:prstGeom>
                      <a:noFill/>
                      <a:ln w="38100">
                        <a:noFill/>
                        <a:miter/>
                      </a:ln>
                    </p:spPr>
                  </p:pic>
                </p:oleObj>
              </mc:Fallback>
            </mc:AlternateContent>
          </a:graphicData>
        </a:graphic>
      </p:graphicFrame>
      <p:sp>
        <p:nvSpPr>
          <p:cNvPr id="17419" name="文本框 6"/>
          <p:cNvSpPr txBox="1"/>
          <p:nvPr/>
        </p:nvSpPr>
        <p:spPr>
          <a:xfrm>
            <a:off x="1749425" y="6034088"/>
            <a:ext cx="1203325" cy="398462"/>
          </a:xfrm>
          <a:prstGeom prst="rect">
            <a:avLst/>
          </a:prstGeom>
          <a:noFill/>
          <a:ln w="9525">
            <a:noFill/>
          </a:ln>
        </p:spPr>
        <p:txBody>
          <a:bodyPr wrap="non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明纹间距</a:t>
            </a:r>
          </a:p>
        </p:txBody>
      </p:sp>
      <p:sp>
        <p:nvSpPr>
          <p:cNvPr id="23594" name="文本框 1"/>
          <p:cNvSpPr txBox="1"/>
          <p:nvPr/>
        </p:nvSpPr>
        <p:spPr>
          <a:xfrm>
            <a:off x="4911725" y="215900"/>
            <a:ext cx="3243263" cy="460375"/>
          </a:xfrm>
          <a:prstGeom prst="rect">
            <a:avLst/>
          </a:prstGeom>
          <a:noFill/>
          <a:ln w="9525">
            <a:noFill/>
          </a:ln>
        </p:spPr>
        <p:txBody>
          <a:bodyPr wrap="none" anchor="t" anchorCtr="0">
            <a:spAutoFit/>
          </a:bodyPr>
          <a:lstStyle/>
          <a:p>
            <a:r>
              <a:rPr lang="zh-CN" altLang="en-US" sz="2400" b="1" noProof="1">
                <a:solidFill>
                  <a:schemeClr val="accent6"/>
                </a:solidFill>
                <a:latin typeface="Verdana" panose="020B0604030504040204" pitchFamily="34" charset="0"/>
                <a:ea typeface="宋体" panose="02010600030101010101" pitchFamily="2" charset="-122"/>
                <a:cs typeface="+mn-cs"/>
              </a:rPr>
              <a:t>无前缝，单色光斜入射</a:t>
            </a:r>
            <a:endParaRPr lang="zh-CN" altLang="en-US" sz="2400" b="1" noProof="1">
              <a:solidFill>
                <a:schemeClr val="accent6"/>
              </a:solidFill>
              <a:latin typeface="Verdana" panose="020B0604030504040204" pitchFamily="34" charset="0"/>
              <a:ea typeface="宋体" panose="02010600030101010101" pitchFamily="2" charset="-122"/>
            </a:endParaRPr>
          </a:p>
        </p:txBody>
      </p:sp>
      <p:sp>
        <p:nvSpPr>
          <p:cNvPr id="17421" name="矩形 23"/>
          <p:cNvSpPr/>
          <p:nvPr/>
        </p:nvSpPr>
        <p:spPr>
          <a:xfrm>
            <a:off x="3535363" y="5903913"/>
            <a:ext cx="5527675" cy="111125"/>
          </a:xfrm>
          <a:prstGeom prst="rect">
            <a:avLst/>
          </a:prstGeom>
          <a:solidFill>
            <a:schemeClr val="accent1"/>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grpSp>
        <p:nvGrpSpPr>
          <p:cNvPr id="17422" name="组合 9"/>
          <p:cNvGrpSpPr/>
          <p:nvPr/>
        </p:nvGrpSpPr>
        <p:grpSpPr>
          <a:xfrm>
            <a:off x="3581400" y="650875"/>
            <a:ext cx="3462338" cy="1873250"/>
            <a:chOff x="5604" y="1201"/>
            <a:chExt cx="5454" cy="2948"/>
          </a:xfrm>
        </p:grpSpPr>
        <p:grpSp>
          <p:nvGrpSpPr>
            <p:cNvPr id="17423" name="组合 3"/>
            <p:cNvGrpSpPr/>
            <p:nvPr/>
          </p:nvGrpSpPr>
          <p:grpSpPr>
            <a:xfrm>
              <a:off x="5796" y="1200"/>
              <a:ext cx="5263" cy="2947"/>
              <a:chOff x="6006" y="1236"/>
              <a:chExt cx="5263" cy="2947"/>
            </a:xfrm>
          </p:grpSpPr>
          <p:grpSp>
            <p:nvGrpSpPr>
              <p:cNvPr id="17424" name="Group 6"/>
              <p:cNvGrpSpPr/>
              <p:nvPr/>
            </p:nvGrpSpPr>
            <p:grpSpPr>
              <a:xfrm>
                <a:off x="6099" y="1236"/>
                <a:ext cx="5169" cy="2947"/>
                <a:chOff x="940" y="1298"/>
                <a:chExt cx="4335" cy="2083"/>
              </a:xfrm>
            </p:grpSpPr>
            <p:sp>
              <p:nvSpPr>
                <p:cNvPr id="17425" name="Text Box 7"/>
                <p:cNvSpPr txBox="1"/>
                <p:nvPr/>
              </p:nvSpPr>
              <p:spPr>
                <a:xfrm>
                  <a:off x="4468" y="1298"/>
                  <a:ext cx="807" cy="581"/>
                </a:xfrm>
                <a:prstGeom prst="rect">
                  <a:avLst/>
                </a:prstGeom>
                <a:noFill/>
                <a:ln w="9525">
                  <a:noFill/>
                </a:ln>
              </p:spPr>
              <p:txBody>
                <a:bodyPr anchor="t" anchorCtr="0">
                  <a:spAutoFit/>
                </a:bodyPr>
                <a:lstStyle/>
                <a:p>
                  <a:pPr>
                    <a:spcBef>
                      <a:spcPct val="50000"/>
                    </a:spcBef>
                  </a:pPr>
                  <a:r>
                    <a:rPr lang="en-US" altLang="zh-CN" sz="2800" b="1" i="1" dirty="0">
                      <a:solidFill>
                        <a:srgbClr val="CC0000"/>
                      </a:solidFill>
                      <a:latin typeface="Times New Roman" panose="02020603050405020304" pitchFamily="18" charset="0"/>
                      <a:ea typeface="宋体" panose="02010600030101010101" pitchFamily="2" charset="-122"/>
                    </a:rPr>
                    <a:t>p</a:t>
                  </a:r>
                  <a:endParaRPr lang="en-US" altLang="zh-CN" sz="2400" b="1" i="1" dirty="0">
                    <a:latin typeface="Times New Roman" panose="02020603050405020304" pitchFamily="18" charset="0"/>
                    <a:ea typeface="宋体" panose="02010600030101010101" pitchFamily="2" charset="-122"/>
                  </a:endParaRPr>
                </a:p>
              </p:txBody>
            </p:sp>
            <p:sp>
              <p:nvSpPr>
                <p:cNvPr id="17426" name="Rectangle 10" descr="深色下对角线"/>
                <p:cNvSpPr/>
                <p:nvPr/>
              </p:nvSpPr>
              <p:spPr>
                <a:xfrm>
                  <a:off x="1663" y="1437"/>
                  <a:ext cx="52" cy="587"/>
                </a:xfrm>
                <a:prstGeom prst="rect">
                  <a:avLst/>
                </a:prstGeom>
                <a:blipFill rotWithShape="0">
                  <a:blip r:embed="rId14"/>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7427" name="Rectangle 11" descr="深色下对角线"/>
                <p:cNvSpPr/>
                <p:nvPr/>
              </p:nvSpPr>
              <p:spPr>
                <a:xfrm>
                  <a:off x="1660" y="2698"/>
                  <a:ext cx="52" cy="641"/>
                </a:xfrm>
                <a:prstGeom prst="rect">
                  <a:avLst/>
                </a:prstGeom>
                <a:blipFill rotWithShape="0">
                  <a:blip r:embed="rId14"/>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7428" name="Line 12"/>
                <p:cNvSpPr/>
                <p:nvPr/>
              </p:nvSpPr>
              <p:spPr>
                <a:xfrm>
                  <a:off x="940" y="2415"/>
                  <a:ext cx="4022" cy="1"/>
                </a:xfrm>
                <a:prstGeom prst="line">
                  <a:avLst/>
                </a:prstGeom>
                <a:ln w="19050" cap="flat" cmpd="sng">
                  <a:solidFill>
                    <a:srgbClr val="003366"/>
                  </a:solidFill>
                  <a:prstDash val="lgDashDot"/>
                  <a:round/>
                  <a:headEnd type="none" w="sm" len="lg"/>
                  <a:tailEnd type="none" w="sm" len="lg"/>
                </a:ln>
              </p:spPr>
            </p:sp>
            <p:sp>
              <p:nvSpPr>
                <p:cNvPr id="17429" name="Rectangle 13" descr="深色下对角线"/>
                <p:cNvSpPr/>
                <p:nvPr/>
              </p:nvSpPr>
              <p:spPr>
                <a:xfrm>
                  <a:off x="4372" y="1298"/>
                  <a:ext cx="52" cy="2083"/>
                </a:xfrm>
                <a:prstGeom prst="rect">
                  <a:avLst/>
                </a:prstGeom>
                <a:blipFill rotWithShape="0">
                  <a:blip r:embed="rId15"/>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7430" name="Object 15"/>
                <p:cNvGraphicFramePr>
                  <a:graphicFrameLocks noChangeAspect="1"/>
                </p:cNvGraphicFramePr>
                <p:nvPr/>
              </p:nvGraphicFramePr>
              <p:xfrm>
                <a:off x="1808" y="1545"/>
                <a:ext cx="349" cy="534"/>
              </p:xfrm>
              <a:graphic>
                <a:graphicData uri="http://schemas.openxmlformats.org/presentationml/2006/ole">
                  <mc:AlternateContent xmlns:mc="http://schemas.openxmlformats.org/markup-compatibility/2006">
                    <mc:Choice xmlns:v="urn:schemas-microsoft-com:vml" Requires="v">
                      <p:oleObj r:id="rId16" imgW="139700" imgH="215900" progId="Equation.3">
                        <p:embed/>
                      </p:oleObj>
                    </mc:Choice>
                    <mc:Fallback>
                      <p:oleObj r:id="rId16" imgW="139700" imgH="215900" progId="Equation.3">
                        <p:embed/>
                        <p:pic>
                          <p:nvPicPr>
                            <p:cNvPr id="0" name="图片 3320"/>
                            <p:cNvPicPr/>
                            <p:nvPr/>
                          </p:nvPicPr>
                          <p:blipFill>
                            <a:blip r:embed="rId17"/>
                            <a:stretch>
                              <a:fillRect/>
                            </a:stretch>
                          </p:blipFill>
                          <p:spPr>
                            <a:xfrm>
                              <a:off x="1808" y="1545"/>
                              <a:ext cx="349" cy="534"/>
                            </a:xfrm>
                            <a:prstGeom prst="rect">
                              <a:avLst/>
                            </a:prstGeom>
                            <a:noFill/>
                            <a:ln w="38100">
                              <a:noFill/>
                              <a:miter/>
                            </a:ln>
                          </p:spPr>
                        </p:pic>
                      </p:oleObj>
                    </mc:Fallback>
                  </mc:AlternateContent>
                </a:graphicData>
              </a:graphic>
            </p:graphicFrame>
            <p:graphicFrame>
              <p:nvGraphicFramePr>
                <p:cNvPr id="17431" name="Object 16"/>
                <p:cNvGraphicFramePr>
                  <a:graphicFrameLocks noChangeAspect="1"/>
                </p:cNvGraphicFramePr>
                <p:nvPr/>
              </p:nvGraphicFramePr>
              <p:xfrm>
                <a:off x="1822" y="2512"/>
                <a:ext cx="335" cy="534"/>
              </p:xfrm>
              <a:graphic>
                <a:graphicData uri="http://schemas.openxmlformats.org/presentationml/2006/ole">
                  <mc:AlternateContent xmlns:mc="http://schemas.openxmlformats.org/markup-compatibility/2006">
                    <mc:Choice xmlns:v="urn:schemas-microsoft-com:vml" Requires="v">
                      <p:oleObj r:id="rId18" imgW="152400" imgH="215900" progId="Equation.3">
                        <p:embed/>
                      </p:oleObj>
                    </mc:Choice>
                    <mc:Fallback>
                      <p:oleObj r:id="rId18" imgW="152400" imgH="215900" progId="Equation.3">
                        <p:embed/>
                        <p:pic>
                          <p:nvPicPr>
                            <p:cNvPr id="0" name="图片 3321"/>
                            <p:cNvPicPr/>
                            <p:nvPr/>
                          </p:nvPicPr>
                          <p:blipFill>
                            <a:blip r:embed="rId19"/>
                            <a:stretch>
                              <a:fillRect/>
                            </a:stretch>
                          </p:blipFill>
                          <p:spPr>
                            <a:xfrm>
                              <a:off x="1822" y="2512"/>
                              <a:ext cx="335" cy="534"/>
                            </a:xfrm>
                            <a:prstGeom prst="rect">
                              <a:avLst/>
                            </a:prstGeom>
                            <a:noFill/>
                            <a:ln w="38100">
                              <a:noFill/>
                              <a:miter/>
                            </a:ln>
                          </p:spPr>
                        </p:pic>
                      </p:oleObj>
                    </mc:Fallback>
                  </mc:AlternateContent>
                </a:graphicData>
              </a:graphic>
            </p:graphicFrame>
            <p:sp>
              <p:nvSpPr>
                <p:cNvPr id="17432" name="Line 18"/>
                <p:cNvSpPr/>
                <p:nvPr/>
              </p:nvSpPr>
              <p:spPr>
                <a:xfrm>
                  <a:off x="4241" y="1661"/>
                  <a:ext cx="258" cy="1"/>
                </a:xfrm>
                <a:prstGeom prst="line">
                  <a:avLst/>
                </a:prstGeom>
                <a:ln w="12700" cap="flat" cmpd="sng">
                  <a:solidFill>
                    <a:srgbClr val="000000"/>
                  </a:solidFill>
                  <a:prstDash val="dash"/>
                  <a:round/>
                  <a:headEnd type="none" w="sm" len="lg"/>
                  <a:tailEnd type="none" w="sm" len="lg"/>
                </a:ln>
              </p:spPr>
            </p:sp>
            <p:sp>
              <p:nvSpPr>
                <p:cNvPr id="17433" name="Line 19"/>
                <p:cNvSpPr/>
                <p:nvPr/>
              </p:nvSpPr>
              <p:spPr>
                <a:xfrm>
                  <a:off x="4462" y="1649"/>
                  <a:ext cx="1" cy="748"/>
                </a:xfrm>
                <a:prstGeom prst="line">
                  <a:avLst/>
                </a:prstGeom>
                <a:ln w="28575" cap="flat" cmpd="sng">
                  <a:solidFill>
                    <a:srgbClr val="FF33CC"/>
                  </a:solidFill>
                  <a:prstDash val="dash"/>
                  <a:round/>
                  <a:headEnd type="triangle" w="sm" len="lg"/>
                  <a:tailEnd type="triangle" w="sm" len="lg"/>
                </a:ln>
              </p:spPr>
            </p:sp>
            <p:graphicFrame>
              <p:nvGraphicFramePr>
                <p:cNvPr id="17434" name="Object 20"/>
                <p:cNvGraphicFramePr>
                  <a:graphicFrameLocks noChangeAspect="1"/>
                </p:cNvGraphicFramePr>
                <p:nvPr/>
              </p:nvGraphicFramePr>
              <p:xfrm>
                <a:off x="4495" y="1871"/>
                <a:ext cx="240" cy="260"/>
              </p:xfrm>
              <a:graphic>
                <a:graphicData uri="http://schemas.openxmlformats.org/presentationml/2006/ole">
                  <mc:AlternateContent xmlns:mc="http://schemas.openxmlformats.org/markup-compatibility/2006">
                    <mc:Choice xmlns:v="urn:schemas-microsoft-com:vml" Requires="v">
                      <p:oleObj r:id="rId20" imgW="177800" imgH="190500" progId="Equation.3">
                        <p:embed/>
                      </p:oleObj>
                    </mc:Choice>
                    <mc:Fallback>
                      <p:oleObj r:id="rId20" imgW="177800" imgH="190500" progId="Equation.3">
                        <p:embed/>
                        <p:pic>
                          <p:nvPicPr>
                            <p:cNvPr id="0" name="图片 3323"/>
                            <p:cNvPicPr/>
                            <p:nvPr/>
                          </p:nvPicPr>
                          <p:blipFill>
                            <a:blip r:embed="rId21"/>
                            <a:stretch>
                              <a:fillRect/>
                            </a:stretch>
                          </p:blipFill>
                          <p:spPr>
                            <a:xfrm>
                              <a:off x="4495" y="1871"/>
                              <a:ext cx="240" cy="260"/>
                            </a:xfrm>
                            <a:prstGeom prst="rect">
                              <a:avLst/>
                            </a:prstGeom>
                            <a:noFill/>
                            <a:ln w="38100">
                              <a:noFill/>
                              <a:miter/>
                            </a:ln>
                          </p:spPr>
                        </p:pic>
                      </p:oleObj>
                    </mc:Fallback>
                  </mc:AlternateContent>
                </a:graphicData>
              </a:graphic>
            </p:graphicFrame>
            <p:graphicFrame>
              <p:nvGraphicFramePr>
                <p:cNvPr id="17435" name="Object 24"/>
                <p:cNvGraphicFramePr>
                  <a:graphicFrameLocks noChangeAspect="1"/>
                </p:cNvGraphicFramePr>
                <p:nvPr/>
              </p:nvGraphicFramePr>
              <p:xfrm>
                <a:off x="4397" y="2400"/>
                <a:ext cx="202" cy="213"/>
              </p:xfrm>
              <a:graphic>
                <a:graphicData uri="http://schemas.openxmlformats.org/presentationml/2006/ole">
                  <mc:AlternateContent xmlns:mc="http://schemas.openxmlformats.org/markup-compatibility/2006">
                    <mc:Choice xmlns:v="urn:schemas-microsoft-com:vml" Requires="v">
                      <p:oleObj r:id="rId22" imgW="165100" imgH="190500" progId="Equation.3">
                        <p:embed/>
                      </p:oleObj>
                    </mc:Choice>
                    <mc:Fallback>
                      <p:oleObj r:id="rId22" imgW="165100" imgH="190500" progId="Equation.3">
                        <p:embed/>
                        <p:pic>
                          <p:nvPicPr>
                            <p:cNvPr id="0" name="图片 3322"/>
                            <p:cNvPicPr/>
                            <p:nvPr/>
                          </p:nvPicPr>
                          <p:blipFill>
                            <a:blip r:embed="rId23"/>
                            <a:stretch>
                              <a:fillRect/>
                            </a:stretch>
                          </p:blipFill>
                          <p:spPr>
                            <a:xfrm>
                              <a:off x="4397" y="2400"/>
                              <a:ext cx="202" cy="213"/>
                            </a:xfrm>
                            <a:prstGeom prst="rect">
                              <a:avLst/>
                            </a:prstGeom>
                            <a:noFill/>
                            <a:ln w="38100">
                              <a:noFill/>
                              <a:miter/>
                            </a:ln>
                          </p:spPr>
                        </p:pic>
                      </p:oleObj>
                    </mc:Fallback>
                  </mc:AlternateContent>
                </a:graphicData>
              </a:graphic>
            </p:graphicFrame>
            <p:graphicFrame>
              <p:nvGraphicFramePr>
                <p:cNvPr id="17436" name="Object 26"/>
                <p:cNvGraphicFramePr>
                  <a:graphicFrameLocks noChangeAspect="1"/>
                </p:cNvGraphicFramePr>
                <p:nvPr/>
              </p:nvGraphicFramePr>
              <p:xfrm>
                <a:off x="4006" y="1438"/>
                <a:ext cx="252" cy="268"/>
              </p:xfrm>
              <a:graphic>
                <a:graphicData uri="http://schemas.openxmlformats.org/presentationml/2006/ole">
                  <mc:AlternateContent xmlns:mc="http://schemas.openxmlformats.org/markup-compatibility/2006">
                    <mc:Choice xmlns:v="urn:schemas-microsoft-com:vml" Requires="v">
                      <p:oleObj r:id="rId24" imgW="215900" imgH="228600" progId="Equation.3">
                        <p:embed/>
                      </p:oleObj>
                    </mc:Choice>
                    <mc:Fallback>
                      <p:oleObj r:id="rId24" imgW="215900" imgH="228600" progId="Equation.3">
                        <p:embed/>
                        <p:pic>
                          <p:nvPicPr>
                            <p:cNvPr id="0" name="图片 3325"/>
                            <p:cNvPicPr/>
                            <p:nvPr/>
                          </p:nvPicPr>
                          <p:blipFill>
                            <a:blip r:embed="rId25"/>
                            <a:stretch>
                              <a:fillRect/>
                            </a:stretch>
                          </p:blipFill>
                          <p:spPr>
                            <a:xfrm>
                              <a:off x="4006" y="1438"/>
                              <a:ext cx="252" cy="268"/>
                            </a:xfrm>
                            <a:prstGeom prst="rect">
                              <a:avLst/>
                            </a:prstGeom>
                            <a:noFill/>
                            <a:ln w="38100">
                              <a:noFill/>
                              <a:miter/>
                            </a:ln>
                          </p:spPr>
                        </p:pic>
                      </p:oleObj>
                    </mc:Fallback>
                  </mc:AlternateContent>
                </a:graphicData>
              </a:graphic>
            </p:graphicFrame>
            <p:sp>
              <p:nvSpPr>
                <p:cNvPr id="17437" name="Rectangle 27" descr="深色下对角线"/>
                <p:cNvSpPr/>
                <p:nvPr/>
              </p:nvSpPr>
              <p:spPr>
                <a:xfrm>
                  <a:off x="1660" y="2149"/>
                  <a:ext cx="52" cy="427"/>
                </a:xfrm>
                <a:prstGeom prst="rect">
                  <a:avLst/>
                </a:prstGeom>
                <a:blipFill rotWithShape="0">
                  <a:blip r:embed="rId14"/>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7438" name="Object 28"/>
                <p:cNvGraphicFramePr>
                  <a:graphicFrameLocks noChangeAspect="1"/>
                </p:cNvGraphicFramePr>
                <p:nvPr/>
              </p:nvGraphicFramePr>
              <p:xfrm>
                <a:off x="2559" y="1400"/>
                <a:ext cx="268" cy="539"/>
              </p:xfrm>
              <a:graphic>
                <a:graphicData uri="http://schemas.openxmlformats.org/presentationml/2006/ole">
                  <mc:AlternateContent xmlns:mc="http://schemas.openxmlformats.org/markup-compatibility/2006">
                    <mc:Choice xmlns:v="urn:schemas-microsoft-com:vml" Requires="v">
                      <p:oleObj r:id="rId26" imgW="165100" imgH="316865" progId="Equation.3">
                        <p:embed/>
                      </p:oleObj>
                    </mc:Choice>
                    <mc:Fallback>
                      <p:oleObj r:id="rId26" imgW="165100" imgH="316865" progId="Equation.3">
                        <p:embed/>
                        <p:pic>
                          <p:nvPicPr>
                            <p:cNvPr id="0" name="图片 3326"/>
                            <p:cNvPicPr/>
                            <p:nvPr/>
                          </p:nvPicPr>
                          <p:blipFill>
                            <a:blip r:embed="rId27"/>
                            <a:stretch>
                              <a:fillRect/>
                            </a:stretch>
                          </p:blipFill>
                          <p:spPr>
                            <a:xfrm>
                              <a:off x="2559" y="1400"/>
                              <a:ext cx="268" cy="539"/>
                            </a:xfrm>
                            <a:prstGeom prst="rect">
                              <a:avLst/>
                            </a:prstGeom>
                            <a:noFill/>
                            <a:ln w="38100">
                              <a:noFill/>
                              <a:miter/>
                            </a:ln>
                          </p:spPr>
                        </p:pic>
                      </p:oleObj>
                    </mc:Fallback>
                  </mc:AlternateContent>
                </a:graphicData>
              </a:graphic>
            </p:graphicFrame>
            <p:graphicFrame>
              <p:nvGraphicFramePr>
                <p:cNvPr id="17439" name="Object 29"/>
                <p:cNvGraphicFramePr>
                  <a:graphicFrameLocks noChangeAspect="1"/>
                </p:cNvGraphicFramePr>
                <p:nvPr/>
              </p:nvGraphicFramePr>
              <p:xfrm>
                <a:off x="3334" y="1881"/>
                <a:ext cx="310" cy="534"/>
              </p:xfrm>
              <a:graphic>
                <a:graphicData uri="http://schemas.openxmlformats.org/presentationml/2006/ole">
                  <mc:AlternateContent xmlns:mc="http://schemas.openxmlformats.org/markup-compatibility/2006">
                    <mc:Choice xmlns:v="urn:schemas-microsoft-com:vml" Requires="v">
                      <p:oleObj r:id="rId28" imgW="190500" imgH="317500" progId="Equation.3">
                        <p:embed/>
                      </p:oleObj>
                    </mc:Choice>
                    <mc:Fallback>
                      <p:oleObj r:id="rId28" imgW="190500" imgH="317500" progId="Equation.3">
                        <p:embed/>
                        <p:pic>
                          <p:nvPicPr>
                            <p:cNvPr id="0" name="图片 3324"/>
                            <p:cNvPicPr/>
                            <p:nvPr/>
                          </p:nvPicPr>
                          <p:blipFill>
                            <a:blip r:embed="rId29"/>
                            <a:stretch>
                              <a:fillRect/>
                            </a:stretch>
                          </p:blipFill>
                          <p:spPr>
                            <a:xfrm>
                              <a:off x="3334" y="1881"/>
                              <a:ext cx="310" cy="534"/>
                            </a:xfrm>
                            <a:prstGeom prst="rect">
                              <a:avLst/>
                            </a:prstGeom>
                            <a:noFill/>
                            <a:ln w="38100">
                              <a:noFill/>
                              <a:miter/>
                            </a:ln>
                          </p:spPr>
                        </p:pic>
                      </p:oleObj>
                    </mc:Fallback>
                  </mc:AlternateContent>
                </a:graphicData>
              </a:graphic>
            </p:graphicFrame>
            <p:sp>
              <p:nvSpPr>
                <p:cNvPr id="17440" name="Line 30"/>
                <p:cNvSpPr/>
                <p:nvPr/>
              </p:nvSpPr>
              <p:spPr>
                <a:xfrm flipV="1">
                  <a:off x="1629" y="1667"/>
                  <a:ext cx="2738" cy="481"/>
                </a:xfrm>
                <a:prstGeom prst="line">
                  <a:avLst/>
                </a:prstGeom>
                <a:ln w="28575" cap="flat" cmpd="sng">
                  <a:solidFill>
                    <a:srgbClr val="FF6600"/>
                  </a:solidFill>
                  <a:prstDash val="solid"/>
                  <a:round/>
                  <a:headEnd type="none" w="sm" len="lg"/>
                  <a:tailEnd type="none" w="sm" len="lg"/>
                </a:ln>
              </p:spPr>
            </p:sp>
            <p:sp>
              <p:nvSpPr>
                <p:cNvPr id="17441" name="Line 31"/>
                <p:cNvSpPr/>
                <p:nvPr/>
              </p:nvSpPr>
              <p:spPr>
                <a:xfrm flipV="1">
                  <a:off x="1674" y="1667"/>
                  <a:ext cx="2693" cy="1015"/>
                </a:xfrm>
                <a:prstGeom prst="line">
                  <a:avLst/>
                </a:prstGeom>
                <a:ln w="28575" cap="flat" cmpd="sng">
                  <a:solidFill>
                    <a:srgbClr val="FF6600"/>
                  </a:solidFill>
                  <a:prstDash val="solid"/>
                  <a:round/>
                  <a:headEnd type="none" w="sm" len="lg"/>
                  <a:tailEnd type="none" w="sm" len="lg"/>
                </a:ln>
              </p:spPr>
            </p:sp>
            <p:sp>
              <p:nvSpPr>
                <p:cNvPr id="17442" name="Line 34"/>
                <p:cNvSpPr/>
                <p:nvPr/>
              </p:nvSpPr>
              <p:spPr>
                <a:xfrm>
                  <a:off x="2992" y="3087"/>
                  <a:ext cx="1395" cy="0"/>
                </a:xfrm>
                <a:prstGeom prst="line">
                  <a:avLst/>
                </a:prstGeom>
                <a:ln w="19050" cap="flat" cmpd="sng">
                  <a:solidFill>
                    <a:srgbClr val="FF3399"/>
                  </a:solidFill>
                  <a:prstDash val="solid"/>
                  <a:round/>
                  <a:headEnd type="none" w="med" len="med"/>
                  <a:tailEnd type="triangle" w="sm" len="lg"/>
                </a:ln>
              </p:spPr>
            </p:sp>
            <p:sp>
              <p:nvSpPr>
                <p:cNvPr id="17443" name="Line 35"/>
                <p:cNvSpPr/>
                <p:nvPr/>
              </p:nvSpPr>
              <p:spPr>
                <a:xfrm flipH="1">
                  <a:off x="1701" y="3087"/>
                  <a:ext cx="1033" cy="0"/>
                </a:xfrm>
                <a:prstGeom prst="line">
                  <a:avLst/>
                </a:prstGeom>
                <a:ln w="19050" cap="flat" cmpd="sng">
                  <a:solidFill>
                    <a:srgbClr val="FF3399"/>
                  </a:solidFill>
                  <a:prstDash val="solid"/>
                  <a:round/>
                  <a:headEnd type="none" w="med" len="med"/>
                  <a:tailEnd type="triangle" w="sm" len="lg"/>
                </a:ln>
              </p:spPr>
            </p:sp>
            <p:graphicFrame>
              <p:nvGraphicFramePr>
                <p:cNvPr id="17444" name="Object 42"/>
                <p:cNvGraphicFramePr>
                  <a:graphicFrameLocks noChangeAspect="1"/>
                </p:cNvGraphicFramePr>
                <p:nvPr/>
              </p:nvGraphicFramePr>
              <p:xfrm>
                <a:off x="2744" y="2931"/>
                <a:ext cx="272" cy="253"/>
              </p:xfrm>
              <a:graphic>
                <a:graphicData uri="http://schemas.openxmlformats.org/presentationml/2006/ole">
                  <mc:AlternateContent xmlns:mc="http://schemas.openxmlformats.org/markup-compatibility/2006">
                    <mc:Choice xmlns:v="urn:schemas-microsoft-com:vml" Requires="v">
                      <p:oleObj r:id="rId30" imgW="177800" imgH="165100" progId="Equation.3">
                        <p:embed/>
                      </p:oleObj>
                    </mc:Choice>
                    <mc:Fallback>
                      <p:oleObj r:id="rId30" imgW="177800" imgH="165100" progId="Equation.3">
                        <p:embed/>
                        <p:pic>
                          <p:nvPicPr>
                            <p:cNvPr id="0" name="图片 3327"/>
                            <p:cNvPicPr/>
                            <p:nvPr/>
                          </p:nvPicPr>
                          <p:blipFill>
                            <a:blip r:embed="rId31"/>
                            <a:stretch>
                              <a:fillRect/>
                            </a:stretch>
                          </p:blipFill>
                          <p:spPr>
                            <a:xfrm>
                              <a:off x="2744" y="2931"/>
                              <a:ext cx="272" cy="253"/>
                            </a:xfrm>
                            <a:prstGeom prst="rect">
                              <a:avLst/>
                            </a:prstGeom>
                            <a:noFill/>
                            <a:ln w="38100">
                              <a:noFill/>
                              <a:miter/>
                            </a:ln>
                          </p:spPr>
                        </p:pic>
                      </p:oleObj>
                    </mc:Fallback>
                  </mc:AlternateContent>
                </a:graphicData>
              </a:graphic>
            </p:graphicFrame>
          </p:grpSp>
          <p:cxnSp>
            <p:nvCxnSpPr>
              <p:cNvPr id="17445" name="直接连接符 1"/>
              <p:cNvCxnSpPr/>
              <p:nvPr/>
            </p:nvCxnSpPr>
            <p:spPr>
              <a:xfrm flipH="1">
                <a:off x="6583" y="2421"/>
                <a:ext cx="338" cy="182"/>
              </a:xfrm>
              <a:prstGeom prst="line">
                <a:avLst/>
              </a:prstGeom>
              <a:ln w="25400" cap="flat" cmpd="sng">
                <a:solidFill>
                  <a:srgbClr val="FF3300"/>
                </a:solidFill>
                <a:prstDash val="solid"/>
                <a:round/>
                <a:headEnd type="none" w="med" len="med"/>
                <a:tailEnd type="none" w="med" len="lg"/>
              </a:ln>
            </p:spPr>
          </p:cxnSp>
          <p:cxnSp>
            <p:nvCxnSpPr>
              <p:cNvPr id="17446" name="直接连接符 2"/>
              <p:cNvCxnSpPr/>
              <p:nvPr/>
            </p:nvCxnSpPr>
            <p:spPr>
              <a:xfrm flipH="1">
                <a:off x="6006" y="3175"/>
                <a:ext cx="1018" cy="616"/>
              </a:xfrm>
              <a:prstGeom prst="line">
                <a:avLst/>
              </a:prstGeom>
              <a:ln w="25400" cap="flat" cmpd="sng">
                <a:solidFill>
                  <a:srgbClr val="000000"/>
                </a:solidFill>
                <a:prstDash val="solid"/>
                <a:round/>
                <a:headEnd type="none" w="med" len="med"/>
                <a:tailEnd type="none" w="med" len="lg"/>
              </a:ln>
            </p:spPr>
          </p:cxnSp>
        </p:grpSp>
        <p:cxnSp>
          <p:nvCxnSpPr>
            <p:cNvPr id="17447" name="直接连接符 4"/>
            <p:cNvCxnSpPr/>
            <p:nvPr/>
          </p:nvCxnSpPr>
          <p:spPr>
            <a:xfrm flipH="1" flipV="1">
              <a:off x="6407" y="2603"/>
              <a:ext cx="333" cy="524"/>
            </a:xfrm>
            <a:prstGeom prst="line">
              <a:avLst/>
            </a:prstGeom>
            <a:ln w="28575" cap="flat" cmpd="sng">
              <a:solidFill>
                <a:srgbClr val="000000"/>
              </a:solidFill>
              <a:prstDash val="sysDot"/>
              <a:round/>
              <a:headEnd type="none" w="med" len="med"/>
              <a:tailEnd type="none" w="med" len="lg"/>
            </a:ln>
          </p:spPr>
        </p:cxnSp>
        <p:cxnSp>
          <p:nvCxnSpPr>
            <p:cNvPr id="17448" name="直接连接符 5"/>
            <p:cNvCxnSpPr/>
            <p:nvPr/>
          </p:nvCxnSpPr>
          <p:spPr>
            <a:xfrm flipH="1" flipV="1">
              <a:off x="5850" y="2288"/>
              <a:ext cx="898" cy="18"/>
            </a:xfrm>
            <a:prstGeom prst="line">
              <a:avLst/>
            </a:prstGeom>
            <a:ln w="28575" cap="flat" cmpd="sng">
              <a:solidFill>
                <a:srgbClr val="000000"/>
              </a:solidFill>
              <a:prstDash val="sysDot"/>
              <a:round/>
              <a:headEnd type="none" w="med" len="med"/>
              <a:tailEnd type="none" w="med" len="lg"/>
            </a:ln>
          </p:spPr>
        </p:cxnSp>
        <p:graphicFrame>
          <p:nvGraphicFramePr>
            <p:cNvPr id="17449" name="Object 28"/>
            <p:cNvGraphicFramePr>
              <a:graphicFrameLocks noChangeAspect="1"/>
            </p:cNvGraphicFramePr>
            <p:nvPr/>
          </p:nvGraphicFramePr>
          <p:xfrm>
            <a:off x="5885" y="2277"/>
            <a:ext cx="248" cy="428"/>
          </p:xfrm>
          <a:graphic>
            <a:graphicData uri="http://schemas.openxmlformats.org/presentationml/2006/ole">
              <mc:AlternateContent xmlns:mc="http://schemas.openxmlformats.org/markup-compatibility/2006">
                <mc:Choice xmlns:v="urn:schemas-microsoft-com:vml" Requires="v">
                  <p:oleObj r:id="rId32" imgW="127000" imgH="177165" progId="Equation.3">
                    <p:embed/>
                  </p:oleObj>
                </mc:Choice>
                <mc:Fallback>
                  <p:oleObj r:id="rId32" imgW="127000" imgH="177165" progId="Equation.3">
                    <p:embed/>
                    <p:pic>
                      <p:nvPicPr>
                        <p:cNvPr id="0" name="图片 3076"/>
                        <p:cNvPicPr/>
                        <p:nvPr/>
                      </p:nvPicPr>
                      <p:blipFill>
                        <a:blip r:embed="rId33"/>
                        <a:stretch>
                          <a:fillRect/>
                        </a:stretch>
                      </p:blipFill>
                      <p:spPr>
                        <a:xfrm>
                          <a:off x="5885" y="2277"/>
                          <a:ext cx="248" cy="428"/>
                        </a:xfrm>
                        <a:prstGeom prst="rect">
                          <a:avLst/>
                        </a:prstGeom>
                        <a:noFill/>
                        <a:ln w="38100">
                          <a:noFill/>
                          <a:miter/>
                        </a:ln>
                      </p:spPr>
                    </p:pic>
                  </p:oleObj>
                </mc:Fallback>
              </mc:AlternateContent>
            </a:graphicData>
          </a:graphic>
        </p:graphicFrame>
        <p:cxnSp>
          <p:nvCxnSpPr>
            <p:cNvPr id="17450" name="直接连接符 8"/>
            <p:cNvCxnSpPr/>
            <p:nvPr/>
          </p:nvCxnSpPr>
          <p:spPr>
            <a:xfrm flipH="1">
              <a:off x="5604" y="2580"/>
              <a:ext cx="769" cy="460"/>
            </a:xfrm>
            <a:prstGeom prst="line">
              <a:avLst/>
            </a:prstGeom>
            <a:ln w="25400" cap="flat" cmpd="sng">
              <a:solidFill>
                <a:srgbClr val="000000"/>
              </a:solidFill>
              <a:prstDash val="solid"/>
              <a:round/>
              <a:headEnd type="none" w="med" len="med"/>
              <a:tailEnd type="none" w="med" len="lg"/>
            </a:ln>
          </p:spPr>
        </p:cxnSp>
      </p:grpSp>
      <p:graphicFrame>
        <p:nvGraphicFramePr>
          <p:cNvPr id="17451" name="Object 64"/>
          <p:cNvGraphicFramePr>
            <a:graphicFrameLocks noChangeAspect="1"/>
          </p:cNvGraphicFramePr>
          <p:nvPr/>
        </p:nvGraphicFramePr>
        <p:xfrm>
          <a:off x="7073900" y="706438"/>
          <a:ext cx="1797050" cy="1566862"/>
        </p:xfrm>
        <a:graphic>
          <a:graphicData uri="http://schemas.openxmlformats.org/presentationml/2006/ole">
            <mc:AlternateContent xmlns:mc="http://schemas.openxmlformats.org/markup-compatibility/2006">
              <mc:Choice xmlns:v="urn:schemas-microsoft-com:vml" Requires="v">
                <p:oleObj r:id="rId34" imgW="1155700" imgH="914400" progId="Equation.DSMT4">
                  <p:embed/>
                </p:oleObj>
              </mc:Choice>
              <mc:Fallback>
                <p:oleObj r:id="rId34" imgW="1155700" imgH="914400" progId="Equation.DSMT4">
                  <p:embed/>
                  <p:pic>
                    <p:nvPicPr>
                      <p:cNvPr id="0" name="图片 3271"/>
                      <p:cNvPicPr/>
                      <p:nvPr/>
                    </p:nvPicPr>
                    <p:blipFill>
                      <a:blip r:embed="rId35"/>
                      <a:stretch>
                        <a:fillRect/>
                      </a:stretch>
                    </p:blipFill>
                    <p:spPr>
                      <a:xfrm>
                        <a:off x="7073900" y="706438"/>
                        <a:ext cx="1797050" cy="1566862"/>
                      </a:xfrm>
                      <a:prstGeom prst="rect">
                        <a:avLst/>
                      </a:prstGeom>
                      <a:noFill/>
                      <a:ln w="38100">
                        <a:noFill/>
                        <a:miter/>
                      </a:ln>
                    </p:spPr>
                  </p:pic>
                </p:oleObj>
              </mc:Fallback>
            </mc:AlternateContent>
          </a:graphicData>
        </a:graphic>
      </p:graphicFrame>
      <p:graphicFrame>
        <p:nvGraphicFramePr>
          <p:cNvPr id="17453" name="Object 67"/>
          <p:cNvGraphicFramePr>
            <a:graphicFrameLocks noChangeAspect="1"/>
          </p:cNvGraphicFramePr>
          <p:nvPr/>
        </p:nvGraphicFramePr>
        <p:xfrm>
          <a:off x="4429125" y="2822575"/>
          <a:ext cx="2289175" cy="763588"/>
        </p:xfrm>
        <a:graphic>
          <a:graphicData uri="http://schemas.openxmlformats.org/presentationml/2006/ole">
            <mc:AlternateContent xmlns:mc="http://schemas.openxmlformats.org/markup-compatibility/2006">
              <mc:Choice xmlns:v="urn:schemas-microsoft-com:vml" Requires="v">
                <p:oleObj r:id="rId36" imgW="1295400" imgH="405765" progId="Equation.DSMT4">
                  <p:embed/>
                </p:oleObj>
              </mc:Choice>
              <mc:Fallback>
                <p:oleObj r:id="rId36" imgW="1295400" imgH="405765" progId="Equation.DSMT4">
                  <p:embed/>
                  <p:pic>
                    <p:nvPicPr>
                      <p:cNvPr id="0" name="图片 3270"/>
                      <p:cNvPicPr/>
                      <p:nvPr/>
                    </p:nvPicPr>
                    <p:blipFill>
                      <a:blip r:embed="rId37"/>
                      <a:stretch>
                        <a:fillRect/>
                      </a:stretch>
                    </p:blipFill>
                    <p:spPr>
                      <a:xfrm>
                        <a:off x="4429125" y="2822575"/>
                        <a:ext cx="2289175" cy="763588"/>
                      </a:xfrm>
                      <a:prstGeom prst="rect">
                        <a:avLst/>
                      </a:prstGeom>
                      <a:noFill/>
                      <a:ln w="38100">
                        <a:noFill/>
                        <a:miter/>
                      </a:ln>
                    </p:spPr>
                  </p:pic>
                </p:oleObj>
              </mc:Fallback>
            </mc:AlternateContent>
          </a:graphicData>
        </a:graphic>
      </p:graphicFrame>
      <p:sp>
        <p:nvSpPr>
          <p:cNvPr id="17454" name="文本框 16"/>
          <p:cNvSpPr txBox="1"/>
          <p:nvPr/>
        </p:nvSpPr>
        <p:spPr>
          <a:xfrm>
            <a:off x="3679825" y="2879725"/>
            <a:ext cx="841375" cy="706438"/>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明纹中心</a:t>
            </a:r>
          </a:p>
        </p:txBody>
      </p:sp>
      <p:graphicFrame>
        <p:nvGraphicFramePr>
          <p:cNvPr id="17455" name="Object 72"/>
          <p:cNvGraphicFramePr>
            <a:graphicFrameLocks noChangeAspect="1"/>
          </p:cNvGraphicFramePr>
          <p:nvPr/>
        </p:nvGraphicFramePr>
        <p:xfrm>
          <a:off x="4257675" y="3690938"/>
          <a:ext cx="2997200" cy="774700"/>
        </p:xfrm>
        <a:graphic>
          <a:graphicData uri="http://schemas.openxmlformats.org/presentationml/2006/ole">
            <mc:AlternateContent xmlns:mc="http://schemas.openxmlformats.org/markup-compatibility/2006">
              <mc:Choice xmlns:v="urn:schemas-microsoft-com:vml" Requires="v">
                <p:oleObj r:id="rId38" imgW="1676400" imgH="405765" progId="Equation.3">
                  <p:embed/>
                </p:oleObj>
              </mc:Choice>
              <mc:Fallback>
                <p:oleObj r:id="rId38" imgW="1676400" imgH="405765" progId="Equation.3">
                  <p:embed/>
                  <p:pic>
                    <p:nvPicPr>
                      <p:cNvPr id="0" name="图片 3075"/>
                      <p:cNvPicPr/>
                      <p:nvPr/>
                    </p:nvPicPr>
                    <p:blipFill>
                      <a:blip r:embed="rId39"/>
                      <a:stretch>
                        <a:fillRect/>
                      </a:stretch>
                    </p:blipFill>
                    <p:spPr>
                      <a:xfrm>
                        <a:off x="4257675" y="3690938"/>
                        <a:ext cx="2997200" cy="774700"/>
                      </a:xfrm>
                      <a:prstGeom prst="rect">
                        <a:avLst/>
                      </a:prstGeom>
                      <a:noFill/>
                      <a:ln w="38100">
                        <a:noFill/>
                        <a:miter/>
                      </a:ln>
                    </p:spPr>
                  </p:pic>
                </p:oleObj>
              </mc:Fallback>
            </mc:AlternateContent>
          </a:graphicData>
        </a:graphic>
      </p:graphicFrame>
      <p:sp>
        <p:nvSpPr>
          <p:cNvPr id="17456" name="Text Box 73"/>
          <p:cNvSpPr txBox="1"/>
          <p:nvPr/>
        </p:nvSpPr>
        <p:spPr>
          <a:xfrm>
            <a:off x="3595688" y="3743325"/>
            <a:ext cx="706437" cy="706438"/>
          </a:xfrm>
          <a:prstGeom prst="rect">
            <a:avLst/>
          </a:prstGeom>
          <a:noFill/>
          <a:ln w="9525">
            <a:noFill/>
          </a:ln>
        </p:spPr>
        <p:txBody>
          <a:bodyPr wrap="square" anchor="t" anchorCtr="0">
            <a:spAutoFit/>
          </a:bodyPr>
          <a:lstStyle/>
          <a:p>
            <a:pPr>
              <a:spcBef>
                <a:spcPct val="50000"/>
              </a:spcBef>
            </a:pPr>
            <a:r>
              <a:rPr lang="zh-CN" altLang="en-US" sz="2000" b="1" dirty="0">
                <a:solidFill>
                  <a:srgbClr val="CC0000"/>
                </a:solidFill>
                <a:latin typeface="Times New Roman" panose="02020603050405020304" pitchFamily="18" charset="0"/>
                <a:ea typeface="楷体_GB2312" pitchFamily="1" charset="-122"/>
              </a:rPr>
              <a:t>中央明纹</a:t>
            </a:r>
            <a:endParaRPr lang="zh-CN" altLang="en-US" sz="2000" b="1" dirty="0">
              <a:solidFill>
                <a:srgbClr val="FF0000"/>
              </a:solidFill>
              <a:latin typeface="Verdana" panose="020B0604030504040204" pitchFamily="34" charset="0"/>
              <a:ea typeface="楷体_GB2312" pitchFamily="1" charset="-122"/>
            </a:endParaRPr>
          </a:p>
        </p:txBody>
      </p:sp>
      <p:graphicFrame>
        <p:nvGraphicFramePr>
          <p:cNvPr id="17457" name="Object 67"/>
          <p:cNvGraphicFramePr>
            <a:graphicFrameLocks noChangeAspect="1"/>
          </p:cNvGraphicFramePr>
          <p:nvPr/>
        </p:nvGraphicFramePr>
        <p:xfrm>
          <a:off x="7858125" y="3709988"/>
          <a:ext cx="1057275" cy="666750"/>
        </p:xfrm>
        <a:graphic>
          <a:graphicData uri="http://schemas.openxmlformats.org/presentationml/2006/ole">
            <mc:AlternateContent xmlns:mc="http://schemas.openxmlformats.org/markup-compatibility/2006">
              <mc:Choice xmlns:v="urn:schemas-microsoft-com:vml" Requires="v">
                <p:oleObj r:id="rId40" imgW="685800" imgH="405765" progId="Equation.DSMT4">
                  <p:embed/>
                </p:oleObj>
              </mc:Choice>
              <mc:Fallback>
                <p:oleObj r:id="rId40" imgW="685800" imgH="405765" progId="Equation.DSMT4">
                  <p:embed/>
                  <p:pic>
                    <p:nvPicPr>
                      <p:cNvPr id="0" name="图片 3078"/>
                      <p:cNvPicPr/>
                      <p:nvPr/>
                    </p:nvPicPr>
                    <p:blipFill>
                      <a:blip r:embed="rId41"/>
                      <a:stretch>
                        <a:fillRect/>
                      </a:stretch>
                    </p:blipFill>
                    <p:spPr>
                      <a:xfrm>
                        <a:off x="7858125" y="3709988"/>
                        <a:ext cx="1057275" cy="666750"/>
                      </a:xfrm>
                      <a:prstGeom prst="rect">
                        <a:avLst/>
                      </a:prstGeom>
                      <a:noFill/>
                      <a:ln w="38100">
                        <a:noFill/>
                        <a:miter/>
                      </a:ln>
                    </p:spPr>
                  </p:pic>
                </p:oleObj>
              </mc:Fallback>
            </mc:AlternateContent>
          </a:graphicData>
        </a:graphic>
      </p:graphicFrame>
      <p:sp>
        <p:nvSpPr>
          <p:cNvPr id="17458" name="文本框 22"/>
          <p:cNvSpPr txBox="1"/>
          <p:nvPr/>
        </p:nvSpPr>
        <p:spPr>
          <a:xfrm>
            <a:off x="7254875" y="3690938"/>
            <a:ext cx="812800" cy="706437"/>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明纹间距</a:t>
            </a:r>
          </a:p>
        </p:txBody>
      </p:sp>
      <p:graphicFrame>
        <p:nvGraphicFramePr>
          <p:cNvPr id="23632" name="对象 44"/>
          <p:cNvGraphicFramePr/>
          <p:nvPr/>
        </p:nvGraphicFramePr>
        <p:xfrm>
          <a:off x="6372225" y="4451350"/>
          <a:ext cx="1289050" cy="625475"/>
        </p:xfrm>
        <a:graphic>
          <a:graphicData uri="http://schemas.openxmlformats.org/presentationml/2006/ole">
            <mc:AlternateContent xmlns:mc="http://schemas.openxmlformats.org/markup-compatibility/2006">
              <mc:Choice xmlns:v="urn:schemas-microsoft-com:vml" Requires="v">
                <p:oleObj r:id="rId42" imgW="838200" imgH="405765" progId="Equation.DSMT4">
                  <p:embed/>
                </p:oleObj>
              </mc:Choice>
              <mc:Fallback>
                <p:oleObj r:id="rId42" imgW="838200" imgH="405765" progId="Equation.DSMT4">
                  <p:embed/>
                  <p:pic>
                    <p:nvPicPr>
                      <p:cNvPr id="0" name="图片 3085"/>
                      <p:cNvPicPr/>
                      <p:nvPr/>
                    </p:nvPicPr>
                    <p:blipFill>
                      <a:blip r:embed="rId43"/>
                      <a:stretch>
                        <a:fillRect/>
                      </a:stretch>
                    </p:blipFill>
                    <p:spPr>
                      <a:xfrm>
                        <a:off x="6372225" y="4451350"/>
                        <a:ext cx="1289050" cy="625475"/>
                      </a:xfrm>
                      <a:prstGeom prst="rect">
                        <a:avLst/>
                      </a:prstGeom>
                      <a:noFill/>
                      <a:ln w="38100">
                        <a:noFill/>
                        <a:miter/>
                      </a:ln>
                    </p:spPr>
                  </p:pic>
                </p:oleObj>
              </mc:Fallback>
            </mc:AlternateContent>
          </a:graphicData>
        </a:graphic>
      </p:graphicFrame>
      <p:sp>
        <p:nvSpPr>
          <p:cNvPr id="51" name="文本框 22"/>
          <p:cNvSpPr txBox="1"/>
          <p:nvPr/>
        </p:nvSpPr>
        <p:spPr>
          <a:xfrm>
            <a:off x="3654425" y="6034088"/>
            <a:ext cx="5402263" cy="706437"/>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与垂直入射中相比：</a:t>
            </a:r>
            <a:r>
              <a:rPr lang="en-US" altLang="zh-CN" sz="2000" b="1" dirty="0">
                <a:solidFill>
                  <a:srgbClr val="CC0000"/>
                </a:solidFill>
                <a:latin typeface="Times New Roman" panose="02020603050405020304" pitchFamily="18" charset="0"/>
                <a:ea typeface="楷体_GB2312" pitchFamily="1" charset="-122"/>
                <a:sym typeface="宋体" panose="02010600030101010101" pitchFamily="2" charset="-122"/>
              </a:rPr>
              <a:t>1</a:t>
            </a:r>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）中央明纹位置向上平移，条纹间距不变；</a:t>
            </a:r>
            <a:r>
              <a:rPr lang="en-US" altLang="zh-CN" sz="2000" b="1" dirty="0">
                <a:solidFill>
                  <a:srgbClr val="CC0000"/>
                </a:solidFill>
                <a:latin typeface="Times New Roman" panose="02020603050405020304" pitchFamily="18" charset="0"/>
                <a:ea typeface="楷体_GB2312" pitchFamily="1" charset="-122"/>
                <a:sym typeface="宋体" panose="02010600030101010101" pitchFamily="2" charset="-122"/>
              </a:rPr>
              <a:t>2</a:t>
            </a:r>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）各级条纹向上平移</a:t>
            </a:r>
          </a:p>
        </p:txBody>
      </p:sp>
      <p:grpSp>
        <p:nvGrpSpPr>
          <p:cNvPr id="17460" name="Group 6"/>
          <p:cNvGrpSpPr/>
          <p:nvPr/>
        </p:nvGrpSpPr>
        <p:grpSpPr>
          <a:xfrm>
            <a:off x="163513" y="703263"/>
            <a:ext cx="3282950" cy="1871662"/>
            <a:chOff x="940" y="1298"/>
            <a:chExt cx="4335" cy="2083"/>
          </a:xfrm>
        </p:grpSpPr>
        <p:sp>
          <p:nvSpPr>
            <p:cNvPr id="17461" name="Text Box 7"/>
            <p:cNvSpPr txBox="1"/>
            <p:nvPr/>
          </p:nvSpPr>
          <p:spPr>
            <a:xfrm>
              <a:off x="4468" y="1298"/>
              <a:ext cx="807" cy="581"/>
            </a:xfrm>
            <a:prstGeom prst="rect">
              <a:avLst/>
            </a:prstGeom>
            <a:noFill/>
            <a:ln w="9525">
              <a:noFill/>
            </a:ln>
          </p:spPr>
          <p:txBody>
            <a:bodyPr anchor="t" anchorCtr="0">
              <a:spAutoFit/>
            </a:bodyPr>
            <a:lstStyle/>
            <a:p>
              <a:pPr>
                <a:spcBef>
                  <a:spcPct val="50000"/>
                </a:spcBef>
              </a:pPr>
              <a:r>
                <a:rPr lang="en-US" altLang="zh-CN" sz="2800" b="1" i="1" dirty="0">
                  <a:solidFill>
                    <a:srgbClr val="CC0000"/>
                  </a:solidFill>
                  <a:latin typeface="Times New Roman" panose="02020603050405020304" pitchFamily="18" charset="0"/>
                  <a:ea typeface="宋体" panose="02010600030101010101" pitchFamily="2" charset="-122"/>
                </a:rPr>
                <a:t>p</a:t>
              </a:r>
              <a:endParaRPr lang="en-US" altLang="zh-CN" sz="2400" b="1" i="1" dirty="0">
                <a:latin typeface="Times New Roman" panose="02020603050405020304" pitchFamily="18" charset="0"/>
                <a:ea typeface="宋体" panose="02010600030101010101" pitchFamily="2" charset="-122"/>
              </a:endParaRPr>
            </a:p>
          </p:txBody>
        </p:sp>
        <p:sp>
          <p:nvSpPr>
            <p:cNvPr id="17462" name="Rectangle 10" descr="深色下对角线"/>
            <p:cNvSpPr/>
            <p:nvPr/>
          </p:nvSpPr>
          <p:spPr>
            <a:xfrm>
              <a:off x="1663" y="1437"/>
              <a:ext cx="52" cy="587"/>
            </a:xfrm>
            <a:prstGeom prst="rect">
              <a:avLst/>
            </a:prstGeom>
            <a:blipFill rotWithShape="0">
              <a:blip r:embed="rId14"/>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7463" name="Rectangle 11" descr="深色下对角线"/>
            <p:cNvSpPr/>
            <p:nvPr/>
          </p:nvSpPr>
          <p:spPr>
            <a:xfrm>
              <a:off x="1660" y="2698"/>
              <a:ext cx="52" cy="641"/>
            </a:xfrm>
            <a:prstGeom prst="rect">
              <a:avLst/>
            </a:prstGeom>
            <a:blipFill rotWithShape="0">
              <a:blip r:embed="rId14"/>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7464" name="Line 12"/>
            <p:cNvSpPr/>
            <p:nvPr/>
          </p:nvSpPr>
          <p:spPr>
            <a:xfrm>
              <a:off x="940" y="2415"/>
              <a:ext cx="4022" cy="1"/>
            </a:xfrm>
            <a:prstGeom prst="line">
              <a:avLst/>
            </a:prstGeom>
            <a:ln w="19050" cap="flat" cmpd="sng">
              <a:solidFill>
                <a:srgbClr val="003366"/>
              </a:solidFill>
              <a:prstDash val="lgDashDot"/>
              <a:round/>
              <a:headEnd type="none" w="sm" len="lg"/>
              <a:tailEnd type="none" w="sm" len="lg"/>
            </a:ln>
          </p:spPr>
        </p:sp>
        <p:sp>
          <p:nvSpPr>
            <p:cNvPr id="17465" name="Rectangle 13" descr="深色下对角线"/>
            <p:cNvSpPr/>
            <p:nvPr/>
          </p:nvSpPr>
          <p:spPr>
            <a:xfrm>
              <a:off x="4372" y="1298"/>
              <a:ext cx="52" cy="2083"/>
            </a:xfrm>
            <a:prstGeom prst="rect">
              <a:avLst/>
            </a:prstGeom>
            <a:blipFill rotWithShape="0">
              <a:blip r:embed="rId15"/>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7466" name="Object 15"/>
            <p:cNvGraphicFramePr>
              <a:graphicFrameLocks noChangeAspect="1"/>
            </p:cNvGraphicFramePr>
            <p:nvPr/>
          </p:nvGraphicFramePr>
          <p:xfrm>
            <a:off x="1346" y="1616"/>
            <a:ext cx="349" cy="534"/>
          </p:xfrm>
          <a:graphic>
            <a:graphicData uri="http://schemas.openxmlformats.org/presentationml/2006/ole">
              <mc:AlternateContent xmlns:mc="http://schemas.openxmlformats.org/markup-compatibility/2006">
                <mc:Choice xmlns:v="urn:schemas-microsoft-com:vml" Requires="v">
                  <p:oleObj r:id="rId44" imgW="139700" imgH="215900" progId="Equation.3">
                    <p:embed/>
                  </p:oleObj>
                </mc:Choice>
                <mc:Fallback>
                  <p:oleObj r:id="rId44" imgW="139700" imgH="215900" progId="Equation.3">
                    <p:embed/>
                    <p:pic>
                      <p:nvPicPr>
                        <p:cNvPr id="0" name="图片 3079"/>
                        <p:cNvPicPr/>
                        <p:nvPr/>
                      </p:nvPicPr>
                      <p:blipFill>
                        <a:blip r:embed="rId17"/>
                        <a:stretch>
                          <a:fillRect/>
                        </a:stretch>
                      </p:blipFill>
                      <p:spPr>
                        <a:xfrm>
                          <a:off x="1346" y="1616"/>
                          <a:ext cx="349" cy="534"/>
                        </a:xfrm>
                        <a:prstGeom prst="rect">
                          <a:avLst/>
                        </a:prstGeom>
                        <a:noFill/>
                        <a:ln w="38100">
                          <a:noFill/>
                          <a:miter/>
                        </a:ln>
                      </p:spPr>
                    </p:pic>
                  </p:oleObj>
                </mc:Fallback>
              </mc:AlternateContent>
            </a:graphicData>
          </a:graphic>
        </p:graphicFrame>
        <p:graphicFrame>
          <p:nvGraphicFramePr>
            <p:cNvPr id="17467" name="Object 16"/>
            <p:cNvGraphicFramePr>
              <a:graphicFrameLocks noChangeAspect="1"/>
            </p:cNvGraphicFramePr>
            <p:nvPr/>
          </p:nvGraphicFramePr>
          <p:xfrm>
            <a:off x="1353" y="2478"/>
            <a:ext cx="335" cy="534"/>
          </p:xfrm>
          <a:graphic>
            <a:graphicData uri="http://schemas.openxmlformats.org/presentationml/2006/ole">
              <mc:AlternateContent xmlns:mc="http://schemas.openxmlformats.org/markup-compatibility/2006">
                <mc:Choice xmlns:v="urn:schemas-microsoft-com:vml" Requires="v">
                  <p:oleObj r:id="rId45" imgW="152400" imgH="215900" progId="Equation.3">
                    <p:embed/>
                  </p:oleObj>
                </mc:Choice>
                <mc:Fallback>
                  <p:oleObj r:id="rId45" imgW="152400" imgH="215900" progId="Equation.3">
                    <p:embed/>
                    <p:pic>
                      <p:nvPicPr>
                        <p:cNvPr id="0" name="图片 3080"/>
                        <p:cNvPicPr/>
                        <p:nvPr/>
                      </p:nvPicPr>
                      <p:blipFill>
                        <a:blip r:embed="rId19"/>
                        <a:stretch>
                          <a:fillRect/>
                        </a:stretch>
                      </p:blipFill>
                      <p:spPr>
                        <a:xfrm>
                          <a:off x="1353" y="2478"/>
                          <a:ext cx="335" cy="534"/>
                        </a:xfrm>
                        <a:prstGeom prst="rect">
                          <a:avLst/>
                        </a:prstGeom>
                        <a:noFill/>
                        <a:ln w="38100">
                          <a:noFill/>
                          <a:miter/>
                        </a:ln>
                      </p:spPr>
                    </p:pic>
                  </p:oleObj>
                </mc:Fallback>
              </mc:AlternateContent>
            </a:graphicData>
          </a:graphic>
        </p:graphicFrame>
        <p:sp>
          <p:nvSpPr>
            <p:cNvPr id="17468" name="Line 18"/>
            <p:cNvSpPr/>
            <p:nvPr/>
          </p:nvSpPr>
          <p:spPr>
            <a:xfrm>
              <a:off x="4241" y="1661"/>
              <a:ext cx="258" cy="1"/>
            </a:xfrm>
            <a:prstGeom prst="line">
              <a:avLst/>
            </a:prstGeom>
            <a:ln w="12700" cap="flat" cmpd="sng">
              <a:solidFill>
                <a:srgbClr val="000000"/>
              </a:solidFill>
              <a:prstDash val="dash"/>
              <a:round/>
              <a:headEnd type="none" w="sm" len="lg"/>
              <a:tailEnd type="none" w="sm" len="lg"/>
            </a:ln>
          </p:spPr>
        </p:sp>
        <p:sp>
          <p:nvSpPr>
            <p:cNvPr id="17469" name="Line 19"/>
            <p:cNvSpPr/>
            <p:nvPr/>
          </p:nvSpPr>
          <p:spPr>
            <a:xfrm>
              <a:off x="4462" y="1649"/>
              <a:ext cx="1" cy="748"/>
            </a:xfrm>
            <a:prstGeom prst="line">
              <a:avLst/>
            </a:prstGeom>
            <a:ln w="28575" cap="flat" cmpd="sng">
              <a:solidFill>
                <a:srgbClr val="FF33CC"/>
              </a:solidFill>
              <a:prstDash val="dash"/>
              <a:round/>
              <a:headEnd type="triangle" w="sm" len="lg"/>
              <a:tailEnd type="triangle" w="sm" len="lg"/>
            </a:ln>
          </p:spPr>
        </p:sp>
        <p:graphicFrame>
          <p:nvGraphicFramePr>
            <p:cNvPr id="17470" name="Object 20"/>
            <p:cNvGraphicFramePr>
              <a:graphicFrameLocks noChangeAspect="1"/>
            </p:cNvGraphicFramePr>
            <p:nvPr/>
          </p:nvGraphicFramePr>
          <p:xfrm>
            <a:off x="4495" y="1871"/>
            <a:ext cx="240" cy="260"/>
          </p:xfrm>
          <a:graphic>
            <a:graphicData uri="http://schemas.openxmlformats.org/presentationml/2006/ole">
              <mc:AlternateContent xmlns:mc="http://schemas.openxmlformats.org/markup-compatibility/2006">
                <mc:Choice xmlns:v="urn:schemas-microsoft-com:vml" Requires="v">
                  <p:oleObj r:id="rId46" imgW="177800" imgH="190500" progId="Equation.3">
                    <p:embed/>
                  </p:oleObj>
                </mc:Choice>
                <mc:Fallback>
                  <p:oleObj r:id="rId46" imgW="177800" imgH="190500" progId="Equation.3">
                    <p:embed/>
                    <p:pic>
                      <p:nvPicPr>
                        <p:cNvPr id="0" name="图片 3084"/>
                        <p:cNvPicPr/>
                        <p:nvPr/>
                      </p:nvPicPr>
                      <p:blipFill>
                        <a:blip r:embed="rId21"/>
                        <a:stretch>
                          <a:fillRect/>
                        </a:stretch>
                      </p:blipFill>
                      <p:spPr>
                        <a:xfrm>
                          <a:off x="4495" y="1871"/>
                          <a:ext cx="240" cy="260"/>
                        </a:xfrm>
                        <a:prstGeom prst="rect">
                          <a:avLst/>
                        </a:prstGeom>
                        <a:noFill/>
                        <a:ln w="38100">
                          <a:noFill/>
                          <a:miter/>
                        </a:ln>
                      </p:spPr>
                    </p:pic>
                  </p:oleObj>
                </mc:Fallback>
              </mc:AlternateContent>
            </a:graphicData>
          </a:graphic>
        </p:graphicFrame>
        <p:sp>
          <p:nvSpPr>
            <p:cNvPr id="17471" name="Line 21"/>
            <p:cNvSpPr/>
            <p:nvPr/>
          </p:nvSpPr>
          <p:spPr>
            <a:xfrm flipH="1">
              <a:off x="1200" y="2129"/>
              <a:ext cx="465" cy="1"/>
            </a:xfrm>
            <a:prstGeom prst="line">
              <a:avLst/>
            </a:prstGeom>
            <a:ln w="28575" cap="flat" cmpd="sng">
              <a:solidFill>
                <a:srgbClr val="FF9900"/>
              </a:solidFill>
              <a:prstDash val="solid"/>
              <a:round/>
              <a:headEnd type="none" w="sm" len="lg"/>
              <a:tailEnd type="none" w="sm" len="lg"/>
            </a:ln>
          </p:spPr>
        </p:sp>
        <p:sp>
          <p:nvSpPr>
            <p:cNvPr id="17472" name="Line 22"/>
            <p:cNvSpPr/>
            <p:nvPr/>
          </p:nvSpPr>
          <p:spPr>
            <a:xfrm flipH="1">
              <a:off x="1228" y="2662"/>
              <a:ext cx="465" cy="1"/>
            </a:xfrm>
            <a:prstGeom prst="line">
              <a:avLst/>
            </a:prstGeom>
            <a:ln w="31750" cap="flat" cmpd="sng">
              <a:solidFill>
                <a:srgbClr val="FF9900"/>
              </a:solidFill>
              <a:prstDash val="solid"/>
              <a:round/>
              <a:headEnd type="none" w="sm" len="lg"/>
              <a:tailEnd type="none" w="sm" len="lg"/>
            </a:ln>
          </p:spPr>
        </p:sp>
        <p:graphicFrame>
          <p:nvGraphicFramePr>
            <p:cNvPr id="17473" name="Object 24"/>
            <p:cNvGraphicFramePr>
              <a:graphicFrameLocks noChangeAspect="1"/>
            </p:cNvGraphicFramePr>
            <p:nvPr/>
          </p:nvGraphicFramePr>
          <p:xfrm>
            <a:off x="4397" y="2400"/>
            <a:ext cx="202" cy="213"/>
          </p:xfrm>
          <a:graphic>
            <a:graphicData uri="http://schemas.openxmlformats.org/presentationml/2006/ole">
              <mc:AlternateContent xmlns:mc="http://schemas.openxmlformats.org/markup-compatibility/2006">
                <mc:Choice xmlns:v="urn:schemas-microsoft-com:vml" Requires="v">
                  <p:oleObj r:id="rId47" imgW="165100" imgH="190500" progId="Equation.3">
                    <p:embed/>
                  </p:oleObj>
                </mc:Choice>
                <mc:Fallback>
                  <p:oleObj r:id="rId47" imgW="165100" imgH="190500" progId="Equation.3">
                    <p:embed/>
                    <p:pic>
                      <p:nvPicPr>
                        <p:cNvPr id="0" name="图片 3083"/>
                        <p:cNvPicPr/>
                        <p:nvPr/>
                      </p:nvPicPr>
                      <p:blipFill>
                        <a:blip r:embed="rId23"/>
                        <a:stretch>
                          <a:fillRect/>
                        </a:stretch>
                      </p:blipFill>
                      <p:spPr>
                        <a:xfrm>
                          <a:off x="4397" y="2400"/>
                          <a:ext cx="202" cy="213"/>
                        </a:xfrm>
                        <a:prstGeom prst="rect">
                          <a:avLst/>
                        </a:prstGeom>
                        <a:noFill/>
                        <a:ln w="38100">
                          <a:noFill/>
                          <a:miter/>
                        </a:ln>
                      </p:spPr>
                    </p:pic>
                  </p:oleObj>
                </mc:Fallback>
              </mc:AlternateContent>
            </a:graphicData>
          </a:graphic>
        </p:graphicFrame>
        <p:graphicFrame>
          <p:nvGraphicFramePr>
            <p:cNvPr id="17474" name="Object 26"/>
            <p:cNvGraphicFramePr>
              <a:graphicFrameLocks noChangeAspect="1"/>
            </p:cNvGraphicFramePr>
            <p:nvPr/>
          </p:nvGraphicFramePr>
          <p:xfrm>
            <a:off x="4006" y="1438"/>
            <a:ext cx="252" cy="268"/>
          </p:xfrm>
          <a:graphic>
            <a:graphicData uri="http://schemas.openxmlformats.org/presentationml/2006/ole">
              <mc:AlternateContent xmlns:mc="http://schemas.openxmlformats.org/markup-compatibility/2006">
                <mc:Choice xmlns:v="urn:schemas-microsoft-com:vml" Requires="v">
                  <p:oleObj r:id="rId48" imgW="215900" imgH="228600" progId="Equation.3">
                    <p:embed/>
                  </p:oleObj>
                </mc:Choice>
                <mc:Fallback>
                  <p:oleObj r:id="rId48" imgW="215900" imgH="228600" progId="Equation.3">
                    <p:embed/>
                    <p:pic>
                      <p:nvPicPr>
                        <p:cNvPr id="0" name="图片 3081"/>
                        <p:cNvPicPr/>
                        <p:nvPr/>
                      </p:nvPicPr>
                      <p:blipFill>
                        <a:blip r:embed="rId25"/>
                        <a:stretch>
                          <a:fillRect/>
                        </a:stretch>
                      </p:blipFill>
                      <p:spPr>
                        <a:xfrm>
                          <a:off x="4006" y="1438"/>
                          <a:ext cx="252" cy="268"/>
                        </a:xfrm>
                        <a:prstGeom prst="rect">
                          <a:avLst/>
                        </a:prstGeom>
                        <a:noFill/>
                        <a:ln w="38100">
                          <a:noFill/>
                          <a:miter/>
                        </a:ln>
                      </p:spPr>
                    </p:pic>
                  </p:oleObj>
                </mc:Fallback>
              </mc:AlternateContent>
            </a:graphicData>
          </a:graphic>
        </p:graphicFrame>
        <p:sp>
          <p:nvSpPr>
            <p:cNvPr id="17475" name="Rectangle 27" descr="深色下对角线"/>
            <p:cNvSpPr/>
            <p:nvPr/>
          </p:nvSpPr>
          <p:spPr>
            <a:xfrm>
              <a:off x="1660" y="2149"/>
              <a:ext cx="52" cy="427"/>
            </a:xfrm>
            <a:prstGeom prst="rect">
              <a:avLst/>
            </a:prstGeom>
            <a:blipFill rotWithShape="0">
              <a:blip r:embed="rId14"/>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7476" name="Object 28"/>
            <p:cNvGraphicFramePr>
              <a:graphicFrameLocks noChangeAspect="1"/>
            </p:cNvGraphicFramePr>
            <p:nvPr/>
          </p:nvGraphicFramePr>
          <p:xfrm>
            <a:off x="2559" y="1400"/>
            <a:ext cx="268" cy="539"/>
          </p:xfrm>
          <a:graphic>
            <a:graphicData uri="http://schemas.openxmlformats.org/presentationml/2006/ole">
              <mc:AlternateContent xmlns:mc="http://schemas.openxmlformats.org/markup-compatibility/2006">
                <mc:Choice xmlns:v="urn:schemas-microsoft-com:vml" Requires="v">
                  <p:oleObj r:id="rId49" imgW="165100" imgH="316865" progId="Equation.3">
                    <p:embed/>
                  </p:oleObj>
                </mc:Choice>
                <mc:Fallback>
                  <p:oleObj r:id="rId49" imgW="165100" imgH="316865" progId="Equation.3">
                    <p:embed/>
                    <p:pic>
                      <p:nvPicPr>
                        <p:cNvPr id="0" name="图片 3082"/>
                        <p:cNvPicPr/>
                        <p:nvPr/>
                      </p:nvPicPr>
                      <p:blipFill>
                        <a:blip r:embed="rId27"/>
                        <a:stretch>
                          <a:fillRect/>
                        </a:stretch>
                      </p:blipFill>
                      <p:spPr>
                        <a:xfrm>
                          <a:off x="2559" y="1400"/>
                          <a:ext cx="268" cy="539"/>
                        </a:xfrm>
                        <a:prstGeom prst="rect">
                          <a:avLst/>
                        </a:prstGeom>
                        <a:noFill/>
                        <a:ln w="38100">
                          <a:noFill/>
                          <a:miter/>
                        </a:ln>
                      </p:spPr>
                    </p:pic>
                  </p:oleObj>
                </mc:Fallback>
              </mc:AlternateContent>
            </a:graphicData>
          </a:graphic>
        </p:graphicFrame>
        <p:graphicFrame>
          <p:nvGraphicFramePr>
            <p:cNvPr id="17477" name="Object 29"/>
            <p:cNvGraphicFramePr>
              <a:graphicFrameLocks noChangeAspect="1"/>
            </p:cNvGraphicFramePr>
            <p:nvPr/>
          </p:nvGraphicFramePr>
          <p:xfrm>
            <a:off x="3334" y="1881"/>
            <a:ext cx="310" cy="534"/>
          </p:xfrm>
          <a:graphic>
            <a:graphicData uri="http://schemas.openxmlformats.org/presentationml/2006/ole">
              <mc:AlternateContent xmlns:mc="http://schemas.openxmlformats.org/markup-compatibility/2006">
                <mc:Choice xmlns:v="urn:schemas-microsoft-com:vml" Requires="v">
                  <p:oleObj r:id="rId50" imgW="190500" imgH="317500" progId="Equation.3">
                    <p:embed/>
                  </p:oleObj>
                </mc:Choice>
                <mc:Fallback>
                  <p:oleObj r:id="rId50" imgW="190500" imgH="317500" progId="Equation.3">
                    <p:embed/>
                    <p:pic>
                      <p:nvPicPr>
                        <p:cNvPr id="0" name="图片 3077"/>
                        <p:cNvPicPr/>
                        <p:nvPr/>
                      </p:nvPicPr>
                      <p:blipFill>
                        <a:blip r:embed="rId29"/>
                        <a:stretch>
                          <a:fillRect/>
                        </a:stretch>
                      </p:blipFill>
                      <p:spPr>
                        <a:xfrm>
                          <a:off x="3334" y="1881"/>
                          <a:ext cx="310" cy="534"/>
                        </a:xfrm>
                        <a:prstGeom prst="rect">
                          <a:avLst/>
                        </a:prstGeom>
                        <a:noFill/>
                        <a:ln w="38100">
                          <a:noFill/>
                          <a:miter/>
                        </a:ln>
                      </p:spPr>
                    </p:pic>
                  </p:oleObj>
                </mc:Fallback>
              </mc:AlternateContent>
            </a:graphicData>
          </a:graphic>
        </p:graphicFrame>
        <p:sp>
          <p:nvSpPr>
            <p:cNvPr id="17478" name="Line 30"/>
            <p:cNvSpPr/>
            <p:nvPr/>
          </p:nvSpPr>
          <p:spPr>
            <a:xfrm flipV="1">
              <a:off x="1629" y="1667"/>
              <a:ext cx="2738" cy="481"/>
            </a:xfrm>
            <a:prstGeom prst="line">
              <a:avLst/>
            </a:prstGeom>
            <a:ln w="28575" cap="flat" cmpd="sng">
              <a:solidFill>
                <a:srgbClr val="FF6600"/>
              </a:solidFill>
              <a:prstDash val="solid"/>
              <a:round/>
              <a:headEnd type="none" w="sm" len="lg"/>
              <a:tailEnd type="none" w="sm" len="lg"/>
            </a:ln>
          </p:spPr>
        </p:sp>
        <p:sp>
          <p:nvSpPr>
            <p:cNvPr id="17479" name="Line 31"/>
            <p:cNvSpPr/>
            <p:nvPr/>
          </p:nvSpPr>
          <p:spPr>
            <a:xfrm flipV="1">
              <a:off x="1674" y="1667"/>
              <a:ext cx="2693" cy="1015"/>
            </a:xfrm>
            <a:prstGeom prst="line">
              <a:avLst/>
            </a:prstGeom>
            <a:ln w="28575" cap="flat" cmpd="sng">
              <a:solidFill>
                <a:srgbClr val="FF6600"/>
              </a:solidFill>
              <a:prstDash val="solid"/>
              <a:round/>
              <a:headEnd type="none" w="sm" len="lg"/>
              <a:tailEnd type="none" w="sm" len="lg"/>
            </a:ln>
          </p:spPr>
        </p:sp>
        <p:sp>
          <p:nvSpPr>
            <p:cNvPr id="17480" name="Line 34"/>
            <p:cNvSpPr/>
            <p:nvPr/>
          </p:nvSpPr>
          <p:spPr>
            <a:xfrm>
              <a:off x="2992" y="3087"/>
              <a:ext cx="1395" cy="0"/>
            </a:xfrm>
            <a:prstGeom prst="line">
              <a:avLst/>
            </a:prstGeom>
            <a:ln w="19050" cap="flat" cmpd="sng">
              <a:solidFill>
                <a:srgbClr val="FF3399"/>
              </a:solidFill>
              <a:prstDash val="solid"/>
              <a:round/>
              <a:headEnd type="none" w="med" len="med"/>
              <a:tailEnd type="triangle" w="sm" len="lg"/>
            </a:ln>
          </p:spPr>
        </p:sp>
        <p:sp>
          <p:nvSpPr>
            <p:cNvPr id="17481" name="Line 35"/>
            <p:cNvSpPr/>
            <p:nvPr/>
          </p:nvSpPr>
          <p:spPr>
            <a:xfrm flipH="1">
              <a:off x="1701" y="3087"/>
              <a:ext cx="1033" cy="0"/>
            </a:xfrm>
            <a:prstGeom prst="line">
              <a:avLst/>
            </a:prstGeom>
            <a:ln w="19050" cap="flat" cmpd="sng">
              <a:solidFill>
                <a:srgbClr val="FF3399"/>
              </a:solidFill>
              <a:prstDash val="solid"/>
              <a:round/>
              <a:headEnd type="none" w="med" len="med"/>
              <a:tailEnd type="triangle" w="sm" len="lg"/>
            </a:ln>
          </p:spPr>
        </p:sp>
        <p:graphicFrame>
          <p:nvGraphicFramePr>
            <p:cNvPr id="17482" name="Object 42"/>
            <p:cNvGraphicFramePr>
              <a:graphicFrameLocks noChangeAspect="1"/>
            </p:cNvGraphicFramePr>
            <p:nvPr/>
          </p:nvGraphicFramePr>
          <p:xfrm>
            <a:off x="2744" y="2931"/>
            <a:ext cx="272" cy="253"/>
          </p:xfrm>
          <a:graphic>
            <a:graphicData uri="http://schemas.openxmlformats.org/presentationml/2006/ole">
              <mc:AlternateContent xmlns:mc="http://schemas.openxmlformats.org/markup-compatibility/2006">
                <mc:Choice xmlns:v="urn:schemas-microsoft-com:vml" Requires="v">
                  <p:oleObj r:id="rId51" imgW="177800" imgH="165100" progId="Equation.3">
                    <p:embed/>
                  </p:oleObj>
                </mc:Choice>
                <mc:Fallback>
                  <p:oleObj r:id="rId51" imgW="177800" imgH="165100" progId="Equation.3">
                    <p:embed/>
                    <p:pic>
                      <p:nvPicPr>
                        <p:cNvPr id="0" name="图片 3088"/>
                        <p:cNvPicPr/>
                        <p:nvPr/>
                      </p:nvPicPr>
                      <p:blipFill>
                        <a:blip r:embed="rId31"/>
                        <a:stretch>
                          <a:fillRect/>
                        </a:stretch>
                      </p:blipFill>
                      <p:spPr>
                        <a:xfrm>
                          <a:off x="2744" y="2931"/>
                          <a:ext cx="272" cy="253"/>
                        </a:xfrm>
                        <a:prstGeom prst="rect">
                          <a:avLst/>
                        </a:prstGeom>
                        <a:noFill/>
                        <a:ln w="38100">
                          <a:noFill/>
                          <a:miter/>
                        </a:ln>
                      </p:spPr>
                    </p:pic>
                  </p:oleObj>
                </mc:Fallback>
              </mc:AlternateContent>
            </a:graphicData>
          </a:graphic>
        </p:graphicFrame>
      </p:grpSp>
      <p:sp>
        <p:nvSpPr>
          <p:cNvPr id="3" name="文本框 22"/>
          <p:cNvSpPr txBox="1"/>
          <p:nvPr/>
        </p:nvSpPr>
        <p:spPr>
          <a:xfrm>
            <a:off x="3654425" y="4432300"/>
            <a:ext cx="2562225" cy="706438"/>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若原中央明纹处为明纹中心，该明纹级数</a:t>
            </a:r>
          </a:p>
        </p:txBody>
      </p:sp>
      <p:sp>
        <p:nvSpPr>
          <p:cNvPr id="4" name="文本框 22"/>
          <p:cNvSpPr txBox="1"/>
          <p:nvPr>
            <p:custDataLst>
              <p:tags r:id="rId1"/>
            </p:custDataLst>
          </p:nvPr>
        </p:nvSpPr>
        <p:spPr>
          <a:xfrm>
            <a:off x="3654425" y="5138738"/>
            <a:ext cx="2562225" cy="706437"/>
          </a:xfrm>
          <a:prstGeom prst="rect">
            <a:avLst/>
          </a:prstGeom>
          <a:noFill/>
          <a:ln w="9525">
            <a:noFill/>
          </a:ln>
        </p:spPr>
        <p:txBody>
          <a:bodyPr wrap="square" anchor="t" anchorCtr="0">
            <a:spAutoFit/>
          </a:bodyPr>
          <a:lstStyle/>
          <a:p>
            <a:pPr eaLnBrk="0" hangingPunct="0"/>
            <a:r>
              <a:rPr lang="zh-CN" altLang="en-US" sz="2000" b="1" dirty="0">
                <a:solidFill>
                  <a:srgbClr val="CC0000"/>
                </a:solidFill>
                <a:latin typeface="Times New Roman" panose="02020603050405020304" pitchFamily="18" charset="0"/>
                <a:ea typeface="楷体_GB2312" pitchFamily="1" charset="-122"/>
                <a:sym typeface="宋体" panose="02010600030101010101" pitchFamily="2" charset="-122"/>
              </a:rPr>
              <a:t>若原中央明纹处为暗纹中心，该暗纹级数</a:t>
            </a:r>
          </a:p>
        </p:txBody>
      </p:sp>
      <p:graphicFrame>
        <p:nvGraphicFramePr>
          <p:cNvPr id="5" name="对象 4"/>
          <p:cNvGraphicFramePr/>
          <p:nvPr>
            <p:custDataLst>
              <p:tags r:id="rId2"/>
            </p:custDataLst>
          </p:nvPr>
        </p:nvGraphicFramePr>
        <p:xfrm>
          <a:off x="6335713" y="5176838"/>
          <a:ext cx="1731962" cy="568325"/>
        </p:xfrm>
        <a:graphic>
          <a:graphicData uri="http://schemas.openxmlformats.org/presentationml/2006/ole">
            <mc:AlternateContent xmlns:mc="http://schemas.openxmlformats.org/markup-compatibility/2006">
              <mc:Choice xmlns:v="urn:schemas-microsoft-com:vml" Requires="v">
                <p:oleObj r:id="rId52" imgW="1257300" imgH="393700" progId="Equation.KSEE3">
                  <p:embed/>
                </p:oleObj>
              </mc:Choice>
              <mc:Fallback>
                <p:oleObj r:id="rId52" imgW="1257300" imgH="393700" progId="Equation.KSEE3">
                  <p:embed/>
                  <p:pic>
                    <p:nvPicPr>
                      <p:cNvPr id="0" name="图片 3089"/>
                      <p:cNvPicPr/>
                      <p:nvPr/>
                    </p:nvPicPr>
                    <p:blipFill>
                      <a:blip r:embed="rId53"/>
                      <a:stretch>
                        <a:fillRect/>
                      </a:stretch>
                    </p:blipFill>
                    <p:spPr>
                      <a:xfrm>
                        <a:off x="6335713" y="5176838"/>
                        <a:ext cx="1731962" cy="568325"/>
                      </a:xfrm>
                      <a:prstGeom prst="rect">
                        <a:avLst/>
                      </a:prstGeom>
                      <a:noFill/>
                      <a:ln w="38100">
                        <a:noFill/>
                        <a:miter/>
                      </a:ln>
                    </p:spPr>
                  </p:pic>
                </p:oleObj>
              </mc:Fallback>
            </mc:AlternateContent>
          </a:graphicData>
        </a:graphic>
      </p:graphicFrame>
      <p:graphicFrame>
        <p:nvGraphicFramePr>
          <p:cNvPr id="22597" name="Object 46"/>
          <p:cNvGraphicFramePr>
            <a:graphicFrameLocks noChangeAspect="1"/>
          </p:cNvGraphicFramePr>
          <p:nvPr/>
        </p:nvGraphicFramePr>
        <p:xfrm>
          <a:off x="7043738" y="2311400"/>
          <a:ext cx="1766887" cy="1042988"/>
        </p:xfrm>
        <a:graphic>
          <a:graphicData uri="http://schemas.openxmlformats.org/presentationml/2006/ole">
            <mc:AlternateContent xmlns:mc="http://schemas.openxmlformats.org/markup-compatibility/2006">
              <mc:Choice xmlns:v="urn:schemas-microsoft-com:vml" Requires="v">
                <p:oleObj r:id="rId54" imgW="1054100" imgH="660400" progId="Equation.DSMT4">
                  <p:embed/>
                </p:oleObj>
              </mc:Choice>
              <mc:Fallback>
                <p:oleObj r:id="rId54" imgW="1054100" imgH="660400" progId="Equation.DSMT4">
                  <p:embed/>
                  <p:pic>
                    <p:nvPicPr>
                      <p:cNvPr id="0" name="图片 3087"/>
                      <p:cNvPicPr/>
                      <p:nvPr/>
                    </p:nvPicPr>
                    <p:blipFill>
                      <a:blip r:embed="rId55"/>
                      <a:stretch>
                        <a:fillRect/>
                      </a:stretch>
                    </p:blipFill>
                    <p:spPr>
                      <a:xfrm>
                        <a:off x="7043738" y="2311400"/>
                        <a:ext cx="1766887" cy="10429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4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4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4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36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4" grpId="0"/>
      <p:bldP spid="17454" grpId="1"/>
      <p:bldP spid="17456" grpId="0"/>
      <p:bldP spid="17456" grpId="1"/>
      <p:bldP spid="17458" grpId="0"/>
      <p:bldP spid="17458" grpId="1"/>
      <p:bldP spid="51" grpId="0"/>
      <p:bldP spid="51" grpId="1"/>
      <p:bldP spid="3" grpId="0"/>
      <p:bldP spid="3" grpId="1"/>
      <p:bldP spid="4" grpId="0"/>
      <p:bldP spid="4"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矩形 1"/>
          <p:cNvSpPr/>
          <p:nvPr/>
        </p:nvSpPr>
        <p:spPr>
          <a:xfrm>
            <a:off x="3360738" y="106363"/>
            <a:ext cx="100012" cy="6657975"/>
          </a:xfrm>
          <a:prstGeom prst="rect">
            <a:avLst/>
          </a:prstGeom>
          <a:solidFill>
            <a:schemeClr val="accent1"/>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sp>
        <p:nvSpPr>
          <p:cNvPr id="18434" name="文本框 2"/>
          <p:cNvSpPr txBox="1"/>
          <p:nvPr/>
        </p:nvSpPr>
        <p:spPr>
          <a:xfrm>
            <a:off x="1187450" y="149225"/>
            <a:ext cx="1101725" cy="460375"/>
          </a:xfrm>
          <a:prstGeom prst="rect">
            <a:avLst/>
          </a:prstGeom>
          <a:noFill/>
          <a:ln w="9525">
            <a:noFill/>
          </a:ln>
        </p:spPr>
        <p:txBody>
          <a:bodyPr wrap="none" anchor="t" anchorCtr="0">
            <a:spAutoFit/>
          </a:bodyPr>
          <a:lstStyle/>
          <a:p>
            <a:pPr eaLnBrk="0" hangingPunct="0"/>
            <a:r>
              <a:rPr lang="zh-CN" altLang="en-US" sz="2400" b="1" dirty="0">
                <a:solidFill>
                  <a:srgbClr val="0000CC"/>
                </a:solidFill>
                <a:latin typeface="楷体_GB2312" pitchFamily="1" charset="-122"/>
                <a:ea typeface="楷体_GB2312" pitchFamily="1" charset="-122"/>
                <a:sym typeface="宋体" panose="02010600030101010101" pitchFamily="2" charset="-122"/>
              </a:rPr>
              <a:t>空气中</a:t>
            </a:r>
          </a:p>
        </p:txBody>
      </p:sp>
      <p:grpSp>
        <p:nvGrpSpPr>
          <p:cNvPr id="18435" name="组合 7"/>
          <p:cNvGrpSpPr/>
          <p:nvPr/>
        </p:nvGrpSpPr>
        <p:grpSpPr>
          <a:xfrm>
            <a:off x="111125" y="2913063"/>
            <a:ext cx="3246438" cy="1044575"/>
            <a:chOff x="174" y="5376"/>
            <a:chExt cx="5114" cy="1644"/>
          </a:xfrm>
        </p:grpSpPr>
        <p:graphicFrame>
          <p:nvGraphicFramePr>
            <p:cNvPr id="18436" name="Object 64"/>
            <p:cNvGraphicFramePr>
              <a:graphicFrameLocks noChangeAspect="1"/>
            </p:cNvGraphicFramePr>
            <p:nvPr/>
          </p:nvGraphicFramePr>
          <p:xfrm>
            <a:off x="174" y="5520"/>
            <a:ext cx="2691" cy="1164"/>
          </p:xfrm>
          <a:graphic>
            <a:graphicData uri="http://schemas.openxmlformats.org/presentationml/2006/ole">
              <mc:AlternateContent xmlns:mc="http://schemas.openxmlformats.org/markup-compatibility/2006">
                <mc:Choice xmlns:v="urn:schemas-microsoft-com:vml" Requires="v">
                  <p:oleObj r:id="rId2" imgW="1447800" imgH="405765" progId="Equation.DSMT4">
                    <p:embed/>
                  </p:oleObj>
                </mc:Choice>
                <mc:Fallback>
                  <p:oleObj r:id="rId2" imgW="1447800" imgH="405765" progId="Equation.DSMT4">
                    <p:embed/>
                    <p:pic>
                      <p:nvPicPr>
                        <p:cNvPr id="0" name="图片 3086"/>
                        <p:cNvPicPr/>
                        <p:nvPr/>
                      </p:nvPicPr>
                      <p:blipFill>
                        <a:blip r:embed="rId3"/>
                        <a:stretch>
                          <a:fillRect/>
                        </a:stretch>
                      </p:blipFill>
                      <p:spPr>
                        <a:xfrm>
                          <a:off x="174" y="5520"/>
                          <a:ext cx="2691" cy="1164"/>
                        </a:xfrm>
                        <a:prstGeom prst="rect">
                          <a:avLst/>
                        </a:prstGeom>
                        <a:noFill/>
                        <a:ln w="38100">
                          <a:noFill/>
                          <a:miter/>
                        </a:ln>
                      </p:spPr>
                    </p:pic>
                  </p:oleObj>
                </mc:Fallback>
              </mc:AlternateContent>
            </a:graphicData>
          </a:graphic>
        </p:graphicFrame>
        <p:graphicFrame>
          <p:nvGraphicFramePr>
            <p:cNvPr id="18437" name="Object 46"/>
            <p:cNvGraphicFramePr>
              <a:graphicFrameLocks noChangeAspect="1"/>
            </p:cNvGraphicFramePr>
            <p:nvPr/>
          </p:nvGraphicFramePr>
          <p:xfrm>
            <a:off x="2946" y="5376"/>
            <a:ext cx="2342" cy="1644"/>
          </p:xfrm>
          <a:graphic>
            <a:graphicData uri="http://schemas.openxmlformats.org/presentationml/2006/ole">
              <mc:AlternateContent xmlns:mc="http://schemas.openxmlformats.org/markup-compatibility/2006">
                <mc:Choice xmlns:v="urn:schemas-microsoft-com:vml" Requires="v">
                  <p:oleObj r:id="rId4" imgW="939800" imgH="660400" progId="Equation.DSMT4">
                    <p:embed/>
                  </p:oleObj>
                </mc:Choice>
                <mc:Fallback>
                  <p:oleObj r:id="rId4" imgW="939800" imgH="660400" progId="Equation.DSMT4">
                    <p:embed/>
                    <p:pic>
                      <p:nvPicPr>
                        <p:cNvPr id="0" name="图片 3095"/>
                        <p:cNvPicPr/>
                        <p:nvPr/>
                      </p:nvPicPr>
                      <p:blipFill>
                        <a:blip r:embed="rId5"/>
                        <a:stretch>
                          <a:fillRect/>
                        </a:stretch>
                      </p:blipFill>
                      <p:spPr>
                        <a:xfrm>
                          <a:off x="2946" y="5376"/>
                          <a:ext cx="2342" cy="1644"/>
                        </a:xfrm>
                        <a:prstGeom prst="rect">
                          <a:avLst/>
                        </a:prstGeom>
                        <a:noFill/>
                        <a:ln w="38100">
                          <a:noFill/>
                          <a:miter/>
                        </a:ln>
                      </p:spPr>
                    </p:pic>
                  </p:oleObj>
                </mc:Fallback>
              </mc:AlternateContent>
            </a:graphicData>
          </a:graphic>
        </p:graphicFrame>
      </p:grpSp>
      <p:graphicFrame>
        <p:nvGraphicFramePr>
          <p:cNvPr id="18438" name="Object 67"/>
          <p:cNvGraphicFramePr>
            <a:graphicFrameLocks noChangeAspect="1"/>
          </p:cNvGraphicFramePr>
          <p:nvPr/>
        </p:nvGraphicFramePr>
        <p:xfrm>
          <a:off x="195263" y="4233863"/>
          <a:ext cx="1435100" cy="765175"/>
        </p:xfrm>
        <a:graphic>
          <a:graphicData uri="http://schemas.openxmlformats.org/presentationml/2006/ole">
            <mc:AlternateContent xmlns:mc="http://schemas.openxmlformats.org/markup-compatibility/2006">
              <mc:Choice xmlns:v="urn:schemas-microsoft-com:vml" Requires="v">
                <p:oleObj r:id="rId6" imgW="812165" imgH="406400" progId="Equation.DSMT4">
                  <p:embed/>
                </p:oleObj>
              </mc:Choice>
              <mc:Fallback>
                <p:oleObj r:id="rId6" imgW="812165" imgH="406400" progId="Equation.DSMT4">
                  <p:embed/>
                  <p:pic>
                    <p:nvPicPr>
                      <p:cNvPr id="0" name="图片 3093"/>
                      <p:cNvPicPr/>
                      <p:nvPr/>
                    </p:nvPicPr>
                    <p:blipFill>
                      <a:blip r:embed="rId7"/>
                      <a:stretch>
                        <a:fillRect/>
                      </a:stretch>
                    </p:blipFill>
                    <p:spPr>
                      <a:xfrm>
                        <a:off x="195263" y="4233863"/>
                        <a:ext cx="1435100" cy="765175"/>
                      </a:xfrm>
                      <a:prstGeom prst="rect">
                        <a:avLst/>
                      </a:prstGeom>
                      <a:noFill/>
                      <a:ln w="38100">
                        <a:noFill/>
                        <a:miter/>
                      </a:ln>
                    </p:spPr>
                  </p:pic>
                </p:oleObj>
              </mc:Fallback>
            </mc:AlternateContent>
          </a:graphicData>
        </a:graphic>
      </p:graphicFrame>
      <p:sp>
        <p:nvSpPr>
          <p:cNvPr id="18439" name="文本框 3"/>
          <p:cNvSpPr txBox="1"/>
          <p:nvPr/>
        </p:nvSpPr>
        <p:spPr>
          <a:xfrm>
            <a:off x="1870075" y="4432300"/>
            <a:ext cx="1103313" cy="368300"/>
          </a:xfrm>
          <a:prstGeom prst="rect">
            <a:avLst/>
          </a:prstGeom>
          <a:noFill/>
          <a:ln w="9525">
            <a:noFill/>
          </a:ln>
        </p:spPr>
        <p:txBody>
          <a:bodyPr wrap="none" anchor="t" anchorCtr="0">
            <a:spAutoFit/>
          </a:bodyPr>
          <a:lstStyle/>
          <a:p>
            <a:pPr eaLnBrk="0" hangingPunct="0"/>
            <a:r>
              <a:rPr lang="zh-CN" altLang="en-US" b="1" dirty="0">
                <a:solidFill>
                  <a:srgbClr val="CC0000"/>
                </a:solidFill>
                <a:latin typeface="Times New Roman" panose="02020603050405020304" pitchFamily="18" charset="0"/>
                <a:ea typeface="楷体_GB2312" pitchFamily="1" charset="-122"/>
                <a:sym typeface="宋体" panose="02010600030101010101" pitchFamily="2" charset="-122"/>
              </a:rPr>
              <a:t>明纹中心</a:t>
            </a:r>
            <a:endParaRPr lang="en-US" altLang="zh-CN" b="1" dirty="0">
              <a:solidFill>
                <a:srgbClr val="CC0000"/>
              </a:solidFill>
              <a:latin typeface="Times New Roman" panose="02020603050405020304" pitchFamily="18" charset="0"/>
              <a:ea typeface="楷体_GB2312" pitchFamily="1" charset="-122"/>
              <a:sym typeface="宋体" panose="02010600030101010101" pitchFamily="2" charset="-122"/>
            </a:endParaRPr>
          </a:p>
        </p:txBody>
      </p:sp>
      <p:graphicFrame>
        <p:nvGraphicFramePr>
          <p:cNvPr id="18440" name="Object 72"/>
          <p:cNvGraphicFramePr>
            <a:graphicFrameLocks noChangeAspect="1"/>
          </p:cNvGraphicFramePr>
          <p:nvPr/>
        </p:nvGraphicFramePr>
        <p:xfrm>
          <a:off x="342900" y="5308600"/>
          <a:ext cx="771525" cy="436563"/>
        </p:xfrm>
        <a:graphic>
          <a:graphicData uri="http://schemas.openxmlformats.org/presentationml/2006/ole">
            <mc:AlternateContent xmlns:mc="http://schemas.openxmlformats.org/markup-compatibility/2006">
              <mc:Choice xmlns:v="urn:schemas-microsoft-com:vml" Requires="v">
                <p:oleObj r:id="rId8" imgW="406400" imgH="228600" progId="Equation.3">
                  <p:embed/>
                </p:oleObj>
              </mc:Choice>
              <mc:Fallback>
                <p:oleObj r:id="rId8" imgW="406400" imgH="228600" progId="Equation.3">
                  <p:embed/>
                  <p:pic>
                    <p:nvPicPr>
                      <p:cNvPr id="0" name="图片 3094"/>
                      <p:cNvPicPr/>
                      <p:nvPr/>
                    </p:nvPicPr>
                    <p:blipFill>
                      <a:blip r:embed="rId9"/>
                      <a:stretch>
                        <a:fillRect/>
                      </a:stretch>
                    </p:blipFill>
                    <p:spPr>
                      <a:xfrm>
                        <a:off x="342900" y="5308600"/>
                        <a:ext cx="771525" cy="436563"/>
                      </a:xfrm>
                      <a:prstGeom prst="rect">
                        <a:avLst/>
                      </a:prstGeom>
                      <a:noFill/>
                      <a:ln w="38100">
                        <a:noFill/>
                        <a:miter/>
                      </a:ln>
                    </p:spPr>
                  </p:pic>
                </p:oleObj>
              </mc:Fallback>
            </mc:AlternateContent>
          </a:graphicData>
        </a:graphic>
      </p:graphicFrame>
      <p:sp>
        <p:nvSpPr>
          <p:cNvPr id="18441" name="Text Box 73"/>
          <p:cNvSpPr txBox="1"/>
          <p:nvPr/>
        </p:nvSpPr>
        <p:spPr>
          <a:xfrm>
            <a:off x="1741488" y="5308600"/>
            <a:ext cx="1204912" cy="368300"/>
          </a:xfrm>
          <a:prstGeom prst="rect">
            <a:avLst/>
          </a:prstGeom>
          <a:noFill/>
          <a:ln w="9525">
            <a:noFill/>
          </a:ln>
        </p:spPr>
        <p:txBody>
          <a:bodyPr wrap="square" anchor="t" anchorCtr="0">
            <a:spAutoFit/>
          </a:bodyPr>
          <a:lstStyle/>
          <a:p>
            <a:pPr>
              <a:spcBef>
                <a:spcPct val="50000"/>
              </a:spcBef>
            </a:pPr>
            <a:r>
              <a:rPr lang="zh-CN" altLang="en-US" b="1" dirty="0">
                <a:solidFill>
                  <a:srgbClr val="CC0000"/>
                </a:solidFill>
                <a:latin typeface="Times New Roman" panose="02020603050405020304" pitchFamily="18" charset="0"/>
                <a:ea typeface="楷体_GB2312" pitchFamily="1" charset="-122"/>
              </a:rPr>
              <a:t>中央明纹</a:t>
            </a:r>
            <a:endParaRPr lang="zh-CN" altLang="en-US" b="1" dirty="0">
              <a:solidFill>
                <a:srgbClr val="FF0000"/>
              </a:solidFill>
              <a:latin typeface="Verdana" panose="020B0604030504040204" pitchFamily="34" charset="0"/>
              <a:ea typeface="楷体_GB2312" pitchFamily="1" charset="-122"/>
            </a:endParaRPr>
          </a:p>
        </p:txBody>
      </p:sp>
      <p:graphicFrame>
        <p:nvGraphicFramePr>
          <p:cNvPr id="18442" name="Object 67"/>
          <p:cNvGraphicFramePr>
            <a:graphicFrameLocks noChangeAspect="1"/>
          </p:cNvGraphicFramePr>
          <p:nvPr/>
        </p:nvGraphicFramePr>
        <p:xfrm>
          <a:off x="306388" y="5903913"/>
          <a:ext cx="1057275" cy="666750"/>
        </p:xfrm>
        <a:graphic>
          <a:graphicData uri="http://schemas.openxmlformats.org/presentationml/2006/ole">
            <mc:AlternateContent xmlns:mc="http://schemas.openxmlformats.org/markup-compatibility/2006">
              <mc:Choice xmlns:v="urn:schemas-microsoft-com:vml" Requires="v">
                <p:oleObj r:id="rId10" imgW="685800" imgH="405765" progId="Equation.DSMT4">
                  <p:embed/>
                </p:oleObj>
              </mc:Choice>
              <mc:Fallback>
                <p:oleObj r:id="rId10" imgW="685800" imgH="405765" progId="Equation.DSMT4">
                  <p:embed/>
                  <p:pic>
                    <p:nvPicPr>
                      <p:cNvPr id="0" name="图片 3090"/>
                      <p:cNvPicPr/>
                      <p:nvPr/>
                    </p:nvPicPr>
                    <p:blipFill>
                      <a:blip r:embed="rId11"/>
                      <a:stretch>
                        <a:fillRect/>
                      </a:stretch>
                    </p:blipFill>
                    <p:spPr>
                      <a:xfrm>
                        <a:off x="306388" y="5903913"/>
                        <a:ext cx="1057275" cy="666750"/>
                      </a:xfrm>
                      <a:prstGeom prst="rect">
                        <a:avLst/>
                      </a:prstGeom>
                      <a:noFill/>
                      <a:ln w="38100">
                        <a:noFill/>
                        <a:miter/>
                      </a:ln>
                    </p:spPr>
                  </p:pic>
                </p:oleObj>
              </mc:Fallback>
            </mc:AlternateContent>
          </a:graphicData>
        </a:graphic>
      </p:graphicFrame>
      <p:sp>
        <p:nvSpPr>
          <p:cNvPr id="18443" name="文本框 6"/>
          <p:cNvSpPr txBox="1"/>
          <p:nvPr/>
        </p:nvSpPr>
        <p:spPr>
          <a:xfrm>
            <a:off x="1749425" y="6034088"/>
            <a:ext cx="1103313" cy="368300"/>
          </a:xfrm>
          <a:prstGeom prst="rect">
            <a:avLst/>
          </a:prstGeom>
          <a:noFill/>
          <a:ln w="9525">
            <a:noFill/>
          </a:ln>
        </p:spPr>
        <p:txBody>
          <a:bodyPr wrap="none" anchor="t" anchorCtr="0">
            <a:spAutoFit/>
          </a:bodyPr>
          <a:lstStyle/>
          <a:p>
            <a:pPr eaLnBrk="0" hangingPunct="0"/>
            <a:r>
              <a:rPr lang="zh-CN" altLang="en-US" b="1" dirty="0">
                <a:solidFill>
                  <a:srgbClr val="CC0000"/>
                </a:solidFill>
                <a:latin typeface="Times New Roman" panose="02020603050405020304" pitchFamily="18" charset="0"/>
                <a:ea typeface="楷体_GB2312" pitchFamily="1" charset="-122"/>
                <a:sym typeface="宋体" panose="02010600030101010101" pitchFamily="2" charset="-122"/>
              </a:rPr>
              <a:t>明纹间距</a:t>
            </a:r>
            <a:endParaRPr lang="en-US" altLang="zh-CN" b="1" dirty="0">
              <a:solidFill>
                <a:srgbClr val="CC0000"/>
              </a:solidFill>
              <a:latin typeface="Times New Roman" panose="02020603050405020304" pitchFamily="18" charset="0"/>
              <a:ea typeface="楷体_GB2312" pitchFamily="1" charset="-122"/>
              <a:sym typeface="宋体" panose="02010600030101010101" pitchFamily="2" charset="-122"/>
            </a:endParaRPr>
          </a:p>
        </p:txBody>
      </p:sp>
      <p:grpSp>
        <p:nvGrpSpPr>
          <p:cNvPr id="18444" name="Group 6"/>
          <p:cNvGrpSpPr/>
          <p:nvPr/>
        </p:nvGrpSpPr>
        <p:grpSpPr>
          <a:xfrm>
            <a:off x="169863" y="681038"/>
            <a:ext cx="3359150" cy="1871662"/>
            <a:chOff x="839" y="1298"/>
            <a:chExt cx="4436" cy="2083"/>
          </a:xfrm>
        </p:grpSpPr>
        <p:sp>
          <p:nvSpPr>
            <p:cNvPr id="18445" name="Text Box 7"/>
            <p:cNvSpPr txBox="1"/>
            <p:nvPr/>
          </p:nvSpPr>
          <p:spPr>
            <a:xfrm>
              <a:off x="4468" y="1298"/>
              <a:ext cx="807" cy="581"/>
            </a:xfrm>
            <a:prstGeom prst="rect">
              <a:avLst/>
            </a:prstGeom>
            <a:noFill/>
            <a:ln w="9525">
              <a:noFill/>
            </a:ln>
          </p:spPr>
          <p:txBody>
            <a:bodyPr anchor="t" anchorCtr="0">
              <a:spAutoFit/>
            </a:bodyPr>
            <a:lstStyle/>
            <a:p>
              <a:pPr>
                <a:spcBef>
                  <a:spcPct val="50000"/>
                </a:spcBef>
              </a:pPr>
              <a:r>
                <a:rPr lang="en-US" altLang="zh-CN" sz="2800" b="1" i="1" dirty="0">
                  <a:solidFill>
                    <a:srgbClr val="CC0000"/>
                  </a:solidFill>
                  <a:latin typeface="Times New Roman" panose="02020603050405020304" pitchFamily="18" charset="0"/>
                  <a:ea typeface="宋体" panose="02010600030101010101" pitchFamily="2" charset="-122"/>
                </a:rPr>
                <a:t>p</a:t>
              </a:r>
              <a:endParaRPr lang="en-US" altLang="zh-CN" sz="2400" b="1" i="1" dirty="0">
                <a:latin typeface="Times New Roman" panose="02020603050405020304" pitchFamily="18" charset="0"/>
                <a:ea typeface="宋体" panose="02010600030101010101" pitchFamily="2" charset="-122"/>
              </a:endParaRPr>
            </a:p>
          </p:txBody>
        </p:sp>
        <p:sp>
          <p:nvSpPr>
            <p:cNvPr id="18446" name="Rectangle 8" descr="深色下对角线"/>
            <p:cNvSpPr/>
            <p:nvPr/>
          </p:nvSpPr>
          <p:spPr>
            <a:xfrm>
              <a:off x="1076" y="174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8447" name="Rectangle 9" descr="深色下对角线"/>
            <p:cNvSpPr/>
            <p:nvPr/>
          </p:nvSpPr>
          <p:spPr>
            <a:xfrm>
              <a:off x="1074" y="246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8448" name="Rectangle 10" descr="深色下对角线"/>
            <p:cNvSpPr/>
            <p:nvPr/>
          </p:nvSpPr>
          <p:spPr>
            <a:xfrm>
              <a:off x="1663" y="1437"/>
              <a:ext cx="52" cy="58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8449" name="Rectangle 11" descr="深色下对角线"/>
            <p:cNvSpPr/>
            <p:nvPr/>
          </p:nvSpPr>
          <p:spPr>
            <a:xfrm>
              <a:off x="1660" y="2698"/>
              <a:ext cx="52" cy="641"/>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8450" name="Line 12"/>
            <p:cNvSpPr/>
            <p:nvPr/>
          </p:nvSpPr>
          <p:spPr>
            <a:xfrm>
              <a:off x="940" y="2415"/>
              <a:ext cx="4022" cy="1"/>
            </a:xfrm>
            <a:prstGeom prst="line">
              <a:avLst/>
            </a:prstGeom>
            <a:ln w="19050" cap="flat" cmpd="sng">
              <a:solidFill>
                <a:srgbClr val="003366"/>
              </a:solidFill>
              <a:prstDash val="lgDashDot"/>
              <a:round/>
              <a:headEnd type="none" w="sm" len="lg"/>
              <a:tailEnd type="none" w="sm" len="lg"/>
            </a:ln>
          </p:spPr>
        </p:sp>
        <p:sp>
          <p:nvSpPr>
            <p:cNvPr id="18451" name="Rectangle 13" descr="深色下对角线"/>
            <p:cNvSpPr/>
            <p:nvPr/>
          </p:nvSpPr>
          <p:spPr>
            <a:xfrm>
              <a:off x="4372" y="1298"/>
              <a:ext cx="52" cy="2083"/>
            </a:xfrm>
            <a:prstGeom prst="rect">
              <a:avLst/>
            </a:prstGeom>
            <a:blipFill rotWithShape="0">
              <a:blip r:embed="rId13"/>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8452" name="Object 15"/>
            <p:cNvGraphicFramePr>
              <a:graphicFrameLocks noChangeAspect="1"/>
            </p:cNvGraphicFramePr>
            <p:nvPr/>
          </p:nvGraphicFramePr>
          <p:xfrm>
            <a:off x="1346" y="1616"/>
            <a:ext cx="349" cy="534"/>
          </p:xfrm>
          <a:graphic>
            <a:graphicData uri="http://schemas.openxmlformats.org/presentationml/2006/ole">
              <mc:AlternateContent xmlns:mc="http://schemas.openxmlformats.org/markup-compatibility/2006">
                <mc:Choice xmlns:v="urn:schemas-microsoft-com:vml" Requires="v">
                  <p:oleObj r:id="rId14" imgW="139700" imgH="215900" progId="Equation.3">
                    <p:embed/>
                  </p:oleObj>
                </mc:Choice>
                <mc:Fallback>
                  <p:oleObj r:id="rId14" imgW="139700" imgH="215900" progId="Equation.3">
                    <p:embed/>
                    <p:pic>
                      <p:nvPicPr>
                        <p:cNvPr id="0" name="图片 3096"/>
                        <p:cNvPicPr/>
                        <p:nvPr/>
                      </p:nvPicPr>
                      <p:blipFill>
                        <a:blip r:embed="rId15"/>
                        <a:stretch>
                          <a:fillRect/>
                        </a:stretch>
                      </p:blipFill>
                      <p:spPr>
                        <a:xfrm>
                          <a:off x="1346" y="1616"/>
                          <a:ext cx="349" cy="534"/>
                        </a:xfrm>
                        <a:prstGeom prst="rect">
                          <a:avLst/>
                        </a:prstGeom>
                        <a:noFill/>
                        <a:ln w="38100">
                          <a:noFill/>
                          <a:miter/>
                        </a:ln>
                      </p:spPr>
                    </p:pic>
                  </p:oleObj>
                </mc:Fallback>
              </mc:AlternateContent>
            </a:graphicData>
          </a:graphic>
        </p:graphicFrame>
        <p:graphicFrame>
          <p:nvGraphicFramePr>
            <p:cNvPr id="18453" name="Object 16"/>
            <p:cNvGraphicFramePr>
              <a:graphicFrameLocks noChangeAspect="1"/>
            </p:cNvGraphicFramePr>
            <p:nvPr/>
          </p:nvGraphicFramePr>
          <p:xfrm>
            <a:off x="1353" y="2478"/>
            <a:ext cx="335" cy="534"/>
          </p:xfrm>
          <a:graphic>
            <a:graphicData uri="http://schemas.openxmlformats.org/presentationml/2006/ole">
              <mc:AlternateContent xmlns:mc="http://schemas.openxmlformats.org/markup-compatibility/2006">
                <mc:Choice xmlns:v="urn:schemas-microsoft-com:vml" Requires="v">
                  <p:oleObj r:id="rId16" imgW="152400" imgH="215900" progId="Equation.3">
                    <p:embed/>
                  </p:oleObj>
                </mc:Choice>
                <mc:Fallback>
                  <p:oleObj r:id="rId16" imgW="152400" imgH="215900" progId="Equation.3">
                    <p:embed/>
                    <p:pic>
                      <p:nvPicPr>
                        <p:cNvPr id="0" name="图片 3097"/>
                        <p:cNvPicPr/>
                        <p:nvPr/>
                      </p:nvPicPr>
                      <p:blipFill>
                        <a:blip r:embed="rId17"/>
                        <a:stretch>
                          <a:fillRect/>
                        </a:stretch>
                      </p:blipFill>
                      <p:spPr>
                        <a:xfrm>
                          <a:off x="1353" y="2478"/>
                          <a:ext cx="335" cy="534"/>
                        </a:xfrm>
                        <a:prstGeom prst="rect">
                          <a:avLst/>
                        </a:prstGeom>
                        <a:noFill/>
                        <a:ln w="38100">
                          <a:noFill/>
                          <a:miter/>
                        </a:ln>
                      </p:spPr>
                    </p:pic>
                  </p:oleObj>
                </mc:Fallback>
              </mc:AlternateContent>
            </a:graphicData>
          </a:graphic>
        </p:graphicFrame>
        <p:graphicFrame>
          <p:nvGraphicFramePr>
            <p:cNvPr id="18454" name="Object 17"/>
            <p:cNvGraphicFramePr>
              <a:graphicFrameLocks noChangeAspect="1"/>
            </p:cNvGraphicFramePr>
            <p:nvPr/>
          </p:nvGraphicFramePr>
          <p:xfrm>
            <a:off x="839" y="2056"/>
            <a:ext cx="266" cy="374"/>
          </p:xfrm>
          <a:graphic>
            <a:graphicData uri="http://schemas.openxmlformats.org/presentationml/2006/ole">
              <mc:AlternateContent xmlns:mc="http://schemas.openxmlformats.org/markup-compatibility/2006">
                <mc:Choice xmlns:v="urn:schemas-microsoft-com:vml" Requires="v">
                  <p:oleObj r:id="rId18" imgW="101600" imgH="139700" progId="Equation.3">
                    <p:embed/>
                  </p:oleObj>
                </mc:Choice>
                <mc:Fallback>
                  <p:oleObj r:id="rId18" imgW="101600" imgH="139700" progId="Equation.3">
                    <p:embed/>
                    <p:pic>
                      <p:nvPicPr>
                        <p:cNvPr id="0" name="图片 3091"/>
                        <p:cNvPicPr/>
                        <p:nvPr/>
                      </p:nvPicPr>
                      <p:blipFill>
                        <a:blip r:embed="rId19"/>
                        <a:stretch>
                          <a:fillRect/>
                        </a:stretch>
                      </p:blipFill>
                      <p:spPr>
                        <a:xfrm>
                          <a:off x="839" y="2056"/>
                          <a:ext cx="266" cy="374"/>
                        </a:xfrm>
                        <a:prstGeom prst="rect">
                          <a:avLst/>
                        </a:prstGeom>
                        <a:noFill/>
                        <a:ln w="38100">
                          <a:noFill/>
                          <a:miter/>
                        </a:ln>
                      </p:spPr>
                    </p:pic>
                  </p:oleObj>
                </mc:Fallback>
              </mc:AlternateContent>
            </a:graphicData>
          </a:graphic>
        </p:graphicFrame>
        <p:sp>
          <p:nvSpPr>
            <p:cNvPr id="18455" name="Line 18"/>
            <p:cNvSpPr/>
            <p:nvPr/>
          </p:nvSpPr>
          <p:spPr>
            <a:xfrm>
              <a:off x="4241" y="1661"/>
              <a:ext cx="258" cy="1"/>
            </a:xfrm>
            <a:prstGeom prst="line">
              <a:avLst/>
            </a:prstGeom>
            <a:ln w="12700" cap="flat" cmpd="sng">
              <a:solidFill>
                <a:srgbClr val="000000"/>
              </a:solidFill>
              <a:prstDash val="dash"/>
              <a:round/>
              <a:headEnd type="none" w="sm" len="lg"/>
              <a:tailEnd type="none" w="sm" len="lg"/>
            </a:ln>
          </p:spPr>
        </p:sp>
        <p:sp>
          <p:nvSpPr>
            <p:cNvPr id="18456" name="Line 19"/>
            <p:cNvSpPr/>
            <p:nvPr/>
          </p:nvSpPr>
          <p:spPr>
            <a:xfrm>
              <a:off x="4462" y="1649"/>
              <a:ext cx="1" cy="748"/>
            </a:xfrm>
            <a:prstGeom prst="line">
              <a:avLst/>
            </a:prstGeom>
            <a:ln w="28575" cap="flat" cmpd="sng">
              <a:solidFill>
                <a:srgbClr val="FF33CC"/>
              </a:solidFill>
              <a:prstDash val="dash"/>
              <a:round/>
              <a:headEnd type="triangle" w="sm" len="lg"/>
              <a:tailEnd type="triangle" w="sm" len="lg"/>
            </a:ln>
          </p:spPr>
        </p:sp>
        <p:graphicFrame>
          <p:nvGraphicFramePr>
            <p:cNvPr id="18457" name="Object 20"/>
            <p:cNvGraphicFramePr>
              <a:graphicFrameLocks noChangeAspect="1"/>
            </p:cNvGraphicFramePr>
            <p:nvPr/>
          </p:nvGraphicFramePr>
          <p:xfrm>
            <a:off x="4495" y="1871"/>
            <a:ext cx="240" cy="260"/>
          </p:xfrm>
          <a:graphic>
            <a:graphicData uri="http://schemas.openxmlformats.org/presentationml/2006/ole">
              <mc:AlternateContent xmlns:mc="http://schemas.openxmlformats.org/markup-compatibility/2006">
                <mc:Choice xmlns:v="urn:schemas-microsoft-com:vml" Requires="v">
                  <p:oleObj r:id="rId20" imgW="177800" imgH="190500" progId="Equation.3">
                    <p:embed/>
                  </p:oleObj>
                </mc:Choice>
                <mc:Fallback>
                  <p:oleObj r:id="rId20" imgW="177800" imgH="190500" progId="Equation.3">
                    <p:embed/>
                    <p:pic>
                      <p:nvPicPr>
                        <p:cNvPr id="0" name="图片 3092"/>
                        <p:cNvPicPr/>
                        <p:nvPr/>
                      </p:nvPicPr>
                      <p:blipFill>
                        <a:blip r:embed="rId21"/>
                        <a:stretch>
                          <a:fillRect/>
                        </a:stretch>
                      </p:blipFill>
                      <p:spPr>
                        <a:xfrm>
                          <a:off x="4495" y="1871"/>
                          <a:ext cx="240" cy="260"/>
                        </a:xfrm>
                        <a:prstGeom prst="rect">
                          <a:avLst/>
                        </a:prstGeom>
                        <a:noFill/>
                        <a:ln w="38100">
                          <a:noFill/>
                          <a:miter/>
                        </a:ln>
                      </p:spPr>
                    </p:pic>
                  </p:oleObj>
                </mc:Fallback>
              </mc:AlternateContent>
            </a:graphicData>
          </a:graphic>
        </p:graphicFrame>
        <p:sp>
          <p:nvSpPr>
            <p:cNvPr id="18458" name="Line 21"/>
            <p:cNvSpPr/>
            <p:nvPr/>
          </p:nvSpPr>
          <p:spPr>
            <a:xfrm flipH="1">
              <a:off x="1228" y="2069"/>
              <a:ext cx="465" cy="1"/>
            </a:xfrm>
            <a:prstGeom prst="line">
              <a:avLst/>
            </a:prstGeom>
            <a:ln w="9525" cap="flat" cmpd="sng">
              <a:solidFill>
                <a:schemeClr val="tx1"/>
              </a:solidFill>
              <a:prstDash val="dash"/>
              <a:round/>
              <a:headEnd type="none" w="sm" len="lg"/>
              <a:tailEnd type="none" w="sm" len="lg"/>
            </a:ln>
          </p:spPr>
        </p:sp>
        <p:sp>
          <p:nvSpPr>
            <p:cNvPr id="18459" name="Line 22"/>
            <p:cNvSpPr/>
            <p:nvPr/>
          </p:nvSpPr>
          <p:spPr>
            <a:xfrm flipH="1">
              <a:off x="1228" y="2638"/>
              <a:ext cx="465" cy="1"/>
            </a:xfrm>
            <a:prstGeom prst="line">
              <a:avLst/>
            </a:prstGeom>
            <a:ln w="9525" cap="flat" cmpd="sng">
              <a:solidFill>
                <a:schemeClr val="tx1"/>
              </a:solidFill>
              <a:prstDash val="dash"/>
              <a:round/>
              <a:headEnd type="none" w="sm" len="lg"/>
              <a:tailEnd type="none" w="sm" len="lg"/>
            </a:ln>
          </p:spPr>
        </p:sp>
        <p:sp>
          <p:nvSpPr>
            <p:cNvPr id="18460" name="Line 23"/>
            <p:cNvSpPr/>
            <p:nvPr/>
          </p:nvSpPr>
          <p:spPr>
            <a:xfrm flipH="1">
              <a:off x="1421" y="2069"/>
              <a:ext cx="16" cy="559"/>
            </a:xfrm>
            <a:prstGeom prst="line">
              <a:avLst/>
            </a:prstGeom>
            <a:ln w="19050" cap="flat" cmpd="sng">
              <a:solidFill>
                <a:srgbClr val="FF33CC"/>
              </a:solidFill>
              <a:prstDash val="dash"/>
              <a:round/>
              <a:headEnd type="triangle" w="sm" len="lg"/>
              <a:tailEnd type="triangle" w="sm" len="lg"/>
            </a:ln>
          </p:spPr>
        </p:sp>
        <p:graphicFrame>
          <p:nvGraphicFramePr>
            <p:cNvPr id="18461" name="Object 24"/>
            <p:cNvGraphicFramePr>
              <a:graphicFrameLocks noChangeAspect="1"/>
            </p:cNvGraphicFramePr>
            <p:nvPr/>
          </p:nvGraphicFramePr>
          <p:xfrm>
            <a:off x="4397" y="2400"/>
            <a:ext cx="202" cy="213"/>
          </p:xfrm>
          <a:graphic>
            <a:graphicData uri="http://schemas.openxmlformats.org/presentationml/2006/ole">
              <mc:AlternateContent xmlns:mc="http://schemas.openxmlformats.org/markup-compatibility/2006">
                <mc:Choice xmlns:v="urn:schemas-microsoft-com:vml" Requires="v">
                  <p:oleObj r:id="rId22" imgW="165100" imgH="190500" progId="Equation.3">
                    <p:embed/>
                  </p:oleObj>
                </mc:Choice>
                <mc:Fallback>
                  <p:oleObj r:id="rId22" imgW="165100" imgH="190500" progId="Equation.3">
                    <p:embed/>
                    <p:pic>
                      <p:nvPicPr>
                        <p:cNvPr id="0" name="图片 3102"/>
                        <p:cNvPicPr/>
                        <p:nvPr/>
                      </p:nvPicPr>
                      <p:blipFill>
                        <a:blip r:embed="rId23"/>
                        <a:stretch>
                          <a:fillRect/>
                        </a:stretch>
                      </p:blipFill>
                      <p:spPr>
                        <a:xfrm>
                          <a:off x="4397" y="2400"/>
                          <a:ext cx="202" cy="213"/>
                        </a:xfrm>
                        <a:prstGeom prst="rect">
                          <a:avLst/>
                        </a:prstGeom>
                        <a:noFill/>
                        <a:ln w="38100">
                          <a:noFill/>
                          <a:miter/>
                        </a:ln>
                      </p:spPr>
                    </p:pic>
                  </p:oleObj>
                </mc:Fallback>
              </mc:AlternateContent>
            </a:graphicData>
          </a:graphic>
        </p:graphicFrame>
        <p:graphicFrame>
          <p:nvGraphicFramePr>
            <p:cNvPr id="18462" name="Object 26"/>
            <p:cNvGraphicFramePr>
              <a:graphicFrameLocks noChangeAspect="1"/>
            </p:cNvGraphicFramePr>
            <p:nvPr/>
          </p:nvGraphicFramePr>
          <p:xfrm>
            <a:off x="4006" y="1438"/>
            <a:ext cx="252" cy="268"/>
          </p:xfrm>
          <a:graphic>
            <a:graphicData uri="http://schemas.openxmlformats.org/presentationml/2006/ole">
              <mc:AlternateContent xmlns:mc="http://schemas.openxmlformats.org/markup-compatibility/2006">
                <mc:Choice xmlns:v="urn:schemas-microsoft-com:vml" Requires="v">
                  <p:oleObj r:id="rId24" imgW="215900" imgH="228600" progId="Equation.3">
                    <p:embed/>
                  </p:oleObj>
                </mc:Choice>
                <mc:Fallback>
                  <p:oleObj r:id="rId24" imgW="215900" imgH="228600" progId="Equation.3">
                    <p:embed/>
                    <p:pic>
                      <p:nvPicPr>
                        <p:cNvPr id="0" name="图片 3105"/>
                        <p:cNvPicPr/>
                        <p:nvPr/>
                      </p:nvPicPr>
                      <p:blipFill>
                        <a:blip r:embed="rId25"/>
                        <a:stretch>
                          <a:fillRect/>
                        </a:stretch>
                      </p:blipFill>
                      <p:spPr>
                        <a:xfrm>
                          <a:off x="4006" y="1438"/>
                          <a:ext cx="252" cy="268"/>
                        </a:xfrm>
                        <a:prstGeom prst="rect">
                          <a:avLst/>
                        </a:prstGeom>
                        <a:noFill/>
                        <a:ln w="38100">
                          <a:noFill/>
                          <a:miter/>
                        </a:ln>
                      </p:spPr>
                    </p:pic>
                  </p:oleObj>
                </mc:Fallback>
              </mc:AlternateContent>
            </a:graphicData>
          </a:graphic>
        </p:graphicFrame>
        <p:sp>
          <p:nvSpPr>
            <p:cNvPr id="18463" name="Rectangle 27" descr="深色下对角线"/>
            <p:cNvSpPr/>
            <p:nvPr/>
          </p:nvSpPr>
          <p:spPr>
            <a:xfrm>
              <a:off x="1660" y="2149"/>
              <a:ext cx="52" cy="427"/>
            </a:xfrm>
            <a:prstGeom prst="rect">
              <a:avLst/>
            </a:prstGeom>
            <a:blipFill rotWithShape="0">
              <a:blip r:embed="rId1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8464" name="Object 28"/>
            <p:cNvGraphicFramePr>
              <a:graphicFrameLocks noChangeAspect="1"/>
            </p:cNvGraphicFramePr>
            <p:nvPr/>
          </p:nvGraphicFramePr>
          <p:xfrm>
            <a:off x="2559" y="1400"/>
            <a:ext cx="268" cy="539"/>
          </p:xfrm>
          <a:graphic>
            <a:graphicData uri="http://schemas.openxmlformats.org/presentationml/2006/ole">
              <mc:AlternateContent xmlns:mc="http://schemas.openxmlformats.org/markup-compatibility/2006">
                <mc:Choice xmlns:v="urn:schemas-microsoft-com:vml" Requires="v">
                  <p:oleObj r:id="rId26" imgW="165100" imgH="316865" progId="Equation.3">
                    <p:embed/>
                  </p:oleObj>
                </mc:Choice>
                <mc:Fallback>
                  <p:oleObj r:id="rId26" imgW="165100" imgH="316865" progId="Equation.3">
                    <p:embed/>
                    <p:pic>
                      <p:nvPicPr>
                        <p:cNvPr id="0" name="图片 3098"/>
                        <p:cNvPicPr/>
                        <p:nvPr/>
                      </p:nvPicPr>
                      <p:blipFill>
                        <a:blip r:embed="rId27"/>
                        <a:stretch>
                          <a:fillRect/>
                        </a:stretch>
                      </p:blipFill>
                      <p:spPr>
                        <a:xfrm>
                          <a:off x="2559" y="1400"/>
                          <a:ext cx="268" cy="539"/>
                        </a:xfrm>
                        <a:prstGeom prst="rect">
                          <a:avLst/>
                        </a:prstGeom>
                        <a:noFill/>
                        <a:ln w="38100">
                          <a:noFill/>
                          <a:miter/>
                        </a:ln>
                      </p:spPr>
                    </p:pic>
                  </p:oleObj>
                </mc:Fallback>
              </mc:AlternateContent>
            </a:graphicData>
          </a:graphic>
        </p:graphicFrame>
        <p:graphicFrame>
          <p:nvGraphicFramePr>
            <p:cNvPr id="18465" name="Object 29"/>
            <p:cNvGraphicFramePr>
              <a:graphicFrameLocks noChangeAspect="1"/>
            </p:cNvGraphicFramePr>
            <p:nvPr/>
          </p:nvGraphicFramePr>
          <p:xfrm>
            <a:off x="3334" y="1881"/>
            <a:ext cx="310" cy="534"/>
          </p:xfrm>
          <a:graphic>
            <a:graphicData uri="http://schemas.openxmlformats.org/presentationml/2006/ole">
              <mc:AlternateContent xmlns:mc="http://schemas.openxmlformats.org/markup-compatibility/2006">
                <mc:Choice xmlns:v="urn:schemas-microsoft-com:vml" Requires="v">
                  <p:oleObj r:id="rId28" imgW="190500" imgH="317500" progId="Equation.3">
                    <p:embed/>
                  </p:oleObj>
                </mc:Choice>
                <mc:Fallback>
                  <p:oleObj r:id="rId28" imgW="190500" imgH="317500" progId="Equation.3">
                    <p:embed/>
                    <p:pic>
                      <p:nvPicPr>
                        <p:cNvPr id="0" name="图片 3099"/>
                        <p:cNvPicPr/>
                        <p:nvPr/>
                      </p:nvPicPr>
                      <p:blipFill>
                        <a:blip r:embed="rId29"/>
                        <a:stretch>
                          <a:fillRect/>
                        </a:stretch>
                      </p:blipFill>
                      <p:spPr>
                        <a:xfrm>
                          <a:off x="3334" y="1881"/>
                          <a:ext cx="310" cy="534"/>
                        </a:xfrm>
                        <a:prstGeom prst="rect">
                          <a:avLst/>
                        </a:prstGeom>
                        <a:noFill/>
                        <a:ln w="38100">
                          <a:noFill/>
                          <a:miter/>
                        </a:ln>
                      </p:spPr>
                    </p:pic>
                  </p:oleObj>
                </mc:Fallback>
              </mc:AlternateContent>
            </a:graphicData>
          </a:graphic>
        </p:graphicFrame>
        <p:sp>
          <p:nvSpPr>
            <p:cNvPr id="18466" name="Line 30"/>
            <p:cNvSpPr/>
            <p:nvPr/>
          </p:nvSpPr>
          <p:spPr>
            <a:xfrm flipV="1">
              <a:off x="1629" y="1667"/>
              <a:ext cx="2738" cy="481"/>
            </a:xfrm>
            <a:prstGeom prst="line">
              <a:avLst/>
            </a:prstGeom>
            <a:ln w="28575" cap="flat" cmpd="sng">
              <a:solidFill>
                <a:srgbClr val="FF6600"/>
              </a:solidFill>
              <a:prstDash val="solid"/>
              <a:round/>
              <a:headEnd type="none" w="sm" len="lg"/>
              <a:tailEnd type="none" w="sm" len="lg"/>
            </a:ln>
          </p:spPr>
        </p:sp>
        <p:sp>
          <p:nvSpPr>
            <p:cNvPr id="18467" name="Line 31"/>
            <p:cNvSpPr/>
            <p:nvPr/>
          </p:nvSpPr>
          <p:spPr>
            <a:xfrm flipV="1">
              <a:off x="1674" y="1667"/>
              <a:ext cx="2693" cy="1015"/>
            </a:xfrm>
            <a:prstGeom prst="line">
              <a:avLst/>
            </a:prstGeom>
            <a:ln w="28575" cap="flat" cmpd="sng">
              <a:solidFill>
                <a:srgbClr val="FF6600"/>
              </a:solidFill>
              <a:prstDash val="solid"/>
              <a:round/>
              <a:headEnd type="none" w="sm" len="lg"/>
              <a:tailEnd type="none" w="sm" len="lg"/>
            </a:ln>
          </p:spPr>
        </p:sp>
        <p:sp>
          <p:nvSpPr>
            <p:cNvPr id="18468" name="Freeform 32"/>
            <p:cNvSpPr/>
            <p:nvPr/>
          </p:nvSpPr>
          <p:spPr>
            <a:xfrm>
              <a:off x="1061" y="2139"/>
              <a:ext cx="596" cy="276"/>
            </a:xfrm>
            <a:custGeom>
              <a:avLst/>
              <a:gdLst/>
              <a:ahLst/>
              <a:cxnLst>
                <a:cxn ang="0">
                  <a:pos x="0" y="1894"/>
                </a:cxn>
                <a:cxn ang="0">
                  <a:pos x="2218" y="0"/>
                </a:cxn>
              </a:cxnLst>
              <a:rect l="0" t="0" r="0" b="0"/>
              <a:pathLst>
                <a:path w="554" h="248">
                  <a:moveTo>
                    <a:pt x="0" y="248"/>
                  </a:moveTo>
                  <a:lnTo>
                    <a:pt x="554" y="0"/>
                  </a:lnTo>
                </a:path>
              </a:pathLst>
            </a:custGeom>
            <a:noFill/>
            <a:ln w="19050" cap="flat" cmpd="sng">
              <a:solidFill>
                <a:srgbClr val="FF6600"/>
              </a:solidFill>
              <a:prstDash val="solid"/>
              <a:round/>
              <a:headEnd type="none" w="med" len="med"/>
              <a:tailEnd type="none" w="med" len="med"/>
            </a:ln>
          </p:spPr>
          <p:txBody>
            <a:bodyPr/>
            <a:lstStyle/>
            <a:p>
              <a:endParaRPr lang="zh-CN" altLang="en-US"/>
            </a:p>
          </p:txBody>
        </p:sp>
        <p:sp>
          <p:nvSpPr>
            <p:cNvPr id="18469" name="Line 33"/>
            <p:cNvSpPr/>
            <p:nvPr/>
          </p:nvSpPr>
          <p:spPr>
            <a:xfrm>
              <a:off x="1061" y="2415"/>
              <a:ext cx="613" cy="267"/>
            </a:xfrm>
            <a:prstGeom prst="line">
              <a:avLst/>
            </a:prstGeom>
            <a:ln w="19050" cap="flat" cmpd="sng">
              <a:solidFill>
                <a:srgbClr val="FF6600"/>
              </a:solidFill>
              <a:prstDash val="solid"/>
              <a:round/>
              <a:headEnd type="none" w="med" len="med"/>
              <a:tailEnd type="none" w="med" len="med"/>
            </a:ln>
          </p:spPr>
        </p:sp>
        <p:sp>
          <p:nvSpPr>
            <p:cNvPr id="18470" name="Line 34"/>
            <p:cNvSpPr/>
            <p:nvPr/>
          </p:nvSpPr>
          <p:spPr>
            <a:xfrm>
              <a:off x="2992" y="3087"/>
              <a:ext cx="1395" cy="0"/>
            </a:xfrm>
            <a:prstGeom prst="line">
              <a:avLst/>
            </a:prstGeom>
            <a:ln w="19050" cap="flat" cmpd="sng">
              <a:solidFill>
                <a:srgbClr val="FF3399"/>
              </a:solidFill>
              <a:prstDash val="solid"/>
              <a:round/>
              <a:headEnd type="none" w="med" len="med"/>
              <a:tailEnd type="triangle" w="sm" len="lg"/>
            </a:ln>
          </p:spPr>
        </p:sp>
        <p:sp>
          <p:nvSpPr>
            <p:cNvPr id="18471" name="Line 35"/>
            <p:cNvSpPr/>
            <p:nvPr/>
          </p:nvSpPr>
          <p:spPr>
            <a:xfrm flipH="1">
              <a:off x="1701" y="3087"/>
              <a:ext cx="1033" cy="0"/>
            </a:xfrm>
            <a:prstGeom prst="line">
              <a:avLst/>
            </a:prstGeom>
            <a:ln w="19050" cap="flat" cmpd="sng">
              <a:solidFill>
                <a:srgbClr val="FF3399"/>
              </a:solidFill>
              <a:prstDash val="solid"/>
              <a:round/>
              <a:headEnd type="none" w="med" len="med"/>
              <a:tailEnd type="triangle" w="sm" len="lg"/>
            </a:ln>
          </p:spPr>
        </p:sp>
        <p:sp>
          <p:nvSpPr>
            <p:cNvPr id="18472" name="AutoShape 37"/>
            <p:cNvSpPr>
              <a:spLocks noChangeAspect="1" noTextEdit="1"/>
            </p:cNvSpPr>
            <p:nvPr/>
          </p:nvSpPr>
          <p:spPr>
            <a:xfrm>
              <a:off x="1119" y="2069"/>
              <a:ext cx="356" cy="311"/>
            </a:xfrm>
            <a:prstGeom prst="rect">
              <a:avLst/>
            </a:prstGeom>
            <a:noFill/>
            <a:ln w="9525">
              <a:noFill/>
            </a:ln>
          </p:spPr>
          <p:txBody>
            <a:bodyPr anchor="t" anchorCtr="0"/>
            <a:lstStyle/>
            <a:p>
              <a:pPr eaLnBrk="0" hangingPunct="0"/>
              <a:endParaRPr lang="zh-CN" altLang="en-US">
                <a:latin typeface="Verdana" panose="020B0604030504040204" pitchFamily="34" charset="0"/>
                <a:ea typeface="宋体" panose="02010600030101010101" pitchFamily="2" charset="-122"/>
              </a:endParaRPr>
            </a:p>
          </p:txBody>
        </p:sp>
        <p:graphicFrame>
          <p:nvGraphicFramePr>
            <p:cNvPr id="18473" name="Object 42"/>
            <p:cNvGraphicFramePr>
              <a:graphicFrameLocks noChangeAspect="1"/>
            </p:cNvGraphicFramePr>
            <p:nvPr/>
          </p:nvGraphicFramePr>
          <p:xfrm>
            <a:off x="2744" y="2931"/>
            <a:ext cx="272" cy="253"/>
          </p:xfrm>
          <a:graphic>
            <a:graphicData uri="http://schemas.openxmlformats.org/presentationml/2006/ole">
              <mc:AlternateContent xmlns:mc="http://schemas.openxmlformats.org/markup-compatibility/2006">
                <mc:Choice xmlns:v="urn:schemas-microsoft-com:vml" Requires="v">
                  <p:oleObj r:id="rId30" imgW="177800" imgH="165100" progId="Equation.3">
                    <p:embed/>
                  </p:oleObj>
                </mc:Choice>
                <mc:Fallback>
                  <p:oleObj r:id="rId30" imgW="177800" imgH="165100" progId="Equation.3">
                    <p:embed/>
                    <p:pic>
                      <p:nvPicPr>
                        <p:cNvPr id="0" name="图片 3100"/>
                        <p:cNvPicPr/>
                        <p:nvPr/>
                      </p:nvPicPr>
                      <p:blipFill>
                        <a:blip r:embed="rId31"/>
                        <a:stretch>
                          <a:fillRect/>
                        </a:stretch>
                      </p:blipFill>
                      <p:spPr>
                        <a:xfrm>
                          <a:off x="2744" y="2931"/>
                          <a:ext cx="272" cy="253"/>
                        </a:xfrm>
                        <a:prstGeom prst="rect">
                          <a:avLst/>
                        </a:prstGeom>
                        <a:noFill/>
                        <a:ln w="38100">
                          <a:noFill/>
                          <a:miter/>
                        </a:ln>
                      </p:spPr>
                    </p:pic>
                  </p:oleObj>
                </mc:Fallback>
              </mc:AlternateContent>
            </a:graphicData>
          </a:graphic>
        </p:graphicFrame>
      </p:grpSp>
      <p:sp>
        <p:nvSpPr>
          <p:cNvPr id="24618" name="文本框 1"/>
          <p:cNvSpPr txBox="1"/>
          <p:nvPr/>
        </p:nvSpPr>
        <p:spPr>
          <a:xfrm>
            <a:off x="3702050" y="149225"/>
            <a:ext cx="5140325" cy="460375"/>
          </a:xfrm>
          <a:prstGeom prst="rect">
            <a:avLst/>
          </a:prstGeom>
          <a:noFill/>
          <a:ln w="9525">
            <a:noFill/>
          </a:ln>
        </p:spPr>
        <p:txBody>
          <a:bodyPr wrap="square" anchor="t" anchorCtr="0">
            <a:spAutoFit/>
          </a:bodyPr>
          <a:lstStyle/>
          <a:p>
            <a:r>
              <a:rPr lang="zh-CN" altLang="en-US" sz="2400" b="1" noProof="1">
                <a:solidFill>
                  <a:schemeClr val="accent6"/>
                </a:solidFill>
                <a:latin typeface="Verdana" panose="020B0604030504040204" pitchFamily="34" charset="0"/>
                <a:ea typeface="宋体" panose="02010600030101010101" pitchFamily="2" charset="-122"/>
                <a:cs typeface="+mn-cs"/>
              </a:rPr>
              <a:t>双缝后放凸透镜，观察屏置于焦平面</a:t>
            </a:r>
            <a:endParaRPr lang="zh-CN" altLang="en-US" sz="2400" b="1" noProof="1">
              <a:solidFill>
                <a:schemeClr val="accent6"/>
              </a:solidFill>
              <a:latin typeface="Verdana" panose="020B0604030504040204" pitchFamily="34" charset="0"/>
              <a:ea typeface="宋体" panose="02010600030101010101" pitchFamily="2" charset="-122"/>
            </a:endParaRPr>
          </a:p>
        </p:txBody>
      </p:sp>
      <p:grpSp>
        <p:nvGrpSpPr>
          <p:cNvPr id="3" name="组合 94"/>
          <p:cNvGrpSpPr/>
          <p:nvPr/>
        </p:nvGrpSpPr>
        <p:grpSpPr>
          <a:xfrm>
            <a:off x="3767138" y="714375"/>
            <a:ext cx="4749800" cy="3295650"/>
            <a:chOff x="794537" y="3293609"/>
            <a:chExt cx="4365292" cy="3035754"/>
          </a:xfrm>
        </p:grpSpPr>
        <p:sp>
          <p:nvSpPr>
            <p:cNvPr id="18476" name="Text Box 7"/>
            <p:cNvSpPr txBox="1"/>
            <p:nvPr/>
          </p:nvSpPr>
          <p:spPr>
            <a:xfrm>
              <a:off x="4347190" y="3680348"/>
              <a:ext cx="812639" cy="279170"/>
            </a:xfrm>
            <a:prstGeom prst="rect">
              <a:avLst/>
            </a:prstGeom>
            <a:noFill/>
            <a:ln w="9525">
              <a:noFill/>
            </a:ln>
          </p:spPr>
          <p:txBody>
            <a:bodyPr anchor="t" anchorCtr="0">
              <a:spAutoFit/>
            </a:bodyPr>
            <a:lstStyle/>
            <a:p>
              <a:pPr>
                <a:spcBef>
                  <a:spcPct val="50000"/>
                </a:spcBef>
              </a:pPr>
              <a:r>
                <a:rPr lang="en-US" altLang="zh-CN" sz="2800" b="1" i="1" dirty="0">
                  <a:solidFill>
                    <a:srgbClr val="CC0000"/>
                  </a:solidFill>
                  <a:latin typeface="Arial" panose="020B0604020202020204" pitchFamily="34" charset="0"/>
                  <a:ea typeface="宋体" panose="02010600030101010101" pitchFamily="2" charset="-122"/>
                </a:rPr>
                <a:t>p</a:t>
              </a:r>
              <a:endParaRPr lang="en-US" altLang="zh-CN" sz="2400" b="1" i="1" dirty="0">
                <a:latin typeface="Arial" panose="020B0604020202020204" pitchFamily="34" charset="0"/>
                <a:ea typeface="宋体" panose="02010600030101010101" pitchFamily="2" charset="-122"/>
              </a:endParaRPr>
            </a:p>
          </p:txBody>
        </p:sp>
        <p:sp>
          <p:nvSpPr>
            <p:cNvPr id="18477" name="Rectangle 10" descr="深色下对角线"/>
            <p:cNvSpPr/>
            <p:nvPr/>
          </p:nvSpPr>
          <p:spPr>
            <a:xfrm>
              <a:off x="1522589" y="3799017"/>
              <a:ext cx="52363" cy="501139"/>
            </a:xfrm>
            <a:prstGeom prst="rect">
              <a:avLst/>
            </a:prstGeom>
            <a:pattFill prst="dkDnDiag">
              <a:fgClr>
                <a:srgbClr val="3B7283"/>
              </a:fgClr>
              <a:bgClr>
                <a:srgbClr val="7DACAD"/>
              </a:bgClr>
            </a:pattFill>
            <a:ln w="9525" cap="flat" cmpd="sng">
              <a:solidFill>
                <a:schemeClr val="tx1"/>
              </a:solidFill>
              <a:prstDash val="solid"/>
              <a:miter/>
              <a:headEnd type="none" w="med" len="med"/>
              <a:tailEnd type="none" w="med" len="med"/>
            </a:ln>
          </p:spPr>
          <p:txBody>
            <a:bodyPr wrap="none" anchor="ctr" anchorCtr="0"/>
            <a:lstStyle/>
            <a:p>
              <a:endParaRPr lang="zh-CN" altLang="en-US" sz="1600" dirty="0">
                <a:latin typeface="Arial" panose="020B0604020202020204" pitchFamily="34" charset="0"/>
                <a:ea typeface="宋体" panose="02010600030101010101" pitchFamily="2" charset="-122"/>
              </a:endParaRPr>
            </a:p>
          </p:txBody>
        </p:sp>
        <p:sp>
          <p:nvSpPr>
            <p:cNvPr id="18478" name="Rectangle 11" descr="深色下对角线"/>
            <p:cNvSpPr/>
            <p:nvPr/>
          </p:nvSpPr>
          <p:spPr>
            <a:xfrm>
              <a:off x="1519568" y="4875570"/>
              <a:ext cx="52363" cy="547241"/>
            </a:xfrm>
            <a:prstGeom prst="rect">
              <a:avLst/>
            </a:prstGeom>
            <a:pattFill prst="dkDnDiag">
              <a:fgClr>
                <a:srgbClr val="3B7283"/>
              </a:fgClr>
              <a:bgClr>
                <a:srgbClr val="7DACAD"/>
              </a:bgClr>
            </a:pattFill>
            <a:ln w="9525" cap="flat" cmpd="sng">
              <a:solidFill>
                <a:schemeClr val="tx1"/>
              </a:solidFill>
              <a:prstDash val="solid"/>
              <a:miter/>
              <a:headEnd type="none" w="med" len="med"/>
              <a:tailEnd type="none" w="med" len="med"/>
            </a:ln>
          </p:spPr>
          <p:txBody>
            <a:bodyPr wrap="none" anchor="ctr" anchorCtr="0"/>
            <a:lstStyle/>
            <a:p>
              <a:endParaRPr lang="zh-CN" altLang="en-US" sz="1600" dirty="0">
                <a:latin typeface="Arial" panose="020B0604020202020204" pitchFamily="34" charset="0"/>
                <a:ea typeface="宋体" panose="02010600030101010101" pitchFamily="2" charset="-122"/>
              </a:endParaRPr>
            </a:p>
          </p:txBody>
        </p:sp>
        <p:sp>
          <p:nvSpPr>
            <p:cNvPr id="18479" name="Line 12"/>
            <p:cNvSpPr/>
            <p:nvPr/>
          </p:nvSpPr>
          <p:spPr>
            <a:xfrm>
              <a:off x="794537" y="4633964"/>
              <a:ext cx="4050105" cy="854"/>
            </a:xfrm>
            <a:prstGeom prst="line">
              <a:avLst/>
            </a:prstGeom>
            <a:ln w="19050" cap="flat" cmpd="sng">
              <a:solidFill>
                <a:srgbClr val="003366"/>
              </a:solidFill>
              <a:prstDash val="lgDashDot"/>
              <a:round/>
              <a:headEnd type="none" w="sm" len="lg"/>
              <a:tailEnd type="none" w="sm" len="lg"/>
            </a:ln>
          </p:spPr>
        </p:sp>
        <p:sp>
          <p:nvSpPr>
            <p:cNvPr id="18480" name="Rectangle 13" descr="深色下对角线"/>
            <p:cNvSpPr/>
            <p:nvPr/>
          </p:nvSpPr>
          <p:spPr>
            <a:xfrm>
              <a:off x="4250519" y="3680348"/>
              <a:ext cx="52363" cy="1778319"/>
            </a:xfrm>
            <a:prstGeom prst="rect">
              <a:avLst/>
            </a:prstGeom>
            <a:pattFill prst="dkDnDiag">
              <a:fgClr>
                <a:srgbClr val="B2E6E4"/>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sz="1600" dirty="0">
                <a:latin typeface="Arial" panose="020B0604020202020204" pitchFamily="34" charset="0"/>
                <a:ea typeface="宋体" panose="02010600030101010101" pitchFamily="2" charset="-122"/>
              </a:endParaRPr>
            </a:p>
          </p:txBody>
        </p:sp>
        <p:sp>
          <p:nvSpPr>
            <p:cNvPr id="18481" name="Line 14"/>
            <p:cNvSpPr/>
            <p:nvPr/>
          </p:nvSpPr>
          <p:spPr>
            <a:xfrm flipV="1">
              <a:off x="1654990" y="4005943"/>
              <a:ext cx="2626723" cy="917452"/>
            </a:xfrm>
            <a:prstGeom prst="line">
              <a:avLst/>
            </a:prstGeom>
            <a:ln w="19050" cap="flat" cmpd="sng">
              <a:solidFill>
                <a:srgbClr val="0000FF"/>
              </a:solidFill>
              <a:prstDash val="dash"/>
              <a:round/>
              <a:headEnd type="none" w="sm" len="lg"/>
              <a:tailEnd type="none" w="sm" len="lg"/>
            </a:ln>
          </p:spPr>
        </p:sp>
        <p:graphicFrame>
          <p:nvGraphicFramePr>
            <p:cNvPr id="18482" name="Object 14"/>
            <p:cNvGraphicFramePr>
              <a:graphicFrameLocks noChangeAspect="1"/>
            </p:cNvGraphicFramePr>
            <p:nvPr/>
          </p:nvGraphicFramePr>
          <p:xfrm>
            <a:off x="1203374" y="3951834"/>
            <a:ext cx="351439" cy="455892"/>
          </p:xfrm>
          <a:graphic>
            <a:graphicData uri="http://schemas.openxmlformats.org/presentationml/2006/ole">
              <mc:AlternateContent xmlns:mc="http://schemas.openxmlformats.org/markup-compatibility/2006">
                <mc:Choice xmlns:v="urn:schemas-microsoft-com:vml" Requires="v">
                  <p:oleObj r:id="rId14" imgW="139700" imgH="215900" progId="Equation.3">
                    <p:embed/>
                  </p:oleObj>
                </mc:Choice>
                <mc:Fallback>
                  <p:oleObj r:id="rId14" imgW="139700" imgH="215900" progId="Equation.3">
                    <p:embed/>
                    <p:pic>
                      <p:nvPicPr>
                        <p:cNvPr id="0" name="图片 3101"/>
                        <p:cNvPicPr/>
                        <p:nvPr/>
                      </p:nvPicPr>
                      <p:blipFill>
                        <a:blip r:embed="rId15"/>
                        <a:stretch>
                          <a:fillRect/>
                        </a:stretch>
                      </p:blipFill>
                      <p:spPr>
                        <a:xfrm>
                          <a:off x="1203374" y="3951834"/>
                          <a:ext cx="351439" cy="455892"/>
                        </a:xfrm>
                        <a:prstGeom prst="rect">
                          <a:avLst/>
                        </a:prstGeom>
                        <a:noFill/>
                        <a:ln w="38100">
                          <a:noFill/>
                          <a:miter/>
                        </a:ln>
                      </p:spPr>
                    </p:pic>
                  </p:oleObj>
                </mc:Fallback>
              </mc:AlternateContent>
            </a:graphicData>
          </a:graphic>
        </p:graphicFrame>
        <p:graphicFrame>
          <p:nvGraphicFramePr>
            <p:cNvPr id="18483" name="Object 15"/>
            <p:cNvGraphicFramePr>
              <a:graphicFrameLocks noChangeAspect="1"/>
            </p:cNvGraphicFramePr>
            <p:nvPr/>
          </p:nvGraphicFramePr>
          <p:xfrm>
            <a:off x="1210423" y="4687749"/>
            <a:ext cx="337341" cy="455892"/>
          </p:xfrm>
          <a:graphic>
            <a:graphicData uri="http://schemas.openxmlformats.org/presentationml/2006/ole">
              <mc:AlternateContent xmlns:mc="http://schemas.openxmlformats.org/markup-compatibility/2006">
                <mc:Choice xmlns:v="urn:schemas-microsoft-com:vml" Requires="v">
                  <p:oleObj r:id="rId16" imgW="152400" imgH="215900" progId="Equation.3">
                    <p:embed/>
                  </p:oleObj>
                </mc:Choice>
                <mc:Fallback>
                  <p:oleObj r:id="rId16" imgW="152400" imgH="215900" progId="Equation.3">
                    <p:embed/>
                    <p:pic>
                      <p:nvPicPr>
                        <p:cNvPr id="0" name="图片 3103"/>
                        <p:cNvPicPr/>
                        <p:nvPr/>
                      </p:nvPicPr>
                      <p:blipFill>
                        <a:blip r:embed="rId17"/>
                        <a:stretch>
                          <a:fillRect/>
                        </a:stretch>
                      </p:blipFill>
                      <p:spPr>
                        <a:xfrm>
                          <a:off x="1210423" y="4687749"/>
                          <a:ext cx="337341" cy="455892"/>
                        </a:xfrm>
                        <a:prstGeom prst="rect">
                          <a:avLst/>
                        </a:prstGeom>
                        <a:noFill/>
                        <a:ln w="38100">
                          <a:noFill/>
                          <a:miter/>
                        </a:ln>
                      </p:spPr>
                    </p:pic>
                  </p:oleObj>
                </mc:Fallback>
              </mc:AlternateContent>
            </a:graphicData>
          </a:graphic>
        </p:graphicFrame>
        <p:sp>
          <p:nvSpPr>
            <p:cNvPr id="18484" name="Line 18"/>
            <p:cNvSpPr/>
            <p:nvPr/>
          </p:nvSpPr>
          <p:spPr>
            <a:xfrm>
              <a:off x="4118604" y="3990252"/>
              <a:ext cx="259803" cy="854"/>
            </a:xfrm>
            <a:prstGeom prst="line">
              <a:avLst/>
            </a:prstGeom>
            <a:ln w="12700" cap="flat" cmpd="sng">
              <a:solidFill>
                <a:srgbClr val="000000"/>
              </a:solidFill>
              <a:prstDash val="dash"/>
              <a:round/>
              <a:headEnd type="none" w="sm" len="lg"/>
              <a:tailEnd type="none" w="sm" len="lg"/>
            </a:ln>
          </p:spPr>
        </p:sp>
        <p:sp>
          <p:nvSpPr>
            <p:cNvPr id="18485" name="Line 19"/>
            <p:cNvSpPr/>
            <p:nvPr/>
          </p:nvSpPr>
          <p:spPr>
            <a:xfrm>
              <a:off x="4341148" y="3980008"/>
              <a:ext cx="1007" cy="638590"/>
            </a:xfrm>
            <a:prstGeom prst="line">
              <a:avLst/>
            </a:prstGeom>
            <a:ln w="28575" cap="flat" cmpd="sng">
              <a:solidFill>
                <a:srgbClr val="FF33CC"/>
              </a:solidFill>
              <a:prstDash val="dash"/>
              <a:round/>
              <a:headEnd type="triangle" w="sm" len="lg"/>
              <a:tailEnd type="triangle" w="sm" len="lg"/>
            </a:ln>
          </p:spPr>
        </p:sp>
        <p:graphicFrame>
          <p:nvGraphicFramePr>
            <p:cNvPr id="18486" name="Object 17"/>
            <p:cNvGraphicFramePr>
              <a:graphicFrameLocks noChangeAspect="1"/>
            </p:cNvGraphicFramePr>
            <p:nvPr/>
          </p:nvGraphicFramePr>
          <p:xfrm>
            <a:off x="4374378" y="4169535"/>
            <a:ext cx="241677" cy="221970"/>
          </p:xfrm>
          <a:graphic>
            <a:graphicData uri="http://schemas.openxmlformats.org/presentationml/2006/ole">
              <mc:AlternateContent xmlns:mc="http://schemas.openxmlformats.org/markup-compatibility/2006">
                <mc:Choice xmlns:v="urn:schemas-microsoft-com:vml" Requires="v">
                  <p:oleObj r:id="rId20" imgW="177800" imgH="190500" progId="Equation.3">
                    <p:embed/>
                  </p:oleObj>
                </mc:Choice>
                <mc:Fallback>
                  <p:oleObj r:id="rId20" imgW="177800" imgH="190500" progId="Equation.3">
                    <p:embed/>
                    <p:pic>
                      <p:nvPicPr>
                        <p:cNvPr id="0" name="图片 3104"/>
                        <p:cNvPicPr/>
                        <p:nvPr/>
                      </p:nvPicPr>
                      <p:blipFill>
                        <a:blip r:embed="rId21"/>
                        <a:stretch>
                          <a:fillRect/>
                        </a:stretch>
                      </p:blipFill>
                      <p:spPr>
                        <a:xfrm>
                          <a:off x="4374378" y="4169535"/>
                          <a:ext cx="241677" cy="221970"/>
                        </a:xfrm>
                        <a:prstGeom prst="rect">
                          <a:avLst/>
                        </a:prstGeom>
                        <a:noFill/>
                        <a:ln w="38100">
                          <a:noFill/>
                          <a:miter/>
                        </a:ln>
                      </p:spPr>
                    </p:pic>
                  </p:oleObj>
                </mc:Fallback>
              </mc:AlternateContent>
            </a:graphicData>
          </a:graphic>
        </p:graphicFrame>
        <p:sp>
          <p:nvSpPr>
            <p:cNvPr id="57" name="Line 21"/>
            <p:cNvSpPr>
              <a:spLocks noChangeShapeType="1"/>
            </p:cNvSpPr>
            <p:nvPr/>
          </p:nvSpPr>
          <p:spPr bwMode="auto">
            <a:xfrm flipH="1">
              <a:off x="1084876" y="4337698"/>
              <a:ext cx="468335" cy="1462"/>
            </a:xfrm>
            <a:prstGeom prst="line">
              <a:avLst/>
            </a:prstGeom>
            <a:ln>
              <a:solidFill>
                <a:srgbClr val="FF9933"/>
              </a:solidFill>
              <a:headEnd type="none" w="sm" len="lg"/>
              <a:tailEnd type="none" w="sm" len="lg"/>
            </a:ln>
          </p:spPr>
          <p:style>
            <a:lnRef idx="1">
              <a:schemeClr val="accent4"/>
            </a:lnRef>
            <a:fillRef idx="0">
              <a:schemeClr val="accent4"/>
            </a:fillRef>
            <a:effectRef idx="0">
              <a:schemeClr val="accent4"/>
            </a:effectRef>
            <a:fontRef idx="minor">
              <a:schemeClr val="tx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mn-lt"/>
                <a:ea typeface="+mn-ea"/>
                <a:cs typeface="+mn-cs"/>
              </a:endParaRPr>
            </a:p>
          </p:txBody>
        </p:sp>
        <p:sp>
          <p:nvSpPr>
            <p:cNvPr id="58" name="Line 22"/>
            <p:cNvSpPr>
              <a:spLocks noChangeShapeType="1"/>
            </p:cNvSpPr>
            <p:nvPr/>
          </p:nvSpPr>
          <p:spPr bwMode="auto">
            <a:xfrm flipH="1">
              <a:off x="1084876" y="4824646"/>
              <a:ext cx="468335" cy="0"/>
            </a:xfrm>
            <a:prstGeom prst="line">
              <a:avLst/>
            </a:prstGeom>
            <a:ln>
              <a:solidFill>
                <a:srgbClr val="FF9933"/>
              </a:solidFill>
              <a:headEnd type="none" w="sm" len="lg"/>
              <a:tailEnd type="none" w="sm" len="lg"/>
            </a:ln>
          </p:spPr>
          <p:style>
            <a:lnRef idx="1">
              <a:schemeClr val="accent6"/>
            </a:lnRef>
            <a:fillRef idx="0">
              <a:schemeClr val="accent6"/>
            </a:fillRef>
            <a:effectRef idx="0">
              <a:schemeClr val="accent6"/>
            </a:effectRef>
            <a:fontRef idx="minor">
              <a:schemeClr val="tx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dirty="0">
                <a:ln>
                  <a:noFill/>
                </a:ln>
                <a:solidFill>
                  <a:srgbClr val="FF9933"/>
                </a:solidFill>
                <a:effectLst/>
                <a:uLnTx/>
                <a:uFillTx/>
                <a:latin typeface="+mn-lt"/>
                <a:ea typeface="+mn-ea"/>
                <a:cs typeface="+mn-cs"/>
              </a:endParaRPr>
            </a:p>
          </p:txBody>
        </p:sp>
        <p:sp>
          <p:nvSpPr>
            <p:cNvPr id="18489" name="Line 23"/>
            <p:cNvSpPr/>
            <p:nvPr/>
          </p:nvSpPr>
          <p:spPr>
            <a:xfrm flipH="1">
              <a:off x="1278898" y="4338574"/>
              <a:ext cx="16112" cy="477235"/>
            </a:xfrm>
            <a:prstGeom prst="line">
              <a:avLst/>
            </a:prstGeom>
            <a:ln w="19050" cap="flat" cmpd="sng">
              <a:solidFill>
                <a:srgbClr val="FF33CC"/>
              </a:solidFill>
              <a:prstDash val="dash"/>
              <a:round/>
              <a:headEnd type="triangle" w="sm" len="lg"/>
              <a:tailEnd type="triangle" w="sm" len="lg"/>
            </a:ln>
          </p:spPr>
        </p:sp>
        <p:graphicFrame>
          <p:nvGraphicFramePr>
            <p:cNvPr id="18490" name="Object 18"/>
            <p:cNvGraphicFramePr>
              <a:graphicFrameLocks noChangeAspect="1"/>
            </p:cNvGraphicFramePr>
            <p:nvPr/>
          </p:nvGraphicFramePr>
          <p:xfrm>
            <a:off x="4275694" y="4621158"/>
            <a:ext cx="203412" cy="181844"/>
          </p:xfrm>
          <a:graphic>
            <a:graphicData uri="http://schemas.openxmlformats.org/presentationml/2006/ole">
              <mc:AlternateContent xmlns:mc="http://schemas.openxmlformats.org/markup-compatibility/2006">
                <mc:Choice xmlns:v="urn:schemas-microsoft-com:vml" Requires="v">
                  <p:oleObj r:id="rId22" imgW="165100" imgH="190500" progId="Equation.3">
                    <p:embed/>
                  </p:oleObj>
                </mc:Choice>
                <mc:Fallback>
                  <p:oleObj r:id="rId22" imgW="165100" imgH="190500" progId="Equation.3">
                    <p:embed/>
                    <p:pic>
                      <p:nvPicPr>
                        <p:cNvPr id="0" name="图片 3111"/>
                        <p:cNvPicPr/>
                        <p:nvPr/>
                      </p:nvPicPr>
                      <p:blipFill>
                        <a:blip r:embed="rId23"/>
                        <a:stretch>
                          <a:fillRect/>
                        </a:stretch>
                      </p:blipFill>
                      <p:spPr>
                        <a:xfrm>
                          <a:off x="4275694" y="4621158"/>
                          <a:ext cx="203412" cy="181844"/>
                        </a:xfrm>
                        <a:prstGeom prst="rect">
                          <a:avLst/>
                        </a:prstGeom>
                        <a:noFill/>
                        <a:ln w="38100">
                          <a:noFill/>
                          <a:miter/>
                        </a:ln>
                      </p:spPr>
                    </p:pic>
                  </p:oleObj>
                </mc:Fallback>
              </mc:AlternateContent>
            </a:graphicData>
          </a:graphic>
        </p:graphicFrame>
        <p:graphicFrame>
          <p:nvGraphicFramePr>
            <p:cNvPr id="18491" name="Object 20"/>
            <p:cNvGraphicFramePr>
              <a:graphicFrameLocks noChangeAspect="1"/>
            </p:cNvGraphicFramePr>
            <p:nvPr/>
          </p:nvGraphicFramePr>
          <p:xfrm>
            <a:off x="3881961" y="3799871"/>
            <a:ext cx="253761" cy="228800"/>
          </p:xfrm>
          <a:graphic>
            <a:graphicData uri="http://schemas.openxmlformats.org/presentationml/2006/ole">
              <mc:AlternateContent xmlns:mc="http://schemas.openxmlformats.org/markup-compatibility/2006">
                <mc:Choice xmlns:v="urn:schemas-microsoft-com:vml" Requires="v">
                  <p:oleObj r:id="rId32" imgW="215900" imgH="228600" progId="Equation.3">
                    <p:embed/>
                  </p:oleObj>
                </mc:Choice>
                <mc:Fallback>
                  <p:oleObj r:id="rId32" imgW="215900" imgH="228600" progId="Equation.3">
                    <p:embed/>
                    <p:pic>
                      <p:nvPicPr>
                        <p:cNvPr id="0" name="图片 3106"/>
                        <p:cNvPicPr/>
                        <p:nvPr/>
                      </p:nvPicPr>
                      <p:blipFill>
                        <a:blip r:embed="rId25"/>
                        <a:stretch>
                          <a:fillRect/>
                        </a:stretch>
                      </p:blipFill>
                      <p:spPr>
                        <a:xfrm>
                          <a:off x="3881961" y="3799871"/>
                          <a:ext cx="253761" cy="228800"/>
                        </a:xfrm>
                        <a:prstGeom prst="rect">
                          <a:avLst/>
                        </a:prstGeom>
                        <a:noFill/>
                        <a:ln w="38100">
                          <a:noFill/>
                          <a:miter/>
                        </a:ln>
                      </p:spPr>
                    </p:pic>
                  </p:oleObj>
                </mc:Fallback>
              </mc:AlternateContent>
            </a:graphicData>
          </a:graphic>
        </p:graphicFrame>
        <p:sp>
          <p:nvSpPr>
            <p:cNvPr id="18492" name="Rectangle 27" descr="深色下对角线"/>
            <p:cNvSpPr/>
            <p:nvPr/>
          </p:nvSpPr>
          <p:spPr>
            <a:xfrm>
              <a:off x="1519568" y="4406872"/>
              <a:ext cx="52363" cy="364543"/>
            </a:xfrm>
            <a:prstGeom prst="rect">
              <a:avLst/>
            </a:prstGeom>
            <a:pattFill prst="dkDnDiag">
              <a:fgClr>
                <a:srgbClr val="3B7283"/>
              </a:fgClr>
              <a:bgClr>
                <a:srgbClr val="7DACAD"/>
              </a:bgClr>
            </a:pattFill>
            <a:ln w="9525" cap="flat" cmpd="sng">
              <a:solidFill>
                <a:schemeClr val="tx1"/>
              </a:solidFill>
              <a:prstDash val="solid"/>
              <a:miter/>
              <a:headEnd type="none" w="med" len="med"/>
              <a:tailEnd type="none" w="med" len="med"/>
            </a:ln>
          </p:spPr>
          <p:txBody>
            <a:bodyPr wrap="none" anchor="ctr" anchorCtr="0"/>
            <a:lstStyle/>
            <a:p>
              <a:endParaRPr lang="zh-CN" altLang="en-US" sz="1600" dirty="0">
                <a:latin typeface="Arial" panose="020B0604020202020204" pitchFamily="34" charset="0"/>
                <a:ea typeface="宋体" panose="02010600030101010101" pitchFamily="2" charset="-122"/>
              </a:endParaRPr>
            </a:p>
          </p:txBody>
        </p:sp>
        <p:sp>
          <p:nvSpPr>
            <p:cNvPr id="18493" name="Line 30"/>
            <p:cNvSpPr/>
            <p:nvPr/>
          </p:nvSpPr>
          <p:spPr>
            <a:xfrm flipV="1">
              <a:off x="1531893" y="4049485"/>
              <a:ext cx="993593" cy="312989"/>
            </a:xfrm>
            <a:prstGeom prst="line">
              <a:avLst/>
            </a:prstGeom>
            <a:ln w="28575" cap="flat" cmpd="sng">
              <a:solidFill>
                <a:srgbClr val="FF6600"/>
              </a:solidFill>
              <a:prstDash val="solid"/>
              <a:round/>
              <a:headEnd type="none" w="sm" len="lg"/>
              <a:tailEnd type="none" w="sm" len="lg"/>
            </a:ln>
          </p:spPr>
        </p:sp>
        <p:sp>
          <p:nvSpPr>
            <p:cNvPr id="18494" name="Line 31"/>
            <p:cNvSpPr/>
            <p:nvPr/>
          </p:nvSpPr>
          <p:spPr>
            <a:xfrm flipV="1">
              <a:off x="2564180" y="4003389"/>
              <a:ext cx="1688506" cy="45719"/>
            </a:xfrm>
            <a:prstGeom prst="line">
              <a:avLst/>
            </a:prstGeom>
            <a:ln w="28575" cap="flat" cmpd="sng">
              <a:solidFill>
                <a:srgbClr val="FF6600"/>
              </a:solidFill>
              <a:prstDash val="solid"/>
              <a:round/>
              <a:headEnd type="none" w="sm" len="lg"/>
              <a:tailEnd type="none" w="sm" len="lg"/>
            </a:ln>
          </p:spPr>
        </p:sp>
        <p:sp>
          <p:nvSpPr>
            <p:cNvPr id="18495" name="Rectangle 39"/>
            <p:cNvSpPr/>
            <p:nvPr/>
          </p:nvSpPr>
          <p:spPr>
            <a:xfrm>
              <a:off x="3898073" y="3293609"/>
              <a:ext cx="1107687" cy="348322"/>
            </a:xfrm>
            <a:prstGeom prst="rect">
              <a:avLst/>
            </a:prstGeom>
            <a:noFill/>
            <a:ln w="9525">
              <a:noFill/>
            </a:ln>
          </p:spPr>
          <p:txBody>
            <a:bodyPr lIns="12700" tIns="12700" rIns="12700" bIns="12700" anchor="t" anchorCtr="0"/>
            <a:lstStyle/>
            <a:p>
              <a:pPr algn="just"/>
              <a:r>
                <a:rPr lang="zh-CN" altLang="en-US" sz="2800" b="1" dirty="0">
                  <a:solidFill>
                    <a:srgbClr val="800080"/>
                  </a:solidFill>
                  <a:latin typeface="楷体_GB2312" pitchFamily="1" charset="-122"/>
                  <a:ea typeface="楷体_GB2312" pitchFamily="1" charset="-122"/>
                </a:rPr>
                <a:t>观察屏</a:t>
              </a:r>
              <a:endParaRPr lang="zh-CN" altLang="en-US" sz="3200" dirty="0">
                <a:latin typeface="楷体_GB2312" pitchFamily="1" charset="-122"/>
                <a:ea typeface="楷体_GB2312" pitchFamily="1" charset="-122"/>
              </a:endParaRPr>
            </a:p>
          </p:txBody>
        </p:sp>
        <p:sp>
          <p:nvSpPr>
            <p:cNvPr id="18496" name="Rectangle 40"/>
            <p:cNvSpPr/>
            <p:nvPr/>
          </p:nvSpPr>
          <p:spPr>
            <a:xfrm>
              <a:off x="1248688" y="3293609"/>
              <a:ext cx="1095603" cy="201480"/>
            </a:xfrm>
            <a:prstGeom prst="rect">
              <a:avLst/>
            </a:prstGeom>
            <a:noFill/>
            <a:ln w="9525">
              <a:noFill/>
            </a:ln>
          </p:spPr>
          <p:txBody>
            <a:bodyPr lIns="12700" tIns="12700" rIns="12700" bIns="12700" anchor="t" anchorCtr="0"/>
            <a:lstStyle/>
            <a:p>
              <a:pPr algn="just"/>
              <a:r>
                <a:rPr lang="zh-CN" altLang="en-US" sz="2800" b="1" dirty="0">
                  <a:solidFill>
                    <a:srgbClr val="800080"/>
                  </a:solidFill>
                  <a:latin typeface="楷体_GB2312" pitchFamily="1" charset="-122"/>
                  <a:ea typeface="楷体_GB2312" pitchFamily="1" charset="-122"/>
                </a:rPr>
                <a:t>双缝</a:t>
              </a:r>
              <a:endParaRPr lang="zh-CN" altLang="en-US" sz="3200" dirty="0">
                <a:latin typeface="楷体_GB2312" pitchFamily="1" charset="-122"/>
                <a:ea typeface="楷体_GB2312" pitchFamily="1" charset="-122"/>
              </a:endParaRPr>
            </a:p>
          </p:txBody>
        </p:sp>
        <p:graphicFrame>
          <p:nvGraphicFramePr>
            <p:cNvPr id="18497" name="Object 23"/>
            <p:cNvGraphicFramePr>
              <a:graphicFrameLocks noChangeAspect="1"/>
            </p:cNvGraphicFramePr>
            <p:nvPr/>
          </p:nvGraphicFramePr>
          <p:xfrm>
            <a:off x="3313113" y="4854575"/>
            <a:ext cx="354012" cy="403225"/>
          </p:xfrm>
          <a:graphic>
            <a:graphicData uri="http://schemas.openxmlformats.org/presentationml/2006/ole">
              <mc:AlternateContent xmlns:mc="http://schemas.openxmlformats.org/markup-compatibility/2006">
                <mc:Choice xmlns:v="urn:schemas-microsoft-com:vml" Requires="v">
                  <p:oleObj r:id="rId33" imgW="152400" imgH="203200" progId="Equation.DSMT4">
                    <p:embed/>
                  </p:oleObj>
                </mc:Choice>
                <mc:Fallback>
                  <p:oleObj r:id="rId33" imgW="152400" imgH="203200" progId="Equation.DSMT4">
                    <p:embed/>
                    <p:pic>
                      <p:nvPicPr>
                        <p:cNvPr id="0" name="图片 3110"/>
                        <p:cNvPicPr/>
                        <p:nvPr/>
                      </p:nvPicPr>
                      <p:blipFill>
                        <a:blip r:embed="rId34"/>
                        <a:stretch>
                          <a:fillRect/>
                        </a:stretch>
                      </p:blipFill>
                      <p:spPr>
                        <a:xfrm>
                          <a:off x="3313113" y="4854575"/>
                          <a:ext cx="354012" cy="403225"/>
                        </a:xfrm>
                        <a:prstGeom prst="rect">
                          <a:avLst/>
                        </a:prstGeom>
                        <a:noFill/>
                        <a:ln w="38100">
                          <a:noFill/>
                          <a:miter/>
                        </a:ln>
                      </p:spPr>
                    </p:pic>
                  </p:oleObj>
                </mc:Fallback>
              </mc:AlternateContent>
            </a:graphicData>
          </a:graphic>
        </p:graphicFrame>
        <p:cxnSp>
          <p:nvCxnSpPr>
            <p:cNvPr id="80" name="直接箭头连接符 79"/>
            <p:cNvCxnSpPr/>
            <p:nvPr/>
          </p:nvCxnSpPr>
          <p:spPr bwMode="auto">
            <a:xfrm rot="5400000">
              <a:off x="1816372" y="4544614"/>
              <a:ext cx="1449148" cy="0"/>
            </a:xfrm>
            <a:prstGeom prst="straightConnector1">
              <a:avLst/>
            </a:prstGeom>
            <a:ln>
              <a:headEnd type="arrow"/>
              <a:tailEnd type="arrow"/>
            </a:ln>
          </p:spPr>
          <p:style>
            <a:lnRef idx="1">
              <a:schemeClr val="accent4"/>
            </a:lnRef>
            <a:fillRef idx="0">
              <a:schemeClr val="accent4"/>
            </a:fillRef>
            <a:effectRef idx="0">
              <a:schemeClr val="accent4"/>
            </a:effectRef>
            <a:fontRef idx="minor">
              <a:schemeClr val="tx1"/>
            </a:fontRef>
          </p:style>
        </p:cxnSp>
        <p:sp>
          <p:nvSpPr>
            <p:cNvPr id="18499" name="Line 30"/>
            <p:cNvSpPr/>
            <p:nvPr/>
          </p:nvSpPr>
          <p:spPr>
            <a:xfrm flipV="1">
              <a:off x="1553664" y="4521199"/>
              <a:ext cx="993593" cy="312989"/>
            </a:xfrm>
            <a:prstGeom prst="line">
              <a:avLst/>
            </a:prstGeom>
            <a:ln w="28575" cap="flat" cmpd="sng">
              <a:solidFill>
                <a:srgbClr val="FF6600"/>
              </a:solidFill>
              <a:prstDash val="solid"/>
              <a:round/>
              <a:headEnd type="none" w="sm" len="lg"/>
              <a:tailEnd type="none" w="sm" len="lg"/>
            </a:ln>
          </p:spPr>
        </p:sp>
        <p:sp>
          <p:nvSpPr>
            <p:cNvPr id="18500" name="Line 31"/>
            <p:cNvSpPr/>
            <p:nvPr/>
          </p:nvSpPr>
          <p:spPr>
            <a:xfrm flipV="1">
              <a:off x="2571436" y="4005943"/>
              <a:ext cx="1710277" cy="514880"/>
            </a:xfrm>
            <a:prstGeom prst="line">
              <a:avLst/>
            </a:prstGeom>
            <a:ln w="28575" cap="flat" cmpd="sng">
              <a:solidFill>
                <a:srgbClr val="FF6600"/>
              </a:solidFill>
              <a:prstDash val="solid"/>
              <a:round/>
              <a:headEnd type="none" w="sm" len="lg"/>
              <a:tailEnd type="none" w="sm" len="lg"/>
            </a:ln>
          </p:spPr>
        </p:sp>
        <p:sp>
          <p:nvSpPr>
            <p:cNvPr id="88" name="Line 21"/>
            <p:cNvSpPr>
              <a:spLocks noChangeShapeType="1"/>
            </p:cNvSpPr>
            <p:nvPr/>
          </p:nvSpPr>
          <p:spPr bwMode="auto">
            <a:xfrm flipH="1" flipV="1">
              <a:off x="1570719" y="4361095"/>
              <a:ext cx="157571" cy="415296"/>
            </a:xfrm>
            <a:prstGeom prst="line">
              <a:avLst/>
            </a:prstGeom>
            <a:ln>
              <a:solidFill>
                <a:srgbClr val="FF9933"/>
              </a:solidFill>
              <a:headEnd type="none" w="sm" len="lg"/>
              <a:tailEnd type="none" w="sm" len="lg"/>
            </a:ln>
          </p:spPr>
          <p:style>
            <a:lnRef idx="1">
              <a:schemeClr val="accent4"/>
            </a:lnRef>
            <a:fillRef idx="0">
              <a:schemeClr val="accent4"/>
            </a:fillRef>
            <a:effectRef idx="0">
              <a:schemeClr val="accent4"/>
            </a:effectRef>
            <a:fontRef idx="minor">
              <a:schemeClr val="tx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mn-lt"/>
                <a:ea typeface="+mn-ea"/>
                <a:cs typeface="+mn-cs"/>
              </a:endParaRPr>
            </a:p>
          </p:txBody>
        </p:sp>
        <p:graphicFrame>
          <p:nvGraphicFramePr>
            <p:cNvPr id="18502" name="Object 25"/>
            <p:cNvGraphicFramePr>
              <a:graphicFrameLocks noChangeAspect="1"/>
            </p:cNvGraphicFramePr>
            <p:nvPr/>
          </p:nvGraphicFramePr>
          <p:xfrm>
            <a:off x="858157" y="4413703"/>
            <a:ext cx="323850" cy="352425"/>
          </p:xfrm>
          <a:graphic>
            <a:graphicData uri="http://schemas.openxmlformats.org/presentationml/2006/ole">
              <mc:AlternateContent xmlns:mc="http://schemas.openxmlformats.org/markup-compatibility/2006">
                <mc:Choice xmlns:v="urn:schemas-microsoft-com:vml" Requires="v">
                  <p:oleObj r:id="rId35" imgW="139700" imgH="177800" progId="Equation.DSMT4">
                    <p:embed/>
                  </p:oleObj>
                </mc:Choice>
                <mc:Fallback>
                  <p:oleObj r:id="rId35" imgW="139700" imgH="177800" progId="Equation.DSMT4">
                    <p:embed/>
                    <p:pic>
                      <p:nvPicPr>
                        <p:cNvPr id="0" name="图片 3107"/>
                        <p:cNvPicPr/>
                        <p:nvPr/>
                      </p:nvPicPr>
                      <p:blipFill>
                        <a:blip r:embed="rId36"/>
                        <a:stretch>
                          <a:fillRect/>
                        </a:stretch>
                      </p:blipFill>
                      <p:spPr>
                        <a:xfrm>
                          <a:off x="858157" y="4413703"/>
                          <a:ext cx="323850" cy="352425"/>
                        </a:xfrm>
                        <a:prstGeom prst="rect">
                          <a:avLst/>
                        </a:prstGeom>
                        <a:noFill/>
                        <a:ln w="38100">
                          <a:noFill/>
                          <a:miter/>
                        </a:ln>
                      </p:spPr>
                    </p:pic>
                  </p:oleObj>
                </mc:Fallback>
              </mc:AlternateContent>
            </a:graphicData>
          </a:graphic>
        </p:graphicFrame>
        <p:cxnSp>
          <p:nvCxnSpPr>
            <p:cNvPr id="91" name="直接连接符 90"/>
            <p:cNvCxnSpPr>
              <a:stCxn id="18499" idx="0"/>
              <a:endCxn id="88" idx="0"/>
            </p:cNvCxnSpPr>
            <p:nvPr/>
          </p:nvCxnSpPr>
          <p:spPr bwMode="auto">
            <a:xfrm rot="5400000" flipH="1" flipV="1">
              <a:off x="1611478" y="4718072"/>
              <a:ext cx="58492" cy="175079"/>
            </a:xfrm>
            <a:prstGeom prst="line">
              <a:avLst/>
            </a:prstGeom>
            <a:ln>
              <a:headEnd type="none" w="med" len="med"/>
              <a:tailEnd type="none" w="med" len="med"/>
            </a:ln>
          </p:spPr>
          <p:style>
            <a:lnRef idx="2">
              <a:schemeClr val="accent4"/>
            </a:lnRef>
            <a:fillRef idx="0">
              <a:schemeClr val="accent4"/>
            </a:fillRef>
            <a:effectRef idx="1">
              <a:schemeClr val="accent4"/>
            </a:effectRef>
            <a:fontRef idx="minor">
              <a:schemeClr val="tx1"/>
            </a:fontRef>
          </p:style>
        </p:cxnSp>
        <p:sp>
          <p:nvSpPr>
            <p:cNvPr id="18504" name="Line 56"/>
            <p:cNvSpPr/>
            <p:nvPr/>
          </p:nvSpPr>
          <p:spPr>
            <a:xfrm>
              <a:off x="1589542" y="5740174"/>
              <a:ext cx="1666875" cy="0"/>
            </a:xfrm>
            <a:prstGeom prst="line">
              <a:avLst/>
            </a:prstGeom>
            <a:ln w="38100" cap="flat" cmpd="sng">
              <a:solidFill>
                <a:schemeClr val="tx1"/>
              </a:solidFill>
              <a:prstDash val="solid"/>
              <a:round/>
              <a:headEnd type="none" w="med" len="med"/>
              <a:tailEnd type="none" w="med" len="med"/>
            </a:ln>
          </p:spPr>
        </p:sp>
        <p:sp>
          <p:nvSpPr>
            <p:cNvPr id="18505" name="Line 57"/>
            <p:cNvSpPr/>
            <p:nvPr/>
          </p:nvSpPr>
          <p:spPr>
            <a:xfrm flipH="1" flipV="1">
              <a:off x="1669143" y="4862287"/>
              <a:ext cx="572408" cy="863374"/>
            </a:xfrm>
            <a:prstGeom prst="line">
              <a:avLst/>
            </a:prstGeom>
            <a:ln w="28575" cap="flat" cmpd="sng">
              <a:solidFill>
                <a:schemeClr val="tx1"/>
              </a:solidFill>
              <a:prstDash val="solid"/>
              <a:round/>
              <a:headEnd type="none" w="med" len="med"/>
              <a:tailEnd type="triangle" w="med" len="lg"/>
            </a:ln>
          </p:spPr>
        </p:sp>
        <p:graphicFrame>
          <p:nvGraphicFramePr>
            <p:cNvPr id="18506" name="Object 26"/>
            <p:cNvGraphicFramePr>
              <a:graphicFrameLocks noChangeAspect="1"/>
            </p:cNvGraphicFramePr>
            <p:nvPr/>
          </p:nvGraphicFramePr>
          <p:xfrm>
            <a:off x="1636713" y="5921375"/>
            <a:ext cx="1238250" cy="407988"/>
          </p:xfrm>
          <a:graphic>
            <a:graphicData uri="http://schemas.openxmlformats.org/presentationml/2006/ole">
              <mc:AlternateContent xmlns:mc="http://schemas.openxmlformats.org/markup-compatibility/2006">
                <mc:Choice xmlns:v="urn:schemas-microsoft-com:vml" Requires="v">
                  <p:oleObj r:id="rId37" imgW="532765" imgH="177800" progId="Equation.DSMT4">
                    <p:embed/>
                  </p:oleObj>
                </mc:Choice>
                <mc:Fallback>
                  <p:oleObj r:id="rId37" imgW="532765" imgH="177800" progId="Equation.DSMT4">
                    <p:embed/>
                    <p:pic>
                      <p:nvPicPr>
                        <p:cNvPr id="0" name="图片 3108"/>
                        <p:cNvPicPr/>
                        <p:nvPr/>
                      </p:nvPicPr>
                      <p:blipFill>
                        <a:blip r:embed="rId38"/>
                        <a:stretch>
                          <a:fillRect/>
                        </a:stretch>
                      </p:blipFill>
                      <p:spPr>
                        <a:xfrm>
                          <a:off x="1636713" y="5921375"/>
                          <a:ext cx="1238250" cy="407988"/>
                        </a:xfrm>
                        <a:prstGeom prst="rect">
                          <a:avLst/>
                        </a:prstGeom>
                        <a:noFill/>
                        <a:ln w="38100">
                          <a:noFill/>
                          <a:miter/>
                        </a:ln>
                      </p:spPr>
                    </p:pic>
                  </p:oleObj>
                </mc:Fallback>
              </mc:AlternateContent>
            </a:graphicData>
          </a:graphic>
        </p:graphicFrame>
      </p:grpSp>
      <p:graphicFrame>
        <p:nvGraphicFramePr>
          <p:cNvPr id="96" name="Object 27"/>
          <p:cNvGraphicFramePr>
            <a:graphicFrameLocks noChangeAspect="1"/>
          </p:cNvGraphicFramePr>
          <p:nvPr/>
        </p:nvGraphicFramePr>
        <p:xfrm>
          <a:off x="4556125" y="4233863"/>
          <a:ext cx="2184400" cy="407987"/>
        </p:xfrm>
        <a:graphic>
          <a:graphicData uri="http://schemas.openxmlformats.org/presentationml/2006/ole">
            <mc:AlternateContent xmlns:mc="http://schemas.openxmlformats.org/markup-compatibility/2006">
              <mc:Choice xmlns:v="urn:schemas-microsoft-com:vml" Requires="v">
                <p:oleObj r:id="rId39" imgW="1040765" imgH="177800" progId="Equation.DSMT4">
                  <p:embed/>
                </p:oleObj>
              </mc:Choice>
              <mc:Fallback>
                <p:oleObj r:id="rId39" imgW="1040765" imgH="177800" progId="Equation.DSMT4">
                  <p:embed/>
                  <p:pic>
                    <p:nvPicPr>
                      <p:cNvPr id="0" name="图片 3109"/>
                      <p:cNvPicPr/>
                      <p:nvPr/>
                    </p:nvPicPr>
                    <p:blipFill>
                      <a:blip r:embed="rId40"/>
                      <a:stretch>
                        <a:fillRect/>
                      </a:stretch>
                    </p:blipFill>
                    <p:spPr>
                      <a:xfrm>
                        <a:off x="4556125" y="4233863"/>
                        <a:ext cx="2184400" cy="407987"/>
                      </a:xfrm>
                      <a:prstGeom prst="rect">
                        <a:avLst/>
                      </a:prstGeom>
                      <a:noFill/>
                      <a:ln w="38100">
                        <a:noFill/>
                        <a:miter/>
                      </a:ln>
                    </p:spPr>
                  </p:pic>
                </p:oleObj>
              </mc:Fallback>
            </mc:AlternateContent>
          </a:graphicData>
        </a:graphic>
      </p:graphicFrame>
      <p:sp>
        <p:nvSpPr>
          <p:cNvPr id="98" name="Text Box 17"/>
          <p:cNvSpPr txBox="1"/>
          <p:nvPr/>
        </p:nvSpPr>
        <p:spPr>
          <a:xfrm>
            <a:off x="4384675" y="4800600"/>
            <a:ext cx="3248025" cy="1016000"/>
          </a:xfrm>
          <a:prstGeom prst="rect">
            <a:avLst/>
          </a:prstGeom>
          <a:noFill/>
          <a:ln w="9525">
            <a:noFill/>
          </a:ln>
        </p:spPr>
        <p:txBody>
          <a:bodyPr anchor="t" anchorCtr="0">
            <a:spAutoFit/>
          </a:bodyPr>
          <a:lstStyle/>
          <a:p>
            <a:pPr>
              <a:spcBef>
                <a:spcPct val="50000"/>
              </a:spcBef>
            </a:pPr>
            <a:r>
              <a:rPr lang="zh-CN" altLang="en-US" sz="2400" b="1" dirty="0">
                <a:latin typeface="楷体_GB2312" pitchFamily="1" charset="-122"/>
                <a:ea typeface="楷体_GB2312" pitchFamily="1" charset="-122"/>
              </a:rPr>
              <a:t>双缝位置上下移动</a:t>
            </a:r>
          </a:p>
          <a:p>
            <a:pPr>
              <a:spcBef>
                <a:spcPct val="50000"/>
              </a:spcBef>
            </a:pPr>
            <a:r>
              <a:rPr lang="zh-CN" altLang="en-US" sz="2400" b="1" dirty="0">
                <a:latin typeface="楷体_GB2312" pitchFamily="1" charset="-122"/>
                <a:ea typeface="楷体_GB2312" pitchFamily="1" charset="-122"/>
              </a:rPr>
              <a:t> </a:t>
            </a:r>
            <a:r>
              <a:rPr lang="zh-CN" altLang="en-US" sz="2400" b="1" dirty="0">
                <a:solidFill>
                  <a:srgbClr val="FF0000"/>
                </a:solidFill>
                <a:latin typeface="楷体_GB2312" pitchFamily="1" charset="-122"/>
                <a:ea typeface="楷体_GB2312" pitchFamily="1" charset="-122"/>
              </a:rPr>
              <a:t>干涉</a:t>
            </a:r>
            <a:r>
              <a:rPr lang="zh-CN" altLang="en-US" sz="2400" b="1" dirty="0">
                <a:solidFill>
                  <a:srgbClr val="CC0000"/>
                </a:solidFill>
                <a:latin typeface="楷体_GB2312" pitchFamily="1" charset="-122"/>
                <a:ea typeface="楷体_GB2312" pitchFamily="1" charset="-122"/>
              </a:rPr>
              <a:t>条纹位置？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6"/>
                                        </p:tgtEl>
                                        <p:attrNameLst>
                                          <p:attrName>style.visibility</p:attrName>
                                        </p:attrNameLst>
                                      </p:cBhvr>
                                      <p:to>
                                        <p:strVal val="visible"/>
                                      </p:to>
                                    </p:set>
                                    <p:animEffect transition="in" filter="blinds(horizontal)">
                                      <p:cBhvr>
                                        <p:cTn id="12" dur="500"/>
                                        <p:tgtEl>
                                          <p:spTgt spid="9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8"/>
                                        </p:tgtEl>
                                        <p:attrNameLst>
                                          <p:attrName>style.visibility</p:attrName>
                                        </p:attrNameLst>
                                      </p:cBhvr>
                                      <p:to>
                                        <p:strVal val="visible"/>
                                      </p:to>
                                    </p:set>
                                    <p:animEffect transition="in" filter="blinds(horizontal)">
                                      <p:cBhvr>
                                        <p:cTn id="17"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3" descr="羊皮纸"/>
          <p:cNvSpPr/>
          <p:nvPr/>
        </p:nvSpPr>
        <p:spPr>
          <a:xfrm>
            <a:off x="0" y="0"/>
            <a:ext cx="9144000" cy="546100"/>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458" name="Rectangle 3" descr="羊皮纸"/>
          <p:cNvSpPr/>
          <p:nvPr/>
        </p:nvSpPr>
        <p:spPr>
          <a:xfrm>
            <a:off x="0" y="6459538"/>
            <a:ext cx="9144000" cy="398462"/>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459" name="Rectangle 4">
            <a:hlinkClick r:id="rId3" action="ppaction://hlinkfile"/>
          </p:cNvPr>
          <p:cNvSpPr/>
          <p:nvPr/>
        </p:nvSpPr>
        <p:spPr>
          <a:xfrm>
            <a:off x="1198563" y="815975"/>
            <a:ext cx="7315200" cy="3352800"/>
          </a:xfrm>
          <a:prstGeom prst="rect">
            <a:avLst/>
          </a:prstGeom>
          <a:no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nvGrpSpPr>
          <p:cNvPr id="2" name="Group 7"/>
          <p:cNvGrpSpPr/>
          <p:nvPr/>
        </p:nvGrpSpPr>
        <p:grpSpPr>
          <a:xfrm>
            <a:off x="2540000" y="977900"/>
            <a:ext cx="4876800" cy="2590800"/>
            <a:chOff x="1584" y="624"/>
            <a:chExt cx="3072" cy="1632"/>
          </a:xfrm>
        </p:grpSpPr>
        <p:sp>
          <p:nvSpPr>
            <p:cNvPr id="19461" name="Line 8"/>
            <p:cNvSpPr/>
            <p:nvPr/>
          </p:nvSpPr>
          <p:spPr>
            <a:xfrm>
              <a:off x="1584" y="1440"/>
              <a:ext cx="3072" cy="816"/>
            </a:xfrm>
            <a:prstGeom prst="line">
              <a:avLst/>
            </a:prstGeom>
            <a:ln w="28575" cap="flat" cmpd="sng">
              <a:solidFill>
                <a:srgbClr val="0000FF"/>
              </a:solidFill>
              <a:prstDash val="solid"/>
              <a:round/>
              <a:headEnd type="none" w="sm" len="lg"/>
              <a:tailEnd type="none" w="sm" len="lg"/>
            </a:ln>
          </p:spPr>
        </p:sp>
        <p:sp>
          <p:nvSpPr>
            <p:cNvPr id="19462" name="Line 9"/>
            <p:cNvSpPr/>
            <p:nvPr/>
          </p:nvSpPr>
          <p:spPr>
            <a:xfrm flipV="1">
              <a:off x="1584" y="624"/>
              <a:ext cx="3072" cy="816"/>
            </a:xfrm>
            <a:prstGeom prst="line">
              <a:avLst/>
            </a:prstGeom>
            <a:ln w="28575" cap="flat" cmpd="sng">
              <a:solidFill>
                <a:srgbClr val="0000FF"/>
              </a:solidFill>
              <a:prstDash val="solid"/>
              <a:round/>
              <a:headEnd type="none" w="sm" len="lg"/>
              <a:tailEnd type="none" w="sm" len="lg"/>
            </a:ln>
          </p:spPr>
        </p:sp>
        <p:sp>
          <p:nvSpPr>
            <p:cNvPr id="19463" name="Line 10"/>
            <p:cNvSpPr/>
            <p:nvPr/>
          </p:nvSpPr>
          <p:spPr>
            <a:xfrm rot="-803419">
              <a:off x="2185" y="1586"/>
              <a:ext cx="96" cy="48"/>
            </a:xfrm>
            <a:prstGeom prst="line">
              <a:avLst/>
            </a:prstGeom>
            <a:ln w="28575" cap="flat" cmpd="sng">
              <a:solidFill>
                <a:srgbClr val="0000FF"/>
              </a:solidFill>
              <a:prstDash val="solid"/>
              <a:round/>
              <a:headEnd type="none" w="sm" len="lg"/>
              <a:tailEnd type="triangle" w="sm" len="lg"/>
            </a:ln>
          </p:spPr>
        </p:sp>
        <p:sp>
          <p:nvSpPr>
            <p:cNvPr id="19464" name="Line 11"/>
            <p:cNvSpPr/>
            <p:nvPr/>
          </p:nvSpPr>
          <p:spPr>
            <a:xfrm flipV="1">
              <a:off x="2640" y="1104"/>
              <a:ext cx="192" cy="48"/>
            </a:xfrm>
            <a:prstGeom prst="line">
              <a:avLst/>
            </a:prstGeom>
            <a:ln w="28575" cap="flat" cmpd="sng">
              <a:solidFill>
                <a:srgbClr val="0000FF"/>
              </a:solidFill>
              <a:prstDash val="solid"/>
              <a:round/>
              <a:headEnd type="none" w="sm" len="lg"/>
              <a:tailEnd type="triangle" w="sm" len="lg"/>
            </a:ln>
          </p:spPr>
        </p:sp>
      </p:grpSp>
      <p:grpSp>
        <p:nvGrpSpPr>
          <p:cNvPr id="3" name="Group 12"/>
          <p:cNvGrpSpPr/>
          <p:nvPr/>
        </p:nvGrpSpPr>
        <p:grpSpPr>
          <a:xfrm>
            <a:off x="3548063" y="904875"/>
            <a:ext cx="3886200" cy="1981200"/>
            <a:chOff x="2112" y="960"/>
            <a:chExt cx="2448" cy="1248"/>
          </a:xfrm>
        </p:grpSpPr>
        <p:sp>
          <p:nvSpPr>
            <p:cNvPr id="19466" name="Line 13"/>
            <p:cNvSpPr/>
            <p:nvPr/>
          </p:nvSpPr>
          <p:spPr>
            <a:xfrm flipV="1">
              <a:off x="3072" y="1872"/>
              <a:ext cx="1488" cy="336"/>
            </a:xfrm>
            <a:prstGeom prst="line">
              <a:avLst/>
            </a:prstGeom>
            <a:ln w="28575" cap="flat" cmpd="sng">
              <a:solidFill>
                <a:srgbClr val="FF6600"/>
              </a:solidFill>
              <a:prstDash val="solid"/>
              <a:round/>
              <a:headEnd type="none" w="sm" len="lg"/>
              <a:tailEnd type="none" w="sm" len="lg"/>
            </a:ln>
          </p:spPr>
        </p:sp>
        <p:sp>
          <p:nvSpPr>
            <p:cNvPr id="19467" name="Line 14"/>
            <p:cNvSpPr/>
            <p:nvPr/>
          </p:nvSpPr>
          <p:spPr>
            <a:xfrm flipV="1">
              <a:off x="2112" y="960"/>
              <a:ext cx="2448" cy="1248"/>
            </a:xfrm>
            <a:prstGeom prst="line">
              <a:avLst/>
            </a:prstGeom>
            <a:ln w="28575" cap="flat" cmpd="sng">
              <a:solidFill>
                <a:srgbClr val="FF6600"/>
              </a:solidFill>
              <a:prstDash val="solid"/>
              <a:round/>
              <a:headEnd type="none" w="sm" len="lg"/>
              <a:tailEnd type="none" w="sm" len="lg"/>
            </a:ln>
          </p:spPr>
        </p:sp>
        <p:sp>
          <p:nvSpPr>
            <p:cNvPr id="19468" name="Freeform 15"/>
            <p:cNvSpPr/>
            <p:nvPr/>
          </p:nvSpPr>
          <p:spPr>
            <a:xfrm>
              <a:off x="3544" y="1392"/>
              <a:ext cx="152" cy="80"/>
            </a:xfrm>
            <a:custGeom>
              <a:avLst/>
              <a:gdLst/>
              <a:ahLst/>
              <a:cxnLst>
                <a:cxn ang="0">
                  <a:pos x="0" y="80"/>
                </a:cxn>
                <a:cxn ang="0">
                  <a:pos x="152" y="0"/>
                </a:cxn>
              </a:cxnLst>
              <a:rect l="0" t="0" r="0" b="0"/>
              <a:pathLst>
                <a:path w="152" h="80">
                  <a:moveTo>
                    <a:pt x="0" y="80"/>
                  </a:moveTo>
                  <a:lnTo>
                    <a:pt x="152" y="0"/>
                  </a:lnTo>
                </a:path>
              </a:pathLst>
            </a:custGeom>
            <a:noFill/>
            <a:ln w="28575" cap="flat" cmpd="sng">
              <a:solidFill>
                <a:srgbClr val="FF6600"/>
              </a:solidFill>
              <a:prstDash val="solid"/>
              <a:round/>
              <a:headEnd type="none" w="sm" len="lg"/>
              <a:tailEnd type="triangle" w="sm" len="lg"/>
            </a:ln>
          </p:spPr>
          <p:txBody>
            <a:bodyPr/>
            <a:lstStyle/>
            <a:p>
              <a:endParaRPr lang="zh-CN" altLang="en-US"/>
            </a:p>
          </p:txBody>
        </p:sp>
        <p:sp>
          <p:nvSpPr>
            <p:cNvPr id="19469" name="Freeform 16"/>
            <p:cNvSpPr/>
            <p:nvPr/>
          </p:nvSpPr>
          <p:spPr>
            <a:xfrm>
              <a:off x="3924" y="1968"/>
              <a:ext cx="156" cy="44"/>
            </a:xfrm>
            <a:custGeom>
              <a:avLst/>
              <a:gdLst/>
              <a:ahLst/>
              <a:cxnLst>
                <a:cxn ang="0">
                  <a:pos x="0" y="44"/>
                </a:cxn>
                <a:cxn ang="0">
                  <a:pos x="156" y="0"/>
                </a:cxn>
              </a:cxnLst>
              <a:rect l="0" t="0" r="0" b="0"/>
              <a:pathLst>
                <a:path w="156" h="44">
                  <a:moveTo>
                    <a:pt x="0" y="44"/>
                  </a:moveTo>
                  <a:lnTo>
                    <a:pt x="156" y="0"/>
                  </a:lnTo>
                </a:path>
              </a:pathLst>
            </a:custGeom>
            <a:noFill/>
            <a:ln w="28575" cap="flat" cmpd="sng">
              <a:solidFill>
                <a:srgbClr val="FF6600"/>
              </a:solidFill>
              <a:prstDash val="solid"/>
              <a:round/>
              <a:headEnd type="none" w="sm" len="lg"/>
              <a:tailEnd type="triangle" w="sm" len="lg"/>
            </a:ln>
          </p:spPr>
          <p:txBody>
            <a:bodyPr/>
            <a:lstStyle/>
            <a:p>
              <a:endParaRPr lang="zh-CN" altLang="en-US"/>
            </a:p>
          </p:txBody>
        </p:sp>
      </p:grpSp>
      <p:grpSp>
        <p:nvGrpSpPr>
          <p:cNvPr id="4" name="Group 17"/>
          <p:cNvGrpSpPr/>
          <p:nvPr/>
        </p:nvGrpSpPr>
        <p:grpSpPr>
          <a:xfrm>
            <a:off x="2611438" y="2921000"/>
            <a:ext cx="2540000" cy="533400"/>
            <a:chOff x="1458" y="2205"/>
            <a:chExt cx="1600" cy="336"/>
          </a:xfrm>
        </p:grpSpPr>
        <p:sp>
          <p:nvSpPr>
            <p:cNvPr id="19471" name="Line 18"/>
            <p:cNvSpPr/>
            <p:nvPr/>
          </p:nvSpPr>
          <p:spPr>
            <a:xfrm flipH="1">
              <a:off x="1458" y="2205"/>
              <a:ext cx="624" cy="336"/>
            </a:xfrm>
            <a:prstGeom prst="line">
              <a:avLst/>
            </a:prstGeom>
            <a:ln w="28575" cap="flat" cmpd="sng">
              <a:solidFill>
                <a:srgbClr val="FF6600"/>
              </a:solidFill>
              <a:prstDash val="dash"/>
              <a:round/>
              <a:headEnd type="none" w="sm" len="lg"/>
              <a:tailEnd type="none" w="sm" len="lg"/>
            </a:ln>
          </p:spPr>
        </p:sp>
        <p:sp>
          <p:nvSpPr>
            <p:cNvPr id="19472" name="Line 19"/>
            <p:cNvSpPr/>
            <p:nvPr/>
          </p:nvSpPr>
          <p:spPr>
            <a:xfrm flipV="1">
              <a:off x="1474" y="2205"/>
              <a:ext cx="1584" cy="336"/>
            </a:xfrm>
            <a:prstGeom prst="line">
              <a:avLst/>
            </a:prstGeom>
            <a:ln w="28575" cap="flat" cmpd="sng">
              <a:solidFill>
                <a:srgbClr val="FF6600"/>
              </a:solidFill>
              <a:prstDash val="dash"/>
              <a:round/>
              <a:headEnd type="none" w="sm" len="lg"/>
              <a:tailEnd type="none" w="sm" len="lg"/>
            </a:ln>
          </p:spPr>
        </p:sp>
      </p:grpSp>
      <p:grpSp>
        <p:nvGrpSpPr>
          <p:cNvPr id="5" name="Group 20"/>
          <p:cNvGrpSpPr/>
          <p:nvPr/>
        </p:nvGrpSpPr>
        <p:grpSpPr>
          <a:xfrm>
            <a:off x="2611438" y="2273300"/>
            <a:ext cx="2514600" cy="685800"/>
            <a:chOff x="1584" y="1680"/>
            <a:chExt cx="1584" cy="432"/>
          </a:xfrm>
        </p:grpSpPr>
        <p:sp>
          <p:nvSpPr>
            <p:cNvPr id="19474" name="Line 21"/>
            <p:cNvSpPr/>
            <p:nvPr/>
          </p:nvSpPr>
          <p:spPr>
            <a:xfrm>
              <a:off x="1584" y="1680"/>
              <a:ext cx="624" cy="432"/>
            </a:xfrm>
            <a:prstGeom prst="line">
              <a:avLst/>
            </a:prstGeom>
            <a:ln w="28575" cap="flat" cmpd="sng">
              <a:solidFill>
                <a:srgbClr val="FF6600"/>
              </a:solidFill>
              <a:prstDash val="solid"/>
              <a:round/>
              <a:headEnd type="none" w="sm" len="lg"/>
              <a:tailEnd type="none" w="sm" len="lg"/>
            </a:ln>
          </p:spPr>
        </p:sp>
        <p:sp>
          <p:nvSpPr>
            <p:cNvPr id="19475" name="Line 22"/>
            <p:cNvSpPr/>
            <p:nvPr/>
          </p:nvSpPr>
          <p:spPr>
            <a:xfrm>
              <a:off x="1584" y="1680"/>
              <a:ext cx="1584" cy="432"/>
            </a:xfrm>
            <a:prstGeom prst="line">
              <a:avLst/>
            </a:prstGeom>
            <a:ln w="28575" cap="flat" cmpd="sng">
              <a:solidFill>
                <a:srgbClr val="FF6600"/>
              </a:solidFill>
              <a:prstDash val="solid"/>
              <a:round/>
              <a:headEnd type="none" w="sm" len="lg"/>
              <a:tailEnd type="none" w="sm" len="lg"/>
            </a:ln>
          </p:spPr>
        </p:sp>
        <p:sp>
          <p:nvSpPr>
            <p:cNvPr id="19476" name="Line 23"/>
            <p:cNvSpPr/>
            <p:nvPr/>
          </p:nvSpPr>
          <p:spPr>
            <a:xfrm>
              <a:off x="2304" y="1872"/>
              <a:ext cx="192" cy="48"/>
            </a:xfrm>
            <a:prstGeom prst="line">
              <a:avLst/>
            </a:prstGeom>
            <a:ln w="28575" cap="flat" cmpd="sng">
              <a:solidFill>
                <a:srgbClr val="FF6600"/>
              </a:solidFill>
              <a:prstDash val="solid"/>
              <a:round/>
              <a:headEnd type="none" w="sm" len="lg"/>
              <a:tailEnd type="triangle" w="sm" len="lg"/>
            </a:ln>
          </p:spPr>
        </p:sp>
        <p:sp>
          <p:nvSpPr>
            <p:cNvPr id="19477" name="Line 24"/>
            <p:cNvSpPr/>
            <p:nvPr/>
          </p:nvSpPr>
          <p:spPr>
            <a:xfrm>
              <a:off x="1872" y="1872"/>
              <a:ext cx="144" cy="96"/>
            </a:xfrm>
            <a:prstGeom prst="line">
              <a:avLst/>
            </a:prstGeom>
            <a:ln w="28575" cap="flat" cmpd="sng">
              <a:solidFill>
                <a:srgbClr val="FF6600"/>
              </a:solidFill>
              <a:prstDash val="solid"/>
              <a:round/>
              <a:headEnd type="none" w="sm" len="lg"/>
              <a:tailEnd type="triangle" w="sm" len="lg"/>
            </a:ln>
          </p:spPr>
        </p:sp>
      </p:grpSp>
      <p:grpSp>
        <p:nvGrpSpPr>
          <p:cNvPr id="6" name="Group 25"/>
          <p:cNvGrpSpPr/>
          <p:nvPr/>
        </p:nvGrpSpPr>
        <p:grpSpPr>
          <a:xfrm>
            <a:off x="1466850" y="2273300"/>
            <a:ext cx="1089025" cy="1693863"/>
            <a:chOff x="822" y="1797"/>
            <a:chExt cx="686" cy="1067"/>
          </a:xfrm>
        </p:grpSpPr>
        <p:graphicFrame>
          <p:nvGraphicFramePr>
            <p:cNvPr id="19479" name="Object 26"/>
            <p:cNvGraphicFramePr>
              <a:graphicFrameLocks noChangeAspect="1"/>
            </p:cNvGraphicFramePr>
            <p:nvPr/>
          </p:nvGraphicFramePr>
          <p:xfrm>
            <a:off x="1202" y="2432"/>
            <a:ext cx="288" cy="432"/>
          </p:xfrm>
          <a:graphic>
            <a:graphicData uri="http://schemas.openxmlformats.org/presentationml/2006/ole">
              <mc:AlternateContent xmlns:mc="http://schemas.openxmlformats.org/markup-compatibility/2006">
                <mc:Choice xmlns:v="urn:schemas-microsoft-com:vml" Requires="v">
                  <p:oleObj r:id="rId4" imgW="3657600" imgH="5181600" progId="Equation.3">
                    <p:embed/>
                  </p:oleObj>
                </mc:Choice>
                <mc:Fallback>
                  <p:oleObj r:id="rId4" imgW="3657600" imgH="5181600" progId="Equation.3">
                    <p:embed/>
                    <p:pic>
                      <p:nvPicPr>
                        <p:cNvPr id="0" name="图片 3112"/>
                        <p:cNvPicPr/>
                        <p:nvPr/>
                      </p:nvPicPr>
                      <p:blipFill>
                        <a:blip r:embed="rId5"/>
                        <a:stretch>
                          <a:fillRect/>
                        </a:stretch>
                      </p:blipFill>
                      <p:spPr>
                        <a:xfrm>
                          <a:off x="1202" y="2432"/>
                          <a:ext cx="288" cy="432"/>
                        </a:xfrm>
                        <a:prstGeom prst="rect">
                          <a:avLst/>
                        </a:prstGeom>
                        <a:noFill/>
                        <a:ln w="38100">
                          <a:noFill/>
                          <a:miter/>
                        </a:ln>
                      </p:spPr>
                    </p:pic>
                  </p:oleObj>
                </mc:Fallback>
              </mc:AlternateContent>
            </a:graphicData>
          </a:graphic>
        </p:graphicFrame>
        <p:sp>
          <p:nvSpPr>
            <p:cNvPr id="19480" name="Line 27"/>
            <p:cNvSpPr/>
            <p:nvPr/>
          </p:nvSpPr>
          <p:spPr>
            <a:xfrm flipH="1">
              <a:off x="980" y="1797"/>
              <a:ext cx="528" cy="0"/>
            </a:xfrm>
            <a:prstGeom prst="line">
              <a:avLst/>
            </a:prstGeom>
            <a:ln w="19050" cap="flat" cmpd="sng">
              <a:solidFill>
                <a:srgbClr val="000000"/>
              </a:solidFill>
              <a:prstDash val="dash"/>
              <a:round/>
              <a:headEnd type="none" w="sm" len="lg"/>
              <a:tailEnd type="none" w="sm" len="lg"/>
            </a:ln>
          </p:spPr>
        </p:sp>
        <p:sp>
          <p:nvSpPr>
            <p:cNvPr id="19481" name="Line 28"/>
            <p:cNvSpPr/>
            <p:nvPr/>
          </p:nvSpPr>
          <p:spPr>
            <a:xfrm flipH="1">
              <a:off x="980" y="2565"/>
              <a:ext cx="528" cy="0"/>
            </a:xfrm>
            <a:prstGeom prst="line">
              <a:avLst/>
            </a:prstGeom>
            <a:ln w="19050" cap="flat" cmpd="sng">
              <a:solidFill>
                <a:srgbClr val="000000"/>
              </a:solidFill>
              <a:prstDash val="dash"/>
              <a:round/>
              <a:headEnd type="none" w="sm" len="lg"/>
              <a:tailEnd type="none" w="sm" len="lg"/>
            </a:ln>
          </p:spPr>
        </p:sp>
        <p:sp>
          <p:nvSpPr>
            <p:cNvPr id="19482" name="Line 29"/>
            <p:cNvSpPr/>
            <p:nvPr/>
          </p:nvSpPr>
          <p:spPr>
            <a:xfrm>
              <a:off x="1124" y="1797"/>
              <a:ext cx="0" cy="768"/>
            </a:xfrm>
            <a:prstGeom prst="line">
              <a:avLst/>
            </a:prstGeom>
            <a:ln w="28575" cap="flat" cmpd="sng">
              <a:solidFill>
                <a:srgbClr val="FF33CC"/>
              </a:solidFill>
              <a:prstDash val="dash"/>
              <a:round/>
              <a:headEnd type="triangle" w="sm" len="lg"/>
              <a:tailEnd type="triangle" w="sm" len="lg"/>
            </a:ln>
          </p:spPr>
        </p:sp>
        <p:graphicFrame>
          <p:nvGraphicFramePr>
            <p:cNvPr id="19483" name="Object 30"/>
            <p:cNvGraphicFramePr>
              <a:graphicFrameLocks noChangeAspect="1"/>
            </p:cNvGraphicFramePr>
            <p:nvPr/>
          </p:nvGraphicFramePr>
          <p:xfrm>
            <a:off x="822" y="2067"/>
            <a:ext cx="158" cy="201"/>
          </p:xfrm>
          <a:graphic>
            <a:graphicData uri="http://schemas.openxmlformats.org/presentationml/2006/ole">
              <mc:AlternateContent xmlns:mc="http://schemas.openxmlformats.org/markup-compatibility/2006">
                <mc:Choice xmlns:v="urn:schemas-microsoft-com:vml" Requires="v">
                  <p:oleObj r:id="rId6" imgW="139700" imgH="177800" progId="Equation.3">
                    <p:embed/>
                  </p:oleObj>
                </mc:Choice>
                <mc:Fallback>
                  <p:oleObj r:id="rId6" imgW="139700" imgH="177800" progId="Equation.3">
                    <p:embed/>
                    <p:pic>
                      <p:nvPicPr>
                        <p:cNvPr id="0" name="图片 3113"/>
                        <p:cNvPicPr/>
                        <p:nvPr/>
                      </p:nvPicPr>
                      <p:blipFill>
                        <a:blip r:embed="rId7"/>
                        <a:stretch>
                          <a:fillRect/>
                        </a:stretch>
                      </p:blipFill>
                      <p:spPr>
                        <a:xfrm>
                          <a:off x="822" y="2067"/>
                          <a:ext cx="158" cy="201"/>
                        </a:xfrm>
                        <a:prstGeom prst="rect">
                          <a:avLst/>
                        </a:prstGeom>
                        <a:noFill/>
                        <a:ln w="38100">
                          <a:noFill/>
                          <a:miter/>
                        </a:ln>
                      </p:spPr>
                    </p:pic>
                  </p:oleObj>
                </mc:Fallback>
              </mc:AlternateContent>
            </a:graphicData>
          </a:graphic>
        </p:graphicFrame>
      </p:grpSp>
      <p:sp>
        <p:nvSpPr>
          <p:cNvPr id="339999" name="Freeform 31" descr="浅色上对角线"/>
          <p:cNvSpPr/>
          <p:nvPr/>
        </p:nvSpPr>
        <p:spPr>
          <a:xfrm>
            <a:off x="3979863" y="904875"/>
            <a:ext cx="3455987" cy="2016125"/>
          </a:xfrm>
          <a:custGeom>
            <a:avLst/>
            <a:gdLst/>
            <a:ahLst/>
            <a:cxnLst>
              <a:cxn ang="0">
                <a:pos x="2147483647" y="2147483647"/>
              </a:cxn>
              <a:cxn ang="0">
                <a:pos x="2147483647" y="0"/>
              </a:cxn>
              <a:cxn ang="0">
                <a:pos x="2147483647" y="2147483647"/>
              </a:cxn>
              <a:cxn ang="0">
                <a:pos x="2147483647" y="2147483647"/>
              </a:cxn>
              <a:cxn ang="0">
                <a:pos x="0" y="2147483647"/>
              </a:cxn>
            </a:cxnLst>
            <a:rect l="0" t="0" r="0" b="0"/>
            <a:pathLst>
              <a:path w="2112" h="1248">
                <a:moveTo>
                  <a:pt x="48" y="1056"/>
                </a:moveTo>
                <a:lnTo>
                  <a:pt x="2112" y="0"/>
                </a:lnTo>
                <a:lnTo>
                  <a:pt x="2112" y="912"/>
                </a:lnTo>
                <a:lnTo>
                  <a:pt x="624" y="1248"/>
                </a:lnTo>
                <a:lnTo>
                  <a:pt x="0" y="1056"/>
                </a:lnTo>
              </a:path>
            </a:pathLst>
          </a:custGeom>
          <a:blipFill rotWithShape="0">
            <a:blip r:embed="rId8"/>
          </a:blipFill>
          <a:ln w="9525" cap="flat" cmpd="sng">
            <a:solidFill>
              <a:schemeClr val="tx1"/>
            </a:solidFill>
            <a:prstDash val="solid"/>
            <a:round/>
            <a:headEnd type="none" w="sm" len="lg"/>
            <a:tailEnd type="none" w="sm" len="lg"/>
          </a:ln>
        </p:spPr>
        <p:txBody>
          <a:bodyPr/>
          <a:lstStyle/>
          <a:p>
            <a:endParaRPr lang="zh-CN" altLang="en-US"/>
          </a:p>
        </p:txBody>
      </p:sp>
      <p:grpSp>
        <p:nvGrpSpPr>
          <p:cNvPr id="7" name="Group 32"/>
          <p:cNvGrpSpPr/>
          <p:nvPr/>
        </p:nvGrpSpPr>
        <p:grpSpPr>
          <a:xfrm>
            <a:off x="2116138" y="528638"/>
            <a:ext cx="6307137" cy="3484562"/>
            <a:chOff x="1207" y="590"/>
            <a:chExt cx="3973" cy="2195"/>
          </a:xfrm>
        </p:grpSpPr>
        <p:sp>
          <p:nvSpPr>
            <p:cNvPr id="19486" name="Text Box 33"/>
            <p:cNvSpPr txBox="1"/>
            <p:nvPr/>
          </p:nvSpPr>
          <p:spPr>
            <a:xfrm>
              <a:off x="4604" y="590"/>
              <a:ext cx="576" cy="327"/>
            </a:xfrm>
            <a:prstGeom prst="rect">
              <a:avLst/>
            </a:prstGeom>
            <a:noFill/>
            <a:ln w="9525">
              <a:noFill/>
            </a:ln>
          </p:spPr>
          <p:txBody>
            <a:bodyPr anchor="t" anchorCtr="0">
              <a:spAutoFit/>
            </a:bodyPr>
            <a:lstStyle/>
            <a:p>
              <a:pPr>
                <a:spcBef>
                  <a:spcPct val="50000"/>
                </a:spcBef>
              </a:pPr>
              <a:r>
                <a:rPr lang="en-US" altLang="zh-CN" sz="2800" b="1" i="1" dirty="0">
                  <a:solidFill>
                    <a:srgbClr val="000000"/>
                  </a:solidFill>
                  <a:latin typeface="Times New Roman" panose="02020603050405020304" pitchFamily="18" charset="0"/>
                  <a:ea typeface="楷体_GB2312" pitchFamily="1" charset="-122"/>
                </a:rPr>
                <a:t>P</a:t>
              </a:r>
            </a:p>
          </p:txBody>
        </p:sp>
        <p:grpSp>
          <p:nvGrpSpPr>
            <p:cNvPr id="19487" name="Group 34"/>
            <p:cNvGrpSpPr/>
            <p:nvPr/>
          </p:nvGrpSpPr>
          <p:grpSpPr>
            <a:xfrm>
              <a:off x="1207" y="771"/>
              <a:ext cx="3841" cy="2014"/>
              <a:chOff x="1202" y="890"/>
              <a:chExt cx="3841" cy="2014"/>
            </a:xfrm>
          </p:grpSpPr>
          <p:sp>
            <p:nvSpPr>
              <p:cNvPr id="19488" name="Text Box 35"/>
              <p:cNvSpPr txBox="1"/>
              <p:nvPr/>
            </p:nvSpPr>
            <p:spPr>
              <a:xfrm>
                <a:off x="2544" y="2217"/>
                <a:ext cx="768" cy="327"/>
              </a:xfrm>
              <a:prstGeom prst="rect">
                <a:avLst/>
              </a:prstGeom>
              <a:noFill/>
              <a:ln w="9525">
                <a:noFill/>
              </a:ln>
            </p:spPr>
            <p:txBody>
              <a:bodyPr anchor="t" anchorCtr="0">
                <a:spAutoFit/>
              </a:bodyPr>
              <a:lstStyle/>
              <a:p>
                <a:pPr fontAlgn="t">
                  <a:spcBef>
                    <a:spcPct val="50000"/>
                  </a:spcBef>
                </a:pPr>
                <a:r>
                  <a:rPr lang="en-US" altLang="zh-CN" sz="2800" b="1" i="1" dirty="0">
                    <a:solidFill>
                      <a:srgbClr val="000000"/>
                    </a:solidFill>
                    <a:latin typeface="Times New Roman" panose="02020603050405020304" pitchFamily="18" charset="0"/>
                    <a:ea typeface="楷体_GB2312" pitchFamily="1" charset="-122"/>
                  </a:rPr>
                  <a:t>M</a:t>
                </a:r>
              </a:p>
            </p:txBody>
          </p:sp>
          <p:grpSp>
            <p:nvGrpSpPr>
              <p:cNvPr id="19489" name="Group 36"/>
              <p:cNvGrpSpPr/>
              <p:nvPr/>
            </p:nvGrpSpPr>
            <p:grpSpPr>
              <a:xfrm>
                <a:off x="1202" y="890"/>
                <a:ext cx="3841" cy="2014"/>
                <a:chOff x="1199" y="890"/>
                <a:chExt cx="3841" cy="2014"/>
              </a:xfrm>
            </p:grpSpPr>
            <p:sp>
              <p:nvSpPr>
                <p:cNvPr id="19490" name="Rectangle 37" descr="深色上对角线"/>
                <p:cNvSpPr/>
                <p:nvPr/>
              </p:nvSpPr>
              <p:spPr>
                <a:xfrm>
                  <a:off x="2109" y="2205"/>
                  <a:ext cx="960" cy="48"/>
                </a:xfrm>
                <a:prstGeom prst="rect">
                  <a:avLst/>
                </a:prstGeom>
                <a:blipFill rotWithShape="0">
                  <a:blip r:embed="rId9"/>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nvGrpSpPr>
                <p:cNvPr id="19491" name="Group 38"/>
                <p:cNvGrpSpPr/>
                <p:nvPr/>
              </p:nvGrpSpPr>
              <p:grpSpPr>
                <a:xfrm>
                  <a:off x="1199" y="890"/>
                  <a:ext cx="3841" cy="2014"/>
                  <a:chOff x="1202" y="869"/>
                  <a:chExt cx="3841" cy="2014"/>
                </a:xfrm>
              </p:grpSpPr>
              <p:sp>
                <p:nvSpPr>
                  <p:cNvPr id="19492" name="Rectangle 39" descr="深色下对角线"/>
                  <p:cNvSpPr/>
                  <p:nvPr/>
                </p:nvSpPr>
                <p:spPr>
                  <a:xfrm>
                    <a:off x="4558" y="869"/>
                    <a:ext cx="48" cy="1872"/>
                  </a:xfrm>
                  <a:prstGeom prst="rect">
                    <a:avLst/>
                  </a:prstGeom>
                  <a:blipFill rotWithShape="0">
                    <a:blip r:embed="rId10"/>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493" name="Line 40"/>
                  <p:cNvSpPr/>
                  <p:nvPr/>
                </p:nvSpPr>
                <p:spPr>
                  <a:xfrm>
                    <a:off x="1519" y="2069"/>
                    <a:ext cx="0" cy="720"/>
                  </a:xfrm>
                  <a:prstGeom prst="line">
                    <a:avLst/>
                  </a:prstGeom>
                  <a:ln w="9525" cap="flat" cmpd="sng">
                    <a:solidFill>
                      <a:srgbClr val="000000"/>
                    </a:solidFill>
                    <a:prstDash val="dash"/>
                    <a:round/>
                    <a:headEnd type="none" w="med" len="med"/>
                    <a:tailEnd type="none" w="med" len="med"/>
                  </a:ln>
                </p:spPr>
              </p:sp>
              <p:graphicFrame>
                <p:nvGraphicFramePr>
                  <p:cNvPr id="19494" name="Object 41"/>
                  <p:cNvGraphicFramePr>
                    <a:graphicFrameLocks noChangeAspect="1"/>
                  </p:cNvGraphicFramePr>
                  <p:nvPr/>
                </p:nvGraphicFramePr>
                <p:xfrm>
                  <a:off x="2699" y="2590"/>
                  <a:ext cx="316" cy="293"/>
                </p:xfrm>
                <a:graphic>
                  <a:graphicData uri="http://schemas.openxmlformats.org/presentationml/2006/ole">
                    <mc:AlternateContent xmlns:mc="http://schemas.openxmlformats.org/markup-compatibility/2006">
                      <mc:Choice xmlns:v="urn:schemas-microsoft-com:vml" Requires="v">
                        <p:oleObj r:id="rId11" imgW="190500" imgH="177800" progId="Equation.3">
                          <p:embed/>
                        </p:oleObj>
                      </mc:Choice>
                      <mc:Fallback>
                        <p:oleObj r:id="rId11" imgW="190500" imgH="177800" progId="Equation.3">
                          <p:embed/>
                          <p:pic>
                            <p:nvPicPr>
                              <p:cNvPr id="0" name="图片 3114"/>
                              <p:cNvPicPr/>
                              <p:nvPr/>
                            </p:nvPicPr>
                            <p:blipFill>
                              <a:blip r:embed="rId12"/>
                              <a:stretch>
                                <a:fillRect/>
                              </a:stretch>
                            </p:blipFill>
                            <p:spPr>
                              <a:xfrm>
                                <a:off x="2699" y="2590"/>
                                <a:ext cx="316" cy="293"/>
                              </a:xfrm>
                              <a:prstGeom prst="rect">
                                <a:avLst/>
                              </a:prstGeom>
                              <a:noFill/>
                              <a:ln w="38100">
                                <a:noFill/>
                                <a:miter/>
                              </a:ln>
                            </p:spPr>
                          </p:pic>
                        </p:oleObj>
                      </mc:Fallback>
                    </mc:AlternateContent>
                  </a:graphicData>
                </a:graphic>
              </p:graphicFrame>
              <p:sp>
                <p:nvSpPr>
                  <p:cNvPr id="19495" name="Line 42"/>
                  <p:cNvSpPr/>
                  <p:nvPr/>
                </p:nvSpPr>
                <p:spPr>
                  <a:xfrm>
                    <a:off x="3107" y="2704"/>
                    <a:ext cx="1488" cy="0"/>
                  </a:xfrm>
                  <a:prstGeom prst="line">
                    <a:avLst/>
                  </a:prstGeom>
                  <a:ln w="19050" cap="flat" cmpd="sng">
                    <a:solidFill>
                      <a:srgbClr val="000000"/>
                    </a:solidFill>
                    <a:prstDash val="solid"/>
                    <a:round/>
                    <a:headEnd type="none" w="med" len="med"/>
                    <a:tailEnd type="triangle" w="sm" len="lg"/>
                  </a:ln>
                </p:spPr>
              </p:sp>
              <p:sp>
                <p:nvSpPr>
                  <p:cNvPr id="19496" name="Line 43"/>
                  <p:cNvSpPr/>
                  <p:nvPr/>
                </p:nvSpPr>
                <p:spPr>
                  <a:xfrm flipH="1" flipV="1">
                    <a:off x="1519" y="2715"/>
                    <a:ext cx="1056" cy="0"/>
                  </a:xfrm>
                  <a:prstGeom prst="line">
                    <a:avLst/>
                  </a:prstGeom>
                  <a:ln w="19050" cap="flat" cmpd="sng">
                    <a:solidFill>
                      <a:srgbClr val="000000"/>
                    </a:solidFill>
                    <a:prstDash val="solid"/>
                    <a:round/>
                    <a:headEnd type="none" w="med" len="med"/>
                    <a:tailEnd type="triangle" w="sm" len="lg"/>
                  </a:ln>
                </p:spPr>
              </p:sp>
              <p:grpSp>
                <p:nvGrpSpPr>
                  <p:cNvPr id="19497" name="Group 44"/>
                  <p:cNvGrpSpPr/>
                  <p:nvPr/>
                </p:nvGrpSpPr>
                <p:grpSpPr>
                  <a:xfrm>
                    <a:off x="1202" y="1303"/>
                    <a:ext cx="3841" cy="935"/>
                    <a:chOff x="1188" y="1316"/>
                    <a:chExt cx="3841" cy="935"/>
                  </a:xfrm>
                </p:grpSpPr>
                <p:sp>
                  <p:nvSpPr>
                    <p:cNvPr id="19498" name="Rectangle 45" descr="深色下对角线"/>
                    <p:cNvSpPr/>
                    <p:nvPr/>
                  </p:nvSpPr>
                  <p:spPr>
                    <a:xfrm>
                      <a:off x="1474" y="1316"/>
                      <a:ext cx="48" cy="432"/>
                    </a:xfrm>
                    <a:prstGeom prst="rect">
                      <a:avLst/>
                    </a:prstGeom>
                    <a:blipFill rotWithShape="0">
                      <a:blip r:embed="rId13"/>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499" name="Rectangle 46" descr="深色下对角线"/>
                    <p:cNvSpPr/>
                    <p:nvPr/>
                  </p:nvSpPr>
                  <p:spPr>
                    <a:xfrm>
                      <a:off x="1474" y="1842"/>
                      <a:ext cx="48" cy="336"/>
                    </a:xfrm>
                    <a:prstGeom prst="rect">
                      <a:avLst/>
                    </a:prstGeom>
                    <a:blipFill rotWithShape="0">
                      <a:blip r:embed="rId13"/>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9500" name="Object 47"/>
                    <p:cNvGraphicFramePr>
                      <a:graphicFrameLocks noChangeAspect="1"/>
                    </p:cNvGraphicFramePr>
                    <p:nvPr/>
                  </p:nvGraphicFramePr>
                  <p:xfrm>
                    <a:off x="1188" y="1407"/>
                    <a:ext cx="322" cy="418"/>
                  </p:xfrm>
                  <a:graphic>
                    <a:graphicData uri="http://schemas.openxmlformats.org/presentationml/2006/ole">
                      <mc:AlternateContent xmlns:mc="http://schemas.openxmlformats.org/markup-compatibility/2006">
                        <mc:Choice xmlns:v="urn:schemas-microsoft-com:vml" Requires="v">
                          <p:oleObj r:id="rId14" imgW="3352800" imgH="5181600" progId="Equation.3">
                            <p:embed/>
                          </p:oleObj>
                        </mc:Choice>
                        <mc:Fallback>
                          <p:oleObj r:id="rId14" imgW="3352800" imgH="5181600" progId="Equation.3">
                            <p:embed/>
                            <p:pic>
                              <p:nvPicPr>
                                <p:cNvPr id="0" name="图片 3115"/>
                                <p:cNvPicPr/>
                                <p:nvPr/>
                              </p:nvPicPr>
                              <p:blipFill>
                                <a:blip r:embed="rId15"/>
                                <a:stretch>
                                  <a:fillRect/>
                                </a:stretch>
                              </p:blipFill>
                              <p:spPr>
                                <a:xfrm>
                                  <a:off x="1188" y="1407"/>
                                  <a:ext cx="322" cy="418"/>
                                </a:xfrm>
                                <a:prstGeom prst="rect">
                                  <a:avLst/>
                                </a:prstGeom>
                                <a:noFill/>
                                <a:ln w="38100">
                                  <a:noFill/>
                                  <a:miter/>
                                </a:ln>
                              </p:spPr>
                            </p:pic>
                          </p:oleObj>
                        </mc:Fallback>
                      </mc:AlternateContent>
                    </a:graphicData>
                  </a:graphic>
                </p:graphicFrame>
                <p:sp>
                  <p:nvSpPr>
                    <p:cNvPr id="19501" name="Line 48"/>
                    <p:cNvSpPr/>
                    <p:nvPr/>
                  </p:nvSpPr>
                  <p:spPr>
                    <a:xfrm flipH="1">
                      <a:off x="1429" y="2251"/>
                      <a:ext cx="3600" cy="0"/>
                    </a:xfrm>
                    <a:prstGeom prst="line">
                      <a:avLst/>
                    </a:prstGeom>
                    <a:ln w="19050" cap="flat" cmpd="sng">
                      <a:solidFill>
                        <a:srgbClr val="000000"/>
                      </a:solidFill>
                      <a:prstDash val="dashDot"/>
                      <a:round/>
                      <a:headEnd type="none" w="med" len="med"/>
                      <a:tailEnd type="none" w="med" len="med"/>
                    </a:ln>
                  </p:spPr>
                </p:sp>
              </p:grpSp>
            </p:grpSp>
          </p:grpSp>
        </p:grpSp>
      </p:grpSp>
      <p:grpSp>
        <p:nvGrpSpPr>
          <p:cNvPr id="12" name="Group 49"/>
          <p:cNvGrpSpPr/>
          <p:nvPr/>
        </p:nvGrpSpPr>
        <p:grpSpPr>
          <a:xfrm>
            <a:off x="5086350" y="681038"/>
            <a:ext cx="623888" cy="2851150"/>
            <a:chOff x="3078" y="686"/>
            <a:chExt cx="393" cy="1796"/>
          </a:xfrm>
        </p:grpSpPr>
        <p:grpSp>
          <p:nvGrpSpPr>
            <p:cNvPr id="19503" name="Group 50"/>
            <p:cNvGrpSpPr/>
            <p:nvPr/>
          </p:nvGrpSpPr>
          <p:grpSpPr>
            <a:xfrm>
              <a:off x="3078" y="686"/>
              <a:ext cx="338" cy="1692"/>
              <a:chOff x="5057" y="346"/>
              <a:chExt cx="338" cy="1692"/>
            </a:xfrm>
          </p:grpSpPr>
          <p:sp>
            <p:nvSpPr>
              <p:cNvPr id="19504" name="Line 51"/>
              <p:cNvSpPr/>
              <p:nvPr/>
            </p:nvSpPr>
            <p:spPr>
              <a:xfrm>
                <a:off x="5083" y="1763"/>
                <a:ext cx="312" cy="0"/>
              </a:xfrm>
              <a:prstGeom prst="line">
                <a:avLst/>
              </a:prstGeom>
              <a:ln w="76200" cap="flat" cmpd="sng">
                <a:solidFill>
                  <a:schemeClr val="tx1"/>
                </a:solidFill>
                <a:prstDash val="solid"/>
                <a:miter/>
                <a:headEnd type="none" w="med" len="med"/>
                <a:tailEnd type="none" w="med" len="med"/>
              </a:ln>
            </p:spPr>
          </p:sp>
          <p:sp>
            <p:nvSpPr>
              <p:cNvPr id="19505" name="Rectangle 52" descr="深色下对角线"/>
              <p:cNvSpPr/>
              <p:nvPr/>
            </p:nvSpPr>
            <p:spPr>
              <a:xfrm>
                <a:off x="5057" y="406"/>
                <a:ext cx="48" cy="1632"/>
              </a:xfrm>
              <a:prstGeom prst="rect">
                <a:avLst/>
              </a:prstGeom>
              <a:blipFill rotWithShape="0">
                <a:blip r:embed="rId10"/>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19506" name="Object 53" descr="深色下对角线"/>
              <p:cNvGraphicFramePr>
                <a:graphicFrameLocks noChangeAspect="1"/>
              </p:cNvGraphicFramePr>
              <p:nvPr/>
            </p:nvGraphicFramePr>
            <p:xfrm>
              <a:off x="5106" y="346"/>
              <a:ext cx="264" cy="284"/>
            </p:xfrm>
            <a:graphic>
              <a:graphicData uri="http://schemas.openxmlformats.org/presentationml/2006/ole">
                <mc:AlternateContent xmlns:mc="http://schemas.openxmlformats.org/markup-compatibility/2006">
                  <mc:Choice xmlns:v="urn:schemas-microsoft-com:vml" Requires="v">
                    <p:oleObj r:id="rId16" imgW="152400" imgH="165100" progId="Equation.3">
                      <p:embed/>
                    </p:oleObj>
                  </mc:Choice>
                  <mc:Fallback>
                    <p:oleObj r:id="rId16" imgW="152400" imgH="165100" progId="Equation.3">
                      <p:embed/>
                      <p:pic>
                        <p:nvPicPr>
                          <p:cNvPr id="0" name="图片 3116"/>
                          <p:cNvPicPr/>
                          <p:nvPr/>
                        </p:nvPicPr>
                        <p:blipFill>
                          <a:blip r:embed="rId17"/>
                          <a:stretch>
                            <a:fillRect/>
                          </a:stretch>
                        </p:blipFill>
                        <p:spPr>
                          <a:xfrm>
                            <a:off x="5106" y="346"/>
                            <a:ext cx="264" cy="284"/>
                          </a:xfrm>
                          <a:prstGeom prst="rect">
                            <a:avLst/>
                          </a:prstGeom>
                          <a:noFill/>
                          <a:ln w="38100">
                            <a:noFill/>
                            <a:miter/>
                          </a:ln>
                        </p:spPr>
                      </p:pic>
                    </p:oleObj>
                  </mc:Fallback>
                </mc:AlternateContent>
              </a:graphicData>
            </a:graphic>
          </p:graphicFrame>
          <p:grpSp>
            <p:nvGrpSpPr>
              <p:cNvPr id="19507" name="Group 54"/>
              <p:cNvGrpSpPr/>
              <p:nvPr/>
            </p:nvGrpSpPr>
            <p:grpSpPr>
              <a:xfrm>
                <a:off x="5103" y="1207"/>
                <a:ext cx="288" cy="545"/>
                <a:chOff x="4512" y="3264"/>
                <a:chExt cx="384" cy="480"/>
              </a:xfrm>
            </p:grpSpPr>
            <p:grpSp>
              <p:nvGrpSpPr>
                <p:cNvPr id="19508" name="Group 55"/>
                <p:cNvGrpSpPr/>
                <p:nvPr/>
              </p:nvGrpSpPr>
              <p:grpSpPr>
                <a:xfrm>
                  <a:off x="4512" y="3360"/>
                  <a:ext cx="384" cy="384"/>
                  <a:chOff x="4512" y="3360"/>
                  <a:chExt cx="384" cy="384"/>
                </a:xfrm>
              </p:grpSpPr>
              <p:sp>
                <p:nvSpPr>
                  <p:cNvPr id="19509" name="Rectangle 56"/>
                  <p:cNvSpPr/>
                  <p:nvPr/>
                </p:nvSpPr>
                <p:spPr>
                  <a:xfrm>
                    <a:off x="4512" y="3648"/>
                    <a:ext cx="384" cy="96"/>
                  </a:xfrm>
                  <a:prstGeom prst="rect">
                    <a:avLst/>
                  </a:prstGeom>
                  <a:gradFill rotWithShape="0">
                    <a:gsLst>
                      <a:gs pos="0">
                        <a:srgbClr val="000000"/>
                      </a:gs>
                      <a:gs pos="50000">
                        <a:srgbClr val="FFFF5D"/>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510" name="Rectangle 57"/>
                  <p:cNvSpPr/>
                  <p:nvPr/>
                </p:nvSpPr>
                <p:spPr>
                  <a:xfrm>
                    <a:off x="4512" y="3552"/>
                    <a:ext cx="384" cy="96"/>
                  </a:xfrm>
                  <a:prstGeom prst="rect">
                    <a:avLst/>
                  </a:prstGeom>
                  <a:gradFill rotWithShape="0">
                    <a:gsLst>
                      <a:gs pos="0">
                        <a:srgbClr val="000000"/>
                      </a:gs>
                      <a:gs pos="50000">
                        <a:srgbClr val="FFFF5D"/>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511" name="Rectangle 58"/>
                  <p:cNvSpPr/>
                  <p:nvPr/>
                </p:nvSpPr>
                <p:spPr>
                  <a:xfrm>
                    <a:off x="4512" y="3456"/>
                    <a:ext cx="384" cy="96"/>
                  </a:xfrm>
                  <a:prstGeom prst="rect">
                    <a:avLst/>
                  </a:prstGeom>
                  <a:gradFill rotWithShape="0">
                    <a:gsLst>
                      <a:gs pos="0">
                        <a:srgbClr val="000000"/>
                      </a:gs>
                      <a:gs pos="50000">
                        <a:srgbClr val="FFFF5D"/>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512" name="Rectangle 59"/>
                  <p:cNvSpPr/>
                  <p:nvPr/>
                </p:nvSpPr>
                <p:spPr>
                  <a:xfrm>
                    <a:off x="4512" y="3360"/>
                    <a:ext cx="384" cy="96"/>
                  </a:xfrm>
                  <a:prstGeom prst="rect">
                    <a:avLst/>
                  </a:prstGeom>
                  <a:gradFill rotWithShape="0">
                    <a:gsLst>
                      <a:gs pos="0">
                        <a:srgbClr val="000000"/>
                      </a:gs>
                      <a:gs pos="50000">
                        <a:srgbClr val="FFFF5D"/>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
              <p:nvSpPr>
                <p:cNvPr id="19513" name="Rectangle 60"/>
                <p:cNvSpPr/>
                <p:nvPr/>
              </p:nvSpPr>
              <p:spPr>
                <a:xfrm>
                  <a:off x="4512" y="3264"/>
                  <a:ext cx="384" cy="96"/>
                </a:xfrm>
                <a:prstGeom prst="rect">
                  <a:avLst/>
                </a:prstGeom>
                <a:gradFill rotWithShape="0">
                  <a:gsLst>
                    <a:gs pos="0">
                      <a:srgbClr val="000000"/>
                    </a:gs>
                    <a:gs pos="50000">
                      <a:srgbClr val="FFFF5D"/>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
            <p:nvSpPr>
              <p:cNvPr id="19514" name="Rectangle 61"/>
              <p:cNvSpPr/>
              <p:nvPr/>
            </p:nvSpPr>
            <p:spPr>
              <a:xfrm>
                <a:off x="5103" y="709"/>
                <a:ext cx="288" cy="528"/>
              </a:xfrm>
              <a:prstGeom prst="rect">
                <a:avLst/>
              </a:prstGeom>
              <a:gradFill rotWithShape="0">
                <a:gsLst>
                  <a:gs pos="0">
                    <a:srgbClr val="FFFF5D"/>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
          <p:nvSpPr>
            <p:cNvPr id="19515" name="Text Box 62"/>
            <p:cNvSpPr txBox="1"/>
            <p:nvPr/>
          </p:nvSpPr>
          <p:spPr>
            <a:xfrm>
              <a:off x="3135" y="2155"/>
              <a:ext cx="336" cy="327"/>
            </a:xfrm>
            <a:prstGeom prst="rect">
              <a:avLst/>
            </a:prstGeom>
            <a:noFill/>
            <a:ln w="9525">
              <a:noFill/>
            </a:ln>
          </p:spPr>
          <p:txBody>
            <a:bodyPr anchor="t" anchorCtr="0">
              <a:spAutoFit/>
            </a:bodyPr>
            <a:lstStyle/>
            <a:p>
              <a:pPr>
                <a:spcBef>
                  <a:spcPct val="50000"/>
                </a:spcBef>
              </a:pPr>
              <a:r>
                <a:rPr lang="en-US" altLang="zh-CN" sz="2800" b="1" i="1" dirty="0">
                  <a:solidFill>
                    <a:srgbClr val="CC0000"/>
                  </a:solidFill>
                  <a:latin typeface="Times New Roman" panose="02020603050405020304" pitchFamily="18" charset="0"/>
                  <a:ea typeface="楷体_GB2312" pitchFamily="1" charset="-122"/>
                </a:rPr>
                <a:t>L</a:t>
              </a:r>
            </a:p>
          </p:txBody>
        </p:sp>
      </p:grpSp>
      <p:grpSp>
        <p:nvGrpSpPr>
          <p:cNvPr id="16" name="Group 63"/>
          <p:cNvGrpSpPr/>
          <p:nvPr/>
        </p:nvGrpSpPr>
        <p:grpSpPr>
          <a:xfrm>
            <a:off x="7516813" y="860425"/>
            <a:ext cx="457200" cy="1485900"/>
            <a:chOff x="4978" y="786"/>
            <a:chExt cx="288" cy="1358"/>
          </a:xfrm>
        </p:grpSpPr>
        <p:grpSp>
          <p:nvGrpSpPr>
            <p:cNvPr id="19517" name="Group 64"/>
            <p:cNvGrpSpPr/>
            <p:nvPr/>
          </p:nvGrpSpPr>
          <p:grpSpPr>
            <a:xfrm>
              <a:off x="4978" y="786"/>
              <a:ext cx="288" cy="528"/>
              <a:chOff x="4512" y="3264"/>
              <a:chExt cx="384" cy="480"/>
            </a:xfrm>
          </p:grpSpPr>
          <p:grpSp>
            <p:nvGrpSpPr>
              <p:cNvPr id="19518" name="Group 65"/>
              <p:cNvGrpSpPr/>
              <p:nvPr/>
            </p:nvGrpSpPr>
            <p:grpSpPr>
              <a:xfrm>
                <a:off x="4512" y="3360"/>
                <a:ext cx="384" cy="384"/>
                <a:chOff x="4512" y="3360"/>
                <a:chExt cx="384" cy="384"/>
              </a:xfrm>
            </p:grpSpPr>
            <p:sp>
              <p:nvSpPr>
                <p:cNvPr id="19519" name="Rectangle 66"/>
                <p:cNvSpPr/>
                <p:nvPr/>
              </p:nvSpPr>
              <p:spPr>
                <a:xfrm>
                  <a:off x="4512" y="3648"/>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520" name="Rectangle 67"/>
                <p:cNvSpPr/>
                <p:nvPr/>
              </p:nvSpPr>
              <p:spPr>
                <a:xfrm>
                  <a:off x="4512" y="3552"/>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521" name="Rectangle 68"/>
                <p:cNvSpPr/>
                <p:nvPr/>
              </p:nvSpPr>
              <p:spPr>
                <a:xfrm>
                  <a:off x="4512" y="3456"/>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522" name="Rectangle 69"/>
                <p:cNvSpPr/>
                <p:nvPr/>
              </p:nvSpPr>
              <p:spPr>
                <a:xfrm>
                  <a:off x="4512" y="3360"/>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
            <p:nvSpPr>
              <p:cNvPr id="19523" name="Rectangle 70"/>
              <p:cNvSpPr/>
              <p:nvPr/>
            </p:nvSpPr>
            <p:spPr>
              <a:xfrm>
                <a:off x="4512" y="3264"/>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grpSp>
          <p:nvGrpSpPr>
            <p:cNvPr id="19524" name="Group 71"/>
            <p:cNvGrpSpPr/>
            <p:nvPr/>
          </p:nvGrpSpPr>
          <p:grpSpPr>
            <a:xfrm>
              <a:off x="4978" y="1301"/>
              <a:ext cx="288" cy="528"/>
              <a:chOff x="4512" y="3264"/>
              <a:chExt cx="384" cy="480"/>
            </a:xfrm>
          </p:grpSpPr>
          <p:grpSp>
            <p:nvGrpSpPr>
              <p:cNvPr id="19525" name="Group 72"/>
              <p:cNvGrpSpPr/>
              <p:nvPr/>
            </p:nvGrpSpPr>
            <p:grpSpPr>
              <a:xfrm>
                <a:off x="4512" y="3360"/>
                <a:ext cx="384" cy="384"/>
                <a:chOff x="4512" y="3360"/>
                <a:chExt cx="384" cy="384"/>
              </a:xfrm>
            </p:grpSpPr>
            <p:sp>
              <p:nvSpPr>
                <p:cNvPr id="19526" name="Rectangle 73"/>
                <p:cNvSpPr/>
                <p:nvPr/>
              </p:nvSpPr>
              <p:spPr>
                <a:xfrm>
                  <a:off x="4512" y="3648"/>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527" name="Rectangle 74"/>
                <p:cNvSpPr/>
                <p:nvPr/>
              </p:nvSpPr>
              <p:spPr>
                <a:xfrm>
                  <a:off x="4512" y="3552"/>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528" name="Rectangle 75"/>
                <p:cNvSpPr/>
                <p:nvPr/>
              </p:nvSpPr>
              <p:spPr>
                <a:xfrm>
                  <a:off x="4512" y="3456"/>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529" name="Rectangle 76"/>
                <p:cNvSpPr/>
                <p:nvPr/>
              </p:nvSpPr>
              <p:spPr>
                <a:xfrm>
                  <a:off x="4512" y="3360"/>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
            <p:nvSpPr>
              <p:cNvPr id="19530" name="Rectangle 77"/>
              <p:cNvSpPr/>
              <p:nvPr/>
            </p:nvSpPr>
            <p:spPr>
              <a:xfrm>
                <a:off x="4512" y="3264"/>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grpSp>
          <p:nvGrpSpPr>
            <p:cNvPr id="19531" name="Group 78"/>
            <p:cNvGrpSpPr/>
            <p:nvPr/>
          </p:nvGrpSpPr>
          <p:grpSpPr>
            <a:xfrm>
              <a:off x="4978" y="1827"/>
              <a:ext cx="288" cy="317"/>
              <a:chOff x="4752" y="2880"/>
              <a:chExt cx="288" cy="317"/>
            </a:xfrm>
          </p:grpSpPr>
          <p:sp>
            <p:nvSpPr>
              <p:cNvPr id="19532" name="Rectangle 79"/>
              <p:cNvSpPr/>
              <p:nvPr/>
            </p:nvSpPr>
            <p:spPr>
              <a:xfrm>
                <a:off x="4752" y="3091"/>
                <a:ext cx="288" cy="10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533" name="Rectangle 80"/>
              <p:cNvSpPr/>
              <p:nvPr/>
            </p:nvSpPr>
            <p:spPr>
              <a:xfrm>
                <a:off x="4752" y="2986"/>
                <a:ext cx="288" cy="105"/>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19534" name="Rectangle 81"/>
              <p:cNvSpPr/>
              <p:nvPr/>
            </p:nvSpPr>
            <p:spPr>
              <a:xfrm>
                <a:off x="4752" y="2880"/>
                <a:ext cx="288" cy="10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grpSp>
      <p:sp>
        <p:nvSpPr>
          <p:cNvPr id="340051" name="AutoShape 83"/>
          <p:cNvSpPr/>
          <p:nvPr/>
        </p:nvSpPr>
        <p:spPr>
          <a:xfrm>
            <a:off x="2528888" y="3400425"/>
            <a:ext cx="176212" cy="204788"/>
          </a:xfrm>
          <a:prstGeom prst="irregularSeal1">
            <a:avLst/>
          </a:prstGeom>
          <a:solidFill>
            <a:srgbClr val="FF3300"/>
          </a:solidFill>
          <a:ln w="9525" cap="flat" cmpd="sng">
            <a:solidFill>
              <a:srgbClr val="FF3300"/>
            </a:solidFill>
            <a:prstDash val="solid"/>
            <a:miter/>
            <a:headEnd type="none" w="med" len="med"/>
            <a:tailEnd type="none" w="med" len="lg"/>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nvGrpSpPr>
          <p:cNvPr id="22" name="Group 71"/>
          <p:cNvGrpSpPr/>
          <p:nvPr/>
        </p:nvGrpSpPr>
        <p:grpSpPr>
          <a:xfrm>
            <a:off x="130175" y="4710113"/>
            <a:ext cx="8612188" cy="1568450"/>
            <a:chOff x="272" y="2775"/>
            <a:chExt cx="5425" cy="988"/>
          </a:xfrm>
        </p:grpSpPr>
        <p:sp>
          <p:nvSpPr>
            <p:cNvPr id="19537" name="Text Box 4"/>
            <p:cNvSpPr txBox="1"/>
            <p:nvPr/>
          </p:nvSpPr>
          <p:spPr>
            <a:xfrm>
              <a:off x="272" y="2775"/>
              <a:ext cx="5425" cy="988"/>
            </a:xfrm>
            <a:prstGeom prst="rect">
              <a:avLst/>
            </a:prstGeom>
            <a:noFill/>
            <a:ln w="9525">
              <a:noFill/>
            </a:ln>
          </p:spPr>
          <p:txBody>
            <a:bodyPr wrap="square" anchor="ctr" anchorCtr="0">
              <a:spAutoFit/>
            </a:bodyPr>
            <a:lstStyle/>
            <a:p>
              <a:pPr>
                <a:spcBef>
                  <a:spcPct val="50000"/>
                </a:spcBef>
              </a:pPr>
              <a:r>
                <a:rPr lang="en-US" altLang="zh-CN" sz="2400" b="1" dirty="0">
                  <a:solidFill>
                    <a:srgbClr val="000000"/>
                  </a:solidFill>
                  <a:latin typeface="楷体_GB2312" pitchFamily="1" charset="-122"/>
                  <a:ea typeface="楷体_GB2312" pitchFamily="1" charset="-122"/>
                </a:rPr>
                <a:t>  </a:t>
              </a:r>
              <a:r>
                <a:rPr lang="zh-CN" altLang="en-US" sz="2400" b="1" dirty="0">
                  <a:solidFill>
                    <a:srgbClr val="CC0000"/>
                  </a:solidFill>
                  <a:latin typeface="楷体_GB2312" pitchFamily="1" charset="-122"/>
                  <a:ea typeface="楷体_GB2312" pitchFamily="1" charset="-122"/>
                </a:rPr>
                <a:t>半波损失</a:t>
              </a:r>
              <a:r>
                <a:rPr lang="zh-CN" altLang="en-US" sz="2400" b="1" dirty="0">
                  <a:solidFill>
                    <a:srgbClr val="000000"/>
                  </a:solidFill>
                  <a:latin typeface="楷体_GB2312" pitchFamily="1" charset="-122"/>
                  <a:ea typeface="楷体_GB2312" pitchFamily="1" charset="-122"/>
                </a:rPr>
                <a:t> ：光从折射率较小（光疏介质）的介质射向折射率较大（光密介质）的介质时反射光的相位较之入射光的相位跃变了     </a:t>
              </a:r>
              <a:r>
                <a:rPr lang="en-US" altLang="zh-CN" sz="2400" b="1" dirty="0">
                  <a:solidFill>
                    <a:srgbClr val="000000"/>
                  </a:solidFill>
                  <a:latin typeface="楷体_GB2312" pitchFamily="1" charset="-122"/>
                  <a:ea typeface="楷体_GB2312" pitchFamily="1" charset="-122"/>
                </a:rPr>
                <a:t>, </a:t>
              </a:r>
              <a:r>
                <a:rPr lang="zh-CN" altLang="en-US" sz="2400" b="1" dirty="0">
                  <a:solidFill>
                    <a:srgbClr val="000000"/>
                  </a:solidFill>
                  <a:latin typeface="楷体_GB2312" pitchFamily="1" charset="-122"/>
                  <a:ea typeface="楷体_GB2312" pitchFamily="1" charset="-122"/>
                </a:rPr>
                <a:t>相当于反射光与入射光之间附加了半个波长的波程差，称为半波损失</a:t>
              </a:r>
              <a:r>
                <a:rPr lang="en-US" altLang="zh-CN" sz="2400" b="1" dirty="0">
                  <a:solidFill>
                    <a:srgbClr val="000000"/>
                  </a:solidFill>
                  <a:latin typeface="楷体_GB2312" pitchFamily="1" charset="-122"/>
                  <a:ea typeface="楷体_GB2312" pitchFamily="1" charset="-122"/>
                </a:rPr>
                <a:t>.</a:t>
              </a:r>
            </a:p>
          </p:txBody>
        </p:sp>
        <p:graphicFrame>
          <p:nvGraphicFramePr>
            <p:cNvPr id="19538" name="Object 111"/>
            <p:cNvGraphicFramePr>
              <a:graphicFrameLocks noChangeAspect="1"/>
            </p:cNvGraphicFramePr>
            <p:nvPr/>
          </p:nvGraphicFramePr>
          <p:xfrm>
            <a:off x="735" y="3237"/>
            <a:ext cx="207" cy="263"/>
          </p:xfrm>
          <a:graphic>
            <a:graphicData uri="http://schemas.openxmlformats.org/presentationml/2006/ole">
              <mc:AlternateContent xmlns:mc="http://schemas.openxmlformats.org/markup-compatibility/2006">
                <mc:Choice xmlns:v="urn:schemas-microsoft-com:vml" Requires="v">
                  <p:oleObj r:id="rId18" imgW="127000" imgH="152400" progId="Equation.3">
                    <p:embed/>
                  </p:oleObj>
                </mc:Choice>
                <mc:Fallback>
                  <p:oleObj r:id="rId18" imgW="127000" imgH="152400" progId="Equation.3">
                    <p:embed/>
                    <p:pic>
                      <p:nvPicPr>
                        <p:cNvPr id="0" name="图片 3117"/>
                        <p:cNvPicPr/>
                        <p:nvPr/>
                      </p:nvPicPr>
                      <p:blipFill>
                        <a:blip r:embed="rId19"/>
                        <a:stretch>
                          <a:fillRect/>
                        </a:stretch>
                      </p:blipFill>
                      <p:spPr>
                        <a:xfrm>
                          <a:off x="735" y="3237"/>
                          <a:ext cx="207" cy="263"/>
                        </a:xfrm>
                        <a:prstGeom prst="rect">
                          <a:avLst/>
                        </a:prstGeom>
                        <a:gradFill rotWithShape="0">
                          <a:gsLst>
                            <a:gs pos="0">
                              <a:schemeClr val="folHlink"/>
                            </a:gs>
                            <a:gs pos="50000">
                              <a:schemeClr val="bg1"/>
                            </a:gs>
                            <a:gs pos="100000">
                              <a:schemeClr val="folHlink"/>
                            </a:gs>
                          </a:gsLst>
                          <a:lin ang="5400000" scaled="1"/>
                          <a:tileRect/>
                        </a:gradFill>
                        <a:ln w="9525" cap="flat" cmpd="sng">
                          <a:solidFill>
                            <a:srgbClr val="CC00CC"/>
                          </a:solidFill>
                          <a:prstDash val="solid"/>
                          <a:miter/>
                          <a:headEnd type="none" w="med" len="med"/>
                          <a:tailEnd type="none" w="med" len="med"/>
                        </a:ln>
                      </p:spPr>
                    </p:pic>
                  </p:oleObj>
                </mc:Fallback>
              </mc:AlternateContent>
            </a:graphicData>
          </a:graphic>
        </p:graphicFrame>
      </p:grpSp>
      <p:sp>
        <p:nvSpPr>
          <p:cNvPr id="19539" name="Text Box 83"/>
          <p:cNvSpPr txBox="1"/>
          <p:nvPr/>
        </p:nvSpPr>
        <p:spPr>
          <a:xfrm>
            <a:off x="130175" y="42863"/>
            <a:ext cx="5930900" cy="460375"/>
          </a:xfrm>
          <a:prstGeom prst="rect">
            <a:avLst/>
          </a:prstGeom>
          <a:noFill/>
          <a:ln w="9525">
            <a:noFill/>
          </a:ln>
        </p:spPr>
        <p:txBody>
          <a:bodyPr wrap="square" anchor="t" anchorCtr="0">
            <a:spAutoFit/>
          </a:bodyPr>
          <a:lstStyle/>
          <a:p>
            <a:r>
              <a:rPr lang="zh-CN" altLang="en-US" sz="2400" b="1" dirty="0">
                <a:solidFill>
                  <a:srgbClr val="CC0000"/>
                </a:solidFill>
                <a:latin typeface="Times New Roman" panose="02020603050405020304" pitchFamily="18" charset="0"/>
                <a:ea typeface="楷体_GB2312" pitchFamily="1" charset="-122"/>
              </a:rPr>
              <a:t>二、</a:t>
            </a:r>
            <a:r>
              <a:rPr lang="zh-CN" altLang="en-US" sz="2400" b="1" dirty="0">
                <a:solidFill>
                  <a:srgbClr val="0000CC"/>
                </a:solidFill>
                <a:latin typeface="楷体_GB2312" pitchFamily="1" charset="-122"/>
                <a:ea typeface="楷体_GB2312" pitchFamily="1" charset="-122"/>
              </a:rPr>
              <a:t>劳埃德镜（</a:t>
            </a:r>
            <a:r>
              <a:rPr lang="en-US" altLang="zh-CN" sz="2400" b="1" dirty="0">
                <a:solidFill>
                  <a:srgbClr val="0000CC"/>
                </a:solidFill>
                <a:latin typeface="楷体_GB2312" pitchFamily="1" charset="-122"/>
                <a:ea typeface="楷体_GB2312" pitchFamily="1" charset="-122"/>
              </a:rPr>
              <a:t>0</a:t>
            </a:r>
            <a:r>
              <a:rPr lang="zh-CN" altLang="en-US" sz="2400" b="1" dirty="0">
                <a:solidFill>
                  <a:srgbClr val="0000CC"/>
                </a:solidFill>
                <a:latin typeface="Times New Roman" panose="02020603050405020304" pitchFamily="18" charset="0"/>
                <a:ea typeface="楷体_GB2312" pitchFamily="1" charset="-122"/>
              </a:rPr>
              <a:t>或</a:t>
            </a:r>
            <a:r>
              <a:rPr lang="en-US" altLang="zh-CN" sz="2400" b="1" dirty="0">
                <a:solidFill>
                  <a:srgbClr val="0000CC"/>
                </a:solidFill>
                <a:latin typeface="楷体_GB2312" pitchFamily="1" charset="-122"/>
                <a:ea typeface="楷体_GB2312" pitchFamily="1" charset="-122"/>
              </a:rPr>
              <a:t>3</a:t>
            </a:r>
            <a:r>
              <a:rPr lang="zh-CN" altLang="en-US" sz="2400" b="1" dirty="0">
                <a:solidFill>
                  <a:srgbClr val="0000CC"/>
                </a:solidFill>
                <a:latin typeface="楷体_GB2312" pitchFamily="1" charset="-122"/>
                <a:ea typeface="楷体_GB2312" pitchFamily="1" charset="-122"/>
              </a:rPr>
              <a:t>分）</a:t>
            </a:r>
          </a:p>
        </p:txBody>
      </p:sp>
      <p:sp>
        <p:nvSpPr>
          <p:cNvPr id="109" name="矩形 108"/>
          <p:cNvSpPr/>
          <p:nvPr/>
        </p:nvSpPr>
        <p:spPr>
          <a:xfrm>
            <a:off x="2035175" y="4168775"/>
            <a:ext cx="5416550" cy="461963"/>
          </a:xfrm>
          <a:prstGeom prst="rect">
            <a:avLst/>
          </a:prstGeom>
          <a:noFill/>
          <a:ln w="9525">
            <a:noFill/>
          </a:ln>
        </p:spPr>
        <p:txBody>
          <a:bodyPr wrap="none" anchor="t" anchorCtr="0">
            <a:spAutoFit/>
          </a:bodyPr>
          <a:lstStyle/>
          <a:p>
            <a:r>
              <a:rPr lang="zh-CN" altLang="en-US" sz="2400" b="1" dirty="0">
                <a:solidFill>
                  <a:srgbClr val="FF0000"/>
                </a:solidFill>
                <a:latin typeface="Verdana" panose="020B0604030504040204" pitchFamily="34" charset="0"/>
                <a:ea typeface="宋体" panose="02010600030101010101" pitchFamily="2" charset="-122"/>
              </a:rPr>
              <a:t>与杨氏双缝干涉相比：明暗纹位置对调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99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40051"/>
                                        </p:tgtEl>
                                        <p:attrNameLst>
                                          <p:attrName>style.visibility</p:attrName>
                                        </p:attrNameLst>
                                      </p:cBhvr>
                                      <p:to>
                                        <p:strVal val="visible"/>
                                      </p:to>
                                    </p:set>
                                    <p:animEffect transition="in" filter="blinds(horizontal)">
                                      <p:cBhvr>
                                        <p:cTn id="39" dur="500"/>
                                        <p:tgtEl>
                                          <p:spTgt spid="340051"/>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blinds(horizontal)">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09"/>
                                        </p:tgtEl>
                                        <p:attrNameLst>
                                          <p:attrName>style.visibility</p:attrName>
                                        </p:attrNameLst>
                                      </p:cBhvr>
                                      <p:to>
                                        <p:strVal val="visible"/>
                                      </p:to>
                                    </p:set>
                                    <p:animEffect transition="in" filter="blinds(horizontal)">
                                      <p:cBhvr>
                                        <p:cTn id="49" dur="500"/>
                                        <p:tgtEl>
                                          <p:spTgt spid="109"/>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99" grpId="0" bldLvl="0" animBg="1"/>
      <p:bldP spid="340051" grpId="0" bldLvl="0" animBg="1"/>
      <p:bldP spid="10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3" descr="羊皮纸"/>
          <p:cNvSpPr/>
          <p:nvPr/>
        </p:nvSpPr>
        <p:spPr>
          <a:xfrm>
            <a:off x="0" y="6459538"/>
            <a:ext cx="9144000" cy="398462"/>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43011" name="Object 3"/>
          <p:cNvGraphicFramePr>
            <a:graphicFrameLocks noChangeAspect="1"/>
          </p:cNvGraphicFramePr>
          <p:nvPr/>
        </p:nvGraphicFramePr>
        <p:xfrm>
          <a:off x="4354513" y="465138"/>
          <a:ext cx="2990850" cy="876300"/>
        </p:xfrm>
        <a:graphic>
          <a:graphicData uri="http://schemas.openxmlformats.org/presentationml/2006/ole">
            <mc:AlternateContent xmlns:mc="http://schemas.openxmlformats.org/markup-compatibility/2006">
              <mc:Choice xmlns:v="urn:schemas-microsoft-com:vml" Requires="v">
                <p:oleObj r:id="rId3" imgW="1993900" imgH="457200" progId="Equation.3">
                  <p:embed/>
                </p:oleObj>
              </mc:Choice>
              <mc:Fallback>
                <p:oleObj r:id="rId3" imgW="1993900" imgH="457200" progId="Equation.3">
                  <p:embed/>
                  <p:pic>
                    <p:nvPicPr>
                      <p:cNvPr id="0" name="图片 3118"/>
                      <p:cNvPicPr/>
                      <p:nvPr/>
                    </p:nvPicPr>
                    <p:blipFill>
                      <a:blip r:embed="rId4"/>
                      <a:stretch>
                        <a:fillRect/>
                      </a:stretch>
                    </p:blipFill>
                    <p:spPr>
                      <a:xfrm>
                        <a:off x="4354513" y="465138"/>
                        <a:ext cx="2990850" cy="876300"/>
                      </a:xfrm>
                      <a:prstGeom prst="rect">
                        <a:avLst/>
                      </a:prstGeom>
                      <a:noFill/>
                      <a:ln w="38100">
                        <a:noFill/>
                        <a:miter/>
                      </a:ln>
                    </p:spPr>
                  </p:pic>
                </p:oleObj>
              </mc:Fallback>
            </mc:AlternateContent>
          </a:graphicData>
        </a:graphic>
      </p:graphicFrame>
      <p:graphicFrame>
        <p:nvGraphicFramePr>
          <p:cNvPr id="340077" name="Object 2"/>
          <p:cNvGraphicFramePr>
            <a:graphicFrameLocks noChangeAspect="1"/>
          </p:cNvGraphicFramePr>
          <p:nvPr/>
        </p:nvGraphicFramePr>
        <p:xfrm>
          <a:off x="4498975" y="1628775"/>
          <a:ext cx="3136900" cy="661988"/>
        </p:xfrm>
        <a:graphic>
          <a:graphicData uri="http://schemas.openxmlformats.org/presentationml/2006/ole">
            <mc:AlternateContent xmlns:mc="http://schemas.openxmlformats.org/markup-compatibility/2006">
              <mc:Choice xmlns:v="urn:schemas-microsoft-com:vml" Requires="v">
                <p:oleObj r:id="rId5" imgW="1625600" imgH="393700" progId="Equation.3">
                  <p:embed/>
                </p:oleObj>
              </mc:Choice>
              <mc:Fallback>
                <p:oleObj r:id="rId5" imgW="1625600" imgH="393700" progId="Equation.3">
                  <p:embed/>
                  <p:pic>
                    <p:nvPicPr>
                      <p:cNvPr id="0" name="图片 3119"/>
                      <p:cNvPicPr/>
                      <p:nvPr/>
                    </p:nvPicPr>
                    <p:blipFill>
                      <a:blip r:embed="rId6"/>
                      <a:stretch>
                        <a:fillRect/>
                      </a:stretch>
                    </p:blipFill>
                    <p:spPr>
                      <a:xfrm>
                        <a:off x="4498975" y="1628775"/>
                        <a:ext cx="3136900" cy="661988"/>
                      </a:xfrm>
                      <a:prstGeom prst="rect">
                        <a:avLst/>
                      </a:prstGeom>
                      <a:noFill/>
                      <a:ln w="38100">
                        <a:noFill/>
                        <a:miter/>
                      </a:ln>
                    </p:spPr>
                  </p:pic>
                </p:oleObj>
              </mc:Fallback>
            </mc:AlternateContent>
          </a:graphicData>
        </a:graphic>
      </p:graphicFrame>
      <p:graphicFrame>
        <p:nvGraphicFramePr>
          <p:cNvPr id="8" name="Object 105"/>
          <p:cNvGraphicFramePr>
            <a:graphicFrameLocks noChangeAspect="1"/>
          </p:cNvGraphicFramePr>
          <p:nvPr/>
        </p:nvGraphicFramePr>
        <p:xfrm>
          <a:off x="4498975" y="2357438"/>
          <a:ext cx="2671763" cy="682625"/>
        </p:xfrm>
        <a:graphic>
          <a:graphicData uri="http://schemas.openxmlformats.org/presentationml/2006/ole">
            <mc:AlternateContent xmlns:mc="http://schemas.openxmlformats.org/markup-compatibility/2006">
              <mc:Choice xmlns:v="urn:schemas-microsoft-com:vml" Requires="v">
                <p:oleObj r:id="rId7" imgW="1383665" imgH="406400" progId="Equation.DSMT4">
                  <p:embed/>
                </p:oleObj>
              </mc:Choice>
              <mc:Fallback>
                <p:oleObj r:id="rId7" imgW="1383665" imgH="406400" progId="Equation.DSMT4">
                  <p:embed/>
                  <p:pic>
                    <p:nvPicPr>
                      <p:cNvPr id="0" name="图片 3120"/>
                      <p:cNvPicPr/>
                      <p:nvPr/>
                    </p:nvPicPr>
                    <p:blipFill>
                      <a:blip r:embed="rId8"/>
                      <a:stretch>
                        <a:fillRect/>
                      </a:stretch>
                    </p:blipFill>
                    <p:spPr>
                      <a:xfrm>
                        <a:off x="4498975" y="2357438"/>
                        <a:ext cx="2671763" cy="682625"/>
                      </a:xfrm>
                      <a:prstGeom prst="rect">
                        <a:avLst/>
                      </a:prstGeom>
                      <a:noFill/>
                      <a:ln w="38100">
                        <a:noFill/>
                        <a:miter/>
                      </a:ln>
                    </p:spPr>
                  </p:pic>
                </p:oleObj>
              </mc:Fallback>
            </mc:AlternateContent>
          </a:graphicData>
        </a:graphic>
      </p:graphicFrame>
      <p:sp>
        <p:nvSpPr>
          <p:cNvPr id="109" name="矩形 108"/>
          <p:cNvSpPr/>
          <p:nvPr/>
        </p:nvSpPr>
        <p:spPr>
          <a:xfrm>
            <a:off x="5507038" y="3230563"/>
            <a:ext cx="3124200" cy="830262"/>
          </a:xfrm>
          <a:prstGeom prst="rect">
            <a:avLst/>
          </a:prstGeom>
          <a:noFill/>
          <a:ln w="9525">
            <a:noFill/>
          </a:ln>
        </p:spPr>
        <p:txBody>
          <a:bodyPr wrap="square" anchor="t" anchorCtr="0">
            <a:spAutoFit/>
          </a:bodyPr>
          <a:lstStyle/>
          <a:p>
            <a:r>
              <a:rPr lang="zh-CN" altLang="en-US" sz="2400" dirty="0">
                <a:solidFill>
                  <a:srgbClr val="FF0000"/>
                </a:solidFill>
                <a:latin typeface="Verdana" panose="020B0604030504040204" pitchFamily="34" charset="0"/>
                <a:ea typeface="宋体" panose="02010600030101010101" pitchFamily="2" charset="-122"/>
              </a:rPr>
              <a:t>与杨氏双缝干涉相比：明暗纹位置对调</a:t>
            </a:r>
          </a:p>
        </p:txBody>
      </p:sp>
      <p:graphicFrame>
        <p:nvGraphicFramePr>
          <p:cNvPr id="43015" name="Object 46"/>
          <p:cNvGraphicFramePr>
            <a:graphicFrameLocks noChangeAspect="1"/>
          </p:cNvGraphicFramePr>
          <p:nvPr/>
        </p:nvGraphicFramePr>
        <p:xfrm>
          <a:off x="7345363" y="271463"/>
          <a:ext cx="1771650" cy="1263650"/>
        </p:xfrm>
        <a:graphic>
          <a:graphicData uri="http://schemas.openxmlformats.org/presentationml/2006/ole">
            <mc:AlternateContent xmlns:mc="http://schemas.openxmlformats.org/markup-compatibility/2006">
              <mc:Choice xmlns:v="urn:schemas-microsoft-com:vml" Requires="v">
                <p:oleObj r:id="rId9" imgW="927100" imgH="660400" progId="Equation.DSMT4">
                  <p:embed/>
                </p:oleObj>
              </mc:Choice>
              <mc:Fallback>
                <p:oleObj r:id="rId9" imgW="927100" imgH="660400" progId="Equation.DSMT4">
                  <p:embed/>
                  <p:pic>
                    <p:nvPicPr>
                      <p:cNvPr id="0" name="图片 3121"/>
                      <p:cNvPicPr/>
                      <p:nvPr/>
                    </p:nvPicPr>
                    <p:blipFill>
                      <a:blip r:embed="rId10"/>
                      <a:stretch>
                        <a:fillRect/>
                      </a:stretch>
                    </p:blipFill>
                    <p:spPr>
                      <a:xfrm>
                        <a:off x="7345363" y="271463"/>
                        <a:ext cx="1771650" cy="1263650"/>
                      </a:xfrm>
                      <a:prstGeom prst="rect">
                        <a:avLst/>
                      </a:prstGeom>
                      <a:noFill/>
                      <a:ln w="38100">
                        <a:noFill/>
                        <a:miter/>
                      </a:ln>
                    </p:spPr>
                  </p:pic>
                </p:oleObj>
              </mc:Fallback>
            </mc:AlternateContent>
          </a:graphicData>
        </a:graphic>
      </p:graphicFrame>
      <p:grpSp>
        <p:nvGrpSpPr>
          <p:cNvPr id="20487" name="组合 14"/>
          <p:cNvGrpSpPr/>
          <p:nvPr/>
        </p:nvGrpSpPr>
        <p:grpSpPr>
          <a:xfrm>
            <a:off x="179388" y="293688"/>
            <a:ext cx="4122737" cy="2227262"/>
            <a:chOff x="369" y="-15"/>
            <a:chExt cx="11520" cy="5486"/>
          </a:xfrm>
        </p:grpSpPr>
        <p:grpSp>
          <p:nvGrpSpPr>
            <p:cNvPr id="20488" name="组合 8"/>
            <p:cNvGrpSpPr/>
            <p:nvPr/>
          </p:nvGrpSpPr>
          <p:grpSpPr>
            <a:xfrm>
              <a:off x="369" y="-15"/>
              <a:ext cx="11520" cy="5486"/>
              <a:chOff x="1639" y="271"/>
              <a:chExt cx="11520" cy="5486"/>
            </a:xfrm>
          </p:grpSpPr>
          <p:sp>
            <p:nvSpPr>
              <p:cNvPr id="20489" name="Rectangle 4">
                <a:hlinkClick r:id="rId11" action="ppaction://hlinkfile"/>
              </p:cNvPr>
              <p:cNvSpPr/>
              <p:nvPr/>
            </p:nvSpPr>
            <p:spPr>
              <a:xfrm>
                <a:off x="1638" y="368"/>
                <a:ext cx="11520" cy="5280"/>
              </a:xfrm>
              <a:prstGeom prst="rect">
                <a:avLst/>
              </a:prstGeom>
              <a:no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0490" name="Line 9"/>
              <p:cNvSpPr/>
              <p:nvPr/>
            </p:nvSpPr>
            <p:spPr>
              <a:xfrm flipV="1">
                <a:off x="3864" y="1678"/>
                <a:ext cx="7720" cy="1340"/>
              </a:xfrm>
              <a:prstGeom prst="line">
                <a:avLst/>
              </a:prstGeom>
              <a:ln w="28575" cap="flat" cmpd="sng">
                <a:solidFill>
                  <a:srgbClr val="0000FF"/>
                </a:solidFill>
                <a:prstDash val="solid"/>
                <a:round/>
                <a:headEnd type="none" w="sm" len="lg"/>
                <a:tailEnd type="none" w="sm" len="lg"/>
              </a:ln>
            </p:spPr>
          </p:sp>
          <p:sp>
            <p:nvSpPr>
              <p:cNvPr id="20491" name="Line 14"/>
              <p:cNvSpPr/>
              <p:nvPr/>
            </p:nvSpPr>
            <p:spPr>
              <a:xfrm flipV="1">
                <a:off x="6022" y="1729"/>
                <a:ext cx="5563" cy="2313"/>
              </a:xfrm>
              <a:prstGeom prst="line">
                <a:avLst/>
              </a:prstGeom>
              <a:ln w="28575" cap="flat" cmpd="sng">
                <a:solidFill>
                  <a:srgbClr val="FF6600"/>
                </a:solidFill>
                <a:prstDash val="solid"/>
                <a:round/>
                <a:headEnd type="none" w="sm" len="lg"/>
                <a:tailEnd type="none" w="sm" len="lg"/>
              </a:ln>
            </p:spPr>
          </p:sp>
          <p:sp>
            <p:nvSpPr>
              <p:cNvPr id="20492" name="Line 19"/>
              <p:cNvSpPr/>
              <p:nvPr/>
            </p:nvSpPr>
            <p:spPr>
              <a:xfrm flipV="1">
                <a:off x="4016" y="4042"/>
                <a:ext cx="2007" cy="836"/>
              </a:xfrm>
              <a:prstGeom prst="line">
                <a:avLst/>
              </a:prstGeom>
              <a:ln w="28575" cap="flat" cmpd="sng">
                <a:solidFill>
                  <a:srgbClr val="FF6600"/>
                </a:solidFill>
                <a:prstDash val="dash"/>
                <a:round/>
                <a:headEnd type="none" w="sm" len="lg"/>
                <a:tailEnd type="none" w="sm" len="lg"/>
              </a:ln>
            </p:spPr>
          </p:sp>
          <p:sp>
            <p:nvSpPr>
              <p:cNvPr id="20493" name="Line 21"/>
              <p:cNvSpPr/>
              <p:nvPr/>
            </p:nvSpPr>
            <p:spPr>
              <a:xfrm>
                <a:off x="3976" y="3018"/>
                <a:ext cx="2047" cy="1023"/>
              </a:xfrm>
              <a:prstGeom prst="line">
                <a:avLst/>
              </a:prstGeom>
              <a:ln w="28575" cap="flat" cmpd="sng">
                <a:solidFill>
                  <a:srgbClr val="FF6600"/>
                </a:solidFill>
                <a:prstDash val="solid"/>
                <a:round/>
                <a:headEnd type="none" w="sm" len="lg"/>
                <a:tailEnd type="none" w="sm" len="lg"/>
              </a:ln>
            </p:spPr>
          </p:sp>
          <p:grpSp>
            <p:nvGrpSpPr>
              <p:cNvPr id="20494" name="Group 25"/>
              <p:cNvGrpSpPr/>
              <p:nvPr/>
            </p:nvGrpSpPr>
            <p:grpSpPr>
              <a:xfrm>
                <a:off x="2173" y="3018"/>
                <a:ext cx="1715" cy="2667"/>
                <a:chOff x="822" y="1797"/>
                <a:chExt cx="686" cy="1067"/>
              </a:xfrm>
            </p:grpSpPr>
            <p:graphicFrame>
              <p:nvGraphicFramePr>
                <p:cNvPr id="20495" name="Object 8"/>
                <p:cNvGraphicFramePr>
                  <a:graphicFrameLocks noChangeAspect="1"/>
                </p:cNvGraphicFramePr>
                <p:nvPr/>
              </p:nvGraphicFramePr>
              <p:xfrm>
                <a:off x="1202" y="2432"/>
                <a:ext cx="288" cy="432"/>
              </p:xfrm>
              <a:graphic>
                <a:graphicData uri="http://schemas.openxmlformats.org/presentationml/2006/ole">
                  <mc:AlternateContent xmlns:mc="http://schemas.openxmlformats.org/markup-compatibility/2006">
                    <mc:Choice xmlns:v="urn:schemas-microsoft-com:vml" Requires="v">
                      <p:oleObj r:id="rId12" imgW="3657600" imgH="5181600" progId="Equation.3">
                        <p:embed/>
                      </p:oleObj>
                    </mc:Choice>
                    <mc:Fallback>
                      <p:oleObj r:id="rId12" imgW="3657600" imgH="5181600" progId="Equation.3">
                        <p:embed/>
                        <p:pic>
                          <p:nvPicPr>
                            <p:cNvPr id="0" name="图片 3122"/>
                            <p:cNvPicPr/>
                            <p:nvPr/>
                          </p:nvPicPr>
                          <p:blipFill>
                            <a:blip r:embed="rId13"/>
                            <a:stretch>
                              <a:fillRect/>
                            </a:stretch>
                          </p:blipFill>
                          <p:spPr>
                            <a:xfrm>
                              <a:off x="1202" y="2432"/>
                              <a:ext cx="288" cy="432"/>
                            </a:xfrm>
                            <a:prstGeom prst="rect">
                              <a:avLst/>
                            </a:prstGeom>
                            <a:noFill/>
                            <a:ln w="38100">
                              <a:noFill/>
                              <a:miter/>
                            </a:ln>
                          </p:spPr>
                        </p:pic>
                      </p:oleObj>
                    </mc:Fallback>
                  </mc:AlternateContent>
                </a:graphicData>
              </a:graphic>
            </p:graphicFrame>
            <p:sp>
              <p:nvSpPr>
                <p:cNvPr id="20496" name="Line 27"/>
                <p:cNvSpPr/>
                <p:nvPr/>
              </p:nvSpPr>
              <p:spPr>
                <a:xfrm flipH="1">
                  <a:off x="980" y="1797"/>
                  <a:ext cx="528" cy="0"/>
                </a:xfrm>
                <a:prstGeom prst="line">
                  <a:avLst/>
                </a:prstGeom>
                <a:ln w="19050" cap="flat" cmpd="sng">
                  <a:solidFill>
                    <a:srgbClr val="000000"/>
                  </a:solidFill>
                  <a:prstDash val="dash"/>
                  <a:round/>
                  <a:headEnd type="none" w="sm" len="lg"/>
                  <a:tailEnd type="none" w="sm" len="lg"/>
                </a:ln>
              </p:spPr>
            </p:sp>
            <p:sp>
              <p:nvSpPr>
                <p:cNvPr id="20497" name="Line 28"/>
                <p:cNvSpPr/>
                <p:nvPr/>
              </p:nvSpPr>
              <p:spPr>
                <a:xfrm flipH="1">
                  <a:off x="980" y="2565"/>
                  <a:ext cx="528" cy="0"/>
                </a:xfrm>
                <a:prstGeom prst="line">
                  <a:avLst/>
                </a:prstGeom>
                <a:ln w="19050" cap="flat" cmpd="sng">
                  <a:solidFill>
                    <a:srgbClr val="000000"/>
                  </a:solidFill>
                  <a:prstDash val="dash"/>
                  <a:round/>
                  <a:headEnd type="none" w="sm" len="lg"/>
                  <a:tailEnd type="none" w="sm" len="lg"/>
                </a:ln>
              </p:spPr>
            </p:sp>
            <p:sp>
              <p:nvSpPr>
                <p:cNvPr id="20498" name="Line 29"/>
                <p:cNvSpPr/>
                <p:nvPr/>
              </p:nvSpPr>
              <p:spPr>
                <a:xfrm>
                  <a:off x="1124" y="1797"/>
                  <a:ext cx="0" cy="768"/>
                </a:xfrm>
                <a:prstGeom prst="line">
                  <a:avLst/>
                </a:prstGeom>
                <a:ln w="28575" cap="flat" cmpd="sng">
                  <a:solidFill>
                    <a:srgbClr val="FF33CC"/>
                  </a:solidFill>
                  <a:prstDash val="dash"/>
                  <a:round/>
                  <a:headEnd type="triangle" w="sm" len="lg"/>
                  <a:tailEnd type="triangle" w="sm" len="lg"/>
                </a:ln>
              </p:spPr>
            </p:sp>
            <p:graphicFrame>
              <p:nvGraphicFramePr>
                <p:cNvPr id="20499" name="Object 9"/>
                <p:cNvGraphicFramePr>
                  <a:graphicFrameLocks noChangeAspect="1"/>
                </p:cNvGraphicFramePr>
                <p:nvPr/>
              </p:nvGraphicFramePr>
              <p:xfrm>
                <a:off x="822" y="2067"/>
                <a:ext cx="158" cy="201"/>
              </p:xfrm>
              <a:graphic>
                <a:graphicData uri="http://schemas.openxmlformats.org/presentationml/2006/ole">
                  <mc:AlternateContent xmlns:mc="http://schemas.openxmlformats.org/markup-compatibility/2006">
                    <mc:Choice xmlns:v="urn:schemas-microsoft-com:vml" Requires="v">
                      <p:oleObj r:id="rId14" imgW="139700" imgH="177800" progId="Equation.3">
                        <p:embed/>
                      </p:oleObj>
                    </mc:Choice>
                    <mc:Fallback>
                      <p:oleObj r:id="rId14" imgW="139700" imgH="177800" progId="Equation.3">
                        <p:embed/>
                        <p:pic>
                          <p:nvPicPr>
                            <p:cNvPr id="0" name="图片 3125"/>
                            <p:cNvPicPr/>
                            <p:nvPr/>
                          </p:nvPicPr>
                          <p:blipFill>
                            <a:blip r:embed="rId15"/>
                            <a:stretch>
                              <a:fillRect/>
                            </a:stretch>
                          </p:blipFill>
                          <p:spPr>
                            <a:xfrm>
                              <a:off x="822" y="2067"/>
                              <a:ext cx="158" cy="201"/>
                            </a:xfrm>
                            <a:prstGeom prst="rect">
                              <a:avLst/>
                            </a:prstGeom>
                            <a:noFill/>
                            <a:ln w="38100">
                              <a:noFill/>
                              <a:miter/>
                            </a:ln>
                          </p:spPr>
                        </p:pic>
                      </p:oleObj>
                    </mc:Fallback>
                  </mc:AlternateContent>
                </a:graphicData>
              </a:graphic>
            </p:graphicFrame>
          </p:grpSp>
          <p:grpSp>
            <p:nvGrpSpPr>
              <p:cNvPr id="20500" name="Group 32"/>
              <p:cNvGrpSpPr/>
              <p:nvPr/>
            </p:nvGrpSpPr>
            <p:grpSpPr>
              <a:xfrm>
                <a:off x="3196" y="270"/>
                <a:ext cx="9932" cy="5487"/>
                <a:chOff x="1207" y="590"/>
                <a:chExt cx="3973" cy="2195"/>
              </a:xfrm>
            </p:grpSpPr>
            <p:sp>
              <p:nvSpPr>
                <p:cNvPr id="20501" name="Text Box 33"/>
                <p:cNvSpPr txBox="1"/>
                <p:nvPr/>
              </p:nvSpPr>
              <p:spPr>
                <a:xfrm>
                  <a:off x="4604" y="590"/>
                  <a:ext cx="576" cy="514"/>
                </a:xfrm>
                <a:prstGeom prst="rect">
                  <a:avLst/>
                </a:prstGeom>
                <a:noFill/>
                <a:ln w="9525">
                  <a:noFill/>
                </a:ln>
              </p:spPr>
              <p:txBody>
                <a:bodyPr anchor="t" anchorCtr="0">
                  <a:spAutoFit/>
                </a:bodyPr>
                <a:lstStyle/>
                <a:p>
                  <a:pPr>
                    <a:spcBef>
                      <a:spcPct val="50000"/>
                    </a:spcBef>
                  </a:pPr>
                  <a:r>
                    <a:rPr lang="en-US" altLang="zh-CN" sz="2800" b="1" i="1" dirty="0">
                      <a:solidFill>
                        <a:srgbClr val="000000"/>
                      </a:solidFill>
                      <a:latin typeface="Times New Roman" panose="02020603050405020304" pitchFamily="18" charset="0"/>
                      <a:ea typeface="楷体_GB2312" pitchFamily="1" charset="-122"/>
                    </a:rPr>
                    <a:t>P</a:t>
                  </a:r>
                </a:p>
              </p:txBody>
            </p:sp>
            <p:grpSp>
              <p:nvGrpSpPr>
                <p:cNvPr id="20502" name="Group 34"/>
                <p:cNvGrpSpPr/>
                <p:nvPr/>
              </p:nvGrpSpPr>
              <p:grpSpPr>
                <a:xfrm>
                  <a:off x="1207" y="771"/>
                  <a:ext cx="3841" cy="2014"/>
                  <a:chOff x="1202" y="890"/>
                  <a:chExt cx="3841" cy="2014"/>
                </a:xfrm>
              </p:grpSpPr>
              <p:sp>
                <p:nvSpPr>
                  <p:cNvPr id="20503" name="Text Box 35"/>
                  <p:cNvSpPr txBox="1"/>
                  <p:nvPr/>
                </p:nvSpPr>
                <p:spPr>
                  <a:xfrm>
                    <a:off x="2544" y="2217"/>
                    <a:ext cx="768" cy="514"/>
                  </a:xfrm>
                  <a:prstGeom prst="rect">
                    <a:avLst/>
                  </a:prstGeom>
                  <a:noFill/>
                  <a:ln w="9525">
                    <a:noFill/>
                  </a:ln>
                </p:spPr>
                <p:txBody>
                  <a:bodyPr anchor="t" anchorCtr="0">
                    <a:spAutoFit/>
                  </a:bodyPr>
                  <a:lstStyle/>
                  <a:p>
                    <a:pPr fontAlgn="t">
                      <a:spcBef>
                        <a:spcPct val="50000"/>
                      </a:spcBef>
                    </a:pPr>
                    <a:r>
                      <a:rPr lang="en-US" altLang="zh-CN" sz="2800" b="1" i="1" dirty="0">
                        <a:solidFill>
                          <a:srgbClr val="000000"/>
                        </a:solidFill>
                        <a:latin typeface="Times New Roman" panose="02020603050405020304" pitchFamily="18" charset="0"/>
                        <a:ea typeface="楷体_GB2312" pitchFamily="1" charset="-122"/>
                      </a:rPr>
                      <a:t>M</a:t>
                    </a:r>
                  </a:p>
                </p:txBody>
              </p:sp>
              <p:grpSp>
                <p:nvGrpSpPr>
                  <p:cNvPr id="20504" name="Group 36"/>
                  <p:cNvGrpSpPr/>
                  <p:nvPr/>
                </p:nvGrpSpPr>
                <p:grpSpPr>
                  <a:xfrm>
                    <a:off x="1202" y="890"/>
                    <a:ext cx="3841" cy="2014"/>
                    <a:chOff x="1199" y="890"/>
                    <a:chExt cx="3841" cy="2014"/>
                  </a:xfrm>
                </p:grpSpPr>
                <p:sp>
                  <p:nvSpPr>
                    <p:cNvPr id="20505" name="Rectangle 37" descr="深色上对角线"/>
                    <p:cNvSpPr/>
                    <p:nvPr/>
                  </p:nvSpPr>
                  <p:spPr>
                    <a:xfrm>
                      <a:off x="2109" y="2205"/>
                      <a:ext cx="960" cy="48"/>
                    </a:xfrm>
                    <a:prstGeom prst="rect">
                      <a:avLst/>
                    </a:prstGeom>
                    <a:blipFill rotWithShape="0">
                      <a:blip r:embed="rId16"/>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nvGrpSpPr>
                    <p:cNvPr id="20506" name="Group 38"/>
                    <p:cNvGrpSpPr/>
                    <p:nvPr/>
                  </p:nvGrpSpPr>
                  <p:grpSpPr>
                    <a:xfrm>
                      <a:off x="1199" y="890"/>
                      <a:ext cx="3841" cy="2014"/>
                      <a:chOff x="1202" y="869"/>
                      <a:chExt cx="3841" cy="2014"/>
                    </a:xfrm>
                  </p:grpSpPr>
                  <p:sp>
                    <p:nvSpPr>
                      <p:cNvPr id="20507" name="Rectangle 39" descr="深色下对角线"/>
                      <p:cNvSpPr/>
                      <p:nvPr/>
                    </p:nvSpPr>
                    <p:spPr>
                      <a:xfrm>
                        <a:off x="4558" y="869"/>
                        <a:ext cx="48" cy="1872"/>
                      </a:xfrm>
                      <a:prstGeom prst="rect">
                        <a:avLst/>
                      </a:prstGeom>
                      <a:blipFill rotWithShape="0">
                        <a:blip r:embed="rId17"/>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0508" name="Line 40"/>
                      <p:cNvSpPr/>
                      <p:nvPr/>
                    </p:nvSpPr>
                    <p:spPr>
                      <a:xfrm>
                        <a:off x="1519" y="2069"/>
                        <a:ext cx="0" cy="720"/>
                      </a:xfrm>
                      <a:prstGeom prst="line">
                        <a:avLst/>
                      </a:prstGeom>
                      <a:ln w="9525" cap="flat" cmpd="sng">
                        <a:solidFill>
                          <a:srgbClr val="000000"/>
                        </a:solidFill>
                        <a:prstDash val="dash"/>
                        <a:round/>
                        <a:headEnd type="none" w="med" len="med"/>
                        <a:tailEnd type="none" w="med" len="med"/>
                      </a:ln>
                    </p:spPr>
                  </p:sp>
                  <p:graphicFrame>
                    <p:nvGraphicFramePr>
                      <p:cNvPr id="20509" name="Object 6"/>
                      <p:cNvGraphicFramePr>
                        <a:graphicFrameLocks noChangeAspect="1"/>
                      </p:cNvGraphicFramePr>
                      <p:nvPr/>
                    </p:nvGraphicFramePr>
                    <p:xfrm>
                      <a:off x="2699" y="2590"/>
                      <a:ext cx="316" cy="293"/>
                    </p:xfrm>
                    <a:graphic>
                      <a:graphicData uri="http://schemas.openxmlformats.org/presentationml/2006/ole">
                        <mc:AlternateContent xmlns:mc="http://schemas.openxmlformats.org/markup-compatibility/2006">
                          <mc:Choice xmlns:v="urn:schemas-microsoft-com:vml" Requires="v">
                            <p:oleObj r:id="rId18" imgW="190500" imgH="177800" progId="Equation.3">
                              <p:embed/>
                            </p:oleObj>
                          </mc:Choice>
                          <mc:Fallback>
                            <p:oleObj r:id="rId18" imgW="190500" imgH="177800" progId="Equation.3">
                              <p:embed/>
                              <p:pic>
                                <p:nvPicPr>
                                  <p:cNvPr id="0" name="图片 3124"/>
                                  <p:cNvPicPr/>
                                  <p:nvPr/>
                                </p:nvPicPr>
                                <p:blipFill>
                                  <a:blip r:embed="rId19"/>
                                  <a:stretch>
                                    <a:fillRect/>
                                  </a:stretch>
                                </p:blipFill>
                                <p:spPr>
                                  <a:xfrm>
                                    <a:off x="2699" y="2590"/>
                                    <a:ext cx="316" cy="293"/>
                                  </a:xfrm>
                                  <a:prstGeom prst="rect">
                                    <a:avLst/>
                                  </a:prstGeom>
                                  <a:noFill/>
                                  <a:ln w="38100">
                                    <a:noFill/>
                                    <a:miter/>
                                  </a:ln>
                                </p:spPr>
                              </p:pic>
                            </p:oleObj>
                          </mc:Fallback>
                        </mc:AlternateContent>
                      </a:graphicData>
                    </a:graphic>
                  </p:graphicFrame>
                  <p:sp>
                    <p:nvSpPr>
                      <p:cNvPr id="20510" name="Line 42"/>
                      <p:cNvSpPr/>
                      <p:nvPr/>
                    </p:nvSpPr>
                    <p:spPr>
                      <a:xfrm>
                        <a:off x="3107" y="2704"/>
                        <a:ext cx="1488" cy="0"/>
                      </a:xfrm>
                      <a:prstGeom prst="line">
                        <a:avLst/>
                      </a:prstGeom>
                      <a:ln w="19050" cap="flat" cmpd="sng">
                        <a:solidFill>
                          <a:srgbClr val="000000"/>
                        </a:solidFill>
                        <a:prstDash val="solid"/>
                        <a:round/>
                        <a:headEnd type="none" w="med" len="med"/>
                        <a:tailEnd type="triangle" w="sm" len="lg"/>
                      </a:ln>
                    </p:spPr>
                  </p:sp>
                  <p:sp>
                    <p:nvSpPr>
                      <p:cNvPr id="20511" name="Line 43"/>
                      <p:cNvSpPr/>
                      <p:nvPr/>
                    </p:nvSpPr>
                    <p:spPr>
                      <a:xfrm flipH="1" flipV="1">
                        <a:off x="1519" y="2715"/>
                        <a:ext cx="1056" cy="0"/>
                      </a:xfrm>
                      <a:prstGeom prst="line">
                        <a:avLst/>
                      </a:prstGeom>
                      <a:ln w="19050" cap="flat" cmpd="sng">
                        <a:solidFill>
                          <a:srgbClr val="000000"/>
                        </a:solidFill>
                        <a:prstDash val="solid"/>
                        <a:round/>
                        <a:headEnd type="none" w="med" len="med"/>
                        <a:tailEnd type="triangle" w="sm" len="lg"/>
                      </a:ln>
                    </p:spPr>
                  </p:sp>
                  <p:grpSp>
                    <p:nvGrpSpPr>
                      <p:cNvPr id="20512" name="Group 44"/>
                      <p:cNvGrpSpPr/>
                      <p:nvPr/>
                    </p:nvGrpSpPr>
                    <p:grpSpPr>
                      <a:xfrm>
                        <a:off x="1202" y="1303"/>
                        <a:ext cx="3841" cy="935"/>
                        <a:chOff x="1188" y="1316"/>
                        <a:chExt cx="3841" cy="935"/>
                      </a:xfrm>
                    </p:grpSpPr>
                    <p:sp>
                      <p:nvSpPr>
                        <p:cNvPr id="20513" name="Rectangle 45" descr="深色下对角线"/>
                        <p:cNvSpPr/>
                        <p:nvPr/>
                      </p:nvSpPr>
                      <p:spPr>
                        <a:xfrm>
                          <a:off x="1474" y="1316"/>
                          <a:ext cx="48" cy="432"/>
                        </a:xfrm>
                        <a:prstGeom prst="rect">
                          <a:avLst/>
                        </a:prstGeom>
                        <a:blipFill rotWithShape="0">
                          <a:blip r:embed="rId20"/>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0514" name="Rectangle 46" descr="深色下对角线"/>
                        <p:cNvSpPr/>
                        <p:nvPr/>
                      </p:nvSpPr>
                      <p:spPr>
                        <a:xfrm>
                          <a:off x="1474" y="1842"/>
                          <a:ext cx="48" cy="336"/>
                        </a:xfrm>
                        <a:prstGeom prst="rect">
                          <a:avLst/>
                        </a:prstGeom>
                        <a:blipFill rotWithShape="0">
                          <a:blip r:embed="rId20"/>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20515" name="Object 7"/>
                        <p:cNvGraphicFramePr>
                          <a:graphicFrameLocks noChangeAspect="1"/>
                        </p:cNvGraphicFramePr>
                        <p:nvPr/>
                      </p:nvGraphicFramePr>
                      <p:xfrm>
                        <a:off x="1188" y="1407"/>
                        <a:ext cx="322" cy="418"/>
                      </p:xfrm>
                      <a:graphic>
                        <a:graphicData uri="http://schemas.openxmlformats.org/presentationml/2006/ole">
                          <mc:AlternateContent xmlns:mc="http://schemas.openxmlformats.org/markup-compatibility/2006">
                            <mc:Choice xmlns:v="urn:schemas-microsoft-com:vml" Requires="v">
                              <p:oleObj r:id="rId21" imgW="3352800" imgH="5181600" progId="Equation.3">
                                <p:embed/>
                              </p:oleObj>
                            </mc:Choice>
                            <mc:Fallback>
                              <p:oleObj r:id="rId21" imgW="3352800" imgH="5181600" progId="Equation.3">
                                <p:embed/>
                                <p:pic>
                                  <p:nvPicPr>
                                    <p:cNvPr id="0" name="图片 3123"/>
                                    <p:cNvPicPr/>
                                    <p:nvPr/>
                                  </p:nvPicPr>
                                  <p:blipFill>
                                    <a:blip r:embed="rId22"/>
                                    <a:stretch>
                                      <a:fillRect/>
                                    </a:stretch>
                                  </p:blipFill>
                                  <p:spPr>
                                    <a:xfrm>
                                      <a:off x="1188" y="1407"/>
                                      <a:ext cx="322" cy="418"/>
                                    </a:xfrm>
                                    <a:prstGeom prst="rect">
                                      <a:avLst/>
                                    </a:prstGeom>
                                    <a:noFill/>
                                    <a:ln w="38100">
                                      <a:noFill/>
                                      <a:miter/>
                                    </a:ln>
                                  </p:spPr>
                                </p:pic>
                              </p:oleObj>
                            </mc:Fallback>
                          </mc:AlternateContent>
                        </a:graphicData>
                      </a:graphic>
                    </p:graphicFrame>
                    <p:sp>
                      <p:nvSpPr>
                        <p:cNvPr id="20516" name="Line 48"/>
                        <p:cNvSpPr/>
                        <p:nvPr/>
                      </p:nvSpPr>
                      <p:spPr>
                        <a:xfrm flipH="1">
                          <a:off x="1429" y="2251"/>
                          <a:ext cx="3600" cy="0"/>
                        </a:xfrm>
                        <a:prstGeom prst="line">
                          <a:avLst/>
                        </a:prstGeom>
                        <a:ln w="19050" cap="flat" cmpd="sng">
                          <a:solidFill>
                            <a:srgbClr val="000000"/>
                          </a:solidFill>
                          <a:prstDash val="dashDot"/>
                          <a:round/>
                          <a:headEnd type="none" w="med" len="med"/>
                          <a:tailEnd type="none" w="med" len="med"/>
                        </a:ln>
                      </p:spPr>
                    </p:sp>
                  </p:grpSp>
                </p:grpSp>
              </p:grpSp>
            </p:grpSp>
          </p:grpSp>
          <p:grpSp>
            <p:nvGrpSpPr>
              <p:cNvPr id="20517" name="Group 63"/>
              <p:cNvGrpSpPr/>
              <p:nvPr/>
            </p:nvGrpSpPr>
            <p:grpSpPr>
              <a:xfrm>
                <a:off x="11701" y="793"/>
                <a:ext cx="720" cy="2340"/>
                <a:chOff x="4978" y="786"/>
                <a:chExt cx="288" cy="1358"/>
              </a:xfrm>
            </p:grpSpPr>
            <p:grpSp>
              <p:nvGrpSpPr>
                <p:cNvPr id="20518" name="Group 64"/>
                <p:cNvGrpSpPr/>
                <p:nvPr/>
              </p:nvGrpSpPr>
              <p:grpSpPr>
                <a:xfrm>
                  <a:off x="4978" y="786"/>
                  <a:ext cx="288" cy="528"/>
                  <a:chOff x="4512" y="3264"/>
                  <a:chExt cx="384" cy="480"/>
                </a:xfrm>
              </p:grpSpPr>
              <p:grpSp>
                <p:nvGrpSpPr>
                  <p:cNvPr id="20519" name="Group 65"/>
                  <p:cNvGrpSpPr/>
                  <p:nvPr/>
                </p:nvGrpSpPr>
                <p:grpSpPr>
                  <a:xfrm>
                    <a:off x="4512" y="3360"/>
                    <a:ext cx="384" cy="384"/>
                    <a:chOff x="4512" y="3360"/>
                    <a:chExt cx="384" cy="384"/>
                  </a:xfrm>
                </p:grpSpPr>
                <p:sp>
                  <p:nvSpPr>
                    <p:cNvPr id="20520" name="Rectangle 66"/>
                    <p:cNvSpPr/>
                    <p:nvPr/>
                  </p:nvSpPr>
                  <p:spPr>
                    <a:xfrm>
                      <a:off x="4512" y="3648"/>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0521" name="Rectangle 67"/>
                    <p:cNvSpPr/>
                    <p:nvPr/>
                  </p:nvSpPr>
                  <p:spPr>
                    <a:xfrm>
                      <a:off x="4512" y="3552"/>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0522" name="Rectangle 68"/>
                    <p:cNvSpPr/>
                    <p:nvPr/>
                  </p:nvSpPr>
                  <p:spPr>
                    <a:xfrm>
                      <a:off x="4512" y="3456"/>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0523" name="Rectangle 69"/>
                    <p:cNvSpPr/>
                    <p:nvPr/>
                  </p:nvSpPr>
                  <p:spPr>
                    <a:xfrm>
                      <a:off x="4512" y="3360"/>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
                <p:nvSpPr>
                  <p:cNvPr id="20524" name="Rectangle 70"/>
                  <p:cNvSpPr/>
                  <p:nvPr/>
                </p:nvSpPr>
                <p:spPr>
                  <a:xfrm>
                    <a:off x="4512" y="3264"/>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grpSp>
              <p:nvGrpSpPr>
                <p:cNvPr id="20525" name="Group 71"/>
                <p:cNvGrpSpPr/>
                <p:nvPr/>
              </p:nvGrpSpPr>
              <p:grpSpPr>
                <a:xfrm>
                  <a:off x="4978" y="1301"/>
                  <a:ext cx="288" cy="528"/>
                  <a:chOff x="4512" y="3264"/>
                  <a:chExt cx="384" cy="480"/>
                </a:xfrm>
              </p:grpSpPr>
              <p:grpSp>
                <p:nvGrpSpPr>
                  <p:cNvPr id="20526" name="Group 72"/>
                  <p:cNvGrpSpPr/>
                  <p:nvPr/>
                </p:nvGrpSpPr>
                <p:grpSpPr>
                  <a:xfrm>
                    <a:off x="4512" y="3360"/>
                    <a:ext cx="384" cy="384"/>
                    <a:chOff x="4512" y="3360"/>
                    <a:chExt cx="384" cy="384"/>
                  </a:xfrm>
                </p:grpSpPr>
                <p:sp>
                  <p:nvSpPr>
                    <p:cNvPr id="20527" name="Rectangle 73"/>
                    <p:cNvSpPr/>
                    <p:nvPr/>
                  </p:nvSpPr>
                  <p:spPr>
                    <a:xfrm>
                      <a:off x="4512" y="3648"/>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0528" name="Rectangle 74"/>
                    <p:cNvSpPr/>
                    <p:nvPr/>
                  </p:nvSpPr>
                  <p:spPr>
                    <a:xfrm>
                      <a:off x="4512" y="3552"/>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0529" name="Rectangle 75"/>
                    <p:cNvSpPr/>
                    <p:nvPr/>
                  </p:nvSpPr>
                  <p:spPr>
                    <a:xfrm>
                      <a:off x="4512" y="3456"/>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0530" name="Rectangle 76"/>
                    <p:cNvSpPr/>
                    <p:nvPr/>
                  </p:nvSpPr>
                  <p:spPr>
                    <a:xfrm>
                      <a:off x="4512" y="3360"/>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
                <p:nvSpPr>
                  <p:cNvPr id="20531" name="Rectangle 77"/>
                  <p:cNvSpPr/>
                  <p:nvPr/>
                </p:nvSpPr>
                <p:spPr>
                  <a:xfrm>
                    <a:off x="4512" y="3264"/>
                    <a:ext cx="384" cy="9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grpSp>
              <p:nvGrpSpPr>
                <p:cNvPr id="20532" name="Group 78"/>
                <p:cNvGrpSpPr/>
                <p:nvPr/>
              </p:nvGrpSpPr>
              <p:grpSpPr>
                <a:xfrm>
                  <a:off x="4978" y="1827"/>
                  <a:ext cx="288" cy="317"/>
                  <a:chOff x="4752" y="2880"/>
                  <a:chExt cx="288" cy="317"/>
                </a:xfrm>
              </p:grpSpPr>
              <p:sp>
                <p:nvSpPr>
                  <p:cNvPr id="20533" name="Rectangle 79"/>
                  <p:cNvSpPr/>
                  <p:nvPr/>
                </p:nvSpPr>
                <p:spPr>
                  <a:xfrm>
                    <a:off x="4752" y="3091"/>
                    <a:ext cx="288" cy="10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0534" name="Rectangle 80"/>
                  <p:cNvSpPr/>
                  <p:nvPr/>
                </p:nvSpPr>
                <p:spPr>
                  <a:xfrm>
                    <a:off x="4752" y="2986"/>
                    <a:ext cx="288" cy="105"/>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0535" name="Rectangle 81"/>
                  <p:cNvSpPr/>
                  <p:nvPr/>
                </p:nvSpPr>
                <p:spPr>
                  <a:xfrm>
                    <a:off x="4752" y="2880"/>
                    <a:ext cx="288" cy="106"/>
                  </a:xfrm>
                  <a:prstGeom prst="rect">
                    <a:avLst/>
                  </a:prstGeom>
                  <a:gradFill rotWithShape="0">
                    <a:gsLst>
                      <a:gs pos="0">
                        <a:srgbClr val="000000"/>
                      </a:gs>
                      <a:gs pos="50000">
                        <a:srgbClr val="FFFF00"/>
                      </a:gs>
                      <a:gs pos="100000">
                        <a:srgbClr val="000000"/>
                      </a:gs>
                    </a:gsLst>
                    <a:lin ang="5400000" scaled="1"/>
                    <a:tileRect/>
                  </a:gra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grpSp>
          <p:sp>
            <p:nvSpPr>
              <p:cNvPr id="20536" name="AutoShape 83"/>
              <p:cNvSpPr/>
              <p:nvPr/>
            </p:nvSpPr>
            <p:spPr>
              <a:xfrm>
                <a:off x="3846" y="4793"/>
                <a:ext cx="277" cy="322"/>
              </a:xfrm>
              <a:prstGeom prst="irregularSeal1">
                <a:avLst/>
              </a:prstGeom>
              <a:solidFill>
                <a:srgbClr val="FF3300"/>
              </a:solidFill>
              <a:ln w="9525" cap="flat" cmpd="sng">
                <a:solidFill>
                  <a:srgbClr val="FF3300"/>
                </a:solidFill>
                <a:prstDash val="solid"/>
                <a:miter/>
                <a:headEnd type="none" w="med" len="med"/>
                <a:tailEnd type="none" w="med" len="lg"/>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graphicFrame>
          <p:nvGraphicFramePr>
            <p:cNvPr id="20537" name="对象 9"/>
            <p:cNvGraphicFramePr/>
            <p:nvPr/>
          </p:nvGraphicFramePr>
          <p:xfrm>
            <a:off x="7185" y="2426"/>
            <a:ext cx="697" cy="1011"/>
          </p:xfrm>
          <a:graphic>
            <a:graphicData uri="http://schemas.openxmlformats.org/presentationml/2006/ole">
              <mc:AlternateContent xmlns:mc="http://schemas.openxmlformats.org/markup-compatibility/2006">
                <mc:Choice xmlns:v="urn:schemas-microsoft-com:vml" Requires="v">
                  <p:oleObj r:id="rId23" imgW="295275" imgH="490220" progId="Equation.DSMT4">
                    <p:embed/>
                  </p:oleObj>
                </mc:Choice>
                <mc:Fallback>
                  <p:oleObj r:id="rId23" imgW="295275" imgH="490220" progId="Equation.DSMT4">
                    <p:embed/>
                    <p:pic>
                      <p:nvPicPr>
                        <p:cNvPr id="0" name="图片 3126"/>
                        <p:cNvPicPr/>
                        <p:nvPr/>
                      </p:nvPicPr>
                      <p:blipFill>
                        <a:blip r:embed="rId24"/>
                        <a:stretch>
                          <a:fillRect/>
                        </a:stretch>
                      </p:blipFill>
                      <p:spPr>
                        <a:xfrm>
                          <a:off x="7185" y="2426"/>
                          <a:ext cx="697" cy="1011"/>
                        </a:xfrm>
                        <a:prstGeom prst="rect">
                          <a:avLst/>
                        </a:prstGeom>
                        <a:noFill/>
                        <a:ln w="38100">
                          <a:noFill/>
                          <a:miter/>
                        </a:ln>
                      </p:spPr>
                    </p:pic>
                  </p:oleObj>
                </mc:Fallback>
              </mc:AlternateContent>
            </a:graphicData>
          </a:graphic>
        </p:graphicFrame>
        <p:graphicFrame>
          <p:nvGraphicFramePr>
            <p:cNvPr id="20538" name="对象 11"/>
            <p:cNvGraphicFramePr/>
            <p:nvPr/>
          </p:nvGraphicFramePr>
          <p:xfrm>
            <a:off x="5669" y="1053"/>
            <a:ext cx="736" cy="887"/>
          </p:xfrm>
          <a:graphic>
            <a:graphicData uri="http://schemas.openxmlformats.org/presentationml/2006/ole">
              <mc:AlternateContent xmlns:mc="http://schemas.openxmlformats.org/markup-compatibility/2006">
                <mc:Choice xmlns:v="urn:schemas-microsoft-com:vml" Requires="v">
                  <p:oleObj r:id="rId25" imgW="127000" imgH="241300" progId="Equation.DSMT4">
                    <p:embed/>
                  </p:oleObj>
                </mc:Choice>
                <mc:Fallback>
                  <p:oleObj r:id="rId25" imgW="127000" imgH="241300" progId="Equation.DSMT4">
                    <p:embed/>
                    <p:pic>
                      <p:nvPicPr>
                        <p:cNvPr id="0" name="图片 3129"/>
                        <p:cNvPicPr/>
                        <p:nvPr/>
                      </p:nvPicPr>
                      <p:blipFill>
                        <a:blip r:embed="rId26"/>
                        <a:stretch>
                          <a:fillRect/>
                        </a:stretch>
                      </p:blipFill>
                      <p:spPr>
                        <a:xfrm>
                          <a:off x="5669" y="1053"/>
                          <a:ext cx="736" cy="887"/>
                        </a:xfrm>
                        <a:prstGeom prst="rect">
                          <a:avLst/>
                        </a:prstGeom>
                        <a:noFill/>
                        <a:ln w="38100">
                          <a:noFill/>
                          <a:miter/>
                        </a:ln>
                      </p:spPr>
                    </p:pic>
                  </p:oleObj>
                </mc:Fallback>
              </mc:AlternateContent>
            </a:graphicData>
          </a:graphic>
        </p:graphicFrame>
      </p:grpSp>
      <p:grpSp>
        <p:nvGrpSpPr>
          <p:cNvPr id="20539" name="组合 1"/>
          <p:cNvGrpSpPr/>
          <p:nvPr/>
        </p:nvGrpSpPr>
        <p:grpSpPr>
          <a:xfrm>
            <a:off x="107950" y="2925763"/>
            <a:ext cx="5051425" cy="1644650"/>
            <a:chOff x="0" y="7800"/>
            <a:chExt cx="7955" cy="2590"/>
          </a:xfrm>
        </p:grpSpPr>
        <p:sp>
          <p:nvSpPr>
            <p:cNvPr id="20540" name="Rectangle 3" descr="羊皮纸"/>
            <p:cNvSpPr/>
            <p:nvPr/>
          </p:nvSpPr>
          <p:spPr>
            <a:xfrm>
              <a:off x="0" y="7800"/>
              <a:ext cx="7955" cy="232"/>
            </a:xfrm>
            <a:prstGeom prst="rect">
              <a:avLst/>
            </a:prstGeom>
            <a:solidFill>
              <a:schemeClr val="accent1"/>
            </a:soli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20541" name="Object 11"/>
            <p:cNvGraphicFramePr>
              <a:graphicFrameLocks noChangeAspect="1"/>
            </p:cNvGraphicFramePr>
            <p:nvPr/>
          </p:nvGraphicFramePr>
          <p:xfrm>
            <a:off x="3272" y="8042"/>
            <a:ext cx="1980" cy="1052"/>
          </p:xfrm>
          <a:graphic>
            <a:graphicData uri="http://schemas.openxmlformats.org/presentationml/2006/ole">
              <mc:AlternateContent xmlns:mc="http://schemas.openxmlformats.org/markup-compatibility/2006">
                <mc:Choice xmlns:v="urn:schemas-microsoft-com:vml" Requires="v">
                  <p:oleObj r:id="rId27" imgW="812165" imgH="406400" progId="Equation.DSMT4">
                    <p:embed/>
                  </p:oleObj>
                </mc:Choice>
                <mc:Fallback>
                  <p:oleObj r:id="rId27" imgW="812165" imgH="406400" progId="Equation.DSMT4">
                    <p:embed/>
                    <p:pic>
                      <p:nvPicPr>
                        <p:cNvPr id="0" name="图片 3128"/>
                        <p:cNvPicPr/>
                        <p:nvPr/>
                      </p:nvPicPr>
                      <p:blipFill>
                        <a:blip r:embed="rId28"/>
                        <a:stretch>
                          <a:fillRect/>
                        </a:stretch>
                      </p:blipFill>
                      <p:spPr>
                        <a:xfrm>
                          <a:off x="3272" y="8042"/>
                          <a:ext cx="1980" cy="1052"/>
                        </a:xfrm>
                        <a:prstGeom prst="rect">
                          <a:avLst/>
                        </a:prstGeom>
                        <a:noFill/>
                        <a:ln w="38100">
                          <a:noFill/>
                          <a:miter/>
                        </a:ln>
                      </p:spPr>
                    </p:pic>
                  </p:oleObj>
                </mc:Fallback>
              </mc:AlternateContent>
            </a:graphicData>
          </a:graphic>
        </p:graphicFrame>
        <p:graphicFrame>
          <p:nvGraphicFramePr>
            <p:cNvPr id="20542" name="Object 12"/>
            <p:cNvGraphicFramePr>
              <a:graphicFrameLocks noChangeAspect="1"/>
            </p:cNvGraphicFramePr>
            <p:nvPr/>
          </p:nvGraphicFramePr>
          <p:xfrm>
            <a:off x="2942" y="9090"/>
            <a:ext cx="3112" cy="1082"/>
          </p:xfrm>
          <a:graphic>
            <a:graphicData uri="http://schemas.openxmlformats.org/presentationml/2006/ole">
              <mc:AlternateContent xmlns:mc="http://schemas.openxmlformats.org/markup-compatibility/2006">
                <mc:Choice xmlns:v="urn:schemas-microsoft-com:vml" Requires="v">
                  <p:oleObj r:id="rId29" imgW="1244600" imgH="405765" progId="Equation.3">
                    <p:embed/>
                  </p:oleObj>
                </mc:Choice>
                <mc:Fallback>
                  <p:oleObj r:id="rId29" imgW="1244600" imgH="405765" progId="Equation.3">
                    <p:embed/>
                    <p:pic>
                      <p:nvPicPr>
                        <p:cNvPr id="0" name="图片 3127"/>
                        <p:cNvPicPr/>
                        <p:nvPr/>
                      </p:nvPicPr>
                      <p:blipFill>
                        <a:blip r:embed="rId30"/>
                        <a:stretch>
                          <a:fillRect/>
                        </a:stretch>
                      </p:blipFill>
                      <p:spPr>
                        <a:xfrm>
                          <a:off x="2942" y="9090"/>
                          <a:ext cx="3112" cy="1082"/>
                        </a:xfrm>
                        <a:prstGeom prst="rect">
                          <a:avLst/>
                        </a:prstGeom>
                        <a:noFill/>
                        <a:ln w="38100">
                          <a:noFill/>
                          <a:miter/>
                        </a:ln>
                      </p:spPr>
                    </p:pic>
                  </p:oleObj>
                </mc:Fallback>
              </mc:AlternateContent>
            </a:graphicData>
          </a:graphic>
        </p:graphicFrame>
        <p:sp>
          <p:nvSpPr>
            <p:cNvPr id="20543" name="Text Box 13"/>
            <p:cNvSpPr txBox="1"/>
            <p:nvPr/>
          </p:nvSpPr>
          <p:spPr>
            <a:xfrm>
              <a:off x="1142" y="8280"/>
              <a:ext cx="1915" cy="625"/>
            </a:xfrm>
            <a:prstGeom prst="rect">
              <a:avLst/>
            </a:prstGeom>
            <a:noFill/>
            <a:ln w="9525">
              <a:noFill/>
            </a:ln>
          </p:spPr>
          <p:txBody>
            <a:bodyPr anchor="t" anchorCtr="0">
              <a:spAutoFit/>
            </a:bodyPr>
            <a:lstStyle/>
            <a:p>
              <a:pPr>
                <a:spcBef>
                  <a:spcPct val="50000"/>
                </a:spcBef>
              </a:pPr>
              <a:r>
                <a:rPr lang="zh-CN" altLang="en-US" sz="2000" b="1" dirty="0">
                  <a:solidFill>
                    <a:srgbClr val="CC0000"/>
                  </a:solidFill>
                  <a:latin typeface="Times New Roman" panose="02020603050405020304" pitchFamily="18" charset="0"/>
                  <a:ea typeface="楷体_GB2312" pitchFamily="1" charset="-122"/>
                </a:rPr>
                <a:t>明纹条件</a:t>
              </a:r>
            </a:p>
          </p:txBody>
        </p:sp>
        <p:sp>
          <p:nvSpPr>
            <p:cNvPr id="20544" name="Text Box 14"/>
            <p:cNvSpPr txBox="1"/>
            <p:nvPr/>
          </p:nvSpPr>
          <p:spPr>
            <a:xfrm>
              <a:off x="1142" y="9320"/>
              <a:ext cx="1915" cy="625"/>
            </a:xfrm>
            <a:prstGeom prst="rect">
              <a:avLst/>
            </a:prstGeom>
            <a:noFill/>
            <a:ln w="9525">
              <a:noFill/>
            </a:ln>
          </p:spPr>
          <p:txBody>
            <a:bodyPr anchor="t" anchorCtr="0">
              <a:spAutoFit/>
            </a:bodyPr>
            <a:lstStyle/>
            <a:p>
              <a:pPr>
                <a:spcBef>
                  <a:spcPct val="50000"/>
                </a:spcBef>
              </a:pPr>
              <a:r>
                <a:rPr lang="zh-CN" altLang="en-US" sz="2000" b="1" dirty="0">
                  <a:solidFill>
                    <a:srgbClr val="CC0000"/>
                  </a:solidFill>
                  <a:latin typeface="Times New Roman" panose="02020603050405020304" pitchFamily="18" charset="0"/>
                  <a:ea typeface="楷体_GB2312" pitchFamily="1" charset="-122"/>
                </a:rPr>
                <a:t>暗纹条件</a:t>
              </a:r>
            </a:p>
          </p:txBody>
        </p:sp>
        <p:sp>
          <p:nvSpPr>
            <p:cNvPr id="20545" name="文本框 2"/>
            <p:cNvSpPr txBox="1"/>
            <p:nvPr/>
          </p:nvSpPr>
          <p:spPr>
            <a:xfrm>
              <a:off x="310" y="7920"/>
              <a:ext cx="882" cy="2470"/>
            </a:xfrm>
            <a:prstGeom prst="rect">
              <a:avLst/>
            </a:prstGeom>
            <a:noFill/>
            <a:ln w="9525">
              <a:noFill/>
            </a:ln>
          </p:spPr>
          <p:txBody>
            <a:bodyPr wrap="square" anchor="t" anchorCtr="0">
              <a:spAutoFit/>
            </a:bodyPr>
            <a:lstStyle/>
            <a:p>
              <a:r>
                <a:rPr lang="zh-CN" altLang="en-US" sz="2400" b="1" dirty="0">
                  <a:solidFill>
                    <a:srgbClr val="FF0000"/>
                  </a:solidFill>
                  <a:latin typeface="Verdana" panose="020B0604030504040204" pitchFamily="34" charset="0"/>
                  <a:ea typeface="宋体" panose="02010600030101010101" pitchFamily="2" charset="-122"/>
                </a:rPr>
                <a:t>双缝干涉</a:t>
              </a:r>
            </a:p>
          </p:txBody>
        </p:sp>
        <p:sp>
          <p:nvSpPr>
            <p:cNvPr id="20546" name="Rectangle 3" descr="羊皮纸"/>
            <p:cNvSpPr/>
            <p:nvPr/>
          </p:nvSpPr>
          <p:spPr>
            <a:xfrm>
              <a:off x="7725" y="7800"/>
              <a:ext cx="230" cy="2455"/>
            </a:xfrm>
            <a:prstGeom prst="rect">
              <a:avLst/>
            </a:prstGeom>
            <a:solidFill>
              <a:schemeClr val="accent1"/>
            </a:soli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40077"/>
                                        </p:tgtEl>
                                        <p:attrNameLst>
                                          <p:attrName>style.visibility</p:attrName>
                                        </p:attrNameLst>
                                      </p:cBhvr>
                                      <p:to>
                                        <p:strVal val="visible"/>
                                      </p:to>
                                    </p:set>
                                    <p:animEffect transition="in" filter="blinds(horizontal)">
                                      <p:cBhvr>
                                        <p:cTn id="15" dur="500"/>
                                        <p:tgtEl>
                                          <p:spTgt spid="34007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09"/>
                                        </p:tgtEl>
                                        <p:attrNameLst>
                                          <p:attrName>style.visibility</p:attrName>
                                        </p:attrNameLst>
                                      </p:cBhvr>
                                      <p:to>
                                        <p:strVal val="visible"/>
                                      </p:to>
                                    </p:set>
                                    <p:animEffect transition="in" filter="blinds(horizontal)">
                                      <p:cBhvr>
                                        <p:cTn id="25"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descr="羊皮纸"/>
          <p:cNvSpPr/>
          <p:nvPr/>
        </p:nvSpPr>
        <p:spPr>
          <a:xfrm>
            <a:off x="0" y="0"/>
            <a:ext cx="9144000" cy="863600"/>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26" name="Rectangle 3" descr="羊皮纸"/>
          <p:cNvSpPr/>
          <p:nvPr/>
        </p:nvSpPr>
        <p:spPr>
          <a:xfrm>
            <a:off x="0" y="6551613"/>
            <a:ext cx="9144000" cy="306387"/>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27" name="WordArt 6"/>
          <p:cNvSpPr>
            <a:spLocks noTextEdit="1"/>
          </p:cNvSpPr>
          <p:nvPr/>
        </p:nvSpPr>
        <p:spPr>
          <a:xfrm>
            <a:off x="201613" y="271463"/>
            <a:ext cx="7321550" cy="319087"/>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rPr>
              <a:t>例1、求距离中央亮纹的第5条暗纹的位置</a:t>
            </a:r>
          </a:p>
        </p:txBody>
      </p:sp>
      <p:grpSp>
        <p:nvGrpSpPr>
          <p:cNvPr id="26628" name="Group 82"/>
          <p:cNvGrpSpPr/>
          <p:nvPr/>
        </p:nvGrpSpPr>
        <p:grpSpPr>
          <a:xfrm>
            <a:off x="0" y="785813"/>
            <a:ext cx="9144000" cy="2781300"/>
            <a:chOff x="0" y="495"/>
            <a:chExt cx="5760" cy="1752"/>
          </a:xfrm>
        </p:grpSpPr>
        <p:sp>
          <p:nvSpPr>
            <p:cNvPr id="26629" name="Rectangle 76" descr="羊皮纸"/>
            <p:cNvSpPr/>
            <p:nvPr/>
          </p:nvSpPr>
          <p:spPr>
            <a:xfrm>
              <a:off x="0" y="2175"/>
              <a:ext cx="5760" cy="72"/>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30" name="Line 5"/>
            <p:cNvSpPr/>
            <p:nvPr/>
          </p:nvSpPr>
          <p:spPr>
            <a:xfrm>
              <a:off x="4462" y="495"/>
              <a:ext cx="0" cy="1703"/>
            </a:xfrm>
            <a:prstGeom prst="line">
              <a:avLst/>
            </a:prstGeom>
            <a:ln w="28575" cap="flat" cmpd="sng">
              <a:solidFill>
                <a:schemeClr val="tx2"/>
              </a:solidFill>
              <a:prstDash val="solid"/>
              <a:round/>
              <a:headEnd type="triangle" w="sm" len="lg"/>
              <a:tailEnd type="none" w="med" len="med"/>
            </a:ln>
          </p:spPr>
        </p:sp>
        <p:sp>
          <p:nvSpPr>
            <p:cNvPr id="26631" name="Line 7"/>
            <p:cNvSpPr/>
            <p:nvPr/>
          </p:nvSpPr>
          <p:spPr>
            <a:xfrm>
              <a:off x="1182" y="933"/>
              <a:ext cx="0" cy="1068"/>
            </a:xfrm>
            <a:prstGeom prst="line">
              <a:avLst/>
            </a:prstGeom>
            <a:ln w="57150" cap="flat" cmpd="sng">
              <a:solidFill>
                <a:schemeClr val="tx1"/>
              </a:solidFill>
              <a:prstDash val="solid"/>
              <a:round/>
              <a:headEnd type="none" w="med" len="med"/>
              <a:tailEnd type="none" w="med" len="med"/>
            </a:ln>
          </p:spPr>
        </p:sp>
        <p:sp>
          <p:nvSpPr>
            <p:cNvPr id="26632" name="Line 8"/>
            <p:cNvSpPr/>
            <p:nvPr/>
          </p:nvSpPr>
          <p:spPr>
            <a:xfrm>
              <a:off x="1108" y="1220"/>
              <a:ext cx="114" cy="0"/>
            </a:xfrm>
            <a:prstGeom prst="line">
              <a:avLst/>
            </a:prstGeom>
            <a:ln w="57150" cap="flat" cmpd="sng">
              <a:solidFill>
                <a:schemeClr val="bg1"/>
              </a:solidFill>
              <a:prstDash val="solid"/>
              <a:round/>
              <a:headEnd type="none" w="med" len="med"/>
              <a:tailEnd type="none" w="med" len="med"/>
            </a:ln>
          </p:spPr>
        </p:sp>
        <p:sp>
          <p:nvSpPr>
            <p:cNvPr id="26633" name="Line 9"/>
            <p:cNvSpPr/>
            <p:nvPr/>
          </p:nvSpPr>
          <p:spPr>
            <a:xfrm>
              <a:off x="926" y="1220"/>
              <a:ext cx="220" cy="0"/>
            </a:xfrm>
            <a:prstGeom prst="line">
              <a:avLst/>
            </a:prstGeom>
            <a:ln w="9525" cap="flat" cmpd="sng">
              <a:solidFill>
                <a:schemeClr val="tx1"/>
              </a:solidFill>
              <a:prstDash val="solid"/>
              <a:round/>
              <a:headEnd type="none" w="med" len="med"/>
              <a:tailEnd type="none" w="med" len="med"/>
            </a:ln>
          </p:spPr>
        </p:sp>
        <p:sp>
          <p:nvSpPr>
            <p:cNvPr id="26634" name="Line 10"/>
            <p:cNvSpPr/>
            <p:nvPr/>
          </p:nvSpPr>
          <p:spPr>
            <a:xfrm>
              <a:off x="910" y="1696"/>
              <a:ext cx="220" cy="0"/>
            </a:xfrm>
            <a:prstGeom prst="line">
              <a:avLst/>
            </a:prstGeom>
            <a:ln w="9525" cap="flat" cmpd="sng">
              <a:solidFill>
                <a:schemeClr val="tx1"/>
              </a:solidFill>
              <a:prstDash val="solid"/>
              <a:round/>
              <a:headEnd type="none" w="med" len="med"/>
              <a:tailEnd type="none" w="med" len="med"/>
            </a:ln>
          </p:spPr>
        </p:sp>
        <p:grpSp>
          <p:nvGrpSpPr>
            <p:cNvPr id="26635" name="Group 11"/>
            <p:cNvGrpSpPr/>
            <p:nvPr/>
          </p:nvGrpSpPr>
          <p:grpSpPr>
            <a:xfrm>
              <a:off x="976" y="1031"/>
              <a:ext cx="142" cy="154"/>
              <a:chOff x="1632" y="2928"/>
              <a:chExt cx="144" cy="192"/>
            </a:xfrm>
          </p:grpSpPr>
          <p:sp>
            <p:nvSpPr>
              <p:cNvPr id="26636" name="WordArt 12"/>
              <p:cNvSpPr>
                <a:spLocks noTextEdit="1"/>
              </p:cNvSpPr>
              <p:nvPr/>
            </p:nvSpPr>
            <p:spPr>
              <a:xfrm>
                <a:off x="1632" y="2928"/>
                <a:ext cx="96" cy="13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s</a:t>
                </a:r>
              </a:p>
            </p:txBody>
          </p:sp>
          <p:sp>
            <p:nvSpPr>
              <p:cNvPr id="26637" name="WordArt 13"/>
              <p:cNvSpPr>
                <a:spLocks noTextEdit="1"/>
              </p:cNvSpPr>
              <p:nvPr/>
            </p:nvSpPr>
            <p:spPr>
              <a:xfrm>
                <a:off x="1728" y="3024"/>
                <a:ext cx="48" cy="9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1</a:t>
                </a:r>
              </a:p>
            </p:txBody>
          </p:sp>
        </p:grpSp>
        <p:grpSp>
          <p:nvGrpSpPr>
            <p:cNvPr id="26638" name="Group 14"/>
            <p:cNvGrpSpPr/>
            <p:nvPr/>
          </p:nvGrpSpPr>
          <p:grpSpPr>
            <a:xfrm>
              <a:off x="944" y="1732"/>
              <a:ext cx="176" cy="118"/>
              <a:chOff x="1776" y="2976"/>
              <a:chExt cx="192" cy="144"/>
            </a:xfrm>
          </p:grpSpPr>
          <p:sp>
            <p:nvSpPr>
              <p:cNvPr id="26639" name="WordArt 15"/>
              <p:cNvSpPr>
                <a:spLocks noTextEdit="1"/>
              </p:cNvSpPr>
              <p:nvPr/>
            </p:nvSpPr>
            <p:spPr>
              <a:xfrm>
                <a:off x="1901" y="3024"/>
                <a:ext cx="67" cy="9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2</a:t>
                </a:r>
              </a:p>
            </p:txBody>
          </p:sp>
          <p:sp>
            <p:nvSpPr>
              <p:cNvPr id="26640" name="WordArt 16"/>
              <p:cNvSpPr>
                <a:spLocks noTextEdit="1"/>
              </p:cNvSpPr>
              <p:nvPr/>
            </p:nvSpPr>
            <p:spPr>
              <a:xfrm>
                <a:off x="1776" y="2976"/>
                <a:ext cx="96" cy="13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s</a:t>
                </a:r>
              </a:p>
            </p:txBody>
          </p:sp>
        </p:grpSp>
        <p:sp>
          <p:nvSpPr>
            <p:cNvPr id="26641" name="Line 17"/>
            <p:cNvSpPr/>
            <p:nvPr/>
          </p:nvSpPr>
          <p:spPr>
            <a:xfrm>
              <a:off x="1062" y="1220"/>
              <a:ext cx="0" cy="471"/>
            </a:xfrm>
            <a:prstGeom prst="line">
              <a:avLst/>
            </a:prstGeom>
            <a:ln w="9525" cap="flat" cmpd="sng">
              <a:solidFill>
                <a:schemeClr val="tx1"/>
              </a:solidFill>
              <a:prstDash val="solid"/>
              <a:round/>
              <a:headEnd type="triangle" w="med" len="lg"/>
              <a:tailEnd type="triangle" w="med" len="lg"/>
            </a:ln>
          </p:spPr>
        </p:sp>
        <p:sp>
          <p:nvSpPr>
            <p:cNvPr id="26642" name="Line 18"/>
            <p:cNvSpPr/>
            <p:nvPr/>
          </p:nvSpPr>
          <p:spPr>
            <a:xfrm>
              <a:off x="1146" y="1696"/>
              <a:ext cx="114" cy="0"/>
            </a:xfrm>
            <a:prstGeom prst="line">
              <a:avLst/>
            </a:prstGeom>
            <a:ln w="57150" cap="flat" cmpd="sng">
              <a:solidFill>
                <a:schemeClr val="bg1"/>
              </a:solidFill>
              <a:prstDash val="solid"/>
              <a:round/>
              <a:headEnd type="none" w="med" len="med"/>
              <a:tailEnd type="none" w="med" len="med"/>
            </a:ln>
          </p:spPr>
        </p:sp>
        <p:sp>
          <p:nvSpPr>
            <p:cNvPr id="26643" name="Line 19"/>
            <p:cNvSpPr/>
            <p:nvPr/>
          </p:nvSpPr>
          <p:spPr>
            <a:xfrm flipV="1">
              <a:off x="3080" y="1868"/>
              <a:ext cx="1353" cy="0"/>
            </a:xfrm>
            <a:prstGeom prst="line">
              <a:avLst/>
            </a:prstGeom>
            <a:ln w="19050" cap="flat" cmpd="sng">
              <a:solidFill>
                <a:schemeClr val="tx1"/>
              </a:solidFill>
              <a:prstDash val="solid"/>
              <a:round/>
              <a:headEnd type="none" w="med" len="med"/>
              <a:tailEnd type="triangle" w="med" len="lg"/>
            </a:ln>
          </p:spPr>
        </p:sp>
        <p:sp>
          <p:nvSpPr>
            <p:cNvPr id="26644" name="Line 20"/>
            <p:cNvSpPr/>
            <p:nvPr/>
          </p:nvSpPr>
          <p:spPr>
            <a:xfrm>
              <a:off x="1197" y="1883"/>
              <a:ext cx="1236" cy="0"/>
            </a:xfrm>
            <a:prstGeom prst="line">
              <a:avLst/>
            </a:prstGeom>
            <a:ln w="19050" cap="flat" cmpd="sng">
              <a:solidFill>
                <a:schemeClr val="tx1"/>
              </a:solidFill>
              <a:prstDash val="solid"/>
              <a:round/>
              <a:headEnd type="triangle" w="med" len="lg"/>
              <a:tailEnd type="none" w="med" len="med"/>
            </a:ln>
          </p:spPr>
        </p:sp>
        <p:sp>
          <p:nvSpPr>
            <p:cNvPr id="26645" name="Line 21"/>
            <p:cNvSpPr/>
            <p:nvPr/>
          </p:nvSpPr>
          <p:spPr>
            <a:xfrm flipV="1">
              <a:off x="1208" y="722"/>
              <a:ext cx="3247" cy="969"/>
            </a:xfrm>
            <a:prstGeom prst="line">
              <a:avLst/>
            </a:prstGeom>
            <a:ln w="28575" cap="flat" cmpd="sng">
              <a:solidFill>
                <a:srgbClr val="CC0000"/>
              </a:solidFill>
              <a:prstDash val="solid"/>
              <a:round/>
              <a:headEnd type="none" w="med" len="med"/>
              <a:tailEnd type="none" w="med" len="med"/>
            </a:ln>
          </p:spPr>
        </p:sp>
        <p:sp>
          <p:nvSpPr>
            <p:cNvPr id="26646" name="Line 22"/>
            <p:cNvSpPr/>
            <p:nvPr/>
          </p:nvSpPr>
          <p:spPr>
            <a:xfrm flipV="1">
              <a:off x="1200" y="714"/>
              <a:ext cx="3286" cy="516"/>
            </a:xfrm>
            <a:prstGeom prst="line">
              <a:avLst/>
            </a:prstGeom>
            <a:ln w="28575" cap="flat" cmpd="sng">
              <a:solidFill>
                <a:srgbClr val="CC0000"/>
              </a:solidFill>
              <a:prstDash val="solid"/>
              <a:round/>
              <a:headEnd type="none" w="med" len="med"/>
              <a:tailEnd type="none" w="med" len="med"/>
            </a:ln>
          </p:spPr>
        </p:sp>
        <p:sp>
          <p:nvSpPr>
            <p:cNvPr id="26647" name="WordArt 23"/>
            <p:cNvSpPr>
              <a:spLocks noTextEdit="1"/>
            </p:cNvSpPr>
            <p:nvPr/>
          </p:nvSpPr>
          <p:spPr>
            <a:xfrm>
              <a:off x="4235" y="1510"/>
              <a:ext cx="133" cy="112"/>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2"/>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o</a:t>
              </a:r>
            </a:p>
          </p:txBody>
        </p:sp>
        <p:sp>
          <p:nvSpPr>
            <p:cNvPr id="26648" name="WordArt 24"/>
            <p:cNvSpPr>
              <a:spLocks noTextEdit="1"/>
            </p:cNvSpPr>
            <p:nvPr/>
          </p:nvSpPr>
          <p:spPr>
            <a:xfrm>
              <a:off x="4199" y="517"/>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996633"/>
                    </a:solidFill>
                    <a:prstDash val="solid"/>
                    <a:round/>
                    <a:headEnd type="none" w="med" len="med"/>
                    <a:tailEnd type="none" w="med" len="med"/>
                  </a:ln>
                  <a:solidFill>
                    <a:srgbClr val="996633"/>
                  </a:solidFill>
                  <a:latin typeface="Times New Roman" panose="02020603050405020304" pitchFamily="18" charset="0"/>
                  <a:ea typeface="Times New Roman" panose="02020603050405020304" pitchFamily="18" charset="0"/>
                </a:rPr>
                <a:t>x</a:t>
              </a:r>
            </a:p>
          </p:txBody>
        </p:sp>
        <p:sp>
          <p:nvSpPr>
            <p:cNvPr id="26649" name="Line 25"/>
            <p:cNvSpPr/>
            <p:nvPr/>
          </p:nvSpPr>
          <p:spPr>
            <a:xfrm>
              <a:off x="4650" y="1375"/>
              <a:ext cx="216" cy="0"/>
            </a:xfrm>
            <a:prstGeom prst="line">
              <a:avLst/>
            </a:prstGeom>
            <a:ln w="9525" cap="flat" cmpd="sng">
              <a:solidFill>
                <a:schemeClr val="tx1"/>
              </a:solidFill>
              <a:prstDash val="solid"/>
              <a:round/>
              <a:headEnd type="none" w="med" len="med"/>
              <a:tailEnd type="none" w="med" len="med"/>
            </a:ln>
          </p:spPr>
        </p:sp>
        <p:sp>
          <p:nvSpPr>
            <p:cNvPr id="26650" name="Line 26"/>
            <p:cNvSpPr/>
            <p:nvPr/>
          </p:nvSpPr>
          <p:spPr>
            <a:xfrm flipV="1">
              <a:off x="1215" y="1469"/>
              <a:ext cx="3279" cy="0"/>
            </a:xfrm>
            <a:prstGeom prst="line">
              <a:avLst/>
            </a:prstGeom>
            <a:ln w="6350" cap="flat" cmpd="sng">
              <a:solidFill>
                <a:schemeClr val="tx1"/>
              </a:solidFill>
              <a:prstDash val="lgDashDot"/>
              <a:round/>
              <a:headEnd type="none" w="med" len="med"/>
              <a:tailEnd type="none" w="med" len="med"/>
            </a:ln>
          </p:spPr>
        </p:sp>
        <p:sp>
          <p:nvSpPr>
            <p:cNvPr id="26651" name="Line 27"/>
            <p:cNvSpPr/>
            <p:nvPr/>
          </p:nvSpPr>
          <p:spPr>
            <a:xfrm>
              <a:off x="4650" y="1218"/>
              <a:ext cx="216" cy="0"/>
            </a:xfrm>
            <a:prstGeom prst="line">
              <a:avLst/>
            </a:prstGeom>
            <a:ln w="9525" cap="flat" cmpd="sng">
              <a:solidFill>
                <a:schemeClr val="tx1"/>
              </a:solidFill>
              <a:prstDash val="solid"/>
              <a:round/>
              <a:headEnd type="none" w="med" len="med"/>
              <a:tailEnd type="none" w="med" len="med"/>
            </a:ln>
          </p:spPr>
        </p:sp>
        <p:sp>
          <p:nvSpPr>
            <p:cNvPr id="26652" name="Line 28"/>
            <p:cNvSpPr/>
            <p:nvPr/>
          </p:nvSpPr>
          <p:spPr>
            <a:xfrm>
              <a:off x="4650" y="1063"/>
              <a:ext cx="216" cy="0"/>
            </a:xfrm>
            <a:prstGeom prst="line">
              <a:avLst/>
            </a:prstGeom>
            <a:ln w="9525" cap="flat" cmpd="sng">
              <a:solidFill>
                <a:schemeClr val="tx1"/>
              </a:solidFill>
              <a:prstDash val="solid"/>
              <a:round/>
              <a:headEnd type="none" w="med" len="med"/>
              <a:tailEnd type="none" w="med" len="med"/>
            </a:ln>
          </p:spPr>
        </p:sp>
        <p:sp>
          <p:nvSpPr>
            <p:cNvPr id="26653" name="Line 29"/>
            <p:cNvSpPr/>
            <p:nvPr/>
          </p:nvSpPr>
          <p:spPr>
            <a:xfrm>
              <a:off x="4650" y="883"/>
              <a:ext cx="216" cy="0"/>
            </a:xfrm>
            <a:prstGeom prst="line">
              <a:avLst/>
            </a:prstGeom>
            <a:ln w="9525" cap="flat" cmpd="sng">
              <a:solidFill>
                <a:schemeClr val="tx1"/>
              </a:solidFill>
              <a:prstDash val="solid"/>
              <a:round/>
              <a:headEnd type="none" w="med" len="med"/>
              <a:tailEnd type="none" w="med" len="med"/>
            </a:ln>
          </p:spPr>
        </p:sp>
        <p:sp>
          <p:nvSpPr>
            <p:cNvPr id="26654" name="WordArt 30"/>
            <p:cNvSpPr>
              <a:spLocks noTextEdit="1"/>
            </p:cNvSpPr>
            <p:nvPr/>
          </p:nvSpPr>
          <p:spPr>
            <a:xfrm>
              <a:off x="4904" y="1348"/>
              <a:ext cx="55" cy="76"/>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sp>
          <p:nvSpPr>
            <p:cNvPr id="26655" name="WordArt 31"/>
            <p:cNvSpPr>
              <a:spLocks noTextEdit="1"/>
            </p:cNvSpPr>
            <p:nvPr/>
          </p:nvSpPr>
          <p:spPr>
            <a:xfrm>
              <a:off x="4904" y="1167"/>
              <a:ext cx="56" cy="77"/>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sp>
          <p:nvSpPr>
            <p:cNvPr id="26656" name="WordArt 32"/>
            <p:cNvSpPr>
              <a:spLocks noTextEdit="1"/>
            </p:cNvSpPr>
            <p:nvPr/>
          </p:nvSpPr>
          <p:spPr>
            <a:xfrm>
              <a:off x="4904" y="1040"/>
              <a:ext cx="56" cy="7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6657" name="WordArt 33"/>
            <p:cNvSpPr>
              <a:spLocks noTextEdit="1"/>
            </p:cNvSpPr>
            <p:nvPr/>
          </p:nvSpPr>
          <p:spPr>
            <a:xfrm>
              <a:off x="4904" y="831"/>
              <a:ext cx="55" cy="7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a:t>
              </a:r>
            </a:p>
          </p:txBody>
        </p:sp>
        <p:sp>
          <p:nvSpPr>
            <p:cNvPr id="26658" name="WordArt 34"/>
            <p:cNvSpPr>
              <a:spLocks noTextEdit="1"/>
            </p:cNvSpPr>
            <p:nvPr/>
          </p:nvSpPr>
          <p:spPr>
            <a:xfrm rot="5400000">
              <a:off x="4769" y="1012"/>
              <a:ext cx="745" cy="200"/>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暗纹</a:t>
              </a:r>
            </a:p>
          </p:txBody>
        </p:sp>
        <p:sp>
          <p:nvSpPr>
            <p:cNvPr id="26659" name="WordArt 35"/>
            <p:cNvSpPr>
              <a:spLocks noTextEdit="1"/>
            </p:cNvSpPr>
            <p:nvPr/>
          </p:nvSpPr>
          <p:spPr>
            <a:xfrm>
              <a:off x="785" y="1352"/>
              <a:ext cx="218" cy="206"/>
            </a:xfrm>
            <a:prstGeom prst="rect">
              <a:avLst/>
            </a:prstGeom>
          </p:spPr>
          <p:txBody>
            <a:bodyPr wrap="none" fromWordArt="1">
              <a:prstTxWarp prst="textPlain">
                <a:avLst>
                  <a:gd name="adj" fmla="val 57144"/>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sp>
          <p:nvSpPr>
            <p:cNvPr id="26660" name="WordArt 36"/>
            <p:cNvSpPr>
              <a:spLocks noTextEdit="1"/>
            </p:cNvSpPr>
            <p:nvPr/>
          </p:nvSpPr>
          <p:spPr>
            <a:xfrm>
              <a:off x="2593" y="1759"/>
              <a:ext cx="274" cy="191"/>
            </a:xfrm>
            <a:prstGeom prst="rect">
              <a:avLst/>
            </a:prstGeom>
          </p:spPr>
          <p:txBody>
            <a:bodyPr wrap="none" fromWordArt="1">
              <a:prstTxWarp prst="textPlain">
                <a:avLst>
                  <a:gd name="adj" fmla="val 43477"/>
                </a:avLst>
              </a:prstTxWarp>
              <a:normAutofit/>
            </a:bodyPr>
            <a:lstStyle/>
            <a:p>
              <a:pPr algn="ctr"/>
              <a:r>
                <a:rPr lang="zh-CN" altLang="en-US" sz="3600">
                  <a:ln w="19050"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sp>
          <p:nvSpPr>
            <p:cNvPr id="26661" name="Line 37"/>
            <p:cNvSpPr/>
            <p:nvPr/>
          </p:nvSpPr>
          <p:spPr>
            <a:xfrm>
              <a:off x="4650" y="727"/>
              <a:ext cx="216" cy="0"/>
            </a:xfrm>
            <a:prstGeom prst="line">
              <a:avLst/>
            </a:prstGeom>
            <a:ln w="9525" cap="flat" cmpd="sng">
              <a:solidFill>
                <a:schemeClr val="tx1"/>
              </a:solidFill>
              <a:prstDash val="solid"/>
              <a:round/>
              <a:headEnd type="none" w="med" len="med"/>
              <a:tailEnd type="none" w="med" len="med"/>
            </a:ln>
          </p:spPr>
        </p:sp>
        <p:sp>
          <p:nvSpPr>
            <p:cNvPr id="26662" name="WordArt 38"/>
            <p:cNvSpPr>
              <a:spLocks noTextEdit="1"/>
            </p:cNvSpPr>
            <p:nvPr/>
          </p:nvSpPr>
          <p:spPr>
            <a:xfrm>
              <a:off x="4904" y="675"/>
              <a:ext cx="55" cy="76"/>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5</a:t>
              </a:r>
            </a:p>
          </p:txBody>
        </p:sp>
        <p:grpSp>
          <p:nvGrpSpPr>
            <p:cNvPr id="26663" name="Group 39"/>
            <p:cNvGrpSpPr/>
            <p:nvPr/>
          </p:nvGrpSpPr>
          <p:grpSpPr>
            <a:xfrm>
              <a:off x="4471" y="687"/>
              <a:ext cx="197" cy="1553"/>
              <a:chOff x="4519" y="418"/>
              <a:chExt cx="198" cy="1702"/>
            </a:xfrm>
          </p:grpSpPr>
          <p:sp>
            <p:nvSpPr>
              <p:cNvPr id="26664" name="Rectangle 40"/>
              <p:cNvSpPr/>
              <p:nvPr/>
            </p:nvSpPr>
            <p:spPr>
              <a:xfrm>
                <a:off x="4519" y="422"/>
                <a:ext cx="196" cy="1698"/>
              </a:xfrm>
              <a:prstGeom prst="rect">
                <a:avLst/>
              </a:prstGeom>
              <a:solidFill>
                <a:schemeClr val="bg1"/>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65" name="Rectangle 41"/>
              <p:cNvSpPr/>
              <p:nvPr/>
            </p:nvSpPr>
            <p:spPr>
              <a:xfrm>
                <a:off x="4523" y="1673"/>
                <a:ext cx="194" cy="89"/>
              </a:xfrm>
              <a:prstGeom prst="rect">
                <a:avLst/>
              </a:prstGeom>
              <a:solidFill>
                <a:schemeClr val="tx1"/>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66" name="Rectangle 42"/>
              <p:cNvSpPr/>
              <p:nvPr/>
            </p:nvSpPr>
            <p:spPr>
              <a:xfrm>
                <a:off x="4524" y="1858"/>
                <a:ext cx="193" cy="89"/>
              </a:xfrm>
              <a:prstGeom prst="rect">
                <a:avLst/>
              </a:prstGeom>
              <a:solidFill>
                <a:schemeClr val="tx1"/>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67" name="Rectangle 43"/>
              <p:cNvSpPr/>
              <p:nvPr/>
            </p:nvSpPr>
            <p:spPr>
              <a:xfrm>
                <a:off x="4523" y="1497"/>
                <a:ext cx="194" cy="89"/>
              </a:xfrm>
              <a:prstGeom prst="rect">
                <a:avLst/>
              </a:prstGeom>
              <a:solidFill>
                <a:schemeClr val="tx1"/>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68" name="Rectangle 44"/>
              <p:cNvSpPr/>
              <p:nvPr/>
            </p:nvSpPr>
            <p:spPr>
              <a:xfrm>
                <a:off x="4524" y="1322"/>
                <a:ext cx="193" cy="89"/>
              </a:xfrm>
              <a:prstGeom prst="rect">
                <a:avLst/>
              </a:prstGeom>
              <a:solidFill>
                <a:schemeClr val="tx1"/>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69" name="Rectangle 45"/>
              <p:cNvSpPr/>
              <p:nvPr/>
            </p:nvSpPr>
            <p:spPr>
              <a:xfrm>
                <a:off x="4523" y="2031"/>
                <a:ext cx="193" cy="89"/>
              </a:xfrm>
              <a:prstGeom prst="rect">
                <a:avLst/>
              </a:prstGeom>
              <a:solidFill>
                <a:schemeClr val="tx1"/>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70" name="Rectangle 46"/>
              <p:cNvSpPr/>
              <p:nvPr/>
            </p:nvSpPr>
            <p:spPr>
              <a:xfrm>
                <a:off x="4520" y="594"/>
                <a:ext cx="194" cy="89"/>
              </a:xfrm>
              <a:prstGeom prst="rect">
                <a:avLst/>
              </a:prstGeom>
              <a:solidFill>
                <a:schemeClr val="tx1"/>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71" name="Rectangle 47"/>
              <p:cNvSpPr/>
              <p:nvPr/>
            </p:nvSpPr>
            <p:spPr>
              <a:xfrm>
                <a:off x="4521" y="779"/>
                <a:ext cx="193" cy="89"/>
              </a:xfrm>
              <a:prstGeom prst="rect">
                <a:avLst/>
              </a:prstGeom>
              <a:solidFill>
                <a:schemeClr val="tx1"/>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72" name="Rectangle 48"/>
              <p:cNvSpPr/>
              <p:nvPr/>
            </p:nvSpPr>
            <p:spPr>
              <a:xfrm>
                <a:off x="4520" y="418"/>
                <a:ext cx="194" cy="89"/>
              </a:xfrm>
              <a:prstGeom prst="rect">
                <a:avLst/>
              </a:prstGeom>
              <a:solidFill>
                <a:schemeClr val="tx1"/>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73" name="Rectangle 49"/>
              <p:cNvSpPr/>
              <p:nvPr/>
            </p:nvSpPr>
            <p:spPr>
              <a:xfrm>
                <a:off x="4520" y="952"/>
                <a:ext cx="193" cy="89"/>
              </a:xfrm>
              <a:prstGeom prst="rect">
                <a:avLst/>
              </a:prstGeom>
              <a:solidFill>
                <a:schemeClr val="tx1"/>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6674" name="Rectangle 50"/>
              <p:cNvSpPr/>
              <p:nvPr/>
            </p:nvSpPr>
            <p:spPr>
              <a:xfrm>
                <a:off x="4522" y="1134"/>
                <a:ext cx="193" cy="89"/>
              </a:xfrm>
              <a:prstGeom prst="rect">
                <a:avLst/>
              </a:prstGeom>
              <a:solidFill>
                <a:schemeClr val="tx1"/>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
          <p:nvSpPr>
            <p:cNvPr id="26675" name="Line 51"/>
            <p:cNvSpPr/>
            <p:nvPr/>
          </p:nvSpPr>
          <p:spPr>
            <a:xfrm>
              <a:off x="4539" y="1472"/>
              <a:ext cx="875" cy="0"/>
            </a:xfrm>
            <a:prstGeom prst="line">
              <a:avLst/>
            </a:prstGeom>
            <a:ln w="9525" cap="flat" cmpd="sng">
              <a:solidFill>
                <a:srgbClr val="FF0000"/>
              </a:solidFill>
              <a:prstDash val="solid"/>
              <a:round/>
              <a:headEnd type="none" w="med" len="med"/>
              <a:tailEnd type="none" w="med" len="med"/>
            </a:ln>
          </p:spPr>
        </p:sp>
        <p:sp>
          <p:nvSpPr>
            <p:cNvPr id="26676" name="WordArt 52"/>
            <p:cNvSpPr>
              <a:spLocks noTextEdit="1"/>
            </p:cNvSpPr>
            <p:nvPr/>
          </p:nvSpPr>
          <p:spPr>
            <a:xfrm>
              <a:off x="4759" y="1503"/>
              <a:ext cx="617" cy="14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中央亮纹</a:t>
              </a:r>
            </a:p>
          </p:txBody>
        </p:sp>
        <p:grpSp>
          <p:nvGrpSpPr>
            <p:cNvPr id="26677" name="Group 53"/>
            <p:cNvGrpSpPr/>
            <p:nvPr/>
          </p:nvGrpSpPr>
          <p:grpSpPr>
            <a:xfrm>
              <a:off x="414" y="1173"/>
              <a:ext cx="298" cy="621"/>
              <a:chOff x="340" y="1210"/>
              <a:chExt cx="505" cy="680"/>
            </a:xfrm>
          </p:grpSpPr>
          <p:sp>
            <p:nvSpPr>
              <p:cNvPr id="26678" name="Line 54"/>
              <p:cNvSpPr/>
              <p:nvPr/>
            </p:nvSpPr>
            <p:spPr>
              <a:xfrm>
                <a:off x="371" y="1210"/>
                <a:ext cx="469" cy="0"/>
              </a:xfrm>
              <a:prstGeom prst="line">
                <a:avLst/>
              </a:prstGeom>
              <a:ln w="28575" cap="flat" cmpd="sng">
                <a:solidFill>
                  <a:srgbClr val="CC0000"/>
                </a:solidFill>
                <a:prstDash val="solid"/>
                <a:round/>
                <a:headEnd type="none" w="med" len="med"/>
                <a:tailEnd type="triangle" w="sm" len="lg"/>
              </a:ln>
            </p:spPr>
          </p:sp>
          <p:sp>
            <p:nvSpPr>
              <p:cNvPr id="26679" name="Line 55"/>
              <p:cNvSpPr/>
              <p:nvPr/>
            </p:nvSpPr>
            <p:spPr>
              <a:xfrm>
                <a:off x="376" y="1890"/>
                <a:ext cx="469" cy="0"/>
              </a:xfrm>
              <a:prstGeom prst="line">
                <a:avLst/>
              </a:prstGeom>
              <a:ln w="28575" cap="flat" cmpd="sng">
                <a:solidFill>
                  <a:srgbClr val="CC0000"/>
                </a:solidFill>
                <a:prstDash val="solid"/>
                <a:round/>
                <a:headEnd type="none" w="med" len="med"/>
                <a:tailEnd type="triangle" w="sm" len="lg"/>
              </a:ln>
            </p:spPr>
          </p:sp>
          <p:sp>
            <p:nvSpPr>
              <p:cNvPr id="26680" name="Line 56"/>
              <p:cNvSpPr/>
              <p:nvPr/>
            </p:nvSpPr>
            <p:spPr>
              <a:xfrm>
                <a:off x="340" y="1542"/>
                <a:ext cx="469" cy="0"/>
              </a:xfrm>
              <a:prstGeom prst="line">
                <a:avLst/>
              </a:prstGeom>
              <a:ln w="28575" cap="flat" cmpd="sng">
                <a:solidFill>
                  <a:srgbClr val="CC0000"/>
                </a:solidFill>
                <a:prstDash val="solid"/>
                <a:round/>
                <a:headEnd type="none" w="med" len="med"/>
                <a:tailEnd type="triangle" w="sm" len="lg"/>
              </a:ln>
            </p:spPr>
          </p:sp>
        </p:grpSp>
        <p:sp>
          <p:nvSpPr>
            <p:cNvPr id="26681" name="WordArt 57"/>
            <p:cNvSpPr>
              <a:spLocks noTextEdit="1"/>
            </p:cNvSpPr>
            <p:nvPr/>
          </p:nvSpPr>
          <p:spPr>
            <a:xfrm>
              <a:off x="484" y="918"/>
              <a:ext cx="176" cy="190"/>
            </a:xfrm>
            <a:prstGeom prst="rect">
              <a:avLst/>
            </a:prstGeom>
          </p:spPr>
          <p:txBody>
            <a:bodyPr wrap="none" fromWordArt="1">
              <a:prstTxWarp prst="textPlain">
                <a:avLst>
                  <a:gd name="adj" fmla="val 55759"/>
                </a:avLst>
              </a:prstTxWarp>
              <a:normAutofit/>
            </a:bodyPr>
            <a:lstStyle/>
            <a:p>
              <a:pPr algn="ctr"/>
              <a:r>
                <a:rPr lang="zh-CN" altLang="en-US" sz="3600" b="1" i="1">
                  <a:ln w="9525" cap="flat" cmpd="sng">
                    <a:solidFill>
                      <a:srgbClr val="996633"/>
                    </a:solidFill>
                    <a:prstDash val="solid"/>
                    <a:round/>
                    <a:headEnd type="none" w="med" len="med"/>
                    <a:tailEnd type="none" w="med" len="med"/>
                  </a:ln>
                  <a:solidFill>
                    <a:srgbClr val="996633"/>
                  </a:solidFill>
                  <a:latin typeface="Symbol" panose="05050102010706020507" charset="0"/>
                  <a:ea typeface="Symbol" panose="05050102010706020507" charset="0"/>
                </a:rPr>
                <a:t>l</a:t>
              </a:r>
            </a:p>
          </p:txBody>
        </p:sp>
      </p:grpSp>
      <p:grpSp>
        <p:nvGrpSpPr>
          <p:cNvPr id="7" name="Group 58"/>
          <p:cNvGrpSpPr/>
          <p:nvPr/>
        </p:nvGrpSpPr>
        <p:grpSpPr>
          <a:xfrm>
            <a:off x="1644650" y="3640138"/>
            <a:ext cx="2411413" cy="765175"/>
            <a:chOff x="282" y="3096"/>
            <a:chExt cx="1498" cy="424"/>
          </a:xfrm>
        </p:grpSpPr>
        <p:graphicFrame>
          <p:nvGraphicFramePr>
            <p:cNvPr id="26683" name="Object 59"/>
            <p:cNvGraphicFramePr>
              <a:graphicFrameLocks noChangeAspect="1"/>
            </p:cNvGraphicFramePr>
            <p:nvPr/>
          </p:nvGraphicFramePr>
          <p:xfrm>
            <a:off x="282" y="3096"/>
            <a:ext cx="688" cy="409"/>
          </p:xfrm>
          <a:graphic>
            <a:graphicData uri="http://schemas.openxmlformats.org/presentationml/2006/ole">
              <mc:AlternateContent xmlns:mc="http://schemas.openxmlformats.org/markup-compatibility/2006">
                <mc:Choice xmlns:v="urn:schemas-microsoft-com:vml" Requires="v">
                  <p:oleObj r:id="rId3" imgW="660400" imgH="393700" progId="Equation.3">
                    <p:embed/>
                  </p:oleObj>
                </mc:Choice>
                <mc:Fallback>
                  <p:oleObj r:id="rId3" imgW="660400" imgH="393700" progId="Equation.3">
                    <p:embed/>
                    <p:pic>
                      <p:nvPicPr>
                        <p:cNvPr id="0" name="图片 3247"/>
                        <p:cNvPicPr/>
                        <p:nvPr/>
                      </p:nvPicPr>
                      <p:blipFill>
                        <a:blip r:embed="rId4"/>
                        <a:stretch>
                          <a:fillRect/>
                        </a:stretch>
                      </p:blipFill>
                      <p:spPr>
                        <a:xfrm>
                          <a:off x="282" y="3096"/>
                          <a:ext cx="688" cy="409"/>
                        </a:xfrm>
                        <a:prstGeom prst="rect">
                          <a:avLst/>
                        </a:prstGeom>
                        <a:noFill/>
                        <a:ln w="38100">
                          <a:noFill/>
                          <a:miter/>
                        </a:ln>
                      </p:spPr>
                    </p:pic>
                  </p:oleObj>
                </mc:Fallback>
              </mc:AlternateContent>
            </a:graphicData>
          </a:graphic>
        </p:graphicFrame>
        <p:graphicFrame>
          <p:nvGraphicFramePr>
            <p:cNvPr id="26684" name="Object 60"/>
            <p:cNvGraphicFramePr>
              <a:graphicFrameLocks noChangeAspect="1"/>
            </p:cNvGraphicFramePr>
            <p:nvPr/>
          </p:nvGraphicFramePr>
          <p:xfrm>
            <a:off x="1009" y="3124"/>
            <a:ext cx="771" cy="396"/>
          </p:xfrm>
          <a:graphic>
            <a:graphicData uri="http://schemas.openxmlformats.org/presentationml/2006/ole">
              <mc:AlternateContent xmlns:mc="http://schemas.openxmlformats.org/markup-compatibility/2006">
                <mc:Choice xmlns:v="urn:schemas-microsoft-com:vml" Requires="v">
                  <p:oleObj r:id="rId5" imgW="1180465" imgH="609600" progId="Equation.3">
                    <p:embed/>
                  </p:oleObj>
                </mc:Choice>
                <mc:Fallback>
                  <p:oleObj r:id="rId5" imgW="1180465" imgH="609600" progId="Equation.3">
                    <p:embed/>
                    <p:pic>
                      <p:nvPicPr>
                        <p:cNvPr id="0" name="图片 3250"/>
                        <p:cNvPicPr/>
                        <p:nvPr/>
                      </p:nvPicPr>
                      <p:blipFill>
                        <a:blip r:embed="rId6"/>
                        <a:stretch>
                          <a:fillRect/>
                        </a:stretch>
                      </p:blipFill>
                      <p:spPr>
                        <a:xfrm>
                          <a:off x="1009" y="3124"/>
                          <a:ext cx="771" cy="396"/>
                        </a:xfrm>
                        <a:prstGeom prst="rect">
                          <a:avLst/>
                        </a:prstGeom>
                        <a:noFill/>
                        <a:ln w="38100">
                          <a:noFill/>
                          <a:miter/>
                        </a:ln>
                      </p:spPr>
                    </p:pic>
                  </p:oleObj>
                </mc:Fallback>
              </mc:AlternateContent>
            </a:graphicData>
          </a:graphic>
        </p:graphicFrame>
      </p:grpSp>
      <p:sp>
        <p:nvSpPr>
          <p:cNvPr id="333885" name="Text Box 61"/>
          <p:cNvSpPr txBox="1"/>
          <p:nvPr/>
        </p:nvSpPr>
        <p:spPr>
          <a:xfrm>
            <a:off x="303213" y="3803650"/>
            <a:ext cx="1620837" cy="396875"/>
          </a:xfrm>
          <a:prstGeom prst="rect">
            <a:avLst/>
          </a:prstGeom>
          <a:noFill/>
          <a:ln w="9525">
            <a:noFill/>
          </a:ln>
        </p:spPr>
        <p:txBody>
          <a:bodyPr anchor="t" anchorCtr="0">
            <a:spAutoFit/>
          </a:bodyPr>
          <a:lstStyle/>
          <a:p>
            <a:pPr>
              <a:spcBef>
                <a:spcPct val="50000"/>
              </a:spcBef>
            </a:pPr>
            <a:r>
              <a:rPr lang="zh-CN" altLang="en-US" sz="2000" b="1" dirty="0">
                <a:latin typeface="Verdana" panose="020B0604030504040204" pitchFamily="34" charset="0"/>
                <a:ea typeface="楷体_GB2312" pitchFamily="1" charset="-122"/>
              </a:rPr>
              <a:t>暗纹公式</a:t>
            </a:r>
          </a:p>
        </p:txBody>
      </p:sp>
      <p:sp>
        <p:nvSpPr>
          <p:cNvPr id="333886" name="Text Box 62"/>
          <p:cNvSpPr txBox="1"/>
          <p:nvPr/>
        </p:nvSpPr>
        <p:spPr>
          <a:xfrm>
            <a:off x="317500" y="5211763"/>
            <a:ext cx="1620838" cy="396875"/>
          </a:xfrm>
          <a:prstGeom prst="rect">
            <a:avLst/>
          </a:prstGeom>
          <a:noFill/>
          <a:ln w="9525">
            <a:noFill/>
          </a:ln>
        </p:spPr>
        <p:txBody>
          <a:bodyPr anchor="t" anchorCtr="0">
            <a:spAutoFit/>
          </a:bodyPr>
          <a:lstStyle/>
          <a:p>
            <a:pPr>
              <a:spcBef>
                <a:spcPct val="50000"/>
              </a:spcBef>
            </a:pPr>
            <a:r>
              <a:rPr lang="zh-CN" altLang="en-US" sz="2000" b="1" dirty="0">
                <a:latin typeface="Verdana" panose="020B0604030504040204" pitchFamily="34" charset="0"/>
                <a:ea typeface="楷体_GB2312" pitchFamily="1" charset="-122"/>
              </a:rPr>
              <a:t>第五级暗纹</a:t>
            </a:r>
          </a:p>
        </p:txBody>
      </p:sp>
      <p:graphicFrame>
        <p:nvGraphicFramePr>
          <p:cNvPr id="333887" name="Object 63"/>
          <p:cNvGraphicFramePr>
            <a:graphicFrameLocks noChangeAspect="1"/>
          </p:cNvGraphicFramePr>
          <p:nvPr/>
        </p:nvGraphicFramePr>
        <p:xfrm>
          <a:off x="1876425" y="5197475"/>
          <a:ext cx="822325" cy="411163"/>
        </p:xfrm>
        <a:graphic>
          <a:graphicData uri="http://schemas.openxmlformats.org/presentationml/2006/ole">
            <mc:AlternateContent xmlns:mc="http://schemas.openxmlformats.org/markup-compatibility/2006">
              <mc:Choice xmlns:v="urn:schemas-microsoft-com:vml" Requires="v">
                <p:oleObj r:id="rId7" imgW="354965" imgH="177800" progId="Equation.3">
                  <p:embed/>
                </p:oleObj>
              </mc:Choice>
              <mc:Fallback>
                <p:oleObj r:id="rId7" imgW="354965" imgH="177800" progId="Equation.3">
                  <p:embed/>
                  <p:pic>
                    <p:nvPicPr>
                      <p:cNvPr id="0" name="图片 3244"/>
                      <p:cNvPicPr/>
                      <p:nvPr/>
                    </p:nvPicPr>
                    <p:blipFill>
                      <a:blip r:embed="rId8"/>
                      <a:stretch>
                        <a:fillRect/>
                      </a:stretch>
                    </p:blipFill>
                    <p:spPr>
                      <a:xfrm>
                        <a:off x="1876425" y="5197475"/>
                        <a:ext cx="822325" cy="411163"/>
                      </a:xfrm>
                      <a:prstGeom prst="rect">
                        <a:avLst/>
                      </a:prstGeom>
                      <a:noFill/>
                      <a:ln w="38100">
                        <a:noFill/>
                        <a:miter/>
                      </a:ln>
                    </p:spPr>
                  </p:pic>
                </p:oleObj>
              </mc:Fallback>
            </mc:AlternateContent>
          </a:graphicData>
        </a:graphic>
      </p:graphicFrame>
      <p:graphicFrame>
        <p:nvGraphicFramePr>
          <p:cNvPr id="333888" name="Object 64"/>
          <p:cNvGraphicFramePr>
            <a:graphicFrameLocks noChangeAspect="1"/>
          </p:cNvGraphicFramePr>
          <p:nvPr/>
        </p:nvGraphicFramePr>
        <p:xfrm>
          <a:off x="1230313" y="4378325"/>
          <a:ext cx="1935162" cy="762000"/>
        </p:xfrm>
        <a:graphic>
          <a:graphicData uri="http://schemas.openxmlformats.org/presentationml/2006/ole">
            <mc:AlternateContent xmlns:mc="http://schemas.openxmlformats.org/markup-compatibility/2006">
              <mc:Choice xmlns:v="urn:schemas-microsoft-com:vml" Requires="v">
                <p:oleObj r:id="rId9" imgW="1066165" imgH="393700" progId="Equation.3">
                  <p:embed/>
                </p:oleObj>
              </mc:Choice>
              <mc:Fallback>
                <p:oleObj r:id="rId9" imgW="1066165" imgH="393700" progId="Equation.3">
                  <p:embed/>
                  <p:pic>
                    <p:nvPicPr>
                      <p:cNvPr id="0" name="图片 3249"/>
                      <p:cNvPicPr/>
                      <p:nvPr/>
                    </p:nvPicPr>
                    <p:blipFill>
                      <a:blip r:embed="rId10"/>
                      <a:stretch>
                        <a:fillRect/>
                      </a:stretch>
                    </p:blipFill>
                    <p:spPr>
                      <a:xfrm>
                        <a:off x="1230313" y="4378325"/>
                        <a:ext cx="1935162" cy="762000"/>
                      </a:xfrm>
                      <a:prstGeom prst="rect">
                        <a:avLst/>
                      </a:prstGeom>
                      <a:noFill/>
                      <a:ln w="38100">
                        <a:noFill/>
                        <a:miter/>
                      </a:ln>
                    </p:spPr>
                  </p:pic>
                </p:oleObj>
              </mc:Fallback>
            </mc:AlternateContent>
          </a:graphicData>
        </a:graphic>
      </p:graphicFrame>
      <p:graphicFrame>
        <p:nvGraphicFramePr>
          <p:cNvPr id="333890" name="Object 66"/>
          <p:cNvGraphicFramePr>
            <a:graphicFrameLocks noChangeAspect="1"/>
          </p:cNvGraphicFramePr>
          <p:nvPr/>
        </p:nvGraphicFramePr>
        <p:xfrm>
          <a:off x="1381125" y="5734050"/>
          <a:ext cx="1444625" cy="814388"/>
        </p:xfrm>
        <a:graphic>
          <a:graphicData uri="http://schemas.openxmlformats.org/presentationml/2006/ole">
            <mc:AlternateContent xmlns:mc="http://schemas.openxmlformats.org/markup-compatibility/2006">
              <mc:Choice xmlns:v="urn:schemas-microsoft-com:vml" Requires="v">
                <p:oleObj r:id="rId11" imgW="698500" imgH="393700" progId="Equation.3">
                  <p:embed/>
                </p:oleObj>
              </mc:Choice>
              <mc:Fallback>
                <p:oleObj r:id="rId11" imgW="698500" imgH="393700" progId="Equation.3">
                  <p:embed/>
                  <p:pic>
                    <p:nvPicPr>
                      <p:cNvPr id="0" name="图片 3246"/>
                      <p:cNvPicPr/>
                      <p:nvPr/>
                    </p:nvPicPr>
                    <p:blipFill>
                      <a:blip r:embed="rId12"/>
                      <a:stretch>
                        <a:fillRect/>
                      </a:stretch>
                    </p:blipFill>
                    <p:spPr>
                      <a:xfrm>
                        <a:off x="1381125" y="5734050"/>
                        <a:ext cx="1444625" cy="814388"/>
                      </a:xfrm>
                      <a:prstGeom prst="rect">
                        <a:avLst/>
                      </a:prstGeom>
                      <a:noFill/>
                      <a:ln w="38100">
                        <a:noFill/>
                        <a:miter/>
                      </a:ln>
                    </p:spPr>
                  </p:pic>
                </p:oleObj>
              </mc:Fallback>
            </mc:AlternateContent>
          </a:graphicData>
        </a:graphic>
      </p:graphicFrame>
      <p:sp>
        <p:nvSpPr>
          <p:cNvPr id="26690" name="Rectangle 67" descr="羊皮纸"/>
          <p:cNvSpPr/>
          <p:nvPr/>
        </p:nvSpPr>
        <p:spPr>
          <a:xfrm rot="5400000">
            <a:off x="2562225" y="5119688"/>
            <a:ext cx="3336925" cy="139700"/>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33892" name="Text Box 68"/>
          <p:cNvSpPr txBox="1"/>
          <p:nvPr/>
        </p:nvSpPr>
        <p:spPr>
          <a:xfrm>
            <a:off x="4459288" y="3694113"/>
            <a:ext cx="3181350" cy="457200"/>
          </a:xfrm>
          <a:prstGeom prst="rect">
            <a:avLst/>
          </a:prstGeom>
          <a:noFill/>
          <a:ln w="9525">
            <a:noFill/>
          </a:ln>
        </p:spPr>
        <p:txBody>
          <a:bodyPr anchor="t" anchorCtr="0">
            <a:spAutoFit/>
          </a:bodyPr>
          <a:lstStyle/>
          <a:p>
            <a:pPr>
              <a:spcBef>
                <a:spcPct val="50000"/>
              </a:spcBef>
            </a:pPr>
            <a:r>
              <a:rPr lang="zh-CN" altLang="en-US" sz="2400" b="1" dirty="0">
                <a:solidFill>
                  <a:schemeClr val="accent2"/>
                </a:solidFill>
                <a:latin typeface="楷体_GB2312" pitchFamily="1" charset="-122"/>
                <a:ea typeface="楷体_GB2312" pitchFamily="1" charset="-122"/>
              </a:rPr>
              <a:t>注意：当缝间距为</a:t>
            </a:r>
            <a:r>
              <a:rPr lang="en-US" altLang="zh-CN" sz="2400" b="1" dirty="0">
                <a:solidFill>
                  <a:schemeClr val="accent2"/>
                </a:solidFill>
                <a:latin typeface="楷体_GB2312" pitchFamily="1" charset="-122"/>
                <a:ea typeface="楷体_GB2312" pitchFamily="1" charset="-122"/>
              </a:rPr>
              <a:t>d</a:t>
            </a:r>
            <a:r>
              <a:rPr lang="zh-CN" altLang="en-US" sz="2400" b="1" dirty="0">
                <a:solidFill>
                  <a:schemeClr val="accent2"/>
                </a:solidFill>
                <a:latin typeface="楷体_GB2312" pitchFamily="1" charset="-122"/>
                <a:ea typeface="楷体_GB2312" pitchFamily="1" charset="-122"/>
              </a:rPr>
              <a:t>时</a:t>
            </a:r>
          </a:p>
        </p:txBody>
      </p:sp>
      <p:grpSp>
        <p:nvGrpSpPr>
          <p:cNvPr id="8" name="Group 79"/>
          <p:cNvGrpSpPr/>
          <p:nvPr/>
        </p:nvGrpSpPr>
        <p:grpSpPr>
          <a:xfrm>
            <a:off x="4232275" y="4275138"/>
            <a:ext cx="4911725" cy="695325"/>
            <a:chOff x="2712" y="2693"/>
            <a:chExt cx="3094" cy="438"/>
          </a:xfrm>
        </p:grpSpPr>
        <p:graphicFrame>
          <p:nvGraphicFramePr>
            <p:cNvPr id="26693" name="Object 69"/>
            <p:cNvGraphicFramePr>
              <a:graphicFrameLocks noChangeAspect="1"/>
            </p:cNvGraphicFramePr>
            <p:nvPr/>
          </p:nvGraphicFramePr>
          <p:xfrm>
            <a:off x="3594" y="2693"/>
            <a:ext cx="1257" cy="438"/>
          </p:xfrm>
          <a:graphic>
            <a:graphicData uri="http://schemas.openxmlformats.org/presentationml/2006/ole">
              <mc:AlternateContent xmlns:mc="http://schemas.openxmlformats.org/markup-compatibility/2006">
                <mc:Choice xmlns:v="urn:schemas-microsoft-com:vml" Requires="v">
                  <p:oleObj r:id="rId13" imgW="1244600" imgH="405765" progId="Equation.DSMT4">
                    <p:embed/>
                  </p:oleObj>
                </mc:Choice>
                <mc:Fallback>
                  <p:oleObj r:id="rId13" imgW="1244600" imgH="405765" progId="Equation.DSMT4">
                    <p:embed/>
                    <p:pic>
                      <p:nvPicPr>
                        <p:cNvPr id="0" name="图片 3248"/>
                        <p:cNvPicPr/>
                        <p:nvPr/>
                      </p:nvPicPr>
                      <p:blipFill>
                        <a:blip r:embed="rId14"/>
                        <a:stretch>
                          <a:fillRect/>
                        </a:stretch>
                      </p:blipFill>
                      <p:spPr>
                        <a:xfrm>
                          <a:off x="3594" y="2693"/>
                          <a:ext cx="1257" cy="438"/>
                        </a:xfrm>
                        <a:prstGeom prst="rect">
                          <a:avLst/>
                        </a:prstGeom>
                        <a:solidFill>
                          <a:srgbClr val="CCFF33"/>
                        </a:solidFill>
                        <a:ln w="38100">
                          <a:noFill/>
                          <a:miter/>
                        </a:ln>
                      </p:spPr>
                    </p:pic>
                  </p:oleObj>
                </mc:Fallback>
              </mc:AlternateContent>
            </a:graphicData>
          </a:graphic>
        </p:graphicFrame>
        <p:sp>
          <p:nvSpPr>
            <p:cNvPr id="26694" name="Text Box 70"/>
            <p:cNvSpPr txBox="1"/>
            <p:nvPr/>
          </p:nvSpPr>
          <p:spPr>
            <a:xfrm>
              <a:off x="4785" y="2785"/>
              <a:ext cx="1021" cy="252"/>
            </a:xfrm>
            <a:prstGeom prst="rect">
              <a:avLst/>
            </a:prstGeom>
            <a:noFill/>
            <a:ln w="9525">
              <a:noFill/>
            </a:ln>
          </p:spPr>
          <p:txBody>
            <a:bodyPr anchor="t" anchorCtr="0">
              <a:spAutoFit/>
            </a:bodyPr>
            <a:lstStyle/>
            <a:p>
              <a:pPr>
                <a:spcBef>
                  <a:spcPct val="50000"/>
                </a:spcBef>
              </a:pPr>
              <a:r>
                <a:rPr lang="en-US" altLang="zh-CN" sz="2000" b="1" i="1" dirty="0">
                  <a:latin typeface="Times New Roman" panose="02020603050405020304" pitchFamily="18" charset="0"/>
                  <a:ea typeface="楷体_GB2312" pitchFamily="1" charset="-122"/>
                </a:rPr>
                <a:t>k </a:t>
              </a:r>
              <a:r>
                <a:rPr lang="en-US" altLang="zh-CN" sz="2000" b="1" dirty="0">
                  <a:latin typeface="Times New Roman" panose="02020603050405020304" pitchFamily="18" charset="0"/>
                  <a:ea typeface="楷体_GB2312" pitchFamily="1" charset="-122"/>
                </a:rPr>
                <a:t>=0,1,2,3</a:t>
              </a:r>
              <a:r>
                <a:rPr lang="en-US" altLang="zh-CN" sz="2000" b="1" dirty="0">
                  <a:latin typeface="宋体" panose="02010600030101010101" pitchFamily="2" charset="-122"/>
                  <a:ea typeface="宋体" panose="02010600030101010101" pitchFamily="2" charset="-122"/>
                </a:rPr>
                <a:t>…</a:t>
              </a:r>
              <a:endParaRPr lang="en-US" altLang="zh-CN" sz="2000" b="1" i="1" dirty="0">
                <a:latin typeface="宋体" panose="02010600030101010101" pitchFamily="2" charset="-122"/>
                <a:ea typeface="宋体" panose="02010600030101010101" pitchFamily="2" charset="-122"/>
              </a:endParaRPr>
            </a:p>
          </p:txBody>
        </p:sp>
        <p:sp>
          <p:nvSpPr>
            <p:cNvPr id="26695" name="Text Box 72"/>
            <p:cNvSpPr txBox="1"/>
            <p:nvPr/>
          </p:nvSpPr>
          <p:spPr>
            <a:xfrm>
              <a:off x="2712" y="2767"/>
              <a:ext cx="947" cy="288"/>
            </a:xfrm>
            <a:prstGeom prst="rect">
              <a:avLst/>
            </a:prstGeom>
            <a:noFill/>
            <a:ln w="9525">
              <a:noFill/>
            </a:ln>
          </p:spPr>
          <p:txBody>
            <a:bodyPr anchor="t" anchorCtr="0">
              <a:spAutoFit/>
            </a:bodyPr>
            <a:lstStyle/>
            <a:p>
              <a:pPr>
                <a:spcBef>
                  <a:spcPct val="50000"/>
                </a:spcBef>
              </a:pPr>
              <a:r>
                <a:rPr lang="zh-CN" altLang="en-US" sz="2400" b="1" dirty="0">
                  <a:solidFill>
                    <a:schemeClr val="accent2"/>
                  </a:solidFill>
                  <a:latin typeface="楷体_GB2312" pitchFamily="1" charset="-122"/>
                  <a:ea typeface="楷体_GB2312" pitchFamily="1" charset="-122"/>
                </a:rPr>
                <a:t>暗纹公式</a:t>
              </a:r>
            </a:p>
          </p:txBody>
        </p:sp>
      </p:grpSp>
      <p:grpSp>
        <p:nvGrpSpPr>
          <p:cNvPr id="9" name="Group 80"/>
          <p:cNvGrpSpPr/>
          <p:nvPr/>
        </p:nvGrpSpPr>
        <p:grpSpPr>
          <a:xfrm>
            <a:off x="4445000" y="5160963"/>
            <a:ext cx="4699000" cy="641350"/>
            <a:chOff x="2800" y="3251"/>
            <a:chExt cx="2960" cy="404"/>
          </a:xfrm>
        </p:grpSpPr>
        <p:graphicFrame>
          <p:nvGraphicFramePr>
            <p:cNvPr id="26697" name="Object 71"/>
            <p:cNvGraphicFramePr>
              <a:graphicFrameLocks noChangeAspect="1"/>
            </p:cNvGraphicFramePr>
            <p:nvPr/>
          </p:nvGraphicFramePr>
          <p:xfrm>
            <a:off x="3696" y="3251"/>
            <a:ext cx="963" cy="404"/>
          </p:xfrm>
          <a:graphic>
            <a:graphicData uri="http://schemas.openxmlformats.org/presentationml/2006/ole">
              <mc:AlternateContent xmlns:mc="http://schemas.openxmlformats.org/markup-compatibility/2006">
                <mc:Choice xmlns:v="urn:schemas-microsoft-com:vml" Requires="v">
                  <p:oleObj r:id="rId15" imgW="698500" imgH="393700" progId="Equation.3">
                    <p:embed/>
                  </p:oleObj>
                </mc:Choice>
                <mc:Fallback>
                  <p:oleObj r:id="rId15" imgW="698500" imgH="393700" progId="Equation.3">
                    <p:embed/>
                    <p:pic>
                      <p:nvPicPr>
                        <p:cNvPr id="0" name="图片 3251"/>
                        <p:cNvPicPr/>
                        <p:nvPr/>
                      </p:nvPicPr>
                      <p:blipFill>
                        <a:blip r:embed="rId16"/>
                        <a:stretch>
                          <a:fillRect/>
                        </a:stretch>
                      </p:blipFill>
                      <p:spPr>
                        <a:xfrm>
                          <a:off x="3696" y="3251"/>
                          <a:ext cx="963" cy="404"/>
                        </a:xfrm>
                        <a:prstGeom prst="rect">
                          <a:avLst/>
                        </a:prstGeom>
                        <a:solidFill>
                          <a:srgbClr val="CCFF33"/>
                        </a:solidFill>
                        <a:ln w="38100">
                          <a:noFill/>
                          <a:miter/>
                        </a:ln>
                      </p:spPr>
                    </p:pic>
                  </p:oleObj>
                </mc:Fallback>
              </mc:AlternateContent>
            </a:graphicData>
          </a:graphic>
        </p:graphicFrame>
        <p:sp>
          <p:nvSpPr>
            <p:cNvPr id="26698" name="Text Box 74"/>
            <p:cNvSpPr txBox="1"/>
            <p:nvPr/>
          </p:nvSpPr>
          <p:spPr>
            <a:xfrm>
              <a:off x="4756" y="3345"/>
              <a:ext cx="1004" cy="250"/>
            </a:xfrm>
            <a:prstGeom prst="rect">
              <a:avLst/>
            </a:prstGeom>
            <a:noFill/>
            <a:ln w="9525">
              <a:noFill/>
            </a:ln>
          </p:spPr>
          <p:txBody>
            <a:bodyPr anchor="t" anchorCtr="0">
              <a:spAutoFit/>
            </a:bodyPr>
            <a:lstStyle/>
            <a:p>
              <a:pPr>
                <a:spcBef>
                  <a:spcPct val="50000"/>
                </a:spcBef>
              </a:pPr>
              <a:r>
                <a:rPr lang="en-US" altLang="zh-CN" sz="2000" b="1" i="1" dirty="0">
                  <a:latin typeface="Times New Roman" panose="02020603050405020304" pitchFamily="18" charset="0"/>
                  <a:ea typeface="楷体_GB2312" pitchFamily="1" charset="-122"/>
                </a:rPr>
                <a:t>k </a:t>
              </a:r>
              <a:r>
                <a:rPr lang="en-US" altLang="zh-CN" sz="2000" b="1" dirty="0">
                  <a:latin typeface="Times New Roman" panose="02020603050405020304" pitchFamily="18" charset="0"/>
                  <a:ea typeface="楷体_GB2312" pitchFamily="1" charset="-122"/>
                </a:rPr>
                <a:t>=0,1,2,3</a:t>
              </a:r>
              <a:r>
                <a:rPr lang="en-US" altLang="zh-CN" sz="2000" b="1" dirty="0">
                  <a:latin typeface="宋体" panose="02010600030101010101" pitchFamily="2" charset="-122"/>
                  <a:ea typeface="宋体" panose="02010600030101010101" pitchFamily="2" charset="-122"/>
                </a:rPr>
                <a:t>…</a:t>
              </a:r>
              <a:endParaRPr lang="en-US" altLang="zh-CN" sz="2000" b="1" i="1" dirty="0">
                <a:latin typeface="宋体" panose="02010600030101010101" pitchFamily="2" charset="-122"/>
                <a:ea typeface="宋体" panose="02010600030101010101" pitchFamily="2" charset="-122"/>
              </a:endParaRPr>
            </a:p>
          </p:txBody>
        </p:sp>
        <p:sp>
          <p:nvSpPr>
            <p:cNvPr id="26699" name="Text Box 77"/>
            <p:cNvSpPr txBox="1"/>
            <p:nvPr/>
          </p:nvSpPr>
          <p:spPr>
            <a:xfrm>
              <a:off x="2800" y="3302"/>
              <a:ext cx="1085" cy="288"/>
            </a:xfrm>
            <a:prstGeom prst="rect">
              <a:avLst/>
            </a:prstGeom>
            <a:noFill/>
            <a:ln w="9525">
              <a:noFill/>
            </a:ln>
          </p:spPr>
          <p:txBody>
            <a:bodyPr anchor="t" anchorCtr="0">
              <a:spAutoFit/>
            </a:bodyPr>
            <a:lstStyle/>
            <a:p>
              <a:pPr>
                <a:spcBef>
                  <a:spcPct val="50000"/>
                </a:spcBef>
              </a:pPr>
              <a:r>
                <a:rPr lang="zh-CN" altLang="en-US" sz="2400" b="1" dirty="0">
                  <a:solidFill>
                    <a:schemeClr val="accent2"/>
                  </a:solidFill>
                  <a:latin typeface="楷体_GB2312" pitchFamily="1" charset="-122"/>
                  <a:ea typeface="楷体_GB2312" pitchFamily="1" charset="-122"/>
                </a:rPr>
                <a:t>明纹公式</a:t>
              </a:r>
            </a:p>
          </p:txBody>
        </p:sp>
      </p:grpSp>
      <p:grpSp>
        <p:nvGrpSpPr>
          <p:cNvPr id="10" name="Group 81"/>
          <p:cNvGrpSpPr/>
          <p:nvPr/>
        </p:nvGrpSpPr>
        <p:grpSpPr>
          <a:xfrm>
            <a:off x="4422775" y="5938838"/>
            <a:ext cx="3113088" cy="685800"/>
            <a:chOff x="2786" y="3741"/>
            <a:chExt cx="1961" cy="432"/>
          </a:xfrm>
        </p:grpSpPr>
        <p:graphicFrame>
          <p:nvGraphicFramePr>
            <p:cNvPr id="26701" name="Object 73"/>
            <p:cNvGraphicFramePr>
              <a:graphicFrameLocks noChangeAspect="1"/>
            </p:cNvGraphicFramePr>
            <p:nvPr/>
          </p:nvGraphicFramePr>
          <p:xfrm>
            <a:off x="3696" y="3741"/>
            <a:ext cx="1051" cy="432"/>
          </p:xfrm>
          <a:graphic>
            <a:graphicData uri="http://schemas.openxmlformats.org/presentationml/2006/ole">
              <mc:AlternateContent xmlns:mc="http://schemas.openxmlformats.org/markup-compatibility/2006">
                <mc:Choice xmlns:v="urn:schemas-microsoft-com:vml" Requires="v">
                  <p:oleObj r:id="rId17" imgW="596900" imgH="393700" progId="Equation.3">
                    <p:embed/>
                  </p:oleObj>
                </mc:Choice>
                <mc:Fallback>
                  <p:oleObj r:id="rId17" imgW="596900" imgH="393700" progId="Equation.3">
                    <p:embed/>
                    <p:pic>
                      <p:nvPicPr>
                        <p:cNvPr id="0" name="图片 3252"/>
                        <p:cNvPicPr/>
                        <p:nvPr/>
                      </p:nvPicPr>
                      <p:blipFill>
                        <a:blip r:embed="rId18"/>
                        <a:stretch>
                          <a:fillRect/>
                        </a:stretch>
                      </p:blipFill>
                      <p:spPr>
                        <a:xfrm>
                          <a:off x="3696" y="3741"/>
                          <a:ext cx="1051" cy="432"/>
                        </a:xfrm>
                        <a:prstGeom prst="rect">
                          <a:avLst/>
                        </a:prstGeom>
                        <a:solidFill>
                          <a:srgbClr val="CCFF33"/>
                        </a:solidFill>
                        <a:ln w="38100">
                          <a:noFill/>
                          <a:miter/>
                        </a:ln>
                      </p:spPr>
                    </p:pic>
                  </p:oleObj>
                </mc:Fallback>
              </mc:AlternateContent>
            </a:graphicData>
          </a:graphic>
        </p:graphicFrame>
        <p:sp>
          <p:nvSpPr>
            <p:cNvPr id="26702" name="Text Box 78"/>
            <p:cNvSpPr txBox="1"/>
            <p:nvPr/>
          </p:nvSpPr>
          <p:spPr>
            <a:xfrm>
              <a:off x="2786" y="3790"/>
              <a:ext cx="1085" cy="288"/>
            </a:xfrm>
            <a:prstGeom prst="rect">
              <a:avLst/>
            </a:prstGeom>
            <a:noFill/>
            <a:ln w="9525">
              <a:noFill/>
            </a:ln>
          </p:spPr>
          <p:txBody>
            <a:bodyPr anchor="t" anchorCtr="0">
              <a:spAutoFit/>
            </a:bodyPr>
            <a:lstStyle/>
            <a:p>
              <a:pPr>
                <a:spcBef>
                  <a:spcPct val="50000"/>
                </a:spcBef>
              </a:pPr>
              <a:r>
                <a:rPr lang="zh-CN" altLang="en-US" sz="2400" b="1" dirty="0">
                  <a:solidFill>
                    <a:schemeClr val="accent2"/>
                  </a:solidFill>
                  <a:latin typeface="楷体_GB2312" pitchFamily="1" charset="-122"/>
                  <a:ea typeface="楷体_GB2312" pitchFamily="1" charset="-122"/>
                </a:rPr>
                <a:t>条纹间距</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33885"/>
                                        </p:tgtEl>
                                        <p:attrNameLst>
                                          <p:attrName>style.visibility</p:attrName>
                                        </p:attrNameLst>
                                      </p:cBhvr>
                                      <p:to>
                                        <p:strVal val="visible"/>
                                      </p:to>
                                    </p:set>
                                    <p:animEffect transition="in" filter="blinds(horizontal)">
                                      <p:cBhvr>
                                        <p:cTn id="10" dur="500"/>
                                        <p:tgtEl>
                                          <p:spTgt spid="333885"/>
                                        </p:tgtEl>
                                      </p:cBhvr>
                                    </p:animEffect>
                                  </p:childTnLst>
                                </p:cTn>
                              </p:par>
                              <p:par>
                                <p:cTn id="11" presetID="3" presetClass="entr" presetSubtype="10" fill="hold" nodeType="withEffect">
                                  <p:stCondLst>
                                    <p:cond delay="0"/>
                                  </p:stCondLst>
                                  <p:childTnLst>
                                    <p:set>
                                      <p:cBhvr>
                                        <p:cTn id="12" dur="1" fill="hold">
                                          <p:stCondLst>
                                            <p:cond delay="0"/>
                                          </p:stCondLst>
                                        </p:cTn>
                                        <p:tgtEl>
                                          <p:spTgt spid="333888"/>
                                        </p:tgtEl>
                                        <p:attrNameLst>
                                          <p:attrName>style.visibility</p:attrName>
                                        </p:attrNameLst>
                                      </p:cBhvr>
                                      <p:to>
                                        <p:strVal val="visible"/>
                                      </p:to>
                                    </p:set>
                                    <p:animEffect transition="in" filter="blinds(horizontal)">
                                      <p:cBhvr>
                                        <p:cTn id="13" dur="500"/>
                                        <p:tgtEl>
                                          <p:spTgt spid="33388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33886"/>
                                        </p:tgtEl>
                                        <p:attrNameLst>
                                          <p:attrName>style.visibility</p:attrName>
                                        </p:attrNameLst>
                                      </p:cBhvr>
                                      <p:to>
                                        <p:strVal val="visible"/>
                                      </p:to>
                                    </p:set>
                                    <p:animEffect transition="in" filter="blinds(horizontal)">
                                      <p:cBhvr>
                                        <p:cTn id="18" dur="500"/>
                                        <p:tgtEl>
                                          <p:spTgt spid="333886"/>
                                        </p:tgtEl>
                                      </p:cBhvr>
                                    </p:animEffect>
                                  </p:childTnLst>
                                </p:cTn>
                              </p:par>
                              <p:par>
                                <p:cTn id="19" presetID="3" presetClass="entr" presetSubtype="10" fill="hold" nodeType="withEffect">
                                  <p:stCondLst>
                                    <p:cond delay="0"/>
                                  </p:stCondLst>
                                  <p:childTnLst>
                                    <p:set>
                                      <p:cBhvr>
                                        <p:cTn id="20" dur="1" fill="hold">
                                          <p:stCondLst>
                                            <p:cond delay="0"/>
                                          </p:stCondLst>
                                        </p:cTn>
                                        <p:tgtEl>
                                          <p:spTgt spid="333887"/>
                                        </p:tgtEl>
                                        <p:attrNameLst>
                                          <p:attrName>style.visibility</p:attrName>
                                        </p:attrNameLst>
                                      </p:cBhvr>
                                      <p:to>
                                        <p:strVal val="visible"/>
                                      </p:to>
                                    </p:set>
                                    <p:animEffect transition="in" filter="blinds(horizontal)">
                                      <p:cBhvr>
                                        <p:cTn id="21" dur="500"/>
                                        <p:tgtEl>
                                          <p:spTgt spid="33388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33890"/>
                                        </p:tgtEl>
                                        <p:attrNameLst>
                                          <p:attrName>style.visibility</p:attrName>
                                        </p:attrNameLst>
                                      </p:cBhvr>
                                      <p:to>
                                        <p:strVal val="visible"/>
                                      </p:to>
                                    </p:set>
                                    <p:animEffect transition="in" filter="blinds(horizontal)">
                                      <p:cBhvr>
                                        <p:cTn id="26" dur="500"/>
                                        <p:tgtEl>
                                          <p:spTgt spid="333890"/>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33892"/>
                                        </p:tgtEl>
                                        <p:attrNameLst>
                                          <p:attrName>style.visibility</p:attrName>
                                        </p:attrNameLst>
                                      </p:cBhvr>
                                      <p:to>
                                        <p:strVal val="visible"/>
                                      </p:to>
                                    </p:set>
                                    <p:animEffect transition="in" filter="blinds(horizontal)">
                                      <p:cBhvr>
                                        <p:cTn id="31" dur="500"/>
                                        <p:tgtEl>
                                          <p:spTgt spid="33389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blinds(horizontal)">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blinds(horizontal)">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blinds(horizontal)">
                                      <p:cBhvr>
                                        <p:cTn id="4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85" grpId="0"/>
      <p:bldP spid="333886" grpId="0"/>
      <p:bldP spid="33389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descr="羊皮纸"/>
          <p:cNvSpPr/>
          <p:nvPr/>
        </p:nvSpPr>
        <p:spPr>
          <a:xfrm>
            <a:off x="0" y="6453188"/>
            <a:ext cx="9144000" cy="404812"/>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7650" name="Rectangle 3" descr="羊皮纸"/>
          <p:cNvSpPr/>
          <p:nvPr/>
        </p:nvSpPr>
        <p:spPr>
          <a:xfrm>
            <a:off x="0" y="0"/>
            <a:ext cx="9144000" cy="819150"/>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7651" name="WordArt 4"/>
          <p:cNvSpPr>
            <a:spLocks noTextEdit="1"/>
          </p:cNvSpPr>
          <p:nvPr/>
        </p:nvSpPr>
        <p:spPr>
          <a:xfrm>
            <a:off x="2559050" y="1101725"/>
            <a:ext cx="415925" cy="355600"/>
          </a:xfrm>
          <a:prstGeom prst="rect">
            <a:avLst/>
          </a:prstGeom>
        </p:spPr>
        <p:txBody>
          <a:bodyPr wrap="none" fromWordArt="1">
            <a:prstTxWarp prst="textPlain">
              <a:avLst>
                <a:gd name="adj" fmla="val 57815"/>
              </a:avLst>
            </a:prstTxWarp>
            <a:normAutofit/>
          </a:bodyPr>
          <a:lstStyle/>
          <a:p>
            <a:pPr algn="ctr"/>
            <a:r>
              <a:rPr lang="zh-CN" altLang="en-US" sz="3600" i="1">
                <a:ln w="1905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27652" name="Line 5"/>
          <p:cNvSpPr/>
          <p:nvPr/>
        </p:nvSpPr>
        <p:spPr>
          <a:xfrm>
            <a:off x="2262188" y="1562100"/>
            <a:ext cx="0" cy="1857375"/>
          </a:xfrm>
          <a:prstGeom prst="line">
            <a:avLst/>
          </a:prstGeom>
          <a:ln w="57150" cap="flat" cmpd="sng">
            <a:solidFill>
              <a:schemeClr val="tx1"/>
            </a:solidFill>
            <a:prstDash val="solid"/>
            <a:round/>
            <a:headEnd type="none" w="med" len="med"/>
            <a:tailEnd type="none" w="med" len="med"/>
          </a:ln>
        </p:spPr>
      </p:sp>
      <p:sp>
        <p:nvSpPr>
          <p:cNvPr id="27653" name="Line 6"/>
          <p:cNvSpPr/>
          <p:nvPr/>
        </p:nvSpPr>
        <p:spPr>
          <a:xfrm>
            <a:off x="2144713" y="2060575"/>
            <a:ext cx="180975" cy="0"/>
          </a:xfrm>
          <a:prstGeom prst="line">
            <a:avLst/>
          </a:prstGeom>
          <a:ln w="57150" cap="flat" cmpd="sng">
            <a:solidFill>
              <a:schemeClr val="bg1"/>
            </a:solidFill>
            <a:prstDash val="solid"/>
            <a:round/>
            <a:headEnd type="none" w="med" len="med"/>
            <a:tailEnd type="none" w="med" len="med"/>
          </a:ln>
        </p:spPr>
      </p:sp>
      <p:sp>
        <p:nvSpPr>
          <p:cNvPr id="27654" name="Line 7"/>
          <p:cNvSpPr/>
          <p:nvPr/>
        </p:nvSpPr>
        <p:spPr>
          <a:xfrm>
            <a:off x="1854200" y="2060575"/>
            <a:ext cx="350838" cy="0"/>
          </a:xfrm>
          <a:prstGeom prst="line">
            <a:avLst/>
          </a:prstGeom>
          <a:ln w="9525" cap="flat" cmpd="sng">
            <a:solidFill>
              <a:schemeClr val="tx1"/>
            </a:solidFill>
            <a:prstDash val="solid"/>
            <a:round/>
            <a:headEnd type="none" w="med" len="med"/>
            <a:tailEnd type="none" w="med" len="med"/>
          </a:ln>
        </p:spPr>
      </p:sp>
      <p:sp>
        <p:nvSpPr>
          <p:cNvPr id="27655" name="Line 8"/>
          <p:cNvSpPr/>
          <p:nvPr/>
        </p:nvSpPr>
        <p:spPr>
          <a:xfrm>
            <a:off x="1828800" y="2889250"/>
            <a:ext cx="350838" cy="0"/>
          </a:xfrm>
          <a:prstGeom prst="line">
            <a:avLst/>
          </a:prstGeom>
          <a:ln w="9525" cap="flat" cmpd="sng">
            <a:solidFill>
              <a:schemeClr val="tx1"/>
            </a:solidFill>
            <a:prstDash val="solid"/>
            <a:round/>
            <a:headEnd type="none" w="med" len="med"/>
            <a:tailEnd type="none" w="med" len="med"/>
          </a:ln>
        </p:spPr>
      </p:sp>
      <p:grpSp>
        <p:nvGrpSpPr>
          <p:cNvPr id="27656" name="Group 9"/>
          <p:cNvGrpSpPr/>
          <p:nvPr/>
        </p:nvGrpSpPr>
        <p:grpSpPr>
          <a:xfrm>
            <a:off x="1933575" y="1731963"/>
            <a:ext cx="227013" cy="268287"/>
            <a:chOff x="1632" y="2928"/>
            <a:chExt cx="144" cy="192"/>
          </a:xfrm>
        </p:grpSpPr>
        <p:sp>
          <p:nvSpPr>
            <p:cNvPr id="27657" name="WordArt 10"/>
            <p:cNvSpPr>
              <a:spLocks noTextEdit="1"/>
            </p:cNvSpPr>
            <p:nvPr/>
          </p:nvSpPr>
          <p:spPr>
            <a:xfrm>
              <a:off x="1632" y="2928"/>
              <a:ext cx="96" cy="13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s</a:t>
              </a:r>
            </a:p>
          </p:txBody>
        </p:sp>
        <p:sp>
          <p:nvSpPr>
            <p:cNvPr id="27658" name="WordArt 11"/>
            <p:cNvSpPr>
              <a:spLocks noTextEdit="1"/>
            </p:cNvSpPr>
            <p:nvPr/>
          </p:nvSpPr>
          <p:spPr>
            <a:xfrm>
              <a:off x="1728" y="3024"/>
              <a:ext cx="48" cy="9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1</a:t>
              </a:r>
            </a:p>
          </p:txBody>
        </p:sp>
      </p:grpSp>
      <p:sp>
        <p:nvSpPr>
          <p:cNvPr id="27659" name="WordArt 12"/>
          <p:cNvSpPr>
            <a:spLocks noTextEdit="1"/>
          </p:cNvSpPr>
          <p:nvPr/>
        </p:nvSpPr>
        <p:spPr>
          <a:xfrm>
            <a:off x="914400" y="2132013"/>
            <a:ext cx="346075" cy="358775"/>
          </a:xfrm>
          <a:prstGeom prst="rect">
            <a:avLst/>
          </a:prstGeom>
        </p:spPr>
        <p:txBody>
          <a:bodyPr wrap="none" fromWordArt="1">
            <a:prstTxWarp prst="textPlain">
              <a:avLst>
                <a:gd name="adj" fmla="val 57144"/>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grpSp>
        <p:nvGrpSpPr>
          <p:cNvPr id="27660" name="Group 13"/>
          <p:cNvGrpSpPr/>
          <p:nvPr/>
        </p:nvGrpSpPr>
        <p:grpSpPr>
          <a:xfrm>
            <a:off x="1882775" y="2951163"/>
            <a:ext cx="280988" cy="206375"/>
            <a:chOff x="1776" y="2976"/>
            <a:chExt cx="192" cy="144"/>
          </a:xfrm>
        </p:grpSpPr>
        <p:sp>
          <p:nvSpPr>
            <p:cNvPr id="27661" name="WordArt 14"/>
            <p:cNvSpPr>
              <a:spLocks noTextEdit="1"/>
            </p:cNvSpPr>
            <p:nvPr/>
          </p:nvSpPr>
          <p:spPr>
            <a:xfrm>
              <a:off x="1901" y="3024"/>
              <a:ext cx="67" cy="9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2</a:t>
              </a:r>
            </a:p>
          </p:txBody>
        </p:sp>
        <p:sp>
          <p:nvSpPr>
            <p:cNvPr id="27662" name="WordArt 15"/>
            <p:cNvSpPr>
              <a:spLocks noTextEdit="1"/>
            </p:cNvSpPr>
            <p:nvPr/>
          </p:nvSpPr>
          <p:spPr>
            <a:xfrm>
              <a:off x="1776" y="2976"/>
              <a:ext cx="96" cy="13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s</a:t>
              </a:r>
            </a:p>
          </p:txBody>
        </p:sp>
      </p:grpSp>
      <p:sp>
        <p:nvSpPr>
          <p:cNvPr id="27663" name="Line 16"/>
          <p:cNvSpPr/>
          <p:nvPr/>
        </p:nvSpPr>
        <p:spPr>
          <a:xfrm>
            <a:off x="2071688" y="2060575"/>
            <a:ext cx="0" cy="820738"/>
          </a:xfrm>
          <a:prstGeom prst="line">
            <a:avLst/>
          </a:prstGeom>
          <a:ln w="9525" cap="flat" cmpd="sng">
            <a:solidFill>
              <a:schemeClr val="tx1"/>
            </a:solidFill>
            <a:prstDash val="solid"/>
            <a:round/>
            <a:headEnd type="triangle" w="med" len="lg"/>
            <a:tailEnd type="triangle" w="med" len="lg"/>
          </a:ln>
        </p:spPr>
      </p:sp>
      <p:sp>
        <p:nvSpPr>
          <p:cNvPr id="27664" name="Line 17"/>
          <p:cNvSpPr/>
          <p:nvPr/>
        </p:nvSpPr>
        <p:spPr>
          <a:xfrm>
            <a:off x="2205038" y="2889250"/>
            <a:ext cx="180975" cy="0"/>
          </a:xfrm>
          <a:prstGeom prst="line">
            <a:avLst/>
          </a:prstGeom>
          <a:ln w="57150" cap="flat" cmpd="sng">
            <a:solidFill>
              <a:schemeClr val="bg1"/>
            </a:solidFill>
            <a:prstDash val="solid"/>
            <a:round/>
            <a:headEnd type="none" w="med" len="med"/>
            <a:tailEnd type="none" w="med" len="med"/>
          </a:ln>
        </p:spPr>
      </p:sp>
      <p:sp>
        <p:nvSpPr>
          <p:cNvPr id="27665" name="Line 18"/>
          <p:cNvSpPr/>
          <p:nvPr/>
        </p:nvSpPr>
        <p:spPr>
          <a:xfrm>
            <a:off x="7475538" y="733425"/>
            <a:ext cx="0" cy="2962275"/>
          </a:xfrm>
          <a:prstGeom prst="line">
            <a:avLst/>
          </a:prstGeom>
          <a:ln w="28575" cap="flat" cmpd="sng">
            <a:solidFill>
              <a:schemeClr val="tx2"/>
            </a:solidFill>
            <a:prstDash val="solid"/>
            <a:round/>
            <a:headEnd type="triangle" w="sm" len="lg"/>
            <a:tailEnd type="none" w="med" len="med"/>
          </a:ln>
        </p:spPr>
      </p:sp>
      <p:sp>
        <p:nvSpPr>
          <p:cNvPr id="27666" name="Line 19"/>
          <p:cNvSpPr/>
          <p:nvPr/>
        </p:nvSpPr>
        <p:spPr>
          <a:xfrm>
            <a:off x="2314575" y="2493963"/>
            <a:ext cx="5145088" cy="0"/>
          </a:xfrm>
          <a:prstGeom prst="line">
            <a:avLst/>
          </a:prstGeom>
          <a:ln w="6350" cap="flat" cmpd="sng">
            <a:solidFill>
              <a:schemeClr val="tx1"/>
            </a:solidFill>
            <a:prstDash val="lgDashDot"/>
            <a:round/>
            <a:headEnd type="none" w="med" len="med"/>
            <a:tailEnd type="none" w="med" len="med"/>
          </a:ln>
        </p:spPr>
      </p:sp>
      <p:sp>
        <p:nvSpPr>
          <p:cNvPr id="27667" name="Line 20"/>
          <p:cNvSpPr/>
          <p:nvPr/>
        </p:nvSpPr>
        <p:spPr>
          <a:xfrm flipV="1">
            <a:off x="6010275" y="3187700"/>
            <a:ext cx="1431925" cy="0"/>
          </a:xfrm>
          <a:prstGeom prst="line">
            <a:avLst/>
          </a:prstGeom>
          <a:ln w="19050" cap="flat" cmpd="sng">
            <a:solidFill>
              <a:schemeClr val="tx1"/>
            </a:solidFill>
            <a:prstDash val="solid"/>
            <a:round/>
            <a:headEnd type="none" w="med" len="med"/>
            <a:tailEnd type="triangle" w="med" len="lg"/>
          </a:ln>
        </p:spPr>
      </p:sp>
      <p:sp>
        <p:nvSpPr>
          <p:cNvPr id="27668" name="Line 21"/>
          <p:cNvSpPr/>
          <p:nvPr/>
        </p:nvSpPr>
        <p:spPr>
          <a:xfrm>
            <a:off x="2286000" y="3214688"/>
            <a:ext cx="1468438" cy="0"/>
          </a:xfrm>
          <a:prstGeom prst="line">
            <a:avLst/>
          </a:prstGeom>
          <a:ln w="19050" cap="flat" cmpd="sng">
            <a:solidFill>
              <a:schemeClr val="tx1"/>
            </a:solidFill>
            <a:prstDash val="solid"/>
            <a:round/>
            <a:headEnd type="triangle" w="med" len="lg"/>
            <a:tailEnd type="none" w="med" len="med"/>
          </a:ln>
        </p:spPr>
      </p:sp>
      <p:sp>
        <p:nvSpPr>
          <p:cNvPr id="27669" name="Line 22"/>
          <p:cNvSpPr/>
          <p:nvPr/>
        </p:nvSpPr>
        <p:spPr>
          <a:xfrm flipV="1">
            <a:off x="2303463" y="1574800"/>
            <a:ext cx="5156200" cy="1304925"/>
          </a:xfrm>
          <a:prstGeom prst="line">
            <a:avLst/>
          </a:prstGeom>
          <a:ln w="28575" cap="flat" cmpd="sng">
            <a:solidFill>
              <a:srgbClr val="CC0000"/>
            </a:solidFill>
            <a:prstDash val="solid"/>
            <a:round/>
            <a:headEnd type="none" w="med" len="med"/>
            <a:tailEnd type="none" w="med" len="med"/>
          </a:ln>
        </p:spPr>
      </p:sp>
      <p:sp>
        <p:nvSpPr>
          <p:cNvPr id="27670" name="Line 23"/>
          <p:cNvSpPr/>
          <p:nvPr/>
        </p:nvSpPr>
        <p:spPr>
          <a:xfrm flipV="1">
            <a:off x="2290763" y="1577975"/>
            <a:ext cx="5151437" cy="500063"/>
          </a:xfrm>
          <a:prstGeom prst="line">
            <a:avLst/>
          </a:prstGeom>
          <a:ln w="28575" cap="flat" cmpd="sng">
            <a:solidFill>
              <a:srgbClr val="CC0000"/>
            </a:solidFill>
            <a:prstDash val="solid"/>
            <a:round/>
            <a:headEnd type="none" w="med" len="med"/>
            <a:tailEnd type="none" w="med" len="med"/>
          </a:ln>
        </p:spPr>
      </p:sp>
      <p:sp>
        <p:nvSpPr>
          <p:cNvPr id="27671" name="WordArt 24"/>
          <p:cNvSpPr>
            <a:spLocks noTextEdit="1"/>
          </p:cNvSpPr>
          <p:nvPr/>
        </p:nvSpPr>
        <p:spPr>
          <a:xfrm>
            <a:off x="7178675" y="2582863"/>
            <a:ext cx="211138" cy="195262"/>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2"/>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o</a:t>
            </a:r>
          </a:p>
        </p:txBody>
      </p:sp>
      <p:sp>
        <p:nvSpPr>
          <p:cNvPr id="27672" name="WordArt 25"/>
          <p:cNvSpPr>
            <a:spLocks noTextEdit="1"/>
          </p:cNvSpPr>
          <p:nvPr/>
        </p:nvSpPr>
        <p:spPr>
          <a:xfrm>
            <a:off x="7072313" y="923925"/>
            <a:ext cx="282575" cy="222250"/>
          </a:xfrm>
          <a:prstGeom prst="rect">
            <a:avLst/>
          </a:prstGeom>
        </p:spPr>
        <p:txBody>
          <a:bodyPr wrap="none" fromWordArt="1">
            <a:prstTxWarp prst="textPlain">
              <a:avLst>
                <a:gd name="adj" fmla="val 50000"/>
              </a:avLst>
            </a:prstTxWarp>
            <a:normAutofit/>
          </a:bodyPr>
          <a:lstStyle/>
          <a:p>
            <a:pPr algn="ctr"/>
            <a:r>
              <a:rPr lang="zh-CN" altLang="en-US" sz="8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x</a:t>
            </a:r>
          </a:p>
        </p:txBody>
      </p:sp>
      <p:sp>
        <p:nvSpPr>
          <p:cNvPr id="27673" name="Rectangle 26"/>
          <p:cNvSpPr/>
          <p:nvPr/>
        </p:nvSpPr>
        <p:spPr>
          <a:xfrm>
            <a:off x="7573963" y="1139825"/>
            <a:ext cx="344487" cy="2295525"/>
          </a:xfrm>
          <a:prstGeom prst="rect">
            <a:avLst/>
          </a:prstGeom>
          <a:solidFill>
            <a:schemeClr val="bg1"/>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7674" name="Rectangle 27"/>
          <p:cNvSpPr/>
          <p:nvPr/>
        </p:nvSpPr>
        <p:spPr>
          <a:xfrm>
            <a:off x="7581900" y="2187575"/>
            <a:ext cx="328613" cy="206375"/>
          </a:xfrm>
          <a:prstGeom prst="rect">
            <a:avLst/>
          </a:prstGeom>
          <a:solidFill>
            <a:srgbClr val="777777"/>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7675" name="Rectangle 28"/>
          <p:cNvSpPr/>
          <p:nvPr/>
        </p:nvSpPr>
        <p:spPr>
          <a:xfrm>
            <a:off x="7583488" y="2614613"/>
            <a:ext cx="328612" cy="206375"/>
          </a:xfrm>
          <a:prstGeom prst="rect">
            <a:avLst/>
          </a:prstGeom>
          <a:solidFill>
            <a:srgbClr val="777777"/>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7676" name="Rectangle 29"/>
          <p:cNvSpPr/>
          <p:nvPr/>
        </p:nvSpPr>
        <p:spPr>
          <a:xfrm>
            <a:off x="7581900" y="1778000"/>
            <a:ext cx="328613" cy="206375"/>
          </a:xfrm>
          <a:prstGeom prst="rect">
            <a:avLst/>
          </a:prstGeom>
          <a:solidFill>
            <a:srgbClr val="777777"/>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7677" name="Rectangle 30"/>
          <p:cNvSpPr/>
          <p:nvPr/>
        </p:nvSpPr>
        <p:spPr>
          <a:xfrm>
            <a:off x="7583488" y="1371600"/>
            <a:ext cx="328612" cy="206375"/>
          </a:xfrm>
          <a:prstGeom prst="rect">
            <a:avLst/>
          </a:prstGeom>
          <a:solidFill>
            <a:srgbClr val="777777"/>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7678" name="Rectangle 31"/>
          <p:cNvSpPr/>
          <p:nvPr/>
        </p:nvSpPr>
        <p:spPr>
          <a:xfrm>
            <a:off x="7580313" y="3019425"/>
            <a:ext cx="328612" cy="206375"/>
          </a:xfrm>
          <a:prstGeom prst="rect">
            <a:avLst/>
          </a:prstGeom>
          <a:solidFill>
            <a:srgbClr val="777777"/>
          </a:solidFill>
          <a:ln w="9525" cap="flat" cmpd="sng">
            <a:solidFill>
              <a:schemeClr val="bg2"/>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7679" name="WordArt 32"/>
          <p:cNvSpPr>
            <a:spLocks noTextEdit="1"/>
          </p:cNvSpPr>
          <p:nvPr/>
        </p:nvSpPr>
        <p:spPr>
          <a:xfrm>
            <a:off x="7123113" y="1701800"/>
            <a:ext cx="246062" cy="231775"/>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2"/>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grpSp>
        <p:nvGrpSpPr>
          <p:cNvPr id="27680" name="Group 33"/>
          <p:cNvGrpSpPr/>
          <p:nvPr/>
        </p:nvGrpSpPr>
        <p:grpSpPr>
          <a:xfrm>
            <a:off x="3019425" y="1223963"/>
            <a:ext cx="303213" cy="106362"/>
            <a:chOff x="1260" y="2371"/>
            <a:chExt cx="151" cy="53"/>
          </a:xfrm>
        </p:grpSpPr>
        <p:sp>
          <p:nvSpPr>
            <p:cNvPr id="27681" name="Line 34"/>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27682" name="Line 35"/>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27683" name="WordArt 36"/>
          <p:cNvSpPr>
            <a:spLocks noTextEdit="1"/>
          </p:cNvSpPr>
          <p:nvPr/>
        </p:nvSpPr>
        <p:spPr>
          <a:xfrm>
            <a:off x="3435350" y="1144588"/>
            <a:ext cx="617538" cy="30003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633</a:t>
            </a:r>
          </a:p>
        </p:txBody>
      </p:sp>
      <p:sp>
        <p:nvSpPr>
          <p:cNvPr id="27684" name="WordArt 37"/>
          <p:cNvSpPr>
            <a:spLocks noTextEdit="1"/>
          </p:cNvSpPr>
          <p:nvPr/>
        </p:nvSpPr>
        <p:spPr>
          <a:xfrm>
            <a:off x="4148138" y="1214438"/>
            <a:ext cx="674687" cy="23018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nm</a:t>
            </a:r>
          </a:p>
        </p:txBody>
      </p:sp>
      <p:grpSp>
        <p:nvGrpSpPr>
          <p:cNvPr id="27685" name="Group 38"/>
          <p:cNvGrpSpPr/>
          <p:nvPr/>
        </p:nvGrpSpPr>
        <p:grpSpPr>
          <a:xfrm>
            <a:off x="1360488" y="2273300"/>
            <a:ext cx="303212" cy="106363"/>
            <a:chOff x="1260" y="2371"/>
            <a:chExt cx="151" cy="53"/>
          </a:xfrm>
        </p:grpSpPr>
        <p:sp>
          <p:nvSpPr>
            <p:cNvPr id="27686" name="Line 39"/>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27687" name="Line 40"/>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27688" name="WordArt 41"/>
          <p:cNvSpPr>
            <a:spLocks noTextEdit="1"/>
          </p:cNvSpPr>
          <p:nvPr/>
        </p:nvSpPr>
        <p:spPr>
          <a:xfrm>
            <a:off x="415925" y="2674938"/>
            <a:ext cx="496888" cy="26670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0.5</a:t>
            </a:r>
          </a:p>
        </p:txBody>
      </p:sp>
      <p:sp>
        <p:nvSpPr>
          <p:cNvPr id="27689" name="WordArt 42"/>
          <p:cNvSpPr>
            <a:spLocks noTextEdit="1"/>
          </p:cNvSpPr>
          <p:nvPr/>
        </p:nvSpPr>
        <p:spPr>
          <a:xfrm>
            <a:off x="1006475" y="2695575"/>
            <a:ext cx="674688" cy="23018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mm</a:t>
            </a:r>
          </a:p>
        </p:txBody>
      </p:sp>
      <p:sp>
        <p:nvSpPr>
          <p:cNvPr id="27690" name="WordArt 43"/>
          <p:cNvSpPr>
            <a:spLocks noTextEdit="1"/>
          </p:cNvSpPr>
          <p:nvPr/>
        </p:nvSpPr>
        <p:spPr>
          <a:xfrm>
            <a:off x="3975100" y="3048000"/>
            <a:ext cx="436563" cy="292100"/>
          </a:xfrm>
          <a:prstGeom prst="rect">
            <a:avLst/>
          </a:prstGeom>
        </p:spPr>
        <p:txBody>
          <a:bodyPr wrap="none" fromWordArt="1">
            <a:prstTxWarp prst="textPlain">
              <a:avLst>
                <a:gd name="adj" fmla="val 43477"/>
              </a:avLst>
            </a:prstTxWarp>
            <a:normAutofit/>
          </a:bodyPr>
          <a:lstStyle/>
          <a:p>
            <a:pPr algn="ctr"/>
            <a:r>
              <a:rPr lang="zh-CN" altLang="en-US" sz="3600">
                <a:ln w="19050"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grpSp>
        <p:nvGrpSpPr>
          <p:cNvPr id="27691" name="Group 44"/>
          <p:cNvGrpSpPr/>
          <p:nvPr/>
        </p:nvGrpSpPr>
        <p:grpSpPr>
          <a:xfrm>
            <a:off x="4530725" y="3149600"/>
            <a:ext cx="303213" cy="106363"/>
            <a:chOff x="1260" y="2371"/>
            <a:chExt cx="151" cy="53"/>
          </a:xfrm>
        </p:grpSpPr>
        <p:sp>
          <p:nvSpPr>
            <p:cNvPr id="27692" name="Line 45"/>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27693" name="Line 46"/>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27694" name="WordArt 47"/>
          <p:cNvSpPr>
            <a:spLocks noTextEdit="1"/>
          </p:cNvSpPr>
          <p:nvPr/>
        </p:nvSpPr>
        <p:spPr>
          <a:xfrm>
            <a:off x="4983163" y="3067050"/>
            <a:ext cx="187325" cy="26670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7695" name="WordArt 48"/>
          <p:cNvSpPr>
            <a:spLocks noTextEdit="1"/>
          </p:cNvSpPr>
          <p:nvPr/>
        </p:nvSpPr>
        <p:spPr>
          <a:xfrm>
            <a:off x="5314950" y="3103563"/>
            <a:ext cx="381000" cy="19685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m</a:t>
            </a:r>
          </a:p>
        </p:txBody>
      </p:sp>
      <p:sp>
        <p:nvSpPr>
          <p:cNvPr id="27696" name="WordArt 49"/>
          <p:cNvSpPr>
            <a:spLocks noTextEdit="1"/>
          </p:cNvSpPr>
          <p:nvPr/>
        </p:nvSpPr>
        <p:spPr>
          <a:xfrm>
            <a:off x="406400" y="339725"/>
            <a:ext cx="1466850" cy="377825"/>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rPr>
              <a:t>例2、已知</a:t>
            </a:r>
          </a:p>
        </p:txBody>
      </p:sp>
      <p:grpSp>
        <p:nvGrpSpPr>
          <p:cNvPr id="27697" name="Group 50"/>
          <p:cNvGrpSpPr/>
          <p:nvPr/>
        </p:nvGrpSpPr>
        <p:grpSpPr>
          <a:xfrm>
            <a:off x="8262938" y="1719263"/>
            <a:ext cx="501650" cy="271462"/>
            <a:chOff x="3456" y="3504"/>
            <a:chExt cx="384" cy="240"/>
          </a:xfrm>
        </p:grpSpPr>
        <p:sp>
          <p:nvSpPr>
            <p:cNvPr id="27698" name="WordArt 51"/>
            <p:cNvSpPr>
              <a:spLocks noTextEdit="1"/>
            </p:cNvSpPr>
            <p:nvPr/>
          </p:nvSpPr>
          <p:spPr>
            <a:xfrm>
              <a:off x="3648" y="3504"/>
              <a:ext cx="192" cy="24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x</a:t>
              </a:r>
            </a:p>
          </p:txBody>
        </p:sp>
        <p:sp>
          <p:nvSpPr>
            <p:cNvPr id="27699" name="WordArt 52"/>
            <p:cNvSpPr>
              <a:spLocks noTextEdit="1"/>
            </p:cNvSpPr>
            <p:nvPr/>
          </p:nvSpPr>
          <p:spPr>
            <a:xfrm>
              <a:off x="3456" y="3504"/>
              <a:ext cx="189" cy="21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Wingdings 3" panose="05040102010807070707" charset="0"/>
                  <a:ea typeface="Wingdings 3" panose="05040102010807070707" charset="0"/>
                </a:rPr>
                <a:t>r</a:t>
              </a:r>
            </a:p>
          </p:txBody>
        </p:sp>
      </p:grpSp>
      <p:sp>
        <p:nvSpPr>
          <p:cNvPr id="27700" name="Line 53"/>
          <p:cNvSpPr/>
          <p:nvPr/>
        </p:nvSpPr>
        <p:spPr>
          <a:xfrm>
            <a:off x="7947025" y="1673225"/>
            <a:ext cx="304800" cy="0"/>
          </a:xfrm>
          <a:prstGeom prst="line">
            <a:avLst/>
          </a:prstGeom>
          <a:ln w="9525" cap="flat" cmpd="sng">
            <a:solidFill>
              <a:schemeClr val="tx1"/>
            </a:solidFill>
            <a:prstDash val="solid"/>
            <a:round/>
            <a:headEnd type="none" w="med" len="med"/>
            <a:tailEnd type="none" w="med" len="med"/>
          </a:ln>
        </p:spPr>
      </p:sp>
      <p:sp>
        <p:nvSpPr>
          <p:cNvPr id="27701" name="Line 54"/>
          <p:cNvSpPr/>
          <p:nvPr/>
        </p:nvSpPr>
        <p:spPr>
          <a:xfrm>
            <a:off x="7947025" y="2079625"/>
            <a:ext cx="304800" cy="0"/>
          </a:xfrm>
          <a:prstGeom prst="line">
            <a:avLst/>
          </a:prstGeom>
          <a:ln w="9525" cap="flat" cmpd="sng">
            <a:solidFill>
              <a:schemeClr val="tx1"/>
            </a:solidFill>
            <a:prstDash val="solid"/>
            <a:round/>
            <a:headEnd type="none" w="med" len="med"/>
            <a:tailEnd type="none" w="med" len="med"/>
          </a:ln>
        </p:spPr>
      </p:sp>
      <p:sp>
        <p:nvSpPr>
          <p:cNvPr id="27702" name="Line 55"/>
          <p:cNvSpPr/>
          <p:nvPr/>
        </p:nvSpPr>
        <p:spPr>
          <a:xfrm>
            <a:off x="8037513" y="1673225"/>
            <a:ext cx="0" cy="414338"/>
          </a:xfrm>
          <a:prstGeom prst="line">
            <a:avLst/>
          </a:prstGeom>
          <a:ln w="9525" cap="flat" cmpd="sng">
            <a:solidFill>
              <a:schemeClr val="tx1"/>
            </a:solidFill>
            <a:prstDash val="solid"/>
            <a:round/>
            <a:headEnd type="triangle" w="med" len="med"/>
            <a:tailEnd type="triangle" w="med" len="med"/>
          </a:ln>
        </p:spPr>
      </p:sp>
      <p:sp>
        <p:nvSpPr>
          <p:cNvPr id="27703" name="WordArt 56"/>
          <p:cNvSpPr>
            <a:spLocks noTextEdit="1"/>
          </p:cNvSpPr>
          <p:nvPr/>
        </p:nvSpPr>
        <p:spPr>
          <a:xfrm rot="627366">
            <a:off x="8259763" y="2178050"/>
            <a:ext cx="317500" cy="538163"/>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CC0000"/>
                  </a:solidFill>
                  <a:prstDash val="solid"/>
                  <a:round/>
                  <a:headEnd type="none" w="med" len="med"/>
                  <a:tailEnd type="none" w="med" len="med"/>
                </a:ln>
                <a:solidFill>
                  <a:srgbClr val="CC0000"/>
                </a:solidFill>
                <a:latin typeface="华文中宋" panose="02010600040101010101" charset="-122"/>
                <a:ea typeface="华文中宋" panose="02010600040101010101" charset="-122"/>
              </a:rPr>
              <a:t>？</a:t>
            </a:r>
          </a:p>
        </p:txBody>
      </p:sp>
      <p:sp>
        <p:nvSpPr>
          <p:cNvPr id="27704" name="WordArt 57"/>
          <p:cNvSpPr>
            <a:spLocks noTextEdit="1"/>
          </p:cNvSpPr>
          <p:nvPr/>
        </p:nvSpPr>
        <p:spPr>
          <a:xfrm>
            <a:off x="8093075" y="585788"/>
            <a:ext cx="636588" cy="311150"/>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求</a:t>
            </a:r>
          </a:p>
        </p:txBody>
      </p:sp>
      <p:grpSp>
        <p:nvGrpSpPr>
          <p:cNvPr id="8" name="Group 117"/>
          <p:cNvGrpSpPr/>
          <p:nvPr/>
        </p:nvGrpSpPr>
        <p:grpSpPr>
          <a:xfrm>
            <a:off x="554038" y="3835400"/>
            <a:ext cx="4183062" cy="463550"/>
            <a:chOff x="349" y="2416"/>
            <a:chExt cx="2635" cy="292"/>
          </a:xfrm>
        </p:grpSpPr>
        <p:grpSp>
          <p:nvGrpSpPr>
            <p:cNvPr id="27706" name="Group 59"/>
            <p:cNvGrpSpPr/>
            <p:nvPr/>
          </p:nvGrpSpPr>
          <p:grpSpPr>
            <a:xfrm>
              <a:off x="349" y="2416"/>
              <a:ext cx="1007" cy="292"/>
              <a:chOff x="2222" y="738"/>
              <a:chExt cx="1167" cy="340"/>
            </a:xfrm>
          </p:grpSpPr>
          <p:sp>
            <p:nvSpPr>
              <p:cNvPr id="27707" name="Rectangle 60" descr="栎木"/>
              <p:cNvSpPr/>
              <p:nvPr/>
            </p:nvSpPr>
            <p:spPr>
              <a:xfrm flipH="1">
                <a:off x="2222" y="738"/>
                <a:ext cx="1167" cy="340"/>
              </a:xfrm>
              <a:prstGeom prst="rect">
                <a:avLst/>
              </a:prstGeom>
              <a:blipFill rotWithShape="0">
                <a:blip r:embed="rId3"/>
              </a:blipFill>
              <a:ln w="38100" cap="flat" cmpd="sng">
                <a:solidFill>
                  <a:srgbClr val="00CC99"/>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7708" name="WordArt 61"/>
              <p:cNvSpPr>
                <a:spLocks noTextEdit="1"/>
              </p:cNvSpPr>
              <p:nvPr/>
            </p:nvSpPr>
            <p:spPr>
              <a:xfrm>
                <a:off x="2352" y="795"/>
                <a:ext cx="427" cy="22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华文中宋" panose="02010600040101010101" charset="-122"/>
                    <a:ea typeface="华文中宋" panose="02010600040101010101" charset="-122"/>
                  </a:rPr>
                  <a:t>解法</a:t>
                </a:r>
              </a:p>
            </p:txBody>
          </p:sp>
          <p:sp>
            <p:nvSpPr>
              <p:cNvPr id="27709" name="WordArt 62"/>
              <p:cNvSpPr>
                <a:spLocks noTextEdit="1"/>
              </p:cNvSpPr>
              <p:nvPr/>
            </p:nvSpPr>
            <p:spPr>
              <a:xfrm>
                <a:off x="2795" y="806"/>
                <a:ext cx="448" cy="22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华文中宋" panose="02010600040101010101" charset="-122"/>
                    <a:ea typeface="华文中宋" panose="02010600040101010101" charset="-122"/>
                  </a:rPr>
                  <a:t>提要</a:t>
                </a:r>
              </a:p>
            </p:txBody>
          </p:sp>
        </p:grpSp>
        <p:sp>
          <p:nvSpPr>
            <p:cNvPr id="27710" name="WordArt 63"/>
            <p:cNvSpPr>
              <a:spLocks noTextEdit="1"/>
            </p:cNvSpPr>
            <p:nvPr/>
          </p:nvSpPr>
          <p:spPr>
            <a:xfrm>
              <a:off x="1532" y="2495"/>
              <a:ext cx="1452"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条纹间距</a:t>
              </a:r>
            </a:p>
          </p:txBody>
        </p:sp>
      </p:grpSp>
      <p:grpSp>
        <p:nvGrpSpPr>
          <p:cNvPr id="10" name="Group 118"/>
          <p:cNvGrpSpPr/>
          <p:nvPr/>
        </p:nvGrpSpPr>
        <p:grpSpPr>
          <a:xfrm>
            <a:off x="1301750" y="4621213"/>
            <a:ext cx="2322513" cy="828675"/>
            <a:chOff x="820" y="2911"/>
            <a:chExt cx="1463" cy="522"/>
          </a:xfrm>
        </p:grpSpPr>
        <p:grpSp>
          <p:nvGrpSpPr>
            <p:cNvPr id="27712" name="Group 65"/>
            <p:cNvGrpSpPr/>
            <p:nvPr/>
          </p:nvGrpSpPr>
          <p:grpSpPr>
            <a:xfrm>
              <a:off x="1341" y="3158"/>
              <a:ext cx="185" cy="62"/>
              <a:chOff x="1680" y="2880"/>
              <a:chExt cx="240" cy="48"/>
            </a:xfrm>
          </p:grpSpPr>
          <p:sp>
            <p:nvSpPr>
              <p:cNvPr id="27713" name="Line 66"/>
              <p:cNvSpPr/>
              <p:nvPr/>
            </p:nvSpPr>
            <p:spPr>
              <a:xfrm>
                <a:off x="1680" y="2880"/>
                <a:ext cx="240" cy="0"/>
              </a:xfrm>
              <a:prstGeom prst="line">
                <a:avLst/>
              </a:prstGeom>
              <a:ln w="38100" cap="flat" cmpd="sng">
                <a:solidFill>
                  <a:schemeClr val="tx1"/>
                </a:solidFill>
                <a:prstDash val="solid"/>
                <a:round/>
                <a:headEnd type="none" w="med" len="med"/>
                <a:tailEnd type="none" w="med" len="med"/>
              </a:ln>
            </p:spPr>
          </p:sp>
          <p:sp>
            <p:nvSpPr>
              <p:cNvPr id="27714" name="Line 67"/>
              <p:cNvSpPr/>
              <p:nvPr/>
            </p:nvSpPr>
            <p:spPr>
              <a:xfrm>
                <a:off x="1680" y="2928"/>
                <a:ext cx="240" cy="0"/>
              </a:xfrm>
              <a:prstGeom prst="line">
                <a:avLst/>
              </a:prstGeom>
              <a:ln w="38100" cap="flat" cmpd="sng">
                <a:solidFill>
                  <a:schemeClr val="tx1"/>
                </a:solidFill>
                <a:prstDash val="solid"/>
                <a:round/>
                <a:headEnd type="none" w="med" len="med"/>
                <a:tailEnd type="none" w="med" len="med"/>
              </a:ln>
            </p:spPr>
          </p:sp>
        </p:grpSp>
        <p:grpSp>
          <p:nvGrpSpPr>
            <p:cNvPr id="27715" name="Group 68"/>
            <p:cNvGrpSpPr/>
            <p:nvPr/>
          </p:nvGrpSpPr>
          <p:grpSpPr>
            <a:xfrm>
              <a:off x="820" y="3062"/>
              <a:ext cx="425" cy="229"/>
              <a:chOff x="3456" y="3504"/>
              <a:chExt cx="384" cy="240"/>
            </a:xfrm>
          </p:grpSpPr>
          <p:sp>
            <p:nvSpPr>
              <p:cNvPr id="27716" name="WordArt 69"/>
              <p:cNvSpPr>
                <a:spLocks noTextEdit="1"/>
              </p:cNvSpPr>
              <p:nvPr/>
            </p:nvSpPr>
            <p:spPr>
              <a:xfrm>
                <a:off x="3648" y="3504"/>
                <a:ext cx="192" cy="24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x</a:t>
                </a:r>
              </a:p>
            </p:txBody>
          </p:sp>
          <p:sp>
            <p:nvSpPr>
              <p:cNvPr id="27717" name="WordArt 70"/>
              <p:cNvSpPr>
                <a:spLocks noTextEdit="1"/>
              </p:cNvSpPr>
              <p:nvPr/>
            </p:nvSpPr>
            <p:spPr>
              <a:xfrm>
                <a:off x="3456" y="3504"/>
                <a:ext cx="189" cy="21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Wingdings 3" panose="05040102010807070707" charset="0"/>
                    <a:ea typeface="Wingdings 3" panose="05040102010807070707" charset="0"/>
                  </a:rPr>
                  <a:t>r</a:t>
                </a:r>
              </a:p>
            </p:txBody>
          </p:sp>
        </p:grpSp>
        <p:sp>
          <p:nvSpPr>
            <p:cNvPr id="27718" name="WordArt 71"/>
            <p:cNvSpPr>
              <a:spLocks noTextEdit="1"/>
            </p:cNvSpPr>
            <p:nvPr/>
          </p:nvSpPr>
          <p:spPr>
            <a:xfrm>
              <a:off x="2014" y="3054"/>
              <a:ext cx="269" cy="236"/>
            </a:xfrm>
            <a:prstGeom prst="rect">
              <a:avLst/>
            </a:prstGeom>
          </p:spPr>
          <p:txBody>
            <a:bodyPr wrap="none" fromWordArt="1">
              <a:prstTxWarp prst="textPlain">
                <a:avLst>
                  <a:gd name="adj" fmla="val 62083"/>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27719" name="WordArt 72"/>
            <p:cNvSpPr>
              <a:spLocks noTextEdit="1"/>
            </p:cNvSpPr>
            <p:nvPr/>
          </p:nvSpPr>
          <p:spPr>
            <a:xfrm>
              <a:off x="1748" y="2911"/>
              <a:ext cx="246" cy="190"/>
            </a:xfrm>
            <a:prstGeom prst="rect">
              <a:avLst/>
            </a:prstGeom>
          </p:spPr>
          <p:txBody>
            <a:bodyPr wrap="none" fromWordArt="1">
              <a:prstTxWarp prst="textPlain">
                <a:avLst>
                  <a:gd name="adj" fmla="val 44273"/>
                </a:avLst>
              </a:prstTxWarp>
              <a:normAutofit/>
            </a:bodyPr>
            <a:lstStyle/>
            <a:p>
              <a:pPr algn="ctr"/>
              <a:r>
                <a:rPr lang="zh-CN" altLang="en-US" sz="3600">
                  <a:ln w="1905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D</a:t>
              </a:r>
            </a:p>
          </p:txBody>
        </p:sp>
        <p:sp>
          <p:nvSpPr>
            <p:cNvPr id="27720" name="WordArt 73"/>
            <p:cNvSpPr>
              <a:spLocks noTextEdit="1"/>
            </p:cNvSpPr>
            <p:nvPr/>
          </p:nvSpPr>
          <p:spPr>
            <a:xfrm>
              <a:off x="1682" y="3209"/>
              <a:ext cx="255" cy="224"/>
            </a:xfrm>
            <a:prstGeom prst="rect">
              <a:avLst/>
            </a:prstGeom>
          </p:spPr>
          <p:txBody>
            <a:bodyPr wrap="none" fromWordArt="1">
              <a:prstTxWarp prst="textPlain">
                <a:avLst>
                  <a:gd name="adj" fmla="val 55676"/>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sp>
          <p:nvSpPr>
            <p:cNvPr id="27721" name="Line 74"/>
            <p:cNvSpPr/>
            <p:nvPr/>
          </p:nvSpPr>
          <p:spPr>
            <a:xfrm>
              <a:off x="1646" y="3176"/>
              <a:ext cx="406" cy="0"/>
            </a:xfrm>
            <a:prstGeom prst="line">
              <a:avLst/>
            </a:prstGeom>
            <a:ln w="38100" cap="flat" cmpd="sng">
              <a:solidFill>
                <a:schemeClr val="tx1"/>
              </a:solidFill>
              <a:prstDash val="solid"/>
              <a:round/>
              <a:headEnd type="none" w="med" len="med"/>
              <a:tailEnd type="none" w="med" len="med"/>
            </a:ln>
          </p:spPr>
        </p:sp>
      </p:grpSp>
      <p:grpSp>
        <p:nvGrpSpPr>
          <p:cNvPr id="13" name="Group 119"/>
          <p:cNvGrpSpPr/>
          <p:nvPr/>
        </p:nvGrpSpPr>
        <p:grpSpPr>
          <a:xfrm>
            <a:off x="3800475" y="4587875"/>
            <a:ext cx="4483100" cy="804863"/>
            <a:chOff x="2394" y="2890"/>
            <a:chExt cx="2824" cy="507"/>
          </a:xfrm>
        </p:grpSpPr>
        <p:grpSp>
          <p:nvGrpSpPr>
            <p:cNvPr id="27723" name="Group 75"/>
            <p:cNvGrpSpPr/>
            <p:nvPr/>
          </p:nvGrpSpPr>
          <p:grpSpPr>
            <a:xfrm>
              <a:off x="2394" y="3134"/>
              <a:ext cx="185" cy="62"/>
              <a:chOff x="1680" y="2880"/>
              <a:chExt cx="240" cy="48"/>
            </a:xfrm>
          </p:grpSpPr>
          <p:sp>
            <p:nvSpPr>
              <p:cNvPr id="27724" name="Line 76"/>
              <p:cNvSpPr/>
              <p:nvPr/>
            </p:nvSpPr>
            <p:spPr>
              <a:xfrm>
                <a:off x="1680" y="2880"/>
                <a:ext cx="240" cy="0"/>
              </a:xfrm>
              <a:prstGeom prst="line">
                <a:avLst/>
              </a:prstGeom>
              <a:ln w="38100" cap="flat" cmpd="sng">
                <a:solidFill>
                  <a:schemeClr val="tx1"/>
                </a:solidFill>
                <a:prstDash val="solid"/>
                <a:round/>
                <a:headEnd type="none" w="med" len="med"/>
                <a:tailEnd type="none" w="med" len="med"/>
              </a:ln>
            </p:spPr>
          </p:sp>
          <p:sp>
            <p:nvSpPr>
              <p:cNvPr id="27725" name="Line 77"/>
              <p:cNvSpPr/>
              <p:nvPr/>
            </p:nvSpPr>
            <p:spPr>
              <a:xfrm>
                <a:off x="1680" y="2928"/>
                <a:ext cx="240" cy="0"/>
              </a:xfrm>
              <a:prstGeom prst="line">
                <a:avLst/>
              </a:prstGeom>
              <a:ln w="38100" cap="flat" cmpd="sng">
                <a:solidFill>
                  <a:schemeClr val="tx1"/>
                </a:solidFill>
                <a:prstDash val="solid"/>
                <a:round/>
                <a:headEnd type="none" w="med" len="med"/>
                <a:tailEnd type="none" w="med" len="med"/>
              </a:ln>
            </p:spPr>
          </p:sp>
        </p:grpSp>
        <p:sp>
          <p:nvSpPr>
            <p:cNvPr id="27726" name="Line 78"/>
            <p:cNvSpPr/>
            <p:nvPr/>
          </p:nvSpPr>
          <p:spPr>
            <a:xfrm flipV="1">
              <a:off x="2709" y="3142"/>
              <a:ext cx="1063" cy="0"/>
            </a:xfrm>
            <a:prstGeom prst="line">
              <a:avLst/>
            </a:prstGeom>
            <a:ln w="38100" cap="flat" cmpd="sng">
              <a:solidFill>
                <a:schemeClr val="tx1"/>
              </a:solidFill>
              <a:prstDash val="solid"/>
              <a:round/>
              <a:headEnd type="none" w="med" len="med"/>
              <a:tailEnd type="none" w="med" len="med"/>
            </a:ln>
          </p:spPr>
        </p:sp>
        <p:sp>
          <p:nvSpPr>
            <p:cNvPr id="27727" name="WordArt 79"/>
            <p:cNvSpPr>
              <a:spLocks noTextEdit="1"/>
            </p:cNvSpPr>
            <p:nvPr/>
          </p:nvSpPr>
          <p:spPr>
            <a:xfrm>
              <a:off x="3126" y="2890"/>
              <a:ext cx="129" cy="17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7728" name="WordArt 80"/>
            <p:cNvSpPr>
              <a:spLocks noTextEdit="1"/>
            </p:cNvSpPr>
            <p:nvPr/>
          </p:nvSpPr>
          <p:spPr>
            <a:xfrm>
              <a:off x="2746" y="3230"/>
              <a:ext cx="303" cy="16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0.5</a:t>
              </a:r>
            </a:p>
          </p:txBody>
        </p:sp>
        <p:grpSp>
          <p:nvGrpSpPr>
            <p:cNvPr id="27729" name="Group 81"/>
            <p:cNvGrpSpPr/>
            <p:nvPr/>
          </p:nvGrpSpPr>
          <p:grpSpPr>
            <a:xfrm>
              <a:off x="3115" y="3196"/>
              <a:ext cx="627" cy="192"/>
              <a:chOff x="2856" y="3084"/>
              <a:chExt cx="627" cy="192"/>
            </a:xfrm>
          </p:grpSpPr>
          <p:grpSp>
            <p:nvGrpSpPr>
              <p:cNvPr id="27730" name="Group 82"/>
              <p:cNvGrpSpPr/>
              <p:nvPr/>
            </p:nvGrpSpPr>
            <p:grpSpPr>
              <a:xfrm>
                <a:off x="2856" y="3143"/>
                <a:ext cx="124" cy="116"/>
                <a:chOff x="1781" y="2282"/>
                <a:chExt cx="577" cy="577"/>
              </a:xfrm>
            </p:grpSpPr>
            <p:sp>
              <p:nvSpPr>
                <p:cNvPr id="27731" name="Line 83"/>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7732" name="Line 84"/>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7733" name="WordArt 85"/>
              <p:cNvSpPr>
                <a:spLocks noTextEdit="1"/>
              </p:cNvSpPr>
              <p:nvPr/>
            </p:nvSpPr>
            <p:spPr>
              <a:xfrm>
                <a:off x="3060" y="3117"/>
                <a:ext cx="191" cy="15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27734" name="WordArt 86"/>
              <p:cNvSpPr>
                <a:spLocks noTextEdit="1"/>
              </p:cNvSpPr>
              <p:nvPr/>
            </p:nvSpPr>
            <p:spPr>
              <a:xfrm>
                <a:off x="3422" y="3084"/>
                <a:ext cx="61" cy="10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7735" name="Line 87"/>
              <p:cNvSpPr/>
              <p:nvPr/>
            </p:nvSpPr>
            <p:spPr>
              <a:xfrm>
                <a:off x="3301" y="3117"/>
                <a:ext cx="80" cy="0"/>
              </a:xfrm>
              <a:prstGeom prst="line">
                <a:avLst/>
              </a:prstGeom>
              <a:ln w="28575" cap="flat" cmpd="sng">
                <a:solidFill>
                  <a:schemeClr val="tx1"/>
                </a:solidFill>
                <a:prstDash val="solid"/>
                <a:round/>
                <a:headEnd type="none" w="med" len="med"/>
                <a:tailEnd type="none" w="med" len="med"/>
              </a:ln>
            </p:spPr>
          </p:sp>
        </p:grpSp>
        <p:grpSp>
          <p:nvGrpSpPr>
            <p:cNvPr id="27736" name="Group 88"/>
            <p:cNvGrpSpPr/>
            <p:nvPr/>
          </p:nvGrpSpPr>
          <p:grpSpPr>
            <a:xfrm>
              <a:off x="3883" y="3112"/>
              <a:ext cx="124" cy="116"/>
              <a:chOff x="1781" y="2282"/>
              <a:chExt cx="577" cy="577"/>
            </a:xfrm>
          </p:grpSpPr>
          <p:sp>
            <p:nvSpPr>
              <p:cNvPr id="27737" name="Line 89"/>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7738" name="Line 90"/>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grpSp>
          <p:nvGrpSpPr>
            <p:cNvPr id="27739" name="Group 91"/>
            <p:cNvGrpSpPr/>
            <p:nvPr/>
          </p:nvGrpSpPr>
          <p:grpSpPr>
            <a:xfrm>
              <a:off x="4095" y="3019"/>
              <a:ext cx="1123" cy="228"/>
              <a:chOff x="4153" y="3050"/>
              <a:chExt cx="1123" cy="228"/>
            </a:xfrm>
          </p:grpSpPr>
          <p:sp>
            <p:nvSpPr>
              <p:cNvPr id="27740" name="WordArt 92"/>
              <p:cNvSpPr>
                <a:spLocks noTextEdit="1"/>
              </p:cNvSpPr>
              <p:nvPr/>
            </p:nvSpPr>
            <p:spPr>
              <a:xfrm>
                <a:off x="4153" y="3089"/>
                <a:ext cx="422" cy="18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633</a:t>
                </a:r>
              </a:p>
            </p:txBody>
          </p:sp>
          <p:grpSp>
            <p:nvGrpSpPr>
              <p:cNvPr id="27741" name="Group 93"/>
              <p:cNvGrpSpPr/>
              <p:nvPr/>
            </p:nvGrpSpPr>
            <p:grpSpPr>
              <a:xfrm>
                <a:off x="4649" y="3120"/>
                <a:ext cx="124" cy="116"/>
                <a:chOff x="1781" y="2282"/>
                <a:chExt cx="577" cy="577"/>
              </a:xfrm>
            </p:grpSpPr>
            <p:sp>
              <p:nvSpPr>
                <p:cNvPr id="27742" name="Line 94"/>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7743" name="Line 95"/>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grpSp>
            <p:nvGrpSpPr>
              <p:cNvPr id="27744" name="Group 96"/>
              <p:cNvGrpSpPr/>
              <p:nvPr/>
            </p:nvGrpSpPr>
            <p:grpSpPr>
              <a:xfrm>
                <a:off x="4853" y="3050"/>
                <a:ext cx="423" cy="203"/>
                <a:chOff x="4766" y="2919"/>
                <a:chExt cx="423" cy="203"/>
              </a:xfrm>
            </p:grpSpPr>
            <p:sp>
              <p:nvSpPr>
                <p:cNvPr id="27745" name="WordArt 97"/>
                <p:cNvSpPr>
                  <a:spLocks noTextEdit="1"/>
                </p:cNvSpPr>
                <p:nvPr/>
              </p:nvSpPr>
              <p:spPr>
                <a:xfrm>
                  <a:off x="4766" y="2963"/>
                  <a:ext cx="191" cy="15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27746" name="WordArt 98"/>
                <p:cNvSpPr>
                  <a:spLocks noTextEdit="1"/>
                </p:cNvSpPr>
                <p:nvPr/>
              </p:nvSpPr>
              <p:spPr>
                <a:xfrm>
                  <a:off x="5128" y="2919"/>
                  <a:ext cx="61" cy="10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a:t>
                  </a:r>
                </a:p>
              </p:txBody>
            </p:sp>
            <p:sp>
              <p:nvSpPr>
                <p:cNvPr id="27747" name="Line 99"/>
                <p:cNvSpPr/>
                <p:nvPr/>
              </p:nvSpPr>
              <p:spPr>
                <a:xfrm>
                  <a:off x="5007" y="2963"/>
                  <a:ext cx="80" cy="0"/>
                </a:xfrm>
                <a:prstGeom prst="line">
                  <a:avLst/>
                </a:prstGeom>
                <a:ln w="28575" cap="flat" cmpd="sng">
                  <a:solidFill>
                    <a:schemeClr val="tx1"/>
                  </a:solidFill>
                  <a:prstDash val="solid"/>
                  <a:round/>
                  <a:headEnd type="none" w="med" len="med"/>
                  <a:tailEnd type="none" w="med" len="med"/>
                </a:ln>
              </p:spPr>
            </p:sp>
          </p:grpSp>
        </p:grpSp>
      </p:grpSp>
      <p:grpSp>
        <p:nvGrpSpPr>
          <p:cNvPr id="21" name="Group 120"/>
          <p:cNvGrpSpPr/>
          <p:nvPr/>
        </p:nvGrpSpPr>
        <p:grpSpPr>
          <a:xfrm>
            <a:off x="2149475" y="5816600"/>
            <a:ext cx="5005388" cy="419100"/>
            <a:chOff x="1354" y="3664"/>
            <a:chExt cx="3153" cy="264"/>
          </a:xfrm>
        </p:grpSpPr>
        <p:grpSp>
          <p:nvGrpSpPr>
            <p:cNvPr id="27749" name="Group 100"/>
            <p:cNvGrpSpPr/>
            <p:nvPr/>
          </p:nvGrpSpPr>
          <p:grpSpPr>
            <a:xfrm>
              <a:off x="1354" y="3801"/>
              <a:ext cx="185" cy="62"/>
              <a:chOff x="1680" y="2880"/>
              <a:chExt cx="240" cy="48"/>
            </a:xfrm>
          </p:grpSpPr>
          <p:sp>
            <p:nvSpPr>
              <p:cNvPr id="27750" name="Line 101"/>
              <p:cNvSpPr/>
              <p:nvPr/>
            </p:nvSpPr>
            <p:spPr>
              <a:xfrm>
                <a:off x="1680" y="2880"/>
                <a:ext cx="240" cy="0"/>
              </a:xfrm>
              <a:prstGeom prst="line">
                <a:avLst/>
              </a:prstGeom>
              <a:ln w="38100" cap="flat" cmpd="sng">
                <a:solidFill>
                  <a:schemeClr val="tx1"/>
                </a:solidFill>
                <a:prstDash val="solid"/>
                <a:round/>
                <a:headEnd type="none" w="med" len="med"/>
                <a:tailEnd type="none" w="med" len="med"/>
              </a:ln>
            </p:spPr>
          </p:sp>
          <p:sp>
            <p:nvSpPr>
              <p:cNvPr id="27751" name="Line 102"/>
              <p:cNvSpPr/>
              <p:nvPr/>
            </p:nvSpPr>
            <p:spPr>
              <a:xfrm>
                <a:off x="1680" y="2928"/>
                <a:ext cx="240" cy="0"/>
              </a:xfrm>
              <a:prstGeom prst="line">
                <a:avLst/>
              </a:prstGeom>
              <a:ln w="38100" cap="flat" cmpd="sng">
                <a:solidFill>
                  <a:schemeClr val="tx1"/>
                </a:solidFill>
                <a:prstDash val="solid"/>
                <a:round/>
                <a:headEnd type="none" w="med" len="med"/>
                <a:tailEnd type="none" w="med" len="med"/>
              </a:ln>
            </p:spPr>
          </p:sp>
        </p:grpSp>
        <p:sp>
          <p:nvSpPr>
            <p:cNvPr id="27752" name="WordArt 103"/>
            <p:cNvSpPr>
              <a:spLocks noTextEdit="1"/>
            </p:cNvSpPr>
            <p:nvPr/>
          </p:nvSpPr>
          <p:spPr>
            <a:xfrm>
              <a:off x="1607" y="3728"/>
              <a:ext cx="520" cy="20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3.80</a:t>
              </a:r>
            </a:p>
          </p:txBody>
        </p:sp>
        <p:grpSp>
          <p:nvGrpSpPr>
            <p:cNvPr id="27753" name="Group 104"/>
            <p:cNvGrpSpPr/>
            <p:nvPr/>
          </p:nvGrpSpPr>
          <p:grpSpPr>
            <a:xfrm>
              <a:off x="2214" y="3770"/>
              <a:ext cx="124" cy="116"/>
              <a:chOff x="1781" y="2282"/>
              <a:chExt cx="577" cy="577"/>
            </a:xfrm>
          </p:grpSpPr>
          <p:sp>
            <p:nvSpPr>
              <p:cNvPr id="27754" name="Line 105"/>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7755" name="Line 106"/>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7756" name="WordArt 107"/>
            <p:cNvSpPr>
              <a:spLocks noTextEdit="1"/>
            </p:cNvSpPr>
            <p:nvPr/>
          </p:nvSpPr>
          <p:spPr>
            <a:xfrm>
              <a:off x="2418" y="3741"/>
              <a:ext cx="191" cy="15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27757" name="WordArt 108"/>
            <p:cNvSpPr>
              <a:spLocks noTextEdit="1"/>
            </p:cNvSpPr>
            <p:nvPr/>
          </p:nvSpPr>
          <p:spPr>
            <a:xfrm>
              <a:off x="2758" y="3664"/>
              <a:ext cx="82" cy="137"/>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7758" name="Line 109"/>
            <p:cNvSpPr/>
            <p:nvPr/>
          </p:nvSpPr>
          <p:spPr>
            <a:xfrm>
              <a:off x="2638" y="3741"/>
              <a:ext cx="80" cy="0"/>
            </a:xfrm>
            <a:prstGeom prst="line">
              <a:avLst/>
            </a:prstGeom>
            <a:ln w="28575" cap="flat" cmpd="sng">
              <a:solidFill>
                <a:schemeClr val="tx1"/>
              </a:solidFill>
              <a:prstDash val="solid"/>
              <a:round/>
              <a:headEnd type="none" w="med" len="med"/>
              <a:tailEnd type="none" w="med" len="med"/>
            </a:ln>
          </p:spPr>
        </p:sp>
        <p:sp>
          <p:nvSpPr>
            <p:cNvPr id="27759" name="WordArt 110"/>
            <p:cNvSpPr>
              <a:spLocks noTextEdit="1"/>
            </p:cNvSpPr>
            <p:nvPr/>
          </p:nvSpPr>
          <p:spPr>
            <a:xfrm>
              <a:off x="2904" y="3745"/>
              <a:ext cx="240" cy="12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m</a:t>
              </a:r>
            </a:p>
          </p:txBody>
        </p:sp>
        <p:grpSp>
          <p:nvGrpSpPr>
            <p:cNvPr id="27760" name="Group 111"/>
            <p:cNvGrpSpPr/>
            <p:nvPr/>
          </p:nvGrpSpPr>
          <p:grpSpPr>
            <a:xfrm>
              <a:off x="3246" y="3780"/>
              <a:ext cx="185" cy="62"/>
              <a:chOff x="1680" y="2880"/>
              <a:chExt cx="240" cy="48"/>
            </a:xfrm>
          </p:grpSpPr>
          <p:sp>
            <p:nvSpPr>
              <p:cNvPr id="27761" name="Line 112"/>
              <p:cNvSpPr/>
              <p:nvPr/>
            </p:nvSpPr>
            <p:spPr>
              <a:xfrm>
                <a:off x="1680" y="2880"/>
                <a:ext cx="240" cy="0"/>
              </a:xfrm>
              <a:prstGeom prst="line">
                <a:avLst/>
              </a:prstGeom>
              <a:ln w="38100" cap="flat" cmpd="sng">
                <a:solidFill>
                  <a:schemeClr val="tx1"/>
                </a:solidFill>
                <a:prstDash val="solid"/>
                <a:round/>
                <a:headEnd type="none" w="med" len="med"/>
                <a:tailEnd type="none" w="med" len="med"/>
              </a:ln>
            </p:spPr>
          </p:sp>
          <p:sp>
            <p:nvSpPr>
              <p:cNvPr id="27762" name="Line 113"/>
              <p:cNvSpPr/>
              <p:nvPr/>
            </p:nvSpPr>
            <p:spPr>
              <a:xfrm>
                <a:off x="1680" y="2928"/>
                <a:ext cx="240" cy="0"/>
              </a:xfrm>
              <a:prstGeom prst="line">
                <a:avLst/>
              </a:prstGeom>
              <a:ln w="38100" cap="flat" cmpd="sng">
                <a:solidFill>
                  <a:schemeClr val="tx1"/>
                </a:solidFill>
                <a:prstDash val="solid"/>
                <a:round/>
                <a:headEnd type="none" w="med" len="med"/>
                <a:tailEnd type="none" w="med" len="med"/>
              </a:ln>
            </p:spPr>
          </p:sp>
        </p:grpSp>
        <p:sp>
          <p:nvSpPr>
            <p:cNvPr id="27763" name="WordArt 114"/>
            <p:cNvSpPr>
              <a:spLocks noTextEdit="1"/>
            </p:cNvSpPr>
            <p:nvPr/>
          </p:nvSpPr>
          <p:spPr>
            <a:xfrm>
              <a:off x="3520" y="3716"/>
              <a:ext cx="497" cy="18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3.80</a:t>
              </a:r>
            </a:p>
          </p:txBody>
        </p:sp>
        <p:sp>
          <p:nvSpPr>
            <p:cNvPr id="27764" name="WordArt 115"/>
            <p:cNvSpPr>
              <a:spLocks noTextEdit="1"/>
            </p:cNvSpPr>
            <p:nvPr/>
          </p:nvSpPr>
          <p:spPr>
            <a:xfrm>
              <a:off x="4082" y="3727"/>
              <a:ext cx="425" cy="145"/>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mm</a:t>
              </a:r>
            </a:p>
          </p:txBody>
        </p:sp>
      </p:gr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linds(horizontal)">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linds(horizontal)">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descr="羊皮纸"/>
          <p:cNvSpPr/>
          <p:nvPr/>
        </p:nvSpPr>
        <p:spPr>
          <a:xfrm>
            <a:off x="0" y="0"/>
            <a:ext cx="9144000" cy="206375"/>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8674" name="Rectangle 3" descr="羊皮纸"/>
          <p:cNvSpPr/>
          <p:nvPr/>
        </p:nvSpPr>
        <p:spPr>
          <a:xfrm>
            <a:off x="0" y="6705600"/>
            <a:ext cx="9144000" cy="152400"/>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8675" name="Rectangle 4"/>
          <p:cNvSpPr/>
          <p:nvPr/>
        </p:nvSpPr>
        <p:spPr>
          <a:xfrm>
            <a:off x="0" y="404813"/>
            <a:ext cx="8937625" cy="1198880"/>
          </a:xfrm>
          <a:prstGeom prst="rect">
            <a:avLst/>
          </a:prstGeom>
          <a:noFill/>
          <a:ln w="9525">
            <a:noFill/>
          </a:ln>
        </p:spPr>
        <p:txBody>
          <a:bodyPr anchor="t" anchorCtr="0">
            <a:spAutoFit/>
          </a:bodyPr>
          <a:lstStyle/>
          <a:p>
            <a:pPr algn="just">
              <a:lnSpc>
                <a:spcPct val="120000"/>
              </a:lnSpc>
            </a:pPr>
            <a:r>
              <a:rPr lang="en-US" altLang="zh-CN" sz="2000" b="1" dirty="0">
                <a:solidFill>
                  <a:srgbClr val="CC0000"/>
                </a:solidFill>
                <a:latin typeface="楷体_GB2312" pitchFamily="1" charset="-122"/>
                <a:ea typeface="楷体_GB2312" pitchFamily="1" charset="-122"/>
              </a:rPr>
              <a:t>   </a:t>
            </a:r>
            <a:r>
              <a:rPr lang="zh-CN" altLang="en-US" sz="2000" b="1" dirty="0">
                <a:solidFill>
                  <a:srgbClr val="CC0000"/>
                </a:solidFill>
                <a:latin typeface="楷体_GB2312" pitchFamily="1" charset="-122"/>
                <a:ea typeface="楷体_GB2312" pitchFamily="1" charset="-122"/>
              </a:rPr>
              <a:t>例</a:t>
            </a:r>
            <a:r>
              <a:rPr lang="en-US" altLang="zh-CN" sz="2000" b="1" dirty="0">
                <a:solidFill>
                  <a:srgbClr val="CC0000"/>
                </a:solidFill>
                <a:latin typeface="楷体_GB2312" pitchFamily="1" charset="-122"/>
                <a:ea typeface="楷体_GB2312" pitchFamily="1" charset="-122"/>
              </a:rPr>
              <a:t>3</a:t>
            </a:r>
            <a:r>
              <a:rPr lang="en-US" altLang="zh-CN" sz="2000" b="1" dirty="0">
                <a:latin typeface="楷体_GB2312" pitchFamily="1" charset="-122"/>
                <a:ea typeface="楷体_GB2312" pitchFamily="1" charset="-122"/>
              </a:rPr>
              <a:t> </a:t>
            </a:r>
            <a:r>
              <a:rPr lang="zh-CN" altLang="en-US" sz="2000" b="1" dirty="0">
                <a:latin typeface="楷体_GB2312" pitchFamily="1" charset="-122"/>
                <a:ea typeface="楷体_GB2312" pitchFamily="1" charset="-122"/>
              </a:rPr>
              <a:t>单色光照射到相距为</a:t>
            </a:r>
            <a:r>
              <a:rPr lang="en-US" altLang="zh-CN" sz="2000" b="1" dirty="0">
                <a:latin typeface="楷体_GB2312" pitchFamily="1" charset="-122"/>
                <a:ea typeface="楷体_GB2312" pitchFamily="1" charset="-122"/>
              </a:rPr>
              <a:t>0.2mm</a:t>
            </a:r>
            <a:r>
              <a:rPr lang="zh-CN" altLang="en-US" sz="2000" b="1" dirty="0">
                <a:latin typeface="楷体_GB2312" pitchFamily="1" charset="-122"/>
                <a:ea typeface="楷体_GB2312" pitchFamily="1" charset="-122"/>
              </a:rPr>
              <a:t>的双缝上，双缝与屏幕的垂直距离为</a:t>
            </a:r>
            <a:r>
              <a:rPr lang="en-US" altLang="zh-CN" sz="2000" b="1" dirty="0">
                <a:latin typeface="楷体_GB2312" pitchFamily="1" charset="-122"/>
                <a:ea typeface="楷体_GB2312" pitchFamily="1" charset="-122"/>
              </a:rPr>
              <a:t>1m</a:t>
            </a:r>
            <a:r>
              <a:rPr lang="zh-CN" altLang="en-US" sz="2000" b="1" dirty="0">
                <a:latin typeface="楷体_GB2312" pitchFamily="1" charset="-122"/>
                <a:ea typeface="楷体_GB2312" pitchFamily="1" charset="-122"/>
              </a:rPr>
              <a:t>。</a:t>
            </a:r>
          </a:p>
          <a:p>
            <a:pPr algn="just">
              <a:lnSpc>
                <a:spcPct val="120000"/>
              </a:lnSpc>
            </a:pPr>
            <a:r>
              <a:rPr lang="zh-CN" altLang="en-US" sz="2000" b="1" dirty="0">
                <a:latin typeface="楷体_GB2312" pitchFamily="1" charset="-122"/>
                <a:ea typeface="楷体_GB2312" pitchFamily="1" charset="-122"/>
              </a:rPr>
              <a:t>求（</a:t>
            </a:r>
            <a:r>
              <a:rPr lang="en-US" altLang="zh-CN" sz="2000" b="1" dirty="0">
                <a:latin typeface="楷体_GB2312" pitchFamily="1" charset="-122"/>
                <a:ea typeface="楷体_GB2312" pitchFamily="1" charset="-122"/>
              </a:rPr>
              <a:t>1</a:t>
            </a:r>
            <a:r>
              <a:rPr lang="zh-CN" altLang="en-US" sz="2000" b="1" dirty="0">
                <a:latin typeface="楷体_GB2312" pitchFamily="1" charset="-122"/>
                <a:ea typeface="楷体_GB2312" pitchFamily="1" charset="-122"/>
              </a:rPr>
              <a:t>）从第一条明纹到同侧旁第四明纹间的距离为</a:t>
            </a:r>
            <a:r>
              <a:rPr lang="en-US" altLang="zh-CN" sz="2000" b="1" dirty="0">
                <a:latin typeface="楷体_GB2312" pitchFamily="1" charset="-122"/>
                <a:ea typeface="楷体_GB2312" pitchFamily="1" charset="-122"/>
              </a:rPr>
              <a:t>7.5mm</a:t>
            </a:r>
            <a:r>
              <a:rPr lang="zh-CN" altLang="en-US" sz="2000" b="1" dirty="0">
                <a:latin typeface="楷体_GB2312" pitchFamily="1" charset="-122"/>
                <a:ea typeface="楷体_GB2312" pitchFamily="1" charset="-122"/>
              </a:rPr>
              <a:t>，求单色光的波长；</a:t>
            </a:r>
          </a:p>
          <a:p>
            <a:pPr algn="just">
              <a:lnSpc>
                <a:spcPct val="120000"/>
              </a:lnSpc>
            </a:pPr>
            <a:r>
              <a:rPr lang="zh-CN" altLang="en-US" sz="2000" b="1" dirty="0">
                <a:latin typeface="楷体_GB2312" pitchFamily="1" charset="-122"/>
                <a:ea typeface="楷体_GB2312" pitchFamily="1" charset="-122"/>
              </a:rPr>
              <a:t>  （</a:t>
            </a:r>
            <a:r>
              <a:rPr lang="en-US" altLang="zh-CN" sz="2000" b="1" dirty="0">
                <a:latin typeface="楷体_GB2312" pitchFamily="1" charset="-122"/>
                <a:ea typeface="楷体_GB2312" pitchFamily="1" charset="-122"/>
              </a:rPr>
              <a:t>2</a:t>
            </a:r>
            <a:r>
              <a:rPr lang="zh-CN" altLang="en-US" sz="2000" b="1" dirty="0">
                <a:latin typeface="楷体_GB2312" pitchFamily="1" charset="-122"/>
                <a:ea typeface="楷体_GB2312" pitchFamily="1" charset="-122"/>
              </a:rPr>
              <a:t>）若入射光的波长为</a:t>
            </a:r>
            <a:r>
              <a:rPr lang="en-US" altLang="zh-CN" sz="2000" b="1" dirty="0">
                <a:latin typeface="楷体_GB2312" pitchFamily="1" charset="-122"/>
                <a:ea typeface="楷体_GB2312" pitchFamily="1" charset="-122"/>
              </a:rPr>
              <a:t>600nm</a:t>
            </a:r>
            <a:r>
              <a:rPr lang="zh-CN" altLang="en-US" sz="2000" b="1" dirty="0">
                <a:latin typeface="楷体_GB2312" pitchFamily="1" charset="-122"/>
                <a:ea typeface="楷体_GB2312" pitchFamily="1" charset="-122"/>
              </a:rPr>
              <a:t>，求相邻两明纹的距离。</a:t>
            </a:r>
          </a:p>
        </p:txBody>
      </p:sp>
      <p:sp>
        <p:nvSpPr>
          <p:cNvPr id="342021" name="Rectangle 5"/>
          <p:cNvSpPr/>
          <p:nvPr/>
        </p:nvSpPr>
        <p:spPr>
          <a:xfrm>
            <a:off x="341313" y="2063750"/>
            <a:ext cx="6858000" cy="396875"/>
          </a:xfrm>
          <a:prstGeom prst="rect">
            <a:avLst/>
          </a:prstGeom>
          <a:noFill/>
          <a:ln w="9525">
            <a:noFill/>
          </a:ln>
        </p:spPr>
        <p:txBody>
          <a:bodyPr anchor="t" anchorCtr="0">
            <a:spAutoFit/>
          </a:bodyPr>
          <a:lstStyle/>
          <a:p>
            <a:pPr algn="just"/>
            <a:r>
              <a:rPr lang="zh-CN" altLang="en-US" sz="2000" b="1" dirty="0">
                <a:solidFill>
                  <a:srgbClr val="CC0000"/>
                </a:solidFill>
                <a:latin typeface="楷体_GB2312" pitchFamily="1" charset="-122"/>
                <a:ea typeface="楷体_GB2312" pitchFamily="1" charset="-122"/>
              </a:rPr>
              <a:t>解</a:t>
            </a:r>
            <a:r>
              <a:rPr lang="zh-CN" altLang="en-US" sz="2000" b="1" dirty="0">
                <a:latin typeface="楷体_GB2312" pitchFamily="1" charset="-122"/>
                <a:ea typeface="楷体_GB2312" pitchFamily="1" charset="-122"/>
              </a:rPr>
              <a:t>（</a:t>
            </a:r>
            <a:r>
              <a:rPr lang="en-US" altLang="zh-CN" sz="2000" b="1" dirty="0">
                <a:latin typeface="楷体_GB2312" pitchFamily="1" charset="-122"/>
                <a:ea typeface="楷体_GB2312" pitchFamily="1" charset="-122"/>
              </a:rPr>
              <a:t>1</a:t>
            </a:r>
            <a:r>
              <a:rPr lang="zh-CN" altLang="en-US" sz="2000" b="1" dirty="0">
                <a:latin typeface="楷体_GB2312" pitchFamily="1" charset="-122"/>
                <a:ea typeface="楷体_GB2312" pitchFamily="1" charset="-122"/>
              </a:rPr>
              <a:t>）根据双缝干涉明纹分布条件：</a:t>
            </a:r>
          </a:p>
        </p:txBody>
      </p:sp>
      <p:graphicFrame>
        <p:nvGraphicFramePr>
          <p:cNvPr id="342022" name="Object 6"/>
          <p:cNvGraphicFramePr>
            <a:graphicFrameLocks noChangeAspect="1"/>
          </p:cNvGraphicFramePr>
          <p:nvPr/>
        </p:nvGraphicFramePr>
        <p:xfrm>
          <a:off x="4743450" y="1827213"/>
          <a:ext cx="3600450" cy="801687"/>
        </p:xfrm>
        <a:graphic>
          <a:graphicData uri="http://schemas.openxmlformats.org/presentationml/2006/ole">
            <mc:AlternateContent xmlns:mc="http://schemas.openxmlformats.org/markup-compatibility/2006">
              <mc:Choice xmlns:v="urn:schemas-microsoft-com:vml" Requires="v">
                <p:oleObj r:id="rId3" imgW="2336800" imgH="508000" progId="Equation.3">
                  <p:embed/>
                </p:oleObj>
              </mc:Choice>
              <mc:Fallback>
                <p:oleObj r:id="rId3" imgW="2336800" imgH="508000" progId="Equation.3">
                  <p:embed/>
                  <p:pic>
                    <p:nvPicPr>
                      <p:cNvPr id="0" name="图片 3255"/>
                      <p:cNvPicPr/>
                      <p:nvPr/>
                    </p:nvPicPr>
                    <p:blipFill>
                      <a:blip r:embed="rId4"/>
                      <a:stretch>
                        <a:fillRect/>
                      </a:stretch>
                    </p:blipFill>
                    <p:spPr>
                      <a:xfrm>
                        <a:off x="4743450" y="1827213"/>
                        <a:ext cx="3600450" cy="801687"/>
                      </a:xfrm>
                      <a:prstGeom prst="rect">
                        <a:avLst/>
                      </a:prstGeom>
                      <a:noFill/>
                      <a:ln w="38100">
                        <a:noFill/>
                        <a:miter/>
                      </a:ln>
                    </p:spPr>
                  </p:pic>
                </p:oleObj>
              </mc:Fallback>
            </mc:AlternateContent>
          </a:graphicData>
        </a:graphic>
      </p:graphicFrame>
      <p:sp>
        <p:nvSpPr>
          <p:cNvPr id="342023" name="Rectangle 7"/>
          <p:cNvSpPr/>
          <p:nvPr/>
        </p:nvSpPr>
        <p:spPr>
          <a:xfrm>
            <a:off x="1196975" y="2828925"/>
            <a:ext cx="1462088" cy="396875"/>
          </a:xfrm>
          <a:prstGeom prst="rect">
            <a:avLst/>
          </a:prstGeom>
          <a:noFill/>
          <a:ln w="9525">
            <a:noFill/>
          </a:ln>
        </p:spPr>
        <p:txBody>
          <a:bodyPr wrap="none" anchor="t" anchorCtr="0">
            <a:spAutoFit/>
          </a:bodyPr>
          <a:lstStyle/>
          <a:p>
            <a:pPr algn="ctr"/>
            <a:r>
              <a:rPr lang="zh-CN" altLang="en-US" sz="2000" b="1" dirty="0">
                <a:latin typeface="Times New Roman" panose="02020603050405020304" pitchFamily="18" charset="0"/>
                <a:ea typeface="楷体_GB2312" pitchFamily="1" charset="-122"/>
              </a:rPr>
              <a:t>明纹间距：</a:t>
            </a:r>
          </a:p>
        </p:txBody>
      </p:sp>
      <p:graphicFrame>
        <p:nvGraphicFramePr>
          <p:cNvPr id="342024" name="Object 8"/>
          <p:cNvGraphicFramePr>
            <a:graphicFrameLocks noChangeAspect="1"/>
          </p:cNvGraphicFramePr>
          <p:nvPr/>
        </p:nvGraphicFramePr>
        <p:xfrm>
          <a:off x="2636838" y="2649538"/>
          <a:ext cx="3779837" cy="836612"/>
        </p:xfrm>
        <a:graphic>
          <a:graphicData uri="http://schemas.openxmlformats.org/presentationml/2006/ole">
            <mc:AlternateContent xmlns:mc="http://schemas.openxmlformats.org/markup-compatibility/2006">
              <mc:Choice xmlns:v="urn:schemas-microsoft-com:vml" Requires="v">
                <p:oleObj r:id="rId5" imgW="2362200" imgH="508000" progId="Equation.3">
                  <p:embed/>
                </p:oleObj>
              </mc:Choice>
              <mc:Fallback>
                <p:oleObj r:id="rId5" imgW="2362200" imgH="508000" progId="Equation.3">
                  <p:embed/>
                  <p:pic>
                    <p:nvPicPr>
                      <p:cNvPr id="0" name="图片 3254"/>
                      <p:cNvPicPr/>
                      <p:nvPr/>
                    </p:nvPicPr>
                    <p:blipFill>
                      <a:blip r:embed="rId6"/>
                      <a:stretch>
                        <a:fillRect/>
                      </a:stretch>
                    </p:blipFill>
                    <p:spPr>
                      <a:xfrm>
                        <a:off x="2636838" y="2649538"/>
                        <a:ext cx="3779837" cy="836612"/>
                      </a:xfrm>
                      <a:prstGeom prst="rect">
                        <a:avLst/>
                      </a:prstGeom>
                      <a:noFill/>
                      <a:ln w="38100">
                        <a:noFill/>
                        <a:miter/>
                      </a:ln>
                    </p:spPr>
                  </p:pic>
                </p:oleObj>
              </mc:Fallback>
            </mc:AlternateContent>
          </a:graphicData>
        </a:graphic>
      </p:graphicFrame>
      <p:sp>
        <p:nvSpPr>
          <p:cNvPr id="342025" name="Rectangle 9"/>
          <p:cNvSpPr/>
          <p:nvPr/>
        </p:nvSpPr>
        <p:spPr>
          <a:xfrm>
            <a:off x="1466850" y="3656013"/>
            <a:ext cx="811213" cy="396875"/>
          </a:xfrm>
          <a:prstGeom prst="rect">
            <a:avLst/>
          </a:prstGeom>
          <a:noFill/>
          <a:ln w="9525">
            <a:noFill/>
          </a:ln>
        </p:spPr>
        <p:txBody>
          <a:bodyPr anchor="t" anchorCtr="0">
            <a:spAutoFit/>
          </a:bodyPr>
          <a:lstStyle/>
          <a:p>
            <a:pPr algn="ctr" eaLnBrk="0" hangingPunct="0"/>
            <a:r>
              <a:rPr lang="zh-CN" altLang="en-US" sz="2000" b="1" dirty="0">
                <a:latin typeface="Times New Roman" panose="02020603050405020304" pitchFamily="18" charset="0"/>
                <a:ea typeface="楷体_GB2312" pitchFamily="1" charset="-122"/>
              </a:rPr>
              <a:t>得：</a:t>
            </a:r>
          </a:p>
        </p:txBody>
      </p:sp>
      <p:graphicFrame>
        <p:nvGraphicFramePr>
          <p:cNvPr id="342026" name="Object 10"/>
          <p:cNvGraphicFramePr>
            <a:graphicFrameLocks noChangeAspect="1"/>
          </p:cNvGraphicFramePr>
          <p:nvPr/>
        </p:nvGraphicFramePr>
        <p:xfrm>
          <a:off x="2141538" y="3506788"/>
          <a:ext cx="1922462" cy="773112"/>
        </p:xfrm>
        <a:graphic>
          <a:graphicData uri="http://schemas.openxmlformats.org/presentationml/2006/ole">
            <mc:AlternateContent xmlns:mc="http://schemas.openxmlformats.org/markup-compatibility/2006">
              <mc:Choice xmlns:v="urn:schemas-microsoft-com:vml" Requires="v">
                <p:oleObj r:id="rId7" imgW="1219200" imgH="558800" progId="Equation.3">
                  <p:embed/>
                </p:oleObj>
              </mc:Choice>
              <mc:Fallback>
                <p:oleObj r:id="rId7" imgW="1219200" imgH="558800" progId="Equation.3">
                  <p:embed/>
                  <p:pic>
                    <p:nvPicPr>
                      <p:cNvPr id="0" name="图片 3256"/>
                      <p:cNvPicPr/>
                      <p:nvPr/>
                    </p:nvPicPr>
                    <p:blipFill>
                      <a:blip r:embed="rId8"/>
                      <a:stretch>
                        <a:fillRect/>
                      </a:stretch>
                    </p:blipFill>
                    <p:spPr>
                      <a:xfrm>
                        <a:off x="2141538" y="3506788"/>
                        <a:ext cx="1922462" cy="773112"/>
                      </a:xfrm>
                      <a:prstGeom prst="rect">
                        <a:avLst/>
                      </a:prstGeom>
                      <a:noFill/>
                      <a:ln w="38100">
                        <a:noFill/>
                        <a:miter/>
                      </a:ln>
                    </p:spPr>
                  </p:pic>
                </p:oleObj>
              </mc:Fallback>
            </mc:AlternateContent>
          </a:graphicData>
        </a:graphic>
      </p:graphicFrame>
      <p:sp>
        <p:nvSpPr>
          <p:cNvPr id="342027" name="Rectangle 11"/>
          <p:cNvSpPr/>
          <p:nvPr/>
        </p:nvSpPr>
        <p:spPr>
          <a:xfrm>
            <a:off x="1219200" y="4268788"/>
            <a:ext cx="6143625" cy="457200"/>
          </a:xfrm>
          <a:prstGeom prst="rect">
            <a:avLst/>
          </a:prstGeom>
          <a:noFill/>
          <a:ln w="9525">
            <a:noFill/>
          </a:ln>
        </p:spPr>
        <p:txBody>
          <a:bodyPr anchor="t" anchorCtr="0">
            <a:spAutoFit/>
          </a:bodyPr>
          <a:lstStyle/>
          <a:p>
            <a:pPr algn="just">
              <a:lnSpc>
                <a:spcPct val="120000"/>
              </a:lnSpc>
            </a:pPr>
            <a:r>
              <a:rPr lang="zh-CN" altLang="en-US" sz="2000" b="1" dirty="0">
                <a:latin typeface="楷体_GB2312" pitchFamily="1" charset="-122"/>
                <a:ea typeface="楷体_GB2312" pitchFamily="1" charset="-122"/>
              </a:rPr>
              <a:t>将</a:t>
            </a:r>
            <a:r>
              <a:rPr lang="zh-CN" altLang="en-US" sz="2000" dirty="0">
                <a:latin typeface="楷体_GB2312" pitchFamily="1" charset="-122"/>
                <a:ea typeface="楷体_GB2312" pitchFamily="1" charset="-122"/>
              </a:rPr>
              <a:t> </a:t>
            </a:r>
            <a:r>
              <a:rPr lang="en-US" altLang="zh-CN" sz="2000" dirty="0">
                <a:latin typeface="楷体_GB2312" pitchFamily="1" charset="-122"/>
                <a:ea typeface="楷体_GB2312" pitchFamily="1" charset="-122"/>
              </a:rPr>
              <a:t>d=0.2mm</a:t>
            </a:r>
            <a:r>
              <a:rPr lang="zh-CN" altLang="en-US" sz="2000" dirty="0">
                <a:latin typeface="楷体_GB2312" pitchFamily="1" charset="-122"/>
                <a:ea typeface="楷体_GB2312" pitchFamily="1" charset="-122"/>
              </a:rPr>
              <a:t>，</a:t>
            </a:r>
            <a:r>
              <a:rPr lang="zh-CN" altLang="en-US" sz="2000" dirty="0">
                <a:latin typeface="楷体_GB2312" pitchFamily="1" charset="-122"/>
                <a:ea typeface="楷体_GB2312" pitchFamily="1" charset="-122"/>
                <a:sym typeface="Symbol" panose="05050102010706020507" pitchFamily="18" charset="2"/>
              </a:rPr>
              <a:t></a:t>
            </a:r>
            <a:r>
              <a:rPr lang="en-US" altLang="zh-CN" sz="2000" i="1" dirty="0">
                <a:latin typeface="楷体_GB2312" pitchFamily="1" charset="-122"/>
                <a:ea typeface="楷体_GB2312" pitchFamily="1" charset="-122"/>
                <a:sym typeface="Symbol" panose="05050102010706020507" pitchFamily="18" charset="2"/>
              </a:rPr>
              <a:t>x</a:t>
            </a:r>
            <a:r>
              <a:rPr lang="en-US" altLang="zh-CN" sz="2000" baseline="-25000" dirty="0">
                <a:latin typeface="楷体_GB2312" pitchFamily="1" charset="-122"/>
                <a:ea typeface="楷体_GB2312" pitchFamily="1" charset="-122"/>
                <a:sym typeface="Symbol" panose="05050102010706020507" pitchFamily="18" charset="2"/>
              </a:rPr>
              <a:t>1</a:t>
            </a:r>
            <a:r>
              <a:rPr lang="zh-CN" altLang="en-US" sz="2000" baseline="-25000" dirty="0">
                <a:latin typeface="楷体_GB2312" pitchFamily="1" charset="-122"/>
                <a:ea typeface="楷体_GB2312" pitchFamily="1" charset="-122"/>
                <a:sym typeface="Symbol" panose="05050102010706020507" pitchFamily="18" charset="2"/>
              </a:rPr>
              <a:t>，</a:t>
            </a:r>
            <a:r>
              <a:rPr lang="en-US" altLang="zh-CN" sz="2000" baseline="-25000" dirty="0">
                <a:latin typeface="楷体_GB2312" pitchFamily="1" charset="-122"/>
                <a:ea typeface="楷体_GB2312" pitchFamily="1" charset="-122"/>
                <a:sym typeface="Symbol" panose="05050102010706020507" pitchFamily="18" charset="2"/>
              </a:rPr>
              <a:t>4 </a:t>
            </a:r>
            <a:r>
              <a:rPr lang="en-US" altLang="zh-CN" sz="2000" dirty="0">
                <a:latin typeface="楷体_GB2312" pitchFamily="1" charset="-122"/>
                <a:ea typeface="楷体_GB2312" pitchFamily="1" charset="-122"/>
                <a:sym typeface="Symbol" panose="05050102010706020507" pitchFamily="18" charset="2"/>
              </a:rPr>
              <a:t>=7.5mm</a:t>
            </a:r>
            <a:r>
              <a:rPr lang="zh-CN" altLang="en-US" sz="2000" dirty="0">
                <a:latin typeface="楷体_GB2312" pitchFamily="1" charset="-122"/>
                <a:ea typeface="楷体_GB2312" pitchFamily="1" charset="-122"/>
                <a:sym typeface="Symbol" panose="05050102010706020507" pitchFamily="18" charset="2"/>
              </a:rPr>
              <a:t>，</a:t>
            </a:r>
            <a:r>
              <a:rPr lang="en-US" altLang="zh-CN" sz="2000" i="1" dirty="0">
                <a:latin typeface="楷体_GB2312" pitchFamily="1" charset="-122"/>
                <a:ea typeface="楷体_GB2312" pitchFamily="1" charset="-122"/>
              </a:rPr>
              <a:t>D </a:t>
            </a:r>
            <a:r>
              <a:rPr lang="en-US" altLang="zh-CN" sz="2000" dirty="0">
                <a:latin typeface="楷体_GB2312" pitchFamily="1" charset="-122"/>
                <a:ea typeface="楷体_GB2312" pitchFamily="1" charset="-122"/>
              </a:rPr>
              <a:t>=1000mm </a:t>
            </a:r>
            <a:r>
              <a:rPr lang="zh-CN" altLang="en-US" sz="2000" b="1" dirty="0">
                <a:latin typeface="楷体_GB2312" pitchFamily="1" charset="-122"/>
                <a:ea typeface="楷体_GB2312" pitchFamily="1" charset="-122"/>
              </a:rPr>
              <a:t>代入上式</a:t>
            </a:r>
          </a:p>
        </p:txBody>
      </p:sp>
      <p:graphicFrame>
        <p:nvGraphicFramePr>
          <p:cNvPr id="342028" name="Object 12"/>
          <p:cNvGraphicFramePr>
            <a:graphicFrameLocks noChangeAspect="1"/>
          </p:cNvGraphicFramePr>
          <p:nvPr/>
        </p:nvGraphicFramePr>
        <p:xfrm>
          <a:off x="1736725" y="4808538"/>
          <a:ext cx="4860925" cy="814387"/>
        </p:xfrm>
        <a:graphic>
          <a:graphicData uri="http://schemas.openxmlformats.org/presentationml/2006/ole">
            <mc:AlternateContent xmlns:mc="http://schemas.openxmlformats.org/markup-compatibility/2006">
              <mc:Choice xmlns:v="urn:schemas-microsoft-com:vml" Requires="v">
                <p:oleObj r:id="rId9" imgW="3327400" imgH="546100" progId="Equation.3">
                  <p:embed/>
                </p:oleObj>
              </mc:Choice>
              <mc:Fallback>
                <p:oleObj r:id="rId9" imgW="3327400" imgH="546100" progId="Equation.3">
                  <p:embed/>
                  <p:pic>
                    <p:nvPicPr>
                      <p:cNvPr id="0" name="图片 3154"/>
                      <p:cNvPicPr/>
                      <p:nvPr/>
                    </p:nvPicPr>
                    <p:blipFill>
                      <a:blip r:embed="rId10"/>
                      <a:stretch>
                        <a:fillRect/>
                      </a:stretch>
                    </p:blipFill>
                    <p:spPr>
                      <a:xfrm>
                        <a:off x="1736725" y="4808538"/>
                        <a:ext cx="4860925" cy="814387"/>
                      </a:xfrm>
                      <a:prstGeom prst="rect">
                        <a:avLst/>
                      </a:prstGeom>
                      <a:noFill/>
                      <a:ln w="38100">
                        <a:noFill/>
                        <a:miter/>
                      </a:ln>
                    </p:spPr>
                  </p:pic>
                </p:oleObj>
              </mc:Fallback>
            </mc:AlternateContent>
          </a:graphicData>
        </a:graphic>
      </p:graphicFrame>
      <p:graphicFrame>
        <p:nvGraphicFramePr>
          <p:cNvPr id="342029" name="Object 13"/>
          <p:cNvGraphicFramePr>
            <a:graphicFrameLocks noChangeAspect="1"/>
          </p:cNvGraphicFramePr>
          <p:nvPr/>
        </p:nvGraphicFramePr>
        <p:xfrm>
          <a:off x="4076700" y="5708650"/>
          <a:ext cx="3779838" cy="673100"/>
        </p:xfrm>
        <a:graphic>
          <a:graphicData uri="http://schemas.openxmlformats.org/presentationml/2006/ole">
            <mc:AlternateContent xmlns:mc="http://schemas.openxmlformats.org/markup-compatibility/2006">
              <mc:Choice xmlns:v="urn:schemas-microsoft-com:vml" Requires="v">
                <p:oleObj r:id="rId11" imgW="2933700" imgH="508000" progId="Equation.3">
                  <p:embed/>
                </p:oleObj>
              </mc:Choice>
              <mc:Fallback>
                <p:oleObj r:id="rId11" imgW="2933700" imgH="508000" progId="Equation.3">
                  <p:embed/>
                  <p:pic>
                    <p:nvPicPr>
                      <p:cNvPr id="0" name="图片 3245"/>
                      <p:cNvPicPr/>
                      <p:nvPr/>
                    </p:nvPicPr>
                    <p:blipFill>
                      <a:blip r:embed="rId12"/>
                      <a:stretch>
                        <a:fillRect/>
                      </a:stretch>
                    </p:blipFill>
                    <p:spPr>
                      <a:xfrm>
                        <a:off x="4076700" y="5708650"/>
                        <a:ext cx="3779838" cy="673100"/>
                      </a:xfrm>
                      <a:prstGeom prst="rect">
                        <a:avLst/>
                      </a:prstGeom>
                      <a:noFill/>
                      <a:ln w="38100">
                        <a:noFill/>
                        <a:miter/>
                      </a:ln>
                    </p:spPr>
                  </p:pic>
                </p:oleObj>
              </mc:Fallback>
            </mc:AlternateContent>
          </a:graphicData>
        </a:graphic>
      </p:graphicFrame>
      <p:sp>
        <p:nvSpPr>
          <p:cNvPr id="342030" name="Rectangle 14"/>
          <p:cNvSpPr/>
          <p:nvPr/>
        </p:nvSpPr>
        <p:spPr>
          <a:xfrm>
            <a:off x="657225" y="5843588"/>
            <a:ext cx="1169988" cy="396875"/>
          </a:xfrm>
          <a:prstGeom prst="rect">
            <a:avLst/>
          </a:prstGeom>
          <a:noFill/>
          <a:ln w="9525">
            <a:noFill/>
          </a:ln>
        </p:spPr>
        <p:txBody>
          <a:bodyPr anchor="t" anchorCtr="0">
            <a:spAutoFit/>
          </a:bodyPr>
          <a:lstStyle/>
          <a:p>
            <a:pPr algn="ctr" eaLnBrk="0" hangingPunct="0"/>
            <a:r>
              <a:rPr lang="zh-CN" altLang="en-US" sz="2000" b="1" dirty="0">
                <a:latin typeface="Times New Roman" panose="02020603050405020304" pitchFamily="18" charset="0"/>
                <a:ea typeface="楷体_GB2312" pitchFamily="1" charset="-122"/>
              </a:rPr>
              <a:t>（</a:t>
            </a:r>
            <a:r>
              <a:rPr lang="en-US" altLang="zh-CN" sz="2000" b="1" dirty="0">
                <a:latin typeface="Times New Roman" panose="02020603050405020304" pitchFamily="18" charset="0"/>
                <a:ea typeface="楷体_GB2312" pitchFamily="1" charset="-122"/>
              </a:rPr>
              <a:t>2</a:t>
            </a:r>
            <a:r>
              <a:rPr lang="zh-CN" altLang="en-US" sz="2000" b="1" dirty="0">
                <a:latin typeface="Times New Roman" panose="02020603050405020304" pitchFamily="18" charset="0"/>
                <a:ea typeface="楷体_GB2312" pitchFamily="1" charset="-122"/>
              </a:rPr>
              <a:t>）由</a:t>
            </a:r>
          </a:p>
        </p:txBody>
      </p:sp>
      <p:graphicFrame>
        <p:nvGraphicFramePr>
          <p:cNvPr id="342031" name="Object 15"/>
          <p:cNvGraphicFramePr>
            <a:graphicFrameLocks noChangeAspect="1"/>
          </p:cNvGraphicFramePr>
          <p:nvPr/>
        </p:nvGraphicFramePr>
        <p:xfrm>
          <a:off x="2141538" y="5754688"/>
          <a:ext cx="1081087" cy="668337"/>
        </p:xfrm>
        <a:graphic>
          <a:graphicData uri="http://schemas.openxmlformats.org/presentationml/2006/ole">
            <mc:AlternateContent xmlns:mc="http://schemas.openxmlformats.org/markup-compatibility/2006">
              <mc:Choice xmlns:v="urn:schemas-microsoft-com:vml" Requires="v">
                <p:oleObj r:id="rId13" imgW="838200" imgH="508000" progId="Equation.3">
                  <p:embed/>
                </p:oleObj>
              </mc:Choice>
              <mc:Fallback>
                <p:oleObj r:id="rId13" imgW="838200" imgH="508000" progId="Equation.3">
                  <p:embed/>
                  <p:pic>
                    <p:nvPicPr>
                      <p:cNvPr id="0" name="图片 3253"/>
                      <p:cNvPicPr/>
                      <p:nvPr/>
                    </p:nvPicPr>
                    <p:blipFill>
                      <a:blip r:embed="rId14"/>
                      <a:stretch>
                        <a:fillRect/>
                      </a:stretch>
                    </p:blipFill>
                    <p:spPr>
                      <a:xfrm>
                        <a:off x="2141538" y="5754688"/>
                        <a:ext cx="1081087" cy="6683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2021"/>
                                        </p:tgtEl>
                                        <p:attrNameLst>
                                          <p:attrName>style.visibility</p:attrName>
                                        </p:attrNameLst>
                                      </p:cBhvr>
                                      <p:to>
                                        <p:strVal val="visible"/>
                                      </p:to>
                                    </p:set>
                                    <p:animEffect transition="in" filter="wipe(left)">
                                      <p:cBhvr>
                                        <p:cTn id="7" dur="500"/>
                                        <p:tgtEl>
                                          <p:spTgt spid="34202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4202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42023"/>
                                        </p:tgtEl>
                                        <p:attrNameLst>
                                          <p:attrName>style.visibility</p:attrName>
                                        </p:attrNameLst>
                                      </p:cBhvr>
                                      <p:to>
                                        <p:strVal val="visible"/>
                                      </p:to>
                                    </p:set>
                                    <p:animEffect transition="in" filter="wipe(left)">
                                      <p:cBhvr>
                                        <p:cTn id="16" dur="500"/>
                                        <p:tgtEl>
                                          <p:spTgt spid="34202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20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42025"/>
                                        </p:tgtEl>
                                        <p:attrNameLst>
                                          <p:attrName>style.visibility</p:attrName>
                                        </p:attrNameLst>
                                      </p:cBhvr>
                                      <p:to>
                                        <p:strVal val="visible"/>
                                      </p:to>
                                    </p:set>
                                    <p:animEffect transition="in" filter="blinds(horizontal)">
                                      <p:cBhvr>
                                        <p:cTn id="25" dur="500"/>
                                        <p:tgtEl>
                                          <p:spTgt spid="342025"/>
                                        </p:tgtEl>
                                      </p:cBhvr>
                                    </p:animEffect>
                                  </p:childTnLst>
                                </p:cTn>
                              </p:par>
                              <p:par>
                                <p:cTn id="26" presetID="3" presetClass="entr" presetSubtype="10" fill="hold" nodeType="withEffect">
                                  <p:stCondLst>
                                    <p:cond delay="0"/>
                                  </p:stCondLst>
                                  <p:childTnLst>
                                    <p:set>
                                      <p:cBhvr>
                                        <p:cTn id="27" dur="1" fill="hold">
                                          <p:stCondLst>
                                            <p:cond delay="0"/>
                                          </p:stCondLst>
                                        </p:cTn>
                                        <p:tgtEl>
                                          <p:spTgt spid="342026"/>
                                        </p:tgtEl>
                                        <p:attrNameLst>
                                          <p:attrName>style.visibility</p:attrName>
                                        </p:attrNameLst>
                                      </p:cBhvr>
                                      <p:to>
                                        <p:strVal val="visible"/>
                                      </p:to>
                                    </p:set>
                                    <p:animEffect transition="in" filter="blinds(horizontal)">
                                      <p:cBhvr>
                                        <p:cTn id="28" dur="500"/>
                                        <p:tgtEl>
                                          <p:spTgt spid="342026"/>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420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420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42030"/>
                                        </p:tgtEl>
                                        <p:attrNameLst>
                                          <p:attrName>style.visibility</p:attrName>
                                        </p:attrNameLst>
                                      </p:cBhvr>
                                      <p:to>
                                        <p:strVal val="visible"/>
                                      </p:to>
                                    </p:set>
                                    <p:animEffect transition="in" filter="blinds(horizontal)">
                                      <p:cBhvr>
                                        <p:cTn id="41" dur="500"/>
                                        <p:tgtEl>
                                          <p:spTgt spid="342030"/>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4203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42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21" grpId="0"/>
      <p:bldP spid="342023" grpId="0"/>
      <p:bldP spid="342025" grpId="0"/>
      <p:bldP spid="342027" grpId="0"/>
      <p:bldP spid="34203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3" descr="IMAGE0007"/>
          <p:cNvPicPr>
            <a:picLocks noChangeAspect="1"/>
          </p:cNvPicPr>
          <p:nvPr>
            <p:custDataLst>
              <p:tags r:id="rId1"/>
            </p:custDataLst>
          </p:nvPr>
        </p:nvPicPr>
        <p:blipFill>
          <a:blip r:embed="rId4"/>
          <a:stretch>
            <a:fillRect/>
          </a:stretch>
        </p:blipFill>
        <p:spPr>
          <a:xfrm>
            <a:off x="287655" y="352425"/>
            <a:ext cx="8077200" cy="2397125"/>
          </a:xfrm>
          <a:prstGeom prst="rect">
            <a:avLst/>
          </a:prstGeom>
          <a:noFill/>
          <a:ln w="9525">
            <a:noFill/>
          </a:ln>
        </p:spPr>
      </p:pic>
      <p:sp>
        <p:nvSpPr>
          <p:cNvPr id="2" name="Rectangle 2"/>
          <p:cNvSpPr>
            <a:spLocks noGrp="1"/>
          </p:cNvSpPr>
          <p:nvPr>
            <p:ph type="title"/>
          </p:nvPr>
        </p:nvSpPr>
        <p:spPr>
          <a:xfrm>
            <a:off x="225425" y="419100"/>
            <a:ext cx="2379663" cy="455613"/>
          </a:xfrm>
          <a:solidFill>
            <a:srgbClr val="FFFFFF"/>
          </a:solidFill>
        </p:spPr>
        <p:txBody>
          <a:bodyPr vert="horz" wrap="square" lIns="91440" tIns="45720" rIns="91440" bIns="45720" anchor="t" anchorCtr="0"/>
          <a:lstStyle/>
          <a:p>
            <a:pPr algn="l" eaLnBrk="1" hangingPunct="1"/>
            <a:r>
              <a:rPr lang="zh-CN" altLang="zh-CN" sz="2400" dirty="0">
                <a:solidFill>
                  <a:srgbClr val="FF0000"/>
                </a:solidFill>
              </a:rPr>
              <a:t>例</a:t>
            </a:r>
            <a:r>
              <a:rPr lang="en-US" altLang="zh-CN" sz="2400" dirty="0">
                <a:solidFill>
                  <a:srgbClr val="FF0000"/>
                </a:solidFill>
              </a:rPr>
              <a:t>4</a:t>
            </a:r>
          </a:p>
        </p:txBody>
      </p:sp>
      <p:pic>
        <p:nvPicPr>
          <p:cNvPr id="29699" name="Picture 3" descr="IMAGE0008"/>
          <p:cNvPicPr>
            <a:picLocks noChangeAspect="1"/>
          </p:cNvPicPr>
          <p:nvPr>
            <p:custDataLst>
              <p:tags r:id="rId2"/>
            </p:custDataLst>
          </p:nvPr>
        </p:nvPicPr>
        <p:blipFill>
          <a:blip r:embed="rId5"/>
          <a:stretch>
            <a:fillRect/>
          </a:stretch>
        </p:blipFill>
        <p:spPr>
          <a:xfrm>
            <a:off x="357188" y="3098800"/>
            <a:ext cx="8229600" cy="35845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3" descr="IMAGE0009"/>
          <p:cNvPicPr>
            <a:picLocks noChangeAspect="1"/>
          </p:cNvPicPr>
          <p:nvPr/>
        </p:nvPicPr>
        <p:blipFill>
          <a:blip r:embed="rId2"/>
          <a:stretch>
            <a:fillRect/>
          </a:stretch>
        </p:blipFill>
        <p:spPr>
          <a:xfrm>
            <a:off x="457200" y="301625"/>
            <a:ext cx="8229600" cy="2928938"/>
          </a:xfrm>
          <a:prstGeom prst="rect">
            <a:avLst/>
          </a:prstGeom>
          <a:noFill/>
          <a:ln w="9525">
            <a:noFill/>
          </a:ln>
        </p:spPr>
      </p:pic>
      <p:pic>
        <p:nvPicPr>
          <p:cNvPr id="30722" name="Picture 2" descr="IMAGE0011"/>
          <p:cNvPicPr>
            <a:picLocks noChangeAspect="1"/>
          </p:cNvPicPr>
          <p:nvPr/>
        </p:nvPicPr>
        <p:blipFill>
          <a:blip r:embed="rId3"/>
          <a:stretch>
            <a:fillRect/>
          </a:stretch>
        </p:blipFill>
        <p:spPr>
          <a:xfrm>
            <a:off x="350838" y="3232150"/>
            <a:ext cx="8153400" cy="3035300"/>
          </a:xfrm>
          <a:prstGeom prst="rect">
            <a:avLst/>
          </a:prstGeom>
          <a:noFill/>
          <a:ln w="9525">
            <a:noFill/>
          </a:ln>
        </p:spPr>
      </p:pic>
      <p:sp>
        <p:nvSpPr>
          <p:cNvPr id="30723" name="Rectangle 2"/>
          <p:cNvSpPr>
            <a:spLocks noGrp="1"/>
          </p:cNvSpPr>
          <p:nvPr>
            <p:ph type="title"/>
          </p:nvPr>
        </p:nvSpPr>
        <p:spPr>
          <a:xfrm>
            <a:off x="225425" y="234950"/>
            <a:ext cx="2511425" cy="455613"/>
          </a:xfrm>
          <a:solidFill>
            <a:srgbClr val="FFFFFF"/>
          </a:solidFill>
        </p:spPr>
        <p:txBody>
          <a:bodyPr vert="horz" wrap="square" lIns="91440" tIns="45720" rIns="91440" bIns="45720" anchor="t" anchorCtr="0"/>
          <a:lstStyle/>
          <a:p>
            <a:pPr algn="l" eaLnBrk="1" hangingPunct="1"/>
            <a:r>
              <a:rPr lang="zh-CN" altLang="zh-CN" sz="2400" dirty="0">
                <a:solidFill>
                  <a:srgbClr val="FF0000"/>
                </a:solidFill>
              </a:rPr>
              <a:t>例</a:t>
            </a:r>
            <a:r>
              <a:rPr lang="en-US" altLang="zh-CN" sz="2400" dirty="0">
                <a:solidFill>
                  <a:srgbClr val="FF0000"/>
                </a:solidFill>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5" name="Picture 3" descr="IMAGE0010"/>
          <p:cNvPicPr>
            <a:picLocks noChangeAspect="1"/>
          </p:cNvPicPr>
          <p:nvPr/>
        </p:nvPicPr>
        <p:blipFill>
          <a:blip r:embed="rId2"/>
          <a:stretch>
            <a:fillRect/>
          </a:stretch>
        </p:blipFill>
        <p:spPr>
          <a:xfrm>
            <a:off x="401955" y="265113"/>
            <a:ext cx="8153400" cy="3706812"/>
          </a:xfrm>
          <a:prstGeom prst="rect">
            <a:avLst/>
          </a:prstGeom>
          <a:noFill/>
          <a:ln w="9525">
            <a:noFill/>
          </a:ln>
        </p:spPr>
      </p:pic>
      <p:pic>
        <p:nvPicPr>
          <p:cNvPr id="31746" name="Picture 2" descr="IMAGE0012"/>
          <p:cNvPicPr>
            <a:picLocks noChangeAspect="1"/>
          </p:cNvPicPr>
          <p:nvPr/>
        </p:nvPicPr>
        <p:blipFill>
          <a:blip r:embed="rId3"/>
          <a:srcRect r="33614" b="39543"/>
          <a:stretch>
            <a:fillRect/>
          </a:stretch>
        </p:blipFill>
        <p:spPr>
          <a:xfrm>
            <a:off x="274955" y="2619693"/>
            <a:ext cx="5102225" cy="3902075"/>
          </a:xfrm>
          <a:prstGeom prst="rect">
            <a:avLst/>
          </a:prstGeom>
          <a:noFill/>
          <a:ln w="9525">
            <a:noFill/>
          </a:ln>
        </p:spPr>
      </p:pic>
      <p:sp>
        <p:nvSpPr>
          <p:cNvPr id="31747" name="Rectangle 2"/>
          <p:cNvSpPr>
            <a:spLocks noGrp="1"/>
          </p:cNvSpPr>
          <p:nvPr>
            <p:ph type="title"/>
          </p:nvPr>
        </p:nvSpPr>
        <p:spPr>
          <a:xfrm>
            <a:off x="136525" y="109538"/>
            <a:ext cx="2379663" cy="455612"/>
          </a:xfrm>
          <a:solidFill>
            <a:srgbClr val="FFFFFF"/>
          </a:solidFill>
        </p:spPr>
        <p:txBody>
          <a:bodyPr vert="horz" wrap="square" lIns="91440" tIns="45720" rIns="91440" bIns="45720" anchor="t" anchorCtr="0"/>
          <a:lstStyle/>
          <a:p>
            <a:pPr algn="l" eaLnBrk="1" hangingPunct="1"/>
            <a:r>
              <a:rPr lang="zh-CN" altLang="zh-CN" sz="2400" dirty="0">
                <a:solidFill>
                  <a:srgbClr val="FF0000"/>
                </a:solidFill>
              </a:rPr>
              <a:t>例</a:t>
            </a:r>
            <a:r>
              <a:rPr lang="en-US" altLang="zh-CN" sz="2400" dirty="0">
                <a:solidFill>
                  <a:srgbClr val="FF0000"/>
                </a:solidFill>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09" name="Picture 3" descr="IMAGE0004"/>
          <p:cNvPicPr>
            <a:picLocks noChangeAspect="1"/>
          </p:cNvPicPr>
          <p:nvPr/>
        </p:nvPicPr>
        <p:blipFill>
          <a:blip r:embed="rId4"/>
          <a:srcRect t="8250"/>
          <a:stretch>
            <a:fillRect/>
          </a:stretch>
        </p:blipFill>
        <p:spPr>
          <a:xfrm>
            <a:off x="395605" y="2136775"/>
            <a:ext cx="8153400" cy="4438015"/>
          </a:xfrm>
          <a:prstGeom prst="rect">
            <a:avLst/>
          </a:prstGeom>
          <a:noFill/>
          <a:ln w="9525">
            <a:noFill/>
          </a:ln>
        </p:spPr>
      </p:pic>
      <p:pic>
        <p:nvPicPr>
          <p:cNvPr id="38913" name="Picture 3" descr="IMAGE0006"/>
          <p:cNvPicPr>
            <a:picLocks noChangeAspect="1"/>
          </p:cNvPicPr>
          <p:nvPr>
            <p:custDataLst>
              <p:tags r:id="rId1"/>
            </p:custDataLst>
          </p:nvPr>
        </p:nvPicPr>
        <p:blipFill>
          <a:blip r:embed="rId5"/>
          <a:stretch>
            <a:fillRect/>
          </a:stretch>
        </p:blipFill>
        <p:spPr>
          <a:xfrm>
            <a:off x="395605" y="260350"/>
            <a:ext cx="8229600" cy="901700"/>
          </a:xfrm>
          <a:prstGeom prst="rect">
            <a:avLst/>
          </a:prstGeom>
          <a:noFill/>
          <a:ln w="9525">
            <a:noFill/>
          </a:ln>
        </p:spPr>
      </p:pic>
      <p:pic>
        <p:nvPicPr>
          <p:cNvPr id="38914" name="Picture 4" descr="IMAGE0007"/>
          <p:cNvPicPr>
            <a:picLocks noChangeAspect="1"/>
          </p:cNvPicPr>
          <p:nvPr>
            <p:custDataLst>
              <p:tags r:id="rId2"/>
            </p:custDataLst>
          </p:nvPr>
        </p:nvPicPr>
        <p:blipFill>
          <a:blip r:embed="rId6"/>
          <a:stretch>
            <a:fillRect/>
          </a:stretch>
        </p:blipFill>
        <p:spPr>
          <a:xfrm>
            <a:off x="548005" y="1017588"/>
            <a:ext cx="7924800" cy="1216025"/>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文本框 4"/>
          <p:cNvSpPr txBox="1"/>
          <p:nvPr>
            <p:custDataLst>
              <p:tags r:id="rId1"/>
            </p:custDataLst>
          </p:nvPr>
        </p:nvSpPr>
        <p:spPr>
          <a:xfrm>
            <a:off x="611188" y="1844675"/>
            <a:ext cx="5338762" cy="460375"/>
          </a:xfrm>
          <a:prstGeom prst="rect">
            <a:avLst/>
          </a:prstGeom>
          <a:noFill/>
          <a:ln w="9525">
            <a:noFill/>
          </a:ln>
        </p:spPr>
        <p:txBody>
          <a:bodyPr wrap="square" anchor="t" anchorCtr="0">
            <a:spAutoFit/>
          </a:bodyPr>
          <a:lstStyle/>
          <a:p>
            <a:r>
              <a:rPr lang="zh-CN" altLang="zh-CN" sz="2400">
                <a:solidFill>
                  <a:srgbClr val="FF0000"/>
                </a:solidFill>
                <a:latin typeface="Arial" panose="020B0604020202020204" pitchFamily="34" charset="0"/>
                <a:ea typeface="宋体" panose="02010600030101010101" pitchFamily="2" charset="-122"/>
              </a:rPr>
              <a:t>课件例</a:t>
            </a:r>
            <a:r>
              <a:rPr lang="en-US" altLang="zh-CN" sz="2400">
                <a:solidFill>
                  <a:srgbClr val="FF0000"/>
                </a:solidFill>
                <a:latin typeface="Arial" panose="020B0604020202020204" pitchFamily="34" charset="0"/>
                <a:ea typeface="宋体" panose="02010600030101010101" pitchFamily="2" charset="-122"/>
              </a:rPr>
              <a:t>1~</a:t>
            </a:r>
            <a:r>
              <a:rPr lang="zh-CN" altLang="en-US" sz="2400">
                <a:solidFill>
                  <a:srgbClr val="FF0000"/>
                </a:solidFill>
                <a:latin typeface="Arial" panose="020B0604020202020204" pitchFamily="34" charset="0"/>
                <a:ea typeface="宋体" panose="02010600030101010101" pitchFamily="2" charset="-122"/>
              </a:rPr>
              <a:t>例</a:t>
            </a:r>
            <a:r>
              <a:rPr lang="en-US" altLang="zh-CN" sz="2400">
                <a:solidFill>
                  <a:srgbClr val="FF0000"/>
                </a:solidFill>
                <a:latin typeface="Arial" panose="020B0604020202020204" pitchFamily="34" charset="0"/>
                <a:ea typeface="宋体" panose="02010600030101010101" pitchFamily="2" charset="-122"/>
              </a:rPr>
              <a:t>6</a:t>
            </a:r>
            <a:r>
              <a:rPr lang="zh-CN" altLang="en-US" sz="2400">
                <a:solidFill>
                  <a:srgbClr val="FF0000"/>
                </a:solidFill>
                <a:latin typeface="Arial" panose="020B0604020202020204" pitchFamily="34" charset="0"/>
                <a:ea typeface="宋体" panose="02010600030101010101" pitchFamily="2" charset="-122"/>
              </a:rPr>
              <a:t>，课件课前测、讨论题</a:t>
            </a:r>
          </a:p>
        </p:txBody>
      </p:sp>
      <p:sp>
        <p:nvSpPr>
          <p:cNvPr id="21506" name="文本框 5"/>
          <p:cNvSpPr txBox="1"/>
          <p:nvPr>
            <p:custDataLst>
              <p:tags r:id="rId2"/>
            </p:custDataLst>
          </p:nvPr>
        </p:nvSpPr>
        <p:spPr>
          <a:xfrm>
            <a:off x="2771775" y="765175"/>
            <a:ext cx="3962400" cy="520700"/>
          </a:xfrm>
          <a:prstGeom prst="rect">
            <a:avLst/>
          </a:prstGeom>
          <a:noFill/>
          <a:ln w="9525">
            <a:noFill/>
          </a:ln>
        </p:spPr>
        <p:txBody>
          <a:bodyPr wrap="square" anchor="t" anchorCtr="0">
            <a:spAutoFit/>
          </a:bodyPr>
          <a:lstStyle/>
          <a:p>
            <a:r>
              <a:rPr lang="zh-CN" altLang="en-US" sz="2800">
                <a:solidFill>
                  <a:srgbClr val="FF0000"/>
                </a:solidFill>
                <a:latin typeface="Arial" panose="020B0604020202020204" pitchFamily="34" charset="0"/>
                <a:ea typeface="宋体" panose="02010600030101010101" pitchFamily="2" charset="-122"/>
              </a:rPr>
              <a:t>双缝干涉课件复习重点</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3"/>
          <p:cNvSpPr/>
          <p:nvPr/>
        </p:nvSpPr>
        <p:spPr>
          <a:xfrm>
            <a:off x="6399213" y="1154113"/>
            <a:ext cx="2273300" cy="587375"/>
          </a:xfrm>
          <a:prstGeom prst="rect">
            <a:avLst/>
          </a:prstGeom>
          <a:solidFill>
            <a:srgbClr val="D1D1F0"/>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cxnSp>
        <p:nvCxnSpPr>
          <p:cNvPr id="46084" name="直接箭头连接符 4"/>
          <p:cNvCxnSpPr/>
          <p:nvPr/>
        </p:nvCxnSpPr>
        <p:spPr>
          <a:xfrm>
            <a:off x="6731000" y="588963"/>
            <a:ext cx="0" cy="565150"/>
          </a:xfrm>
          <a:prstGeom prst="straightConnector1">
            <a:avLst/>
          </a:prstGeom>
          <a:ln w="12700" cap="flat" cmpd="sng">
            <a:solidFill>
              <a:srgbClr val="000000"/>
            </a:solidFill>
            <a:prstDash val="solid"/>
            <a:round/>
            <a:headEnd type="none" w="med" len="med"/>
            <a:tailEnd type="arrow" w="med" len="lg"/>
          </a:ln>
        </p:spPr>
      </p:cxnSp>
      <p:cxnSp>
        <p:nvCxnSpPr>
          <p:cNvPr id="46085" name="直接箭头连接符 5"/>
          <p:cNvCxnSpPr/>
          <p:nvPr/>
        </p:nvCxnSpPr>
        <p:spPr>
          <a:xfrm>
            <a:off x="6731000" y="1187450"/>
            <a:ext cx="0" cy="565150"/>
          </a:xfrm>
          <a:prstGeom prst="straightConnector1">
            <a:avLst/>
          </a:prstGeom>
          <a:ln w="12700" cap="flat" cmpd="sng">
            <a:solidFill>
              <a:srgbClr val="FF3300"/>
            </a:solidFill>
            <a:prstDash val="solid"/>
            <a:round/>
            <a:headEnd type="none" w="med" len="med"/>
            <a:tailEnd type="arrow" w="med" len="lg"/>
          </a:ln>
        </p:spPr>
      </p:cxnSp>
      <p:cxnSp>
        <p:nvCxnSpPr>
          <p:cNvPr id="46086" name="直接箭头连接符 6"/>
          <p:cNvCxnSpPr/>
          <p:nvPr/>
        </p:nvCxnSpPr>
        <p:spPr>
          <a:xfrm>
            <a:off x="6946900" y="1187450"/>
            <a:ext cx="0" cy="565150"/>
          </a:xfrm>
          <a:prstGeom prst="straightConnector1">
            <a:avLst/>
          </a:prstGeom>
          <a:ln w="12700" cap="flat" cmpd="sng">
            <a:solidFill>
              <a:srgbClr val="FF3300"/>
            </a:solidFill>
            <a:prstDash val="solid"/>
            <a:round/>
            <a:headEnd type="arrow" w="med" len="med"/>
            <a:tailEnd type="none" w="med" len="lg"/>
          </a:ln>
        </p:spPr>
      </p:cxnSp>
      <p:cxnSp>
        <p:nvCxnSpPr>
          <p:cNvPr id="46087" name="直接箭头连接符 8"/>
          <p:cNvCxnSpPr/>
          <p:nvPr/>
        </p:nvCxnSpPr>
        <p:spPr>
          <a:xfrm>
            <a:off x="6946900" y="588963"/>
            <a:ext cx="0" cy="565150"/>
          </a:xfrm>
          <a:prstGeom prst="straightConnector1">
            <a:avLst/>
          </a:prstGeom>
          <a:ln w="12700" cap="flat" cmpd="sng">
            <a:solidFill>
              <a:srgbClr val="000000"/>
            </a:solidFill>
            <a:prstDash val="solid"/>
            <a:round/>
            <a:headEnd type="arrow" w="med" len="med"/>
            <a:tailEnd type="none" w="med" len="lg"/>
          </a:ln>
        </p:spPr>
      </p:cxnSp>
      <p:graphicFrame>
        <p:nvGraphicFramePr>
          <p:cNvPr id="12" name="Object 39"/>
          <p:cNvGraphicFramePr>
            <a:graphicFrameLocks noChangeAspect="1"/>
          </p:cNvGraphicFramePr>
          <p:nvPr/>
        </p:nvGraphicFramePr>
        <p:xfrm>
          <a:off x="5967413" y="1298575"/>
          <a:ext cx="303212" cy="341313"/>
        </p:xfrm>
        <a:graphic>
          <a:graphicData uri="http://schemas.openxmlformats.org/presentationml/2006/ole">
            <mc:AlternateContent xmlns:mc="http://schemas.openxmlformats.org/markup-compatibility/2006">
              <mc:Choice xmlns:v="urn:schemas-microsoft-com:vml" Requires="v">
                <p:oleObj r:id="rId15" imgW="114300" imgH="139700" progId="Equation.DSMT4">
                  <p:embed/>
                </p:oleObj>
              </mc:Choice>
              <mc:Fallback>
                <p:oleObj r:id="rId15" imgW="114300" imgH="139700" progId="Equation.DSMT4">
                  <p:embed/>
                  <p:pic>
                    <p:nvPicPr>
                      <p:cNvPr id="0" name="图片 3133"/>
                      <p:cNvPicPr/>
                      <p:nvPr/>
                    </p:nvPicPr>
                    <p:blipFill>
                      <a:blip r:embed="rId16"/>
                      <a:stretch>
                        <a:fillRect/>
                      </a:stretch>
                    </p:blipFill>
                    <p:spPr>
                      <a:xfrm>
                        <a:off x="5967413" y="1298575"/>
                        <a:ext cx="303212" cy="341313"/>
                      </a:xfrm>
                      <a:prstGeom prst="rect">
                        <a:avLst/>
                      </a:prstGeom>
                      <a:noFill/>
                      <a:ln w="38100">
                        <a:noFill/>
                        <a:miter/>
                      </a:ln>
                    </p:spPr>
                  </p:pic>
                </p:oleObj>
              </mc:Fallback>
            </mc:AlternateContent>
          </a:graphicData>
        </a:graphic>
      </p:graphicFrame>
      <p:sp>
        <p:nvSpPr>
          <p:cNvPr id="46089" name="文本框 9"/>
          <p:cNvSpPr txBox="1"/>
          <p:nvPr/>
        </p:nvSpPr>
        <p:spPr>
          <a:xfrm>
            <a:off x="7046913" y="1287463"/>
            <a:ext cx="411162" cy="368300"/>
          </a:xfrm>
          <a:prstGeom prst="rect">
            <a:avLst/>
          </a:prstGeom>
          <a:noFill/>
          <a:ln w="9525">
            <a:noFill/>
          </a:ln>
        </p:spPr>
        <p:txBody>
          <a:bodyPr wrap="none" anchor="t" anchorCtr="0">
            <a:spAutoFit/>
          </a:bodyPr>
          <a:lstStyle/>
          <a:p>
            <a:r>
              <a:rPr lang="zh-CN" altLang="en-US">
                <a:latin typeface="Calibri" panose="020F0502020204030204" charset="0"/>
                <a:ea typeface="宋体" panose="02010600030101010101" pitchFamily="2" charset="-122"/>
              </a:rPr>
              <a:t>②</a:t>
            </a:r>
          </a:p>
        </p:txBody>
      </p:sp>
      <p:sp>
        <p:nvSpPr>
          <p:cNvPr id="46090" name="文本框 10"/>
          <p:cNvSpPr txBox="1"/>
          <p:nvPr/>
        </p:nvSpPr>
        <p:spPr>
          <a:xfrm>
            <a:off x="7046913" y="687388"/>
            <a:ext cx="411162" cy="368300"/>
          </a:xfrm>
          <a:prstGeom prst="rect">
            <a:avLst/>
          </a:prstGeom>
          <a:noFill/>
          <a:ln w="9525">
            <a:noFill/>
          </a:ln>
        </p:spPr>
        <p:txBody>
          <a:bodyPr wrap="none" anchor="t" anchorCtr="0">
            <a:spAutoFit/>
          </a:bodyPr>
          <a:lstStyle/>
          <a:p>
            <a:r>
              <a:rPr lang="zh-CN" altLang="en-US">
                <a:latin typeface="Calibri" panose="020F0502020204030204" charset="0"/>
                <a:ea typeface="宋体" panose="02010600030101010101" pitchFamily="2" charset="-122"/>
              </a:rPr>
              <a:t>①</a:t>
            </a:r>
          </a:p>
        </p:txBody>
      </p:sp>
      <p:graphicFrame>
        <p:nvGraphicFramePr>
          <p:cNvPr id="13" name="Object 39"/>
          <p:cNvGraphicFramePr>
            <a:graphicFrameLocks noChangeAspect="1"/>
          </p:cNvGraphicFramePr>
          <p:nvPr/>
        </p:nvGraphicFramePr>
        <p:xfrm>
          <a:off x="698500" y="2809875"/>
          <a:ext cx="1716088" cy="747713"/>
        </p:xfrm>
        <a:graphic>
          <a:graphicData uri="http://schemas.openxmlformats.org/presentationml/2006/ole">
            <mc:AlternateContent xmlns:mc="http://schemas.openxmlformats.org/markup-compatibility/2006">
              <mc:Choice xmlns:v="urn:schemas-microsoft-com:vml" Requires="v">
                <p:oleObj r:id="rId17" imgW="914400" imgH="405765" progId="Equation.DSMT4">
                  <p:embed/>
                </p:oleObj>
              </mc:Choice>
              <mc:Fallback>
                <p:oleObj r:id="rId17" imgW="914400" imgH="405765" progId="Equation.DSMT4">
                  <p:embed/>
                  <p:pic>
                    <p:nvPicPr>
                      <p:cNvPr id="0" name="图片 3130"/>
                      <p:cNvPicPr/>
                      <p:nvPr/>
                    </p:nvPicPr>
                    <p:blipFill>
                      <a:blip r:embed="rId18"/>
                      <a:stretch>
                        <a:fillRect/>
                      </a:stretch>
                    </p:blipFill>
                    <p:spPr>
                      <a:xfrm>
                        <a:off x="698500" y="2809875"/>
                        <a:ext cx="1716088" cy="747713"/>
                      </a:xfrm>
                      <a:prstGeom prst="rect">
                        <a:avLst/>
                      </a:prstGeom>
                      <a:noFill/>
                      <a:ln w="38100">
                        <a:noFill/>
                        <a:miter/>
                      </a:ln>
                    </p:spPr>
                  </p:pic>
                </p:oleObj>
              </mc:Fallback>
            </mc:AlternateContent>
          </a:graphicData>
        </a:graphic>
      </p:graphicFrame>
      <p:graphicFrame>
        <p:nvGraphicFramePr>
          <p:cNvPr id="47116" name="Object 46"/>
          <p:cNvGraphicFramePr>
            <a:graphicFrameLocks noChangeAspect="1"/>
          </p:cNvGraphicFramePr>
          <p:nvPr/>
        </p:nvGraphicFramePr>
        <p:xfrm>
          <a:off x="2498725" y="2600325"/>
          <a:ext cx="1771650" cy="1262063"/>
        </p:xfrm>
        <a:graphic>
          <a:graphicData uri="http://schemas.openxmlformats.org/presentationml/2006/ole">
            <mc:AlternateContent xmlns:mc="http://schemas.openxmlformats.org/markup-compatibility/2006">
              <mc:Choice xmlns:v="urn:schemas-microsoft-com:vml" Requires="v">
                <p:oleObj r:id="rId19" imgW="927100" imgH="660400" progId="Equation.DSMT4">
                  <p:embed/>
                </p:oleObj>
              </mc:Choice>
              <mc:Fallback>
                <p:oleObj r:id="rId19" imgW="927100" imgH="660400" progId="Equation.DSMT4">
                  <p:embed/>
                  <p:pic>
                    <p:nvPicPr>
                      <p:cNvPr id="0" name="图片 3131"/>
                      <p:cNvPicPr/>
                      <p:nvPr/>
                    </p:nvPicPr>
                    <p:blipFill>
                      <a:blip r:embed="rId20"/>
                      <a:stretch>
                        <a:fillRect/>
                      </a:stretch>
                    </p:blipFill>
                    <p:spPr>
                      <a:xfrm>
                        <a:off x="2498725" y="2600325"/>
                        <a:ext cx="1771650" cy="1262063"/>
                      </a:xfrm>
                      <a:prstGeom prst="rect">
                        <a:avLst/>
                      </a:prstGeom>
                      <a:noFill/>
                      <a:ln w="38100">
                        <a:noFill/>
                        <a:miter/>
                      </a:ln>
                    </p:spPr>
                  </p:pic>
                </p:oleObj>
              </mc:Fallback>
            </mc:AlternateContent>
          </a:graphicData>
        </a:graphic>
      </p:graphicFrame>
      <p:graphicFrame>
        <p:nvGraphicFramePr>
          <p:cNvPr id="47117" name="Object 46"/>
          <p:cNvGraphicFramePr>
            <a:graphicFrameLocks noChangeAspect="1"/>
          </p:cNvGraphicFramePr>
          <p:nvPr/>
        </p:nvGraphicFramePr>
        <p:xfrm>
          <a:off x="4970463" y="2695575"/>
          <a:ext cx="1568450" cy="342900"/>
        </p:xfrm>
        <a:graphic>
          <a:graphicData uri="http://schemas.openxmlformats.org/presentationml/2006/ole">
            <mc:AlternateContent xmlns:mc="http://schemas.openxmlformats.org/markup-compatibility/2006">
              <mc:Choice xmlns:v="urn:schemas-microsoft-com:vml" Requires="v">
                <p:oleObj r:id="rId21" imgW="952500" imgH="190500" progId="Equation.DSMT4">
                  <p:embed/>
                </p:oleObj>
              </mc:Choice>
              <mc:Fallback>
                <p:oleObj r:id="rId21" imgW="952500" imgH="190500" progId="Equation.DSMT4">
                  <p:embed/>
                  <p:pic>
                    <p:nvPicPr>
                      <p:cNvPr id="0" name="图片 3132"/>
                      <p:cNvPicPr/>
                      <p:nvPr/>
                    </p:nvPicPr>
                    <p:blipFill>
                      <a:blip r:embed="rId22"/>
                      <a:stretch>
                        <a:fillRect/>
                      </a:stretch>
                    </p:blipFill>
                    <p:spPr>
                      <a:xfrm>
                        <a:off x="4970463" y="2695575"/>
                        <a:ext cx="1568450" cy="342900"/>
                      </a:xfrm>
                      <a:prstGeom prst="rect">
                        <a:avLst/>
                      </a:prstGeom>
                      <a:noFill/>
                      <a:ln w="38100">
                        <a:noFill/>
                        <a:miter/>
                      </a:ln>
                    </p:spPr>
                  </p:pic>
                </p:oleObj>
              </mc:Fallback>
            </mc:AlternateContent>
          </a:graphicData>
        </a:graphic>
      </p:graphicFrame>
      <p:graphicFrame>
        <p:nvGraphicFramePr>
          <p:cNvPr id="47118" name="对象 16"/>
          <p:cNvGraphicFramePr/>
          <p:nvPr/>
        </p:nvGraphicFramePr>
        <p:xfrm>
          <a:off x="4970463" y="3376613"/>
          <a:ext cx="1708150" cy="307975"/>
        </p:xfrm>
        <a:graphic>
          <a:graphicData uri="http://schemas.openxmlformats.org/presentationml/2006/ole">
            <mc:AlternateContent xmlns:mc="http://schemas.openxmlformats.org/markup-compatibility/2006">
              <mc:Choice xmlns:v="urn:schemas-microsoft-com:vml" Requires="v">
                <p:oleObj r:id="rId23" imgW="1526540" imgH="335915" progId="Equation.DSMT4">
                  <p:embed/>
                </p:oleObj>
              </mc:Choice>
              <mc:Fallback>
                <p:oleObj r:id="rId23" imgW="1526540" imgH="335915" progId="Equation.DSMT4">
                  <p:embed/>
                  <p:pic>
                    <p:nvPicPr>
                      <p:cNvPr id="0" name="图片 3134"/>
                      <p:cNvPicPr/>
                      <p:nvPr/>
                    </p:nvPicPr>
                    <p:blipFill>
                      <a:blip r:embed="rId24"/>
                      <a:stretch>
                        <a:fillRect/>
                      </a:stretch>
                    </p:blipFill>
                    <p:spPr>
                      <a:xfrm>
                        <a:off x="4970463" y="3376613"/>
                        <a:ext cx="1708150" cy="307975"/>
                      </a:xfrm>
                      <a:prstGeom prst="rect">
                        <a:avLst/>
                      </a:prstGeom>
                      <a:noFill/>
                      <a:ln w="38100">
                        <a:noFill/>
                        <a:miter/>
                      </a:ln>
                    </p:spPr>
                  </p:pic>
                </p:oleObj>
              </mc:Fallback>
            </mc:AlternateContent>
          </a:graphicData>
        </a:graphic>
      </p:graphicFrame>
      <p:sp>
        <p:nvSpPr>
          <p:cNvPr id="175" name="Text Box 3"/>
          <p:cNvSpPr txBox="1"/>
          <p:nvPr>
            <p:custDataLst>
              <p:tags r:id="rId1"/>
            </p:custDataLst>
          </p:nvPr>
        </p:nvSpPr>
        <p:spPr>
          <a:xfrm>
            <a:off x="322263" y="741363"/>
            <a:ext cx="5121275" cy="1754187"/>
          </a:xfrm>
          <a:prstGeom prst="rect">
            <a:avLst/>
          </a:prstGeom>
          <a:noFill/>
          <a:ln w="9525">
            <a:noFill/>
          </a:ln>
        </p:spPr>
        <p:txBody>
          <a:bodyPr wrap="square" anchor="t" anchorCtr="0">
            <a:spAutoFit/>
          </a:bodyPr>
          <a:lstStyle/>
          <a:p>
            <a:pPr>
              <a:lnSpc>
                <a:spcPct val="150000"/>
              </a:lnSpc>
            </a:pPr>
            <a:r>
              <a:rPr lang="en-US" altLang="zh-CN" sz="2400" dirty="0">
                <a:latin typeface="华文楷体" panose="02010600040101010101" charset="-122"/>
                <a:ea typeface="华文楷体" panose="02010600040101010101" charset="-122"/>
              </a:rPr>
              <a:t>        </a:t>
            </a:r>
            <a:r>
              <a:rPr lang="zh-CN" altLang="en-US" sz="2400" dirty="0">
                <a:latin typeface="华文楷体" panose="02010600040101010101" charset="-122"/>
                <a:ea typeface="华文楷体" panose="02010600040101010101" charset="-122"/>
              </a:rPr>
              <a:t>用波长为</a:t>
            </a:r>
            <a:r>
              <a:rPr lang="zh-CN" altLang="en-US" sz="2400" i="1" dirty="0">
                <a:latin typeface="华文楷体" panose="02010600040101010101" charset="-122"/>
                <a:ea typeface="华文楷体" panose="02010600040101010101" charset="-122"/>
              </a:rPr>
              <a:t>λ</a:t>
            </a:r>
            <a:r>
              <a:rPr lang="zh-CN" altLang="en-US" sz="2400" dirty="0">
                <a:latin typeface="华文楷体" panose="02010600040101010101" charset="-122"/>
                <a:ea typeface="华文楷体" panose="02010600040101010101" charset="-122"/>
              </a:rPr>
              <a:t>的单色光垂直照射置于空气中的厚度为</a:t>
            </a:r>
            <a:r>
              <a:rPr lang="en-US" altLang="zh-CN" sz="2400" i="1" dirty="0">
                <a:latin typeface="Times New Roman" panose="02020603050405020304" pitchFamily="18" charset="0"/>
                <a:ea typeface="华文楷体" panose="02010600040101010101" charset="-122"/>
              </a:rPr>
              <a:t>e</a:t>
            </a:r>
            <a:r>
              <a:rPr lang="zh-CN" altLang="en-US" sz="2400" dirty="0">
                <a:latin typeface="华文楷体" panose="02010600040101010101" charset="-122"/>
                <a:ea typeface="华文楷体" panose="02010600040101010101" charset="-122"/>
              </a:rPr>
              <a:t>、折射率为</a:t>
            </a:r>
            <a:r>
              <a:rPr lang="en-US" altLang="zh-CN" sz="2400" i="1" dirty="0">
                <a:latin typeface="Times New Roman" panose="02020603050405020304" pitchFamily="18" charset="0"/>
                <a:ea typeface="华文楷体" panose="02010600040101010101" charset="-122"/>
              </a:rPr>
              <a:t>n</a:t>
            </a:r>
            <a:r>
              <a:rPr lang="zh-CN" altLang="en-US" sz="2400" dirty="0">
                <a:latin typeface="华文楷体" panose="02010600040101010101" charset="-122"/>
                <a:ea typeface="华文楷体" panose="02010600040101010101" charset="-122"/>
              </a:rPr>
              <a:t>的透明薄膜，两束反射光的光程差</a:t>
            </a:r>
            <a:r>
              <a:rPr lang="zh-CN" altLang="en-US" sz="2400" i="1" dirty="0">
                <a:latin typeface="Times New Roman" panose="02020603050405020304" pitchFamily="18" charset="0"/>
                <a:ea typeface="华文楷体" panose="02010600040101010101" charset="-122"/>
              </a:rPr>
              <a:t>δ</a:t>
            </a:r>
          </a:p>
        </p:txBody>
      </p:sp>
      <p:graphicFrame>
        <p:nvGraphicFramePr>
          <p:cNvPr id="2" name="对象 1"/>
          <p:cNvGraphicFramePr/>
          <p:nvPr/>
        </p:nvGraphicFramePr>
        <p:xfrm>
          <a:off x="771525" y="5073650"/>
          <a:ext cx="1014413" cy="323850"/>
        </p:xfrm>
        <a:graphic>
          <a:graphicData uri="http://schemas.openxmlformats.org/presentationml/2006/ole">
            <mc:AlternateContent xmlns:mc="http://schemas.openxmlformats.org/markup-compatibility/2006">
              <mc:Choice xmlns:v="urn:schemas-microsoft-com:vml" Requires="v">
                <p:oleObj r:id="rId25" imgW="508000" imgH="177165" progId="Equation.KSEE3">
                  <p:embed/>
                </p:oleObj>
              </mc:Choice>
              <mc:Fallback>
                <p:oleObj r:id="rId25" imgW="508000" imgH="177165" progId="Equation.KSEE3">
                  <p:embed/>
                  <p:pic>
                    <p:nvPicPr>
                      <p:cNvPr id="0" name="图片 3139"/>
                      <p:cNvPicPr/>
                      <p:nvPr/>
                    </p:nvPicPr>
                    <p:blipFill>
                      <a:blip r:embed="rId26"/>
                      <a:stretch>
                        <a:fillRect/>
                      </a:stretch>
                    </p:blipFill>
                    <p:spPr>
                      <a:xfrm>
                        <a:off x="771525" y="5073650"/>
                        <a:ext cx="1014413" cy="323850"/>
                      </a:xfrm>
                      <a:prstGeom prst="rect">
                        <a:avLst/>
                      </a:prstGeom>
                      <a:noFill/>
                      <a:ln w="38100">
                        <a:noFill/>
                        <a:miter/>
                      </a:ln>
                    </p:spPr>
                  </p:pic>
                </p:oleObj>
              </mc:Fallback>
            </mc:AlternateContent>
          </a:graphicData>
        </a:graphic>
      </p:graphicFrame>
      <p:sp>
        <p:nvSpPr>
          <p:cNvPr id="4" name="文本框 3"/>
          <p:cNvSpPr txBox="1"/>
          <p:nvPr/>
        </p:nvSpPr>
        <p:spPr>
          <a:xfrm>
            <a:off x="601663" y="4146550"/>
            <a:ext cx="4572000" cy="644525"/>
          </a:xfrm>
          <a:prstGeom prst="rect">
            <a:avLst/>
          </a:prstGeom>
          <a:noFill/>
          <a:ln w="9525">
            <a:noFill/>
          </a:ln>
        </p:spPr>
        <p:txBody>
          <a:bodyPr wrap="square" anchor="t" anchorCtr="0">
            <a:spAutoFit/>
          </a:bodyPr>
          <a:lstStyle/>
          <a:p>
            <a:pPr>
              <a:lnSpc>
                <a:spcPct val="150000"/>
              </a:lnSpc>
            </a:pPr>
            <a:r>
              <a:rPr lang="zh-CN" altLang="en-US" sz="2400" dirty="0">
                <a:latin typeface="华文楷体" panose="02010600040101010101" charset="-122"/>
                <a:ea typeface="华文楷体" panose="02010600040101010101" charset="-122"/>
              </a:rPr>
              <a:t>两束透射光的光程差</a:t>
            </a:r>
            <a:r>
              <a:rPr lang="zh-CN" altLang="en-US" sz="2400" i="1" dirty="0">
                <a:latin typeface="Times New Roman" panose="02020603050405020304" pitchFamily="18" charset="0"/>
                <a:ea typeface="华文楷体" panose="02010600040101010101" charset="-122"/>
              </a:rPr>
              <a:t>δ</a:t>
            </a:r>
          </a:p>
        </p:txBody>
      </p:sp>
      <p:grpSp>
        <p:nvGrpSpPr>
          <p:cNvPr id="18" name="组合 17"/>
          <p:cNvGrpSpPr/>
          <p:nvPr/>
        </p:nvGrpSpPr>
        <p:grpSpPr>
          <a:xfrm>
            <a:off x="6305550" y="1741488"/>
            <a:ext cx="422275" cy="565150"/>
            <a:chOff x="9971" y="2741"/>
            <a:chExt cx="664" cy="890"/>
          </a:xfrm>
        </p:grpSpPr>
        <p:cxnSp>
          <p:nvCxnSpPr>
            <p:cNvPr id="22545" name="直接箭头连接符 5"/>
            <p:cNvCxnSpPr/>
            <p:nvPr>
              <p:custDataLst>
                <p:tags r:id="rId12"/>
              </p:custDataLst>
            </p:nvPr>
          </p:nvCxnSpPr>
          <p:spPr>
            <a:xfrm>
              <a:off x="10634" y="2741"/>
              <a:ext cx="0" cy="890"/>
            </a:xfrm>
            <a:prstGeom prst="straightConnector1">
              <a:avLst/>
            </a:prstGeom>
            <a:ln w="12700" cap="flat" cmpd="sng">
              <a:solidFill>
                <a:srgbClr val="7575D1"/>
              </a:solidFill>
              <a:prstDash val="solid"/>
              <a:round/>
              <a:headEnd type="none" w="med" len="med"/>
              <a:tailEnd type="arrow" w="med" len="lg"/>
            </a:ln>
          </p:spPr>
        </p:cxnSp>
        <p:sp>
          <p:nvSpPr>
            <p:cNvPr id="22546" name="文本框 10"/>
            <p:cNvSpPr txBox="1"/>
            <p:nvPr>
              <p:custDataLst>
                <p:tags r:id="rId13"/>
              </p:custDataLst>
            </p:nvPr>
          </p:nvSpPr>
          <p:spPr>
            <a:xfrm>
              <a:off x="9971" y="2795"/>
              <a:ext cx="647" cy="580"/>
            </a:xfrm>
            <a:prstGeom prst="rect">
              <a:avLst/>
            </a:prstGeom>
            <a:noFill/>
            <a:ln w="9525">
              <a:noFill/>
            </a:ln>
          </p:spPr>
          <p:txBody>
            <a:bodyPr wrap="none" anchor="t" anchorCtr="0">
              <a:spAutoFit/>
            </a:bodyPr>
            <a:lstStyle/>
            <a:p>
              <a:r>
                <a:rPr lang="zh-CN" altLang="en-US">
                  <a:latin typeface="Calibri" panose="020F0502020204030204" charset="0"/>
                  <a:ea typeface="宋体" panose="02010600030101010101" pitchFamily="2" charset="-122"/>
                </a:rPr>
                <a:t>①</a:t>
              </a:r>
            </a:p>
          </p:txBody>
        </p:sp>
      </p:grpSp>
      <p:graphicFrame>
        <p:nvGraphicFramePr>
          <p:cNvPr id="8" name="Object 46"/>
          <p:cNvGraphicFramePr>
            <a:graphicFrameLocks noChangeAspect="1"/>
          </p:cNvGraphicFramePr>
          <p:nvPr>
            <p:custDataLst>
              <p:tags r:id="rId2"/>
            </p:custDataLst>
          </p:nvPr>
        </p:nvGraphicFramePr>
        <p:xfrm>
          <a:off x="1809750" y="4714875"/>
          <a:ext cx="1579563" cy="1125538"/>
        </p:xfrm>
        <a:graphic>
          <a:graphicData uri="http://schemas.openxmlformats.org/presentationml/2006/ole">
            <mc:AlternateContent xmlns:mc="http://schemas.openxmlformats.org/markup-compatibility/2006">
              <mc:Choice xmlns:v="urn:schemas-microsoft-com:vml" Requires="v">
                <p:oleObj r:id="rId19" imgW="927100" imgH="660400" progId="Equation.DSMT4">
                  <p:embed/>
                </p:oleObj>
              </mc:Choice>
              <mc:Fallback>
                <p:oleObj r:id="rId19" imgW="927100" imgH="660400" progId="Equation.DSMT4">
                  <p:embed/>
                  <p:pic>
                    <p:nvPicPr>
                      <p:cNvPr id="0" name="图片 3135"/>
                      <p:cNvPicPr/>
                      <p:nvPr/>
                    </p:nvPicPr>
                    <p:blipFill>
                      <a:blip r:embed="rId20"/>
                      <a:stretch>
                        <a:fillRect/>
                      </a:stretch>
                    </p:blipFill>
                    <p:spPr>
                      <a:xfrm>
                        <a:off x="1809750" y="4714875"/>
                        <a:ext cx="1579563" cy="1125538"/>
                      </a:xfrm>
                      <a:prstGeom prst="rect">
                        <a:avLst/>
                      </a:prstGeom>
                      <a:noFill/>
                      <a:ln w="38100">
                        <a:noFill/>
                        <a:miter/>
                      </a:ln>
                    </p:spPr>
                  </p:pic>
                </p:oleObj>
              </mc:Fallback>
            </mc:AlternateContent>
          </a:graphicData>
        </a:graphic>
      </p:graphicFrame>
      <p:graphicFrame>
        <p:nvGraphicFramePr>
          <p:cNvPr id="10" name="对象 9"/>
          <p:cNvGraphicFramePr/>
          <p:nvPr/>
        </p:nvGraphicFramePr>
        <p:xfrm>
          <a:off x="3970338" y="4714875"/>
          <a:ext cx="1804987" cy="379413"/>
        </p:xfrm>
        <a:graphic>
          <a:graphicData uri="http://schemas.openxmlformats.org/presentationml/2006/ole">
            <mc:AlternateContent xmlns:mc="http://schemas.openxmlformats.org/markup-compatibility/2006">
              <mc:Choice xmlns:v="urn:schemas-microsoft-com:vml" Requires="v">
                <p:oleObj r:id="rId27" imgW="698500" imgH="203200" progId="Equation.KSEE3">
                  <p:embed/>
                </p:oleObj>
              </mc:Choice>
              <mc:Fallback>
                <p:oleObj r:id="rId27" imgW="698500" imgH="203200" progId="Equation.KSEE3">
                  <p:embed/>
                  <p:pic>
                    <p:nvPicPr>
                      <p:cNvPr id="0" name="图片 3138"/>
                      <p:cNvPicPr/>
                      <p:nvPr/>
                    </p:nvPicPr>
                    <p:blipFill>
                      <a:blip r:embed="rId28"/>
                      <a:stretch>
                        <a:fillRect/>
                      </a:stretch>
                    </p:blipFill>
                    <p:spPr>
                      <a:xfrm>
                        <a:off x="3970338" y="4714875"/>
                        <a:ext cx="1804987" cy="379413"/>
                      </a:xfrm>
                      <a:prstGeom prst="rect">
                        <a:avLst/>
                      </a:prstGeom>
                      <a:noFill/>
                      <a:ln w="38100">
                        <a:noFill/>
                        <a:miter/>
                      </a:ln>
                    </p:spPr>
                  </p:pic>
                </p:oleObj>
              </mc:Fallback>
            </mc:AlternateContent>
          </a:graphicData>
        </a:graphic>
      </p:graphicFrame>
      <p:graphicFrame>
        <p:nvGraphicFramePr>
          <p:cNvPr id="14" name="对象 13"/>
          <p:cNvGraphicFramePr/>
          <p:nvPr/>
        </p:nvGraphicFramePr>
        <p:xfrm>
          <a:off x="3970338" y="5319713"/>
          <a:ext cx="2100262" cy="381000"/>
        </p:xfrm>
        <a:graphic>
          <a:graphicData uri="http://schemas.openxmlformats.org/presentationml/2006/ole">
            <mc:AlternateContent xmlns:mc="http://schemas.openxmlformats.org/markup-compatibility/2006">
              <mc:Choice xmlns:v="urn:schemas-microsoft-com:vml" Requires="v">
                <p:oleObj r:id="rId29" imgW="812800" imgH="203200" progId="Equation.KSEE3">
                  <p:embed/>
                </p:oleObj>
              </mc:Choice>
              <mc:Fallback>
                <p:oleObj r:id="rId29" imgW="812800" imgH="203200" progId="Equation.KSEE3">
                  <p:embed/>
                  <p:pic>
                    <p:nvPicPr>
                      <p:cNvPr id="0" name="图片 3136"/>
                      <p:cNvPicPr/>
                      <p:nvPr/>
                    </p:nvPicPr>
                    <p:blipFill>
                      <a:blip r:embed="rId30"/>
                      <a:stretch>
                        <a:fillRect/>
                      </a:stretch>
                    </p:blipFill>
                    <p:spPr>
                      <a:xfrm>
                        <a:off x="3970338" y="5319713"/>
                        <a:ext cx="2100262" cy="381000"/>
                      </a:xfrm>
                      <a:prstGeom prst="rect">
                        <a:avLst/>
                      </a:prstGeom>
                      <a:noFill/>
                      <a:ln w="38100">
                        <a:noFill/>
                        <a:miter/>
                      </a:ln>
                    </p:spPr>
                  </p:pic>
                </p:oleObj>
              </mc:Fallback>
            </mc:AlternateContent>
          </a:graphicData>
        </a:graphic>
      </p:graphicFrame>
      <p:grpSp>
        <p:nvGrpSpPr>
          <p:cNvPr id="19" name="组合 18"/>
          <p:cNvGrpSpPr/>
          <p:nvPr/>
        </p:nvGrpSpPr>
        <p:grpSpPr>
          <a:xfrm>
            <a:off x="7502525" y="1168400"/>
            <a:ext cx="452438" cy="1165225"/>
            <a:chOff x="11855" y="1838"/>
            <a:chExt cx="713" cy="1834"/>
          </a:xfrm>
        </p:grpSpPr>
        <p:cxnSp>
          <p:nvCxnSpPr>
            <p:cNvPr id="22551" name="直接箭头连接符 15"/>
            <p:cNvCxnSpPr/>
            <p:nvPr>
              <p:custDataLst>
                <p:tags r:id="rId10"/>
              </p:custDataLst>
            </p:nvPr>
          </p:nvCxnSpPr>
          <p:spPr>
            <a:xfrm>
              <a:off x="11854" y="1838"/>
              <a:ext cx="10" cy="1835"/>
            </a:xfrm>
            <a:prstGeom prst="straightConnector1">
              <a:avLst/>
            </a:prstGeom>
            <a:ln w="12700" cap="flat" cmpd="sng">
              <a:solidFill>
                <a:srgbClr val="7575D1"/>
              </a:solidFill>
              <a:prstDash val="solid"/>
              <a:round/>
              <a:headEnd type="none" w="med" len="med"/>
              <a:tailEnd type="arrow" w="med" len="lg"/>
            </a:ln>
          </p:spPr>
        </p:cxnSp>
        <p:sp>
          <p:nvSpPr>
            <p:cNvPr id="22552" name="文本框 9"/>
            <p:cNvSpPr txBox="1"/>
            <p:nvPr>
              <p:custDataLst>
                <p:tags r:id="rId11"/>
              </p:custDataLst>
            </p:nvPr>
          </p:nvSpPr>
          <p:spPr>
            <a:xfrm>
              <a:off x="11920" y="2882"/>
              <a:ext cx="647" cy="580"/>
            </a:xfrm>
            <a:prstGeom prst="rect">
              <a:avLst/>
            </a:prstGeom>
            <a:noFill/>
            <a:ln w="9525">
              <a:noFill/>
            </a:ln>
          </p:spPr>
          <p:txBody>
            <a:bodyPr wrap="none" anchor="t" anchorCtr="0">
              <a:spAutoFit/>
            </a:bodyPr>
            <a:lstStyle/>
            <a:p>
              <a:r>
                <a:rPr lang="zh-CN" altLang="en-US">
                  <a:latin typeface="Calibri" panose="020F0502020204030204" charset="0"/>
                  <a:ea typeface="宋体" panose="02010600030101010101" pitchFamily="2" charset="-122"/>
                </a:rPr>
                <a:t>②</a:t>
              </a:r>
            </a:p>
          </p:txBody>
        </p:sp>
      </p:grpSp>
      <p:sp>
        <p:nvSpPr>
          <p:cNvPr id="22553" name="文本框 19"/>
          <p:cNvSpPr txBox="1"/>
          <p:nvPr/>
        </p:nvSpPr>
        <p:spPr>
          <a:xfrm>
            <a:off x="134938" y="227013"/>
            <a:ext cx="5375275" cy="460375"/>
          </a:xfrm>
          <a:prstGeom prst="rect">
            <a:avLst/>
          </a:prstGeom>
          <a:noFill/>
          <a:ln w="9525">
            <a:noFill/>
          </a:ln>
        </p:spPr>
        <p:txBody>
          <a:bodyPr wrap="square" anchor="t" anchorCtr="0">
            <a:spAutoFit/>
          </a:bodyPr>
          <a:lstStyle/>
          <a:p>
            <a:r>
              <a:rPr lang="en-US" altLang="zh-CN" sz="2400" dirty="0">
                <a:latin typeface="华文楷体" panose="02010600040101010101" charset="-122"/>
                <a:ea typeface="华文楷体" panose="02010600040101010101" charset="-122"/>
              </a:rPr>
              <a:t>1</a:t>
            </a:r>
            <a:r>
              <a:rPr lang="zh-CN" altLang="en-US" sz="2400" dirty="0">
                <a:latin typeface="华文楷体" panose="02010600040101010101" charset="-122"/>
                <a:ea typeface="华文楷体" panose="02010600040101010101" charset="-122"/>
              </a:rPr>
              <a:t>、薄膜干涉的光程差（</a:t>
            </a:r>
            <a:r>
              <a:rPr lang="zh-CN" altLang="en-US" sz="2400" dirty="0">
                <a:solidFill>
                  <a:srgbClr val="FF0000"/>
                </a:solidFill>
                <a:latin typeface="华文楷体" panose="02010600040101010101" charset="-122"/>
                <a:ea typeface="华文楷体" panose="02010600040101010101" charset="-122"/>
              </a:rPr>
              <a:t>垂直入射</a:t>
            </a:r>
            <a:r>
              <a:rPr lang="zh-CN" altLang="en-US" sz="2400" dirty="0">
                <a:latin typeface="华文楷体" panose="02010600040101010101" charset="-122"/>
                <a:ea typeface="华文楷体" panose="02010600040101010101" charset="-122"/>
              </a:rPr>
              <a:t>）</a:t>
            </a:r>
          </a:p>
        </p:txBody>
      </p:sp>
      <p:grpSp>
        <p:nvGrpSpPr>
          <p:cNvPr id="7" name="组合 6"/>
          <p:cNvGrpSpPr/>
          <p:nvPr/>
        </p:nvGrpSpPr>
        <p:grpSpPr>
          <a:xfrm>
            <a:off x="1247775" y="2740025"/>
            <a:ext cx="2190750" cy="3017838"/>
            <a:chOff x="1965" y="4316"/>
            <a:chExt cx="3449" cy="4751"/>
          </a:xfrm>
        </p:grpSpPr>
        <p:sp>
          <p:nvSpPr>
            <p:cNvPr id="22555" name="椭圆 2"/>
            <p:cNvSpPr/>
            <p:nvPr/>
          </p:nvSpPr>
          <p:spPr>
            <a:xfrm rot="-900000">
              <a:off x="1965" y="4316"/>
              <a:ext cx="3440" cy="984"/>
            </a:xfrm>
            <a:prstGeom prst="ellipse">
              <a:avLst/>
            </a:prstGeom>
            <a:noFill/>
            <a:ln w="19050"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sp>
          <p:nvSpPr>
            <p:cNvPr id="22556" name="椭圆 4"/>
            <p:cNvSpPr/>
            <p:nvPr>
              <p:custDataLst>
                <p:tags r:id="rId9"/>
              </p:custDataLst>
            </p:nvPr>
          </p:nvSpPr>
          <p:spPr>
            <a:xfrm rot="600000">
              <a:off x="1974" y="8083"/>
              <a:ext cx="3440" cy="984"/>
            </a:xfrm>
            <a:prstGeom prst="ellipse">
              <a:avLst/>
            </a:prstGeom>
            <a:noFill/>
            <a:ln w="1587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cxnSp>
          <p:nvCxnSpPr>
            <p:cNvPr id="22557" name="直接连接符 5"/>
            <p:cNvCxnSpPr>
              <a:stCxn id="22555" idx="3"/>
              <a:endCxn id="22556" idx="1"/>
            </p:cNvCxnSpPr>
            <p:nvPr/>
          </p:nvCxnSpPr>
          <p:spPr>
            <a:xfrm flipH="1">
              <a:off x="2557" y="5459"/>
              <a:ext cx="0" cy="2562"/>
            </a:xfrm>
            <a:prstGeom prst="line">
              <a:avLst/>
            </a:prstGeom>
            <a:ln w="15875" cap="flat" cmpd="sng">
              <a:solidFill>
                <a:srgbClr val="008000"/>
              </a:solidFill>
              <a:prstDash val="solid"/>
              <a:round/>
              <a:headEnd type="arrow" w="lg" len="sm"/>
              <a:tailEnd type="arrow" w="lg" len="sm"/>
            </a:ln>
          </p:spPr>
        </p:cxnSp>
      </p:grpSp>
      <p:grpSp>
        <p:nvGrpSpPr>
          <p:cNvPr id="3" name="组合 2"/>
          <p:cNvGrpSpPr/>
          <p:nvPr/>
        </p:nvGrpSpPr>
        <p:grpSpPr>
          <a:xfrm>
            <a:off x="1243013" y="3033713"/>
            <a:ext cx="3365500" cy="2328862"/>
            <a:chOff x="-5749" y="4488"/>
            <a:chExt cx="5297" cy="3666"/>
          </a:xfrm>
        </p:grpSpPr>
        <p:sp>
          <p:nvSpPr>
            <p:cNvPr id="22559" name="椭圆 2"/>
            <p:cNvSpPr/>
            <p:nvPr>
              <p:custDataLst>
                <p:tags r:id="rId6"/>
              </p:custDataLst>
            </p:nvPr>
          </p:nvSpPr>
          <p:spPr>
            <a:xfrm rot="480000">
              <a:off x="-5594" y="4488"/>
              <a:ext cx="5142" cy="984"/>
            </a:xfrm>
            <a:prstGeom prst="ellipse">
              <a:avLst/>
            </a:prstGeom>
            <a:noFill/>
            <a:ln w="15875" cap="flat" cmpd="sng">
              <a:solidFill>
                <a:srgbClr val="FF0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sp>
          <p:nvSpPr>
            <p:cNvPr id="22560" name="椭圆 4"/>
            <p:cNvSpPr/>
            <p:nvPr>
              <p:custDataLst>
                <p:tags r:id="rId7"/>
              </p:custDataLst>
            </p:nvPr>
          </p:nvSpPr>
          <p:spPr>
            <a:xfrm rot="-1020000">
              <a:off x="-5749" y="7216"/>
              <a:ext cx="2495" cy="938"/>
            </a:xfrm>
            <a:prstGeom prst="ellipse">
              <a:avLst/>
            </a:prstGeom>
            <a:noFill/>
            <a:ln w="15875" cap="flat" cmpd="sng">
              <a:solidFill>
                <a:srgbClr val="FF33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cxnSp>
          <p:nvCxnSpPr>
            <p:cNvPr id="22561" name="直接连接符 5"/>
            <p:cNvCxnSpPr>
              <a:stCxn id="22559" idx="3"/>
            </p:cNvCxnSpPr>
            <p:nvPr>
              <p:custDataLst>
                <p:tags r:id="rId8"/>
              </p:custDataLst>
            </p:nvPr>
          </p:nvCxnSpPr>
          <p:spPr>
            <a:xfrm>
              <a:off x="-4872" y="5071"/>
              <a:ext cx="44" cy="2204"/>
            </a:xfrm>
            <a:prstGeom prst="line">
              <a:avLst/>
            </a:prstGeom>
            <a:ln w="15875" cap="flat" cmpd="sng">
              <a:solidFill>
                <a:srgbClr val="FF0000"/>
              </a:solidFill>
              <a:prstDash val="solid"/>
              <a:round/>
              <a:headEnd type="arrow" w="lg" len="sm"/>
              <a:tailEnd type="arrow" w="lg" len="sm"/>
            </a:ln>
          </p:spPr>
        </p:cxnSp>
      </p:grpSp>
      <p:sp>
        <p:nvSpPr>
          <p:cNvPr id="5" name="文本框 4"/>
          <p:cNvSpPr txBox="1"/>
          <p:nvPr/>
        </p:nvSpPr>
        <p:spPr>
          <a:xfrm>
            <a:off x="6742113" y="2549525"/>
            <a:ext cx="2125662" cy="460375"/>
          </a:xfrm>
          <a:prstGeom prst="rect">
            <a:avLst/>
          </a:prstGeom>
          <a:noFill/>
          <a:ln w="9525">
            <a:noFill/>
          </a:ln>
        </p:spPr>
        <p:txBody>
          <a:bodyPr wrap="square" anchor="t" anchorCtr="0">
            <a:spAutoFit/>
          </a:bodyPr>
          <a:lstStyle/>
          <a:p>
            <a:r>
              <a:rPr lang="zh-CN" altLang="en-US" sz="2400" dirty="0">
                <a:solidFill>
                  <a:srgbClr val="0E2AF6"/>
                </a:solidFill>
                <a:latin typeface="华文楷体" panose="02010600040101010101" charset="-122"/>
                <a:ea typeface="华文楷体" panose="02010600040101010101" charset="-122"/>
              </a:rPr>
              <a:t>反射干涉加强</a:t>
            </a:r>
          </a:p>
        </p:txBody>
      </p:sp>
      <p:sp>
        <p:nvSpPr>
          <p:cNvPr id="6" name="文本框 5"/>
          <p:cNvSpPr txBox="1"/>
          <p:nvPr/>
        </p:nvSpPr>
        <p:spPr>
          <a:xfrm>
            <a:off x="6756400" y="3260725"/>
            <a:ext cx="2111375" cy="460375"/>
          </a:xfrm>
          <a:prstGeom prst="rect">
            <a:avLst/>
          </a:prstGeom>
          <a:noFill/>
          <a:ln w="9525">
            <a:noFill/>
          </a:ln>
        </p:spPr>
        <p:txBody>
          <a:bodyPr wrap="square" anchor="t" anchorCtr="0">
            <a:spAutoFit/>
          </a:bodyPr>
          <a:lstStyle/>
          <a:p>
            <a:r>
              <a:rPr lang="zh-CN" altLang="en-US" sz="2400" dirty="0">
                <a:solidFill>
                  <a:srgbClr val="0E2AF6"/>
                </a:solidFill>
                <a:latin typeface="华文楷体" panose="02010600040101010101" charset="-122"/>
                <a:ea typeface="华文楷体" panose="02010600040101010101" charset="-122"/>
                <a:sym typeface="宋体" panose="02010600030101010101" pitchFamily="2" charset="-122"/>
              </a:rPr>
              <a:t>反</a:t>
            </a:r>
            <a:r>
              <a:rPr lang="zh-CN" altLang="en-US" sz="2400" dirty="0">
                <a:solidFill>
                  <a:srgbClr val="0E2AF6"/>
                </a:solidFill>
                <a:latin typeface="华文楷体" panose="02010600040101010101" charset="-122"/>
                <a:ea typeface="华文楷体" panose="02010600040101010101" charset="-122"/>
              </a:rPr>
              <a:t>射干涉相消</a:t>
            </a:r>
            <a:endParaRPr lang="en-US" altLang="zh-CN" sz="2400" dirty="0">
              <a:solidFill>
                <a:srgbClr val="0E2AF6"/>
              </a:solidFill>
              <a:latin typeface="华文楷体" panose="02010600040101010101" charset="-122"/>
              <a:ea typeface="华文楷体" panose="02010600040101010101" charset="-122"/>
              <a:sym typeface="宋体" panose="02010600030101010101" pitchFamily="2" charset="-122"/>
            </a:endParaRPr>
          </a:p>
        </p:txBody>
      </p:sp>
      <p:sp>
        <p:nvSpPr>
          <p:cNvPr id="11" name="文本框 10"/>
          <p:cNvSpPr txBox="1"/>
          <p:nvPr/>
        </p:nvSpPr>
        <p:spPr>
          <a:xfrm>
            <a:off x="6486525" y="4606925"/>
            <a:ext cx="2159000" cy="460375"/>
          </a:xfrm>
          <a:prstGeom prst="rect">
            <a:avLst/>
          </a:prstGeom>
          <a:noFill/>
          <a:ln w="9525">
            <a:noFill/>
          </a:ln>
        </p:spPr>
        <p:txBody>
          <a:bodyPr wrap="square" anchor="t" anchorCtr="0">
            <a:spAutoFit/>
          </a:bodyPr>
          <a:lstStyle/>
          <a:p>
            <a:r>
              <a:rPr lang="zh-CN" altLang="en-US" sz="2400" dirty="0">
                <a:solidFill>
                  <a:srgbClr val="0E2AF6"/>
                </a:solidFill>
                <a:latin typeface="华文楷体" panose="02010600040101010101" charset="-122"/>
                <a:ea typeface="华文楷体" panose="02010600040101010101" charset="-122"/>
                <a:sym typeface="宋体" panose="02010600030101010101" pitchFamily="2" charset="-122"/>
              </a:rPr>
              <a:t>透</a:t>
            </a:r>
            <a:r>
              <a:rPr lang="zh-CN" altLang="en-US" sz="2400" dirty="0">
                <a:solidFill>
                  <a:srgbClr val="0E2AF6"/>
                </a:solidFill>
                <a:latin typeface="华文楷体" panose="02010600040101010101" charset="-122"/>
                <a:ea typeface="华文楷体" panose="02010600040101010101" charset="-122"/>
              </a:rPr>
              <a:t>射干涉</a:t>
            </a:r>
            <a:r>
              <a:rPr lang="zh-CN" altLang="en-US" sz="2400" dirty="0">
                <a:solidFill>
                  <a:srgbClr val="0E2AF6"/>
                </a:solidFill>
                <a:latin typeface="华文楷体" panose="02010600040101010101" charset="-122"/>
                <a:ea typeface="华文楷体" panose="02010600040101010101" charset="-122"/>
                <a:sym typeface="宋体" panose="02010600030101010101" pitchFamily="2" charset="-122"/>
              </a:rPr>
              <a:t>加强</a:t>
            </a:r>
          </a:p>
        </p:txBody>
      </p:sp>
      <p:sp>
        <p:nvSpPr>
          <p:cNvPr id="15" name="文本框 14"/>
          <p:cNvSpPr txBox="1"/>
          <p:nvPr/>
        </p:nvSpPr>
        <p:spPr>
          <a:xfrm>
            <a:off x="6524625" y="5230813"/>
            <a:ext cx="2054225" cy="460375"/>
          </a:xfrm>
          <a:prstGeom prst="rect">
            <a:avLst/>
          </a:prstGeom>
          <a:noFill/>
          <a:ln w="9525">
            <a:noFill/>
          </a:ln>
        </p:spPr>
        <p:txBody>
          <a:bodyPr wrap="square" anchor="t" anchorCtr="0">
            <a:spAutoFit/>
          </a:bodyPr>
          <a:lstStyle/>
          <a:p>
            <a:r>
              <a:rPr lang="zh-CN" altLang="en-US" sz="2400" dirty="0">
                <a:solidFill>
                  <a:srgbClr val="0E2AF6"/>
                </a:solidFill>
                <a:latin typeface="华文楷体" panose="02010600040101010101" charset="-122"/>
                <a:ea typeface="华文楷体" panose="02010600040101010101" charset="-122"/>
                <a:sym typeface="宋体" panose="02010600030101010101" pitchFamily="2" charset="-122"/>
              </a:rPr>
              <a:t>透</a:t>
            </a:r>
            <a:r>
              <a:rPr lang="zh-CN" altLang="en-US" sz="2400" dirty="0">
                <a:solidFill>
                  <a:srgbClr val="0E2AF6"/>
                </a:solidFill>
                <a:latin typeface="华文楷体" panose="02010600040101010101" charset="-122"/>
                <a:ea typeface="华文楷体" panose="02010600040101010101" charset="-122"/>
              </a:rPr>
              <a:t>射干涉</a:t>
            </a:r>
            <a:r>
              <a:rPr lang="zh-CN" altLang="en-US" sz="2400" dirty="0">
                <a:solidFill>
                  <a:srgbClr val="0E2AF6"/>
                </a:solidFill>
                <a:latin typeface="华文楷体" panose="02010600040101010101" charset="-122"/>
                <a:ea typeface="华文楷体" panose="02010600040101010101" charset="-122"/>
                <a:sym typeface="宋体" panose="02010600030101010101" pitchFamily="2" charset="-122"/>
              </a:rPr>
              <a:t>相消</a:t>
            </a:r>
          </a:p>
        </p:txBody>
      </p:sp>
      <p:grpSp>
        <p:nvGrpSpPr>
          <p:cNvPr id="9" name="组合 8"/>
          <p:cNvGrpSpPr/>
          <p:nvPr/>
        </p:nvGrpSpPr>
        <p:grpSpPr>
          <a:xfrm>
            <a:off x="1624013" y="3919538"/>
            <a:ext cx="1150937" cy="312737"/>
            <a:chOff x="2557" y="6172"/>
            <a:chExt cx="1813" cy="492"/>
          </a:xfrm>
        </p:grpSpPr>
        <p:sp>
          <p:nvSpPr>
            <p:cNvPr id="22567" name="AutoShape 81"/>
            <p:cNvSpPr/>
            <p:nvPr>
              <p:custDataLst>
                <p:tags r:id="rId4"/>
              </p:custDataLst>
            </p:nvPr>
          </p:nvSpPr>
          <p:spPr>
            <a:xfrm>
              <a:off x="2557" y="6172"/>
              <a:ext cx="1813" cy="492"/>
            </a:xfrm>
            <a:prstGeom prst="wedgeRectCallout">
              <a:avLst>
                <a:gd name="adj1" fmla="val 59792"/>
                <a:gd name="adj2" fmla="val -404144"/>
              </a:avLst>
            </a:prstGeom>
            <a:solidFill>
              <a:schemeClr val="accent1">
                <a:alpha val="10979"/>
              </a:schemeClr>
            </a:solidFill>
            <a:ln w="9525" cap="flat" cmpd="sng">
              <a:solidFill>
                <a:schemeClr val="tx1"/>
              </a:solidFill>
              <a:prstDash val="solid"/>
              <a:miter/>
              <a:headEnd type="none" w="med" len="med"/>
              <a:tailEnd type="none" w="med" len="med"/>
            </a:ln>
          </p:spPr>
          <p:txBody>
            <a:bodyPr anchor="t" anchorCtr="0"/>
            <a:lstStyle/>
            <a:p>
              <a:pPr algn="ctr"/>
              <a:r>
                <a:rPr lang="zh-CN" altLang="en-US" sz="1600" b="1" dirty="0">
                  <a:solidFill>
                    <a:srgbClr val="0000FF"/>
                  </a:solidFill>
                  <a:latin typeface="Arial" panose="020B0604020202020204" pitchFamily="34" charset="0"/>
                  <a:ea typeface="宋体" panose="02010600030101010101" pitchFamily="2" charset="-122"/>
                </a:rPr>
                <a:t>无      号</a:t>
              </a:r>
            </a:p>
          </p:txBody>
        </p:sp>
        <p:graphicFrame>
          <p:nvGraphicFramePr>
            <p:cNvPr id="22568" name="Object 82"/>
            <p:cNvGraphicFramePr>
              <a:graphicFrameLocks noChangeAspect="1"/>
            </p:cNvGraphicFramePr>
            <p:nvPr>
              <p:custDataLst>
                <p:tags r:id="rId5"/>
              </p:custDataLst>
            </p:nvPr>
          </p:nvGraphicFramePr>
          <p:xfrm>
            <a:off x="3290" y="6178"/>
            <a:ext cx="420" cy="455"/>
          </p:xfrm>
          <a:graphic>
            <a:graphicData uri="http://schemas.openxmlformats.org/presentationml/2006/ole">
              <mc:AlternateContent xmlns:mc="http://schemas.openxmlformats.org/markup-compatibility/2006">
                <mc:Choice xmlns:v="urn:schemas-microsoft-com:vml" Requires="v">
                  <p:oleObj r:id="rId31" imgW="139700" imgH="152400" progId="Equation.3">
                    <p:embed/>
                  </p:oleObj>
                </mc:Choice>
                <mc:Fallback>
                  <p:oleObj r:id="rId31" imgW="139700" imgH="152400" progId="Equation.3">
                    <p:embed/>
                    <p:pic>
                      <p:nvPicPr>
                        <p:cNvPr id="0" name="图片 3137"/>
                        <p:cNvPicPr/>
                        <p:nvPr/>
                      </p:nvPicPr>
                      <p:blipFill>
                        <a:blip r:embed="rId32"/>
                        <a:stretch>
                          <a:fillRect/>
                        </a:stretch>
                      </p:blipFill>
                      <p:spPr>
                        <a:xfrm>
                          <a:off x="3290" y="6178"/>
                          <a:ext cx="420" cy="455"/>
                        </a:xfrm>
                        <a:prstGeom prst="rect">
                          <a:avLst/>
                        </a:prstGeom>
                        <a:noFill/>
                        <a:ln w="38100">
                          <a:noFill/>
                          <a:miter/>
                        </a:ln>
                      </p:spPr>
                    </p:pic>
                  </p:oleObj>
                </mc:Fallback>
              </mc:AlternateContent>
            </a:graphicData>
          </a:graphic>
        </p:graphicFrame>
      </p:grpSp>
      <p:grpSp>
        <p:nvGrpSpPr>
          <p:cNvPr id="20" name="组合 19"/>
          <p:cNvGrpSpPr/>
          <p:nvPr/>
        </p:nvGrpSpPr>
        <p:grpSpPr>
          <a:xfrm>
            <a:off x="876300" y="5854700"/>
            <a:ext cx="7562850" cy="830263"/>
            <a:chOff x="1786" y="9221"/>
            <a:chExt cx="11912" cy="1306"/>
          </a:xfrm>
        </p:grpSpPr>
        <p:grpSp>
          <p:nvGrpSpPr>
            <p:cNvPr id="22570" name="组合 16"/>
            <p:cNvGrpSpPr/>
            <p:nvPr/>
          </p:nvGrpSpPr>
          <p:grpSpPr>
            <a:xfrm>
              <a:off x="1786" y="9221"/>
              <a:ext cx="11911" cy="1307"/>
              <a:chOff x="4236" y="9198"/>
              <a:chExt cx="8695" cy="1307"/>
            </a:xfrm>
          </p:grpSpPr>
          <p:sp>
            <p:nvSpPr>
              <p:cNvPr id="22571" name="文本框 8"/>
              <p:cNvSpPr txBox="1"/>
              <p:nvPr/>
            </p:nvSpPr>
            <p:spPr>
              <a:xfrm>
                <a:off x="4236" y="9198"/>
                <a:ext cx="8695" cy="1307"/>
              </a:xfrm>
              <a:prstGeom prst="rect">
                <a:avLst/>
              </a:prstGeom>
              <a:noFill/>
              <a:ln w="22225" cap="flat" cmpd="sng">
                <a:solidFill>
                  <a:srgbClr val="FF3300"/>
                </a:solidFill>
                <a:prstDash val="solid"/>
                <a:round/>
                <a:headEnd type="none" w="med" len="med"/>
                <a:tailEnd type="none" w="med" len="med"/>
              </a:ln>
            </p:spPr>
            <p:txBody>
              <a:bodyPr wrap="square" anchor="t" anchorCtr="0">
                <a:spAutoFit/>
              </a:bodyPr>
              <a:lstStyle/>
              <a:p>
                <a:r>
                  <a:rPr lang="en-US" altLang="zh-CN" sz="2400" dirty="0">
                    <a:solidFill>
                      <a:srgbClr val="0E2AF6"/>
                    </a:solidFill>
                    <a:latin typeface="华文楷体" panose="02010600040101010101" charset="-122"/>
                    <a:ea typeface="华文楷体" panose="02010600040101010101" charset="-122"/>
                  </a:rPr>
                  <a:t>                         </a:t>
                </a:r>
                <a:r>
                  <a:rPr lang="zh-CN" altLang="en-US" sz="2400" dirty="0">
                    <a:solidFill>
                      <a:srgbClr val="0E2AF6"/>
                    </a:solidFill>
                    <a:latin typeface="华文楷体" panose="02010600040101010101" charset="-122"/>
                    <a:ea typeface="华文楷体" panose="02010600040101010101" charset="-122"/>
                  </a:rPr>
                  <a:t>反射加强，透射减弱</a:t>
                </a:r>
                <a:r>
                  <a:rPr lang="en-US" altLang="zh-CN" sz="2400" dirty="0">
                    <a:solidFill>
                      <a:srgbClr val="0E2AF6"/>
                    </a:solidFill>
                    <a:latin typeface="华文楷体" panose="02010600040101010101" charset="-122"/>
                    <a:ea typeface="华文楷体" panose="02010600040101010101" charset="-122"/>
                  </a:rPr>
                  <a:t>    </a:t>
                </a:r>
              </a:p>
              <a:p>
                <a:r>
                  <a:rPr lang="en-US" altLang="zh-CN" sz="2400" dirty="0">
                    <a:solidFill>
                      <a:srgbClr val="0E2AF6"/>
                    </a:solidFill>
                    <a:latin typeface="华文楷体" panose="02010600040101010101" charset="-122"/>
                    <a:ea typeface="华文楷体" panose="02010600040101010101" charset="-122"/>
                  </a:rPr>
                  <a:t>                         </a:t>
                </a:r>
                <a:r>
                  <a:rPr lang="zh-CN" altLang="en-US" sz="2400" dirty="0">
                    <a:solidFill>
                      <a:srgbClr val="0E2AF6"/>
                    </a:solidFill>
                    <a:latin typeface="华文楷体" panose="02010600040101010101" charset="-122"/>
                    <a:ea typeface="华文楷体" panose="02010600040101010101" charset="-122"/>
                  </a:rPr>
                  <a:t>反射减弱，透射加强</a:t>
                </a:r>
              </a:p>
            </p:txBody>
          </p:sp>
          <p:sp>
            <p:nvSpPr>
              <p:cNvPr id="22572" name="文本框 15"/>
              <p:cNvSpPr txBox="1"/>
              <p:nvPr/>
            </p:nvSpPr>
            <p:spPr>
              <a:xfrm>
                <a:off x="10028" y="9481"/>
                <a:ext cx="2841" cy="725"/>
              </a:xfrm>
              <a:prstGeom prst="rect">
                <a:avLst/>
              </a:prstGeom>
              <a:noFill/>
              <a:ln w="9525">
                <a:noFill/>
              </a:ln>
            </p:spPr>
            <p:txBody>
              <a:bodyPr wrap="square" anchor="t" anchorCtr="0">
                <a:spAutoFit/>
              </a:bodyPr>
              <a:lstStyle/>
              <a:p>
                <a:r>
                  <a:rPr lang="zh-CN" altLang="en-US" sz="2400" dirty="0">
                    <a:solidFill>
                      <a:srgbClr val="0E2AF6"/>
                    </a:solidFill>
                    <a:latin typeface="华文楷体" panose="02010600040101010101" charset="-122"/>
                    <a:ea typeface="华文楷体" panose="02010600040101010101" charset="-122"/>
                  </a:rPr>
                  <a:t>能量守恒的要求</a:t>
                </a:r>
              </a:p>
            </p:txBody>
          </p:sp>
        </p:grpSp>
        <p:sp>
          <p:nvSpPr>
            <p:cNvPr id="22573" name="文本框 15"/>
            <p:cNvSpPr txBox="1"/>
            <p:nvPr>
              <p:custDataLst>
                <p:tags r:id="rId3"/>
              </p:custDataLst>
            </p:nvPr>
          </p:nvSpPr>
          <p:spPr>
            <a:xfrm>
              <a:off x="1875" y="9512"/>
              <a:ext cx="2834" cy="725"/>
            </a:xfrm>
            <a:prstGeom prst="rect">
              <a:avLst/>
            </a:prstGeom>
            <a:noFill/>
            <a:ln w="9525">
              <a:noFill/>
            </a:ln>
          </p:spPr>
          <p:txBody>
            <a:bodyPr wrap="square" anchor="t" anchorCtr="0">
              <a:spAutoFit/>
            </a:bodyPr>
            <a:lstStyle/>
            <a:p>
              <a:r>
                <a:rPr lang="zh-CN" altLang="en-US" sz="2400" dirty="0">
                  <a:solidFill>
                    <a:srgbClr val="0E2AF6"/>
                  </a:solidFill>
                  <a:latin typeface="华文楷体" panose="02010600040101010101" charset="-122"/>
                  <a:ea typeface="华文楷体" panose="02010600040101010101" charset="-122"/>
                </a:rPr>
                <a:t>表达式相同</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5"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vertical)">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608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608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4609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608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608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3" presetClass="entr" presetSubtype="5"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linds(vertical)">
                                      <p:cBhvr>
                                        <p:cTn id="34" dur="500"/>
                                        <p:tgtEl>
                                          <p:spTgt spid="13"/>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4608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71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71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71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1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3"/>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9" grpId="0"/>
      <p:bldP spid="46089" grpId="1"/>
      <p:bldP spid="46090" grpId="0"/>
      <p:bldP spid="46090" grpId="1"/>
      <p:bldP spid="175" grpId="0" bldLvl="0" animBg="1"/>
      <p:bldP spid="4" grpId="0"/>
      <p:bldP spid="5" grpId="0"/>
      <p:bldP spid="5" grpId="1"/>
      <p:bldP spid="6" grpId="0"/>
      <p:bldP spid="6" grpId="1"/>
      <p:bldP spid="11" grpId="0"/>
      <p:bldP spid="11" grpId="1"/>
      <p:bldP spid="15" grpId="0"/>
      <p:bldP spid="15"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矩形 3"/>
          <p:cNvSpPr/>
          <p:nvPr/>
        </p:nvSpPr>
        <p:spPr>
          <a:xfrm>
            <a:off x="1095375" y="2595563"/>
            <a:ext cx="2273300" cy="587375"/>
          </a:xfrm>
          <a:prstGeom prst="rect">
            <a:avLst/>
          </a:prstGeom>
          <a:solidFill>
            <a:schemeClr val="accent1"/>
          </a:solid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cxnSp>
        <p:nvCxnSpPr>
          <p:cNvPr id="47109" name="直接箭头连接符 4"/>
          <p:cNvCxnSpPr/>
          <p:nvPr/>
        </p:nvCxnSpPr>
        <p:spPr>
          <a:xfrm>
            <a:off x="1427163" y="2019300"/>
            <a:ext cx="0" cy="565150"/>
          </a:xfrm>
          <a:prstGeom prst="straightConnector1">
            <a:avLst/>
          </a:prstGeom>
          <a:ln w="25400" cap="flat" cmpd="sng">
            <a:solidFill>
              <a:srgbClr val="000000"/>
            </a:solidFill>
            <a:prstDash val="solid"/>
            <a:round/>
            <a:headEnd type="none" w="med" len="med"/>
            <a:tailEnd type="arrow" w="med" len="lg"/>
          </a:ln>
        </p:spPr>
      </p:cxnSp>
      <p:cxnSp>
        <p:nvCxnSpPr>
          <p:cNvPr id="47110" name="直接箭头连接符 5"/>
          <p:cNvCxnSpPr/>
          <p:nvPr/>
        </p:nvCxnSpPr>
        <p:spPr>
          <a:xfrm>
            <a:off x="1427163" y="2617788"/>
            <a:ext cx="0" cy="565150"/>
          </a:xfrm>
          <a:prstGeom prst="straightConnector1">
            <a:avLst/>
          </a:prstGeom>
          <a:ln w="25400" cap="flat" cmpd="sng">
            <a:solidFill>
              <a:srgbClr val="FF3300"/>
            </a:solidFill>
            <a:prstDash val="solid"/>
            <a:round/>
            <a:headEnd type="none" w="med" len="med"/>
            <a:tailEnd type="arrow" w="med" len="lg"/>
          </a:ln>
        </p:spPr>
      </p:cxnSp>
      <p:cxnSp>
        <p:nvCxnSpPr>
          <p:cNvPr id="47111" name="直接箭头连接符 6"/>
          <p:cNvCxnSpPr/>
          <p:nvPr/>
        </p:nvCxnSpPr>
        <p:spPr>
          <a:xfrm>
            <a:off x="1643063" y="2617788"/>
            <a:ext cx="0" cy="565150"/>
          </a:xfrm>
          <a:prstGeom prst="straightConnector1">
            <a:avLst/>
          </a:prstGeom>
          <a:ln w="25400" cap="flat" cmpd="sng">
            <a:solidFill>
              <a:srgbClr val="339966"/>
            </a:solidFill>
            <a:prstDash val="solid"/>
            <a:round/>
            <a:headEnd type="arrow" w="med" len="med"/>
            <a:tailEnd type="none" w="med" len="lg"/>
          </a:ln>
        </p:spPr>
      </p:cxnSp>
      <p:cxnSp>
        <p:nvCxnSpPr>
          <p:cNvPr id="47112" name="直接箭头连接符 8"/>
          <p:cNvCxnSpPr/>
          <p:nvPr/>
        </p:nvCxnSpPr>
        <p:spPr>
          <a:xfrm>
            <a:off x="1643063" y="2019300"/>
            <a:ext cx="0" cy="565150"/>
          </a:xfrm>
          <a:prstGeom prst="straightConnector1">
            <a:avLst/>
          </a:prstGeom>
          <a:ln w="25400" cap="flat" cmpd="sng">
            <a:solidFill>
              <a:srgbClr val="000000"/>
            </a:solidFill>
            <a:prstDash val="solid"/>
            <a:round/>
            <a:headEnd type="arrow" w="med" len="med"/>
            <a:tailEnd type="none" w="med" len="lg"/>
          </a:ln>
        </p:spPr>
      </p:cxnSp>
      <p:graphicFrame>
        <p:nvGraphicFramePr>
          <p:cNvPr id="13" name="Object 39"/>
          <p:cNvGraphicFramePr>
            <a:graphicFrameLocks noChangeAspect="1"/>
          </p:cNvGraphicFramePr>
          <p:nvPr/>
        </p:nvGraphicFramePr>
        <p:xfrm>
          <a:off x="328613" y="3870325"/>
          <a:ext cx="3116262" cy="801688"/>
        </p:xfrm>
        <a:graphic>
          <a:graphicData uri="http://schemas.openxmlformats.org/presentationml/2006/ole">
            <mc:AlternateContent xmlns:mc="http://schemas.openxmlformats.org/markup-compatibility/2006">
              <mc:Choice xmlns:v="urn:schemas-microsoft-com:vml" Requires="v">
                <p:oleObj r:id="rId14" imgW="1548765" imgH="405765" progId="Equation.DSMT4">
                  <p:embed/>
                </p:oleObj>
              </mc:Choice>
              <mc:Fallback>
                <p:oleObj r:id="rId14" imgW="1548765" imgH="405765" progId="Equation.DSMT4">
                  <p:embed/>
                  <p:pic>
                    <p:nvPicPr>
                      <p:cNvPr id="0" name="图片 3140"/>
                      <p:cNvPicPr/>
                      <p:nvPr/>
                    </p:nvPicPr>
                    <p:blipFill>
                      <a:blip r:embed="rId15"/>
                      <a:stretch>
                        <a:fillRect/>
                      </a:stretch>
                    </p:blipFill>
                    <p:spPr>
                      <a:xfrm>
                        <a:off x="328613" y="3870325"/>
                        <a:ext cx="3116262" cy="801688"/>
                      </a:xfrm>
                      <a:prstGeom prst="rect">
                        <a:avLst/>
                      </a:prstGeom>
                      <a:noFill/>
                      <a:ln w="38100">
                        <a:noFill/>
                        <a:miter/>
                      </a:ln>
                    </p:spPr>
                  </p:pic>
                </p:oleObj>
              </mc:Fallback>
            </mc:AlternateContent>
          </a:graphicData>
        </a:graphic>
      </p:graphicFrame>
      <p:sp>
        <p:nvSpPr>
          <p:cNvPr id="23559" name="矩形 3"/>
          <p:cNvSpPr/>
          <p:nvPr/>
        </p:nvSpPr>
        <p:spPr>
          <a:xfrm>
            <a:off x="1095375" y="3182938"/>
            <a:ext cx="2273300" cy="587375"/>
          </a:xfrm>
          <a:prstGeom prst="rect">
            <a:avLst/>
          </a:prstGeom>
          <a:noFill/>
          <a:ln w="9525" cap="flat" cmpd="sng">
            <a:solidFill>
              <a:srgbClr val="0080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sp>
        <p:nvSpPr>
          <p:cNvPr id="23560" name="文本框 10"/>
          <p:cNvSpPr txBox="1"/>
          <p:nvPr/>
        </p:nvSpPr>
        <p:spPr>
          <a:xfrm>
            <a:off x="2222500" y="3249613"/>
            <a:ext cx="442913" cy="460375"/>
          </a:xfrm>
          <a:prstGeom prst="rect">
            <a:avLst/>
          </a:prstGeom>
          <a:noFill/>
          <a:ln w="9525">
            <a:noFill/>
          </a:ln>
        </p:spPr>
        <p:txBody>
          <a:bodyPr wrap="none" anchor="t" anchorCtr="0">
            <a:spAutoFit/>
          </a:bodyPr>
          <a:lstStyle/>
          <a:p>
            <a:r>
              <a:rPr lang="en-US" altLang="zh-CN" sz="2400">
                <a:latin typeface="Calibri" panose="020F0502020204030204" charset="0"/>
                <a:ea typeface="宋体" panose="02010600030101010101" pitchFamily="2" charset="-122"/>
              </a:rPr>
              <a:t>n</a:t>
            </a:r>
            <a:r>
              <a:rPr lang="en-US" altLang="zh-CN" sz="2400" baseline="-25000">
                <a:latin typeface="Calibri" panose="020F0502020204030204" charset="0"/>
                <a:ea typeface="宋体" panose="02010600030101010101" pitchFamily="2" charset="-122"/>
              </a:rPr>
              <a:t>3</a:t>
            </a:r>
          </a:p>
        </p:txBody>
      </p:sp>
      <p:sp>
        <p:nvSpPr>
          <p:cNvPr id="46089" name="文本框 9"/>
          <p:cNvSpPr txBox="1"/>
          <p:nvPr/>
        </p:nvSpPr>
        <p:spPr>
          <a:xfrm>
            <a:off x="1743075" y="2697163"/>
            <a:ext cx="411163" cy="368300"/>
          </a:xfrm>
          <a:prstGeom prst="rect">
            <a:avLst/>
          </a:prstGeom>
          <a:noFill/>
          <a:ln w="9525">
            <a:noFill/>
          </a:ln>
        </p:spPr>
        <p:txBody>
          <a:bodyPr wrap="none" anchor="t" anchorCtr="0">
            <a:spAutoFit/>
          </a:bodyPr>
          <a:lstStyle/>
          <a:p>
            <a:r>
              <a:rPr lang="zh-CN" altLang="en-US">
                <a:latin typeface="Calibri" panose="020F0502020204030204" charset="0"/>
                <a:ea typeface="宋体" panose="02010600030101010101" pitchFamily="2" charset="-122"/>
              </a:rPr>
              <a:t>②</a:t>
            </a:r>
          </a:p>
        </p:txBody>
      </p:sp>
      <p:sp>
        <p:nvSpPr>
          <p:cNvPr id="46090" name="文本框 10"/>
          <p:cNvSpPr txBox="1"/>
          <p:nvPr/>
        </p:nvSpPr>
        <p:spPr>
          <a:xfrm>
            <a:off x="1743075" y="2097088"/>
            <a:ext cx="411163" cy="368300"/>
          </a:xfrm>
          <a:prstGeom prst="rect">
            <a:avLst/>
          </a:prstGeom>
          <a:noFill/>
          <a:ln w="9525">
            <a:noFill/>
          </a:ln>
        </p:spPr>
        <p:txBody>
          <a:bodyPr wrap="none" anchor="t" anchorCtr="0">
            <a:spAutoFit/>
          </a:bodyPr>
          <a:lstStyle/>
          <a:p>
            <a:r>
              <a:rPr lang="zh-CN" altLang="en-US">
                <a:latin typeface="Calibri" panose="020F0502020204030204" charset="0"/>
                <a:ea typeface="宋体" panose="02010600030101010101" pitchFamily="2" charset="-122"/>
              </a:rPr>
              <a:t>①</a:t>
            </a:r>
          </a:p>
        </p:txBody>
      </p:sp>
      <p:sp>
        <p:nvSpPr>
          <p:cNvPr id="23563" name="文本框 10"/>
          <p:cNvSpPr txBox="1"/>
          <p:nvPr/>
        </p:nvSpPr>
        <p:spPr>
          <a:xfrm>
            <a:off x="2371725" y="2684463"/>
            <a:ext cx="444500" cy="460375"/>
          </a:xfrm>
          <a:prstGeom prst="rect">
            <a:avLst/>
          </a:prstGeom>
          <a:noFill/>
          <a:ln w="9525">
            <a:noFill/>
          </a:ln>
        </p:spPr>
        <p:txBody>
          <a:bodyPr wrap="none" anchor="t" anchorCtr="0">
            <a:spAutoFit/>
          </a:bodyPr>
          <a:lstStyle/>
          <a:p>
            <a:r>
              <a:rPr lang="en-US" altLang="zh-CN" sz="2400">
                <a:latin typeface="Calibri" panose="020F0502020204030204" charset="0"/>
                <a:ea typeface="宋体" panose="02010600030101010101" pitchFamily="2" charset="-122"/>
              </a:rPr>
              <a:t>n</a:t>
            </a:r>
            <a:r>
              <a:rPr lang="en-US" altLang="zh-CN" sz="2400" baseline="-25000">
                <a:latin typeface="Calibri" panose="020F0502020204030204" charset="0"/>
                <a:ea typeface="宋体" panose="02010600030101010101" pitchFamily="2" charset="-122"/>
              </a:rPr>
              <a:t>2</a:t>
            </a:r>
          </a:p>
        </p:txBody>
      </p:sp>
      <p:sp>
        <p:nvSpPr>
          <p:cNvPr id="23564" name="文本框 10"/>
          <p:cNvSpPr txBox="1"/>
          <p:nvPr/>
        </p:nvSpPr>
        <p:spPr>
          <a:xfrm>
            <a:off x="2470150" y="2068513"/>
            <a:ext cx="442913" cy="460375"/>
          </a:xfrm>
          <a:prstGeom prst="rect">
            <a:avLst/>
          </a:prstGeom>
          <a:noFill/>
          <a:ln w="9525">
            <a:noFill/>
          </a:ln>
        </p:spPr>
        <p:txBody>
          <a:bodyPr wrap="none" anchor="t" anchorCtr="0">
            <a:spAutoFit/>
          </a:bodyPr>
          <a:lstStyle/>
          <a:p>
            <a:r>
              <a:rPr lang="en-US" altLang="zh-CN" sz="2400">
                <a:latin typeface="Calibri" panose="020F0502020204030204" charset="0"/>
                <a:ea typeface="宋体" panose="02010600030101010101" pitchFamily="2" charset="-122"/>
              </a:rPr>
              <a:t>n</a:t>
            </a:r>
            <a:r>
              <a:rPr lang="en-US" altLang="zh-CN" sz="2400" baseline="-25000">
                <a:latin typeface="Calibri" panose="020F0502020204030204" charset="0"/>
                <a:ea typeface="宋体" panose="02010600030101010101" pitchFamily="2" charset="-122"/>
              </a:rPr>
              <a:t>1</a:t>
            </a:r>
          </a:p>
        </p:txBody>
      </p:sp>
      <p:graphicFrame>
        <p:nvGraphicFramePr>
          <p:cNvPr id="9" name="Object 39"/>
          <p:cNvGraphicFramePr>
            <a:graphicFrameLocks noChangeAspect="1"/>
          </p:cNvGraphicFramePr>
          <p:nvPr/>
        </p:nvGraphicFramePr>
        <p:xfrm>
          <a:off x="4551363" y="2320925"/>
          <a:ext cx="3457575" cy="747713"/>
        </p:xfrm>
        <a:graphic>
          <a:graphicData uri="http://schemas.openxmlformats.org/presentationml/2006/ole">
            <mc:AlternateContent xmlns:mc="http://schemas.openxmlformats.org/markup-compatibility/2006">
              <mc:Choice xmlns:v="urn:schemas-microsoft-com:vml" Requires="v">
                <p:oleObj r:id="rId16" imgW="1841500" imgH="405765" progId="Equation.DSMT4">
                  <p:embed/>
                </p:oleObj>
              </mc:Choice>
              <mc:Fallback>
                <p:oleObj r:id="rId16" imgW="1841500" imgH="405765" progId="Equation.DSMT4">
                  <p:embed/>
                  <p:pic>
                    <p:nvPicPr>
                      <p:cNvPr id="0" name="图片 3147"/>
                      <p:cNvPicPr/>
                      <p:nvPr/>
                    </p:nvPicPr>
                    <p:blipFill>
                      <a:blip r:embed="rId17"/>
                      <a:stretch>
                        <a:fillRect/>
                      </a:stretch>
                    </p:blipFill>
                    <p:spPr>
                      <a:xfrm>
                        <a:off x="4551363" y="2320925"/>
                        <a:ext cx="3457575" cy="747713"/>
                      </a:xfrm>
                      <a:prstGeom prst="rect">
                        <a:avLst/>
                      </a:prstGeom>
                      <a:noFill/>
                      <a:ln w="38100">
                        <a:noFill/>
                        <a:miter/>
                      </a:ln>
                    </p:spPr>
                  </p:pic>
                </p:oleObj>
              </mc:Fallback>
            </mc:AlternateContent>
          </a:graphicData>
        </a:graphic>
      </p:graphicFrame>
      <p:grpSp>
        <p:nvGrpSpPr>
          <p:cNvPr id="11" name="组合 5"/>
          <p:cNvGrpSpPr/>
          <p:nvPr/>
        </p:nvGrpSpPr>
        <p:grpSpPr>
          <a:xfrm>
            <a:off x="4943475" y="3168650"/>
            <a:ext cx="3130550" cy="982663"/>
            <a:chOff x="4709" y="5946"/>
            <a:chExt cx="5384" cy="1980"/>
          </a:xfrm>
        </p:grpSpPr>
        <p:graphicFrame>
          <p:nvGraphicFramePr>
            <p:cNvPr id="23567" name="Object 46"/>
            <p:cNvGraphicFramePr>
              <a:graphicFrameLocks noChangeAspect="1"/>
            </p:cNvGraphicFramePr>
            <p:nvPr/>
          </p:nvGraphicFramePr>
          <p:xfrm>
            <a:off x="4709" y="5946"/>
            <a:ext cx="2773" cy="1980"/>
          </p:xfrm>
          <a:graphic>
            <a:graphicData uri="http://schemas.openxmlformats.org/presentationml/2006/ole">
              <mc:AlternateContent xmlns:mc="http://schemas.openxmlformats.org/markup-compatibility/2006">
                <mc:Choice xmlns:v="urn:schemas-microsoft-com:vml" Requires="v">
                  <p:oleObj r:id="rId18" imgW="927100" imgH="660400" progId="Equation.DSMT4">
                    <p:embed/>
                  </p:oleObj>
                </mc:Choice>
                <mc:Fallback>
                  <p:oleObj r:id="rId18" imgW="927100" imgH="660400" progId="Equation.DSMT4">
                    <p:embed/>
                    <p:pic>
                      <p:nvPicPr>
                        <p:cNvPr id="0" name="图片 3144"/>
                        <p:cNvPicPr/>
                        <p:nvPr/>
                      </p:nvPicPr>
                      <p:blipFill>
                        <a:blip r:embed="rId19"/>
                        <a:stretch>
                          <a:fillRect/>
                        </a:stretch>
                      </p:blipFill>
                      <p:spPr>
                        <a:xfrm>
                          <a:off x="4709" y="5946"/>
                          <a:ext cx="2773" cy="1980"/>
                        </a:xfrm>
                        <a:prstGeom prst="rect">
                          <a:avLst/>
                        </a:prstGeom>
                        <a:noFill/>
                        <a:ln w="38100">
                          <a:noFill/>
                          <a:miter/>
                        </a:ln>
                      </p:spPr>
                    </p:pic>
                  </p:oleObj>
                </mc:Fallback>
              </mc:AlternateContent>
            </a:graphicData>
          </a:graphic>
        </p:graphicFrame>
        <p:graphicFrame>
          <p:nvGraphicFramePr>
            <p:cNvPr id="23568" name="Object 46"/>
            <p:cNvGraphicFramePr>
              <a:graphicFrameLocks noChangeAspect="1"/>
            </p:cNvGraphicFramePr>
            <p:nvPr/>
          </p:nvGraphicFramePr>
          <p:xfrm>
            <a:off x="7823" y="6046"/>
            <a:ext cx="2270" cy="572"/>
          </p:xfrm>
          <a:graphic>
            <a:graphicData uri="http://schemas.openxmlformats.org/presentationml/2006/ole">
              <mc:AlternateContent xmlns:mc="http://schemas.openxmlformats.org/markup-compatibility/2006">
                <mc:Choice xmlns:v="urn:schemas-microsoft-com:vml" Requires="v">
                  <p:oleObj r:id="rId20" imgW="825500" imgH="190500" progId="Equation.DSMT4">
                    <p:embed/>
                  </p:oleObj>
                </mc:Choice>
                <mc:Fallback>
                  <p:oleObj r:id="rId20" imgW="825500" imgH="190500" progId="Equation.DSMT4">
                    <p:embed/>
                    <p:pic>
                      <p:nvPicPr>
                        <p:cNvPr id="0" name="图片 3149"/>
                        <p:cNvPicPr/>
                        <p:nvPr/>
                      </p:nvPicPr>
                      <p:blipFill>
                        <a:blip r:embed="rId21"/>
                        <a:stretch>
                          <a:fillRect/>
                        </a:stretch>
                      </p:blipFill>
                      <p:spPr>
                        <a:xfrm>
                          <a:off x="7823" y="6046"/>
                          <a:ext cx="2270" cy="572"/>
                        </a:xfrm>
                        <a:prstGeom prst="rect">
                          <a:avLst/>
                        </a:prstGeom>
                        <a:noFill/>
                        <a:ln w="38100">
                          <a:noFill/>
                          <a:miter/>
                        </a:ln>
                      </p:spPr>
                    </p:pic>
                  </p:oleObj>
                </mc:Fallback>
              </mc:AlternateContent>
            </a:graphicData>
          </a:graphic>
        </p:graphicFrame>
        <p:graphicFrame>
          <p:nvGraphicFramePr>
            <p:cNvPr id="23569" name="对象 16"/>
            <p:cNvGraphicFramePr/>
            <p:nvPr/>
          </p:nvGraphicFramePr>
          <p:xfrm>
            <a:off x="7985" y="7102"/>
            <a:ext cx="1997" cy="559"/>
          </p:xfrm>
          <a:graphic>
            <a:graphicData uri="http://schemas.openxmlformats.org/presentationml/2006/ole">
              <mc:AlternateContent xmlns:mc="http://schemas.openxmlformats.org/markup-compatibility/2006">
                <mc:Choice xmlns:v="urn:schemas-microsoft-com:vml" Requires="v">
                  <p:oleObj r:id="rId22" imgW="952500" imgH="190500" progId="Equation.DSMT4">
                    <p:embed/>
                  </p:oleObj>
                </mc:Choice>
                <mc:Fallback>
                  <p:oleObj r:id="rId22" imgW="952500" imgH="190500" progId="Equation.DSMT4">
                    <p:embed/>
                    <p:pic>
                      <p:nvPicPr>
                        <p:cNvPr id="0" name="图片 3142"/>
                        <p:cNvPicPr/>
                        <p:nvPr/>
                      </p:nvPicPr>
                      <p:blipFill>
                        <a:blip r:embed="rId23"/>
                        <a:stretch>
                          <a:fillRect/>
                        </a:stretch>
                      </p:blipFill>
                      <p:spPr>
                        <a:xfrm>
                          <a:off x="7985" y="7102"/>
                          <a:ext cx="1997" cy="559"/>
                        </a:xfrm>
                        <a:prstGeom prst="rect">
                          <a:avLst/>
                        </a:prstGeom>
                        <a:noFill/>
                        <a:ln w="38100">
                          <a:noFill/>
                          <a:miter/>
                        </a:ln>
                      </p:spPr>
                    </p:pic>
                  </p:oleObj>
                </mc:Fallback>
              </mc:AlternateContent>
            </a:graphicData>
          </a:graphic>
        </p:graphicFrame>
      </p:grpSp>
      <p:grpSp>
        <p:nvGrpSpPr>
          <p:cNvPr id="23570" name="Group 2"/>
          <p:cNvGrpSpPr/>
          <p:nvPr/>
        </p:nvGrpSpPr>
        <p:grpSpPr>
          <a:xfrm>
            <a:off x="5537200" y="185738"/>
            <a:ext cx="3386138" cy="2111375"/>
            <a:chOff x="3627" y="1158"/>
            <a:chExt cx="2133" cy="1330"/>
          </a:xfrm>
        </p:grpSpPr>
        <p:graphicFrame>
          <p:nvGraphicFramePr>
            <p:cNvPr id="23571" name="Object 13"/>
            <p:cNvGraphicFramePr>
              <a:graphicFrameLocks noChangeAspect="1"/>
            </p:cNvGraphicFramePr>
            <p:nvPr>
              <p:custDataLst>
                <p:tags r:id="rId5"/>
              </p:custDataLst>
            </p:nvPr>
          </p:nvGraphicFramePr>
          <p:xfrm>
            <a:off x="4120" y="1158"/>
            <a:ext cx="767" cy="349"/>
          </p:xfrm>
          <a:graphic>
            <a:graphicData uri="http://schemas.openxmlformats.org/presentationml/2006/ole">
              <mc:AlternateContent xmlns:mc="http://schemas.openxmlformats.org/markup-compatibility/2006">
                <mc:Choice xmlns:v="urn:schemas-microsoft-com:vml" Requires="v">
                  <p:oleObj r:id="rId24" imgW="495300" imgH="292100" progId="Equation.3">
                    <p:embed/>
                  </p:oleObj>
                </mc:Choice>
                <mc:Fallback>
                  <p:oleObj r:id="rId24" imgW="495300" imgH="292100" progId="Equation.3">
                    <p:embed/>
                    <p:pic>
                      <p:nvPicPr>
                        <p:cNvPr id="0" name="图片 3150"/>
                        <p:cNvPicPr/>
                        <p:nvPr/>
                      </p:nvPicPr>
                      <p:blipFill>
                        <a:blip r:embed="rId25">
                          <a:clrChange>
                            <a:clrFrom>
                              <a:srgbClr val="000000"/>
                            </a:clrFrom>
                            <a:clrTo>
                              <a:srgbClr val="000000">
                                <a:alpha val="0"/>
                              </a:srgbClr>
                            </a:clrTo>
                          </a:clrChange>
                          <a:lum bright="-100000"/>
                        </a:blip>
                        <a:stretch>
                          <a:fillRect/>
                        </a:stretch>
                      </p:blipFill>
                      <p:spPr>
                        <a:xfrm>
                          <a:off x="4120" y="1158"/>
                          <a:ext cx="767" cy="349"/>
                        </a:xfrm>
                        <a:prstGeom prst="rect">
                          <a:avLst/>
                        </a:prstGeom>
                        <a:noFill/>
                        <a:ln w="38100">
                          <a:noFill/>
                          <a:miter/>
                        </a:ln>
                      </p:spPr>
                    </p:pic>
                  </p:oleObj>
                </mc:Fallback>
              </mc:AlternateContent>
            </a:graphicData>
          </a:graphic>
        </p:graphicFrame>
        <p:sp>
          <p:nvSpPr>
            <p:cNvPr id="249860" name="Rectangle 4"/>
            <p:cNvSpPr>
              <a:spLocks noChangeArrowheads="1"/>
            </p:cNvSpPr>
            <p:nvPr>
              <p:custDataLst>
                <p:tags r:id="rId6"/>
              </p:custDataLst>
            </p:nvPr>
          </p:nvSpPr>
          <p:spPr bwMode="auto">
            <a:xfrm>
              <a:off x="3627" y="1848"/>
              <a:ext cx="1407" cy="435"/>
            </a:xfrm>
            <a:prstGeom prst="rect">
              <a:avLst/>
            </a:prstGeom>
            <a:gradFill rotWithShape="0">
              <a:gsLst>
                <a:gs pos="0">
                  <a:schemeClr val="tx2">
                    <a:alpha val="53000"/>
                  </a:schemeClr>
                </a:gs>
                <a:gs pos="50000">
                  <a:schemeClr val="accent1">
                    <a:alpha val="53000"/>
                  </a:schemeClr>
                </a:gs>
                <a:gs pos="100000">
                  <a:schemeClr val="tx2">
                    <a:alpha val="53000"/>
                  </a:schemeClr>
                </a:gs>
              </a:gsLst>
              <a:lin ang="5400000" scaled="1"/>
            </a:gra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aphicFrame>
          <p:nvGraphicFramePr>
            <p:cNvPr id="23573" name="Object 14"/>
            <p:cNvGraphicFramePr>
              <a:graphicFrameLocks noChangeAspect="1"/>
            </p:cNvGraphicFramePr>
            <p:nvPr>
              <p:custDataLst>
                <p:tags r:id="rId7"/>
              </p:custDataLst>
            </p:nvPr>
          </p:nvGraphicFramePr>
          <p:xfrm>
            <a:off x="4014" y="1938"/>
            <a:ext cx="769" cy="352"/>
          </p:xfrm>
          <a:graphic>
            <a:graphicData uri="http://schemas.openxmlformats.org/presentationml/2006/ole">
              <mc:AlternateContent xmlns:mc="http://schemas.openxmlformats.org/markup-compatibility/2006">
                <mc:Choice xmlns:v="urn:schemas-microsoft-com:vml" Requires="v">
                  <p:oleObj r:id="rId26" imgW="596900" imgH="228600" progId="Equation.3">
                    <p:embed/>
                  </p:oleObj>
                </mc:Choice>
                <mc:Fallback>
                  <p:oleObj r:id="rId26" imgW="596900" imgH="228600" progId="Equation.3">
                    <p:embed/>
                    <p:pic>
                      <p:nvPicPr>
                        <p:cNvPr id="0" name="图片 3143"/>
                        <p:cNvPicPr/>
                        <p:nvPr/>
                      </p:nvPicPr>
                      <p:blipFill>
                        <a:blip r:embed="rId27">
                          <a:clrChange>
                            <a:clrFrom>
                              <a:srgbClr val="000000"/>
                            </a:clrFrom>
                            <a:clrTo>
                              <a:srgbClr val="000000">
                                <a:alpha val="0"/>
                              </a:srgbClr>
                            </a:clrTo>
                          </a:clrChange>
                          <a:lum bright="-100000"/>
                        </a:blip>
                        <a:stretch>
                          <a:fillRect/>
                        </a:stretch>
                      </p:blipFill>
                      <p:spPr>
                        <a:xfrm>
                          <a:off x="4014" y="1938"/>
                          <a:ext cx="769" cy="352"/>
                        </a:xfrm>
                        <a:prstGeom prst="rect">
                          <a:avLst/>
                        </a:prstGeom>
                        <a:noFill/>
                        <a:ln w="38100">
                          <a:noFill/>
                          <a:miter/>
                        </a:ln>
                      </p:spPr>
                    </p:pic>
                  </p:oleObj>
                </mc:Fallback>
              </mc:AlternateContent>
            </a:graphicData>
          </a:graphic>
        </p:graphicFrame>
        <p:sp>
          <p:nvSpPr>
            <p:cNvPr id="249862" name="AutoShape 6"/>
            <p:cNvSpPr>
              <a:spLocks noChangeArrowheads="1"/>
            </p:cNvSpPr>
            <p:nvPr>
              <p:custDataLst>
                <p:tags r:id="rId8"/>
              </p:custDataLst>
            </p:nvPr>
          </p:nvSpPr>
          <p:spPr bwMode="auto">
            <a:xfrm>
              <a:off x="5080" y="2236"/>
              <a:ext cx="680" cy="252"/>
            </a:xfrm>
            <a:prstGeom prst="wedgeRectCallout">
              <a:avLst>
                <a:gd name="adj1" fmla="val -70884"/>
                <a:gd name="adj2" fmla="val -146032"/>
              </a:avLst>
            </a:prstGeom>
            <a:solidFill>
              <a:srgbClr val="CCFFCC"/>
            </a:solidFill>
            <a:ln w="12700">
              <a:solidFill>
                <a:schemeClr val="tx1"/>
              </a:solidFill>
              <a:miter lim="800000"/>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楷体_GB2312" pitchFamily="1" charset="-122"/>
                  <a:cs typeface="+mn-cs"/>
                </a:rPr>
                <a:t>玻璃</a:t>
              </a: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楷体_GB2312" pitchFamily="1" charset="-122"/>
                <a:cs typeface="+mn-cs"/>
              </a:endParaRPr>
            </a:p>
          </p:txBody>
        </p:sp>
        <p:sp>
          <p:nvSpPr>
            <p:cNvPr id="249863" name="Rectangle 7"/>
            <p:cNvSpPr>
              <a:spLocks noChangeArrowheads="1"/>
            </p:cNvSpPr>
            <p:nvPr>
              <p:custDataLst>
                <p:tags r:id="rId9"/>
              </p:custDataLst>
            </p:nvPr>
          </p:nvSpPr>
          <p:spPr bwMode="auto">
            <a:xfrm>
              <a:off x="3627" y="1529"/>
              <a:ext cx="1407" cy="320"/>
            </a:xfrm>
            <a:prstGeom prst="rect">
              <a:avLst/>
            </a:prstGeom>
            <a:gradFill rotWithShape="0">
              <a:gsLst>
                <a:gs pos="0">
                  <a:schemeClr val="bg2">
                    <a:gamma/>
                    <a:shade val="46275"/>
                    <a:invGamma/>
                  </a:schemeClr>
                </a:gs>
                <a:gs pos="50000">
                  <a:schemeClr val="bg2">
                    <a:alpha val="49001"/>
                  </a:schemeClr>
                </a:gs>
                <a:gs pos="100000">
                  <a:schemeClr val="bg2">
                    <a:gamma/>
                    <a:shade val="46275"/>
                    <a:invGamma/>
                  </a:schemeClr>
                </a:gs>
              </a:gsLst>
              <a:lin ang="5400000" scaled="1"/>
            </a:gra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aphicFrame>
          <p:nvGraphicFramePr>
            <p:cNvPr id="23576" name="Object 15"/>
            <p:cNvGraphicFramePr>
              <a:graphicFrameLocks noChangeAspect="1"/>
            </p:cNvGraphicFramePr>
            <p:nvPr>
              <p:custDataLst>
                <p:tags r:id="rId10"/>
              </p:custDataLst>
            </p:nvPr>
          </p:nvGraphicFramePr>
          <p:xfrm>
            <a:off x="3783" y="1529"/>
            <a:ext cx="290" cy="339"/>
          </p:xfrm>
          <a:graphic>
            <a:graphicData uri="http://schemas.openxmlformats.org/presentationml/2006/ole">
              <mc:AlternateContent xmlns:mc="http://schemas.openxmlformats.org/markup-compatibility/2006">
                <mc:Choice xmlns:v="urn:schemas-microsoft-com:vml" Requires="v">
                  <p:oleObj r:id="rId28" imgW="203200" imgH="241300" progId="Equation.3">
                    <p:embed/>
                  </p:oleObj>
                </mc:Choice>
                <mc:Fallback>
                  <p:oleObj r:id="rId28" imgW="203200" imgH="241300" progId="Equation.3">
                    <p:embed/>
                    <p:pic>
                      <p:nvPicPr>
                        <p:cNvPr id="0" name="图片 3141"/>
                        <p:cNvPicPr/>
                        <p:nvPr/>
                      </p:nvPicPr>
                      <p:blipFill>
                        <a:blip r:embed="rId29">
                          <a:clrChange>
                            <a:clrFrom>
                              <a:srgbClr val="000000"/>
                            </a:clrFrom>
                            <a:clrTo>
                              <a:srgbClr val="000000">
                                <a:alpha val="0"/>
                              </a:srgbClr>
                            </a:clrTo>
                          </a:clrChange>
                          <a:lum bright="-100000"/>
                        </a:blip>
                        <a:stretch>
                          <a:fillRect/>
                        </a:stretch>
                      </p:blipFill>
                      <p:spPr>
                        <a:xfrm>
                          <a:off x="3783" y="1529"/>
                          <a:ext cx="290" cy="339"/>
                        </a:xfrm>
                        <a:prstGeom prst="rect">
                          <a:avLst/>
                        </a:prstGeom>
                        <a:noFill/>
                        <a:ln w="38100">
                          <a:noFill/>
                          <a:miter/>
                        </a:ln>
                      </p:spPr>
                    </p:pic>
                  </p:oleObj>
                </mc:Fallback>
              </mc:AlternateContent>
            </a:graphicData>
          </a:graphic>
        </p:graphicFrame>
        <p:graphicFrame>
          <p:nvGraphicFramePr>
            <p:cNvPr id="23577" name="Object 16"/>
            <p:cNvGraphicFramePr>
              <a:graphicFrameLocks noChangeAspect="1"/>
            </p:cNvGraphicFramePr>
            <p:nvPr>
              <p:custDataLst>
                <p:tags r:id="rId11"/>
              </p:custDataLst>
            </p:nvPr>
          </p:nvGraphicFramePr>
          <p:xfrm>
            <a:off x="4074" y="1546"/>
            <a:ext cx="797" cy="325"/>
          </p:xfrm>
          <a:graphic>
            <a:graphicData uri="http://schemas.openxmlformats.org/presentationml/2006/ole">
              <mc:AlternateContent xmlns:mc="http://schemas.openxmlformats.org/markup-compatibility/2006">
                <mc:Choice xmlns:v="urn:schemas-microsoft-com:vml" Requires="v">
                  <p:oleObj r:id="rId30" imgW="685800" imgH="228600" progId="Equation.3">
                    <p:embed/>
                  </p:oleObj>
                </mc:Choice>
                <mc:Fallback>
                  <p:oleObj r:id="rId30" imgW="685800" imgH="228600" progId="Equation.3">
                    <p:embed/>
                    <p:pic>
                      <p:nvPicPr>
                        <p:cNvPr id="0" name="图片 3145"/>
                        <p:cNvPicPr/>
                        <p:nvPr/>
                      </p:nvPicPr>
                      <p:blipFill>
                        <a:blip r:embed="rId31">
                          <a:clrChange>
                            <a:clrFrom>
                              <a:srgbClr val="000000"/>
                            </a:clrFrom>
                            <a:clrTo>
                              <a:srgbClr val="000000">
                                <a:alpha val="0"/>
                              </a:srgbClr>
                            </a:clrTo>
                          </a:clrChange>
                          <a:lum bright="-100000"/>
                        </a:blip>
                        <a:stretch>
                          <a:fillRect/>
                        </a:stretch>
                      </p:blipFill>
                      <p:spPr>
                        <a:xfrm>
                          <a:off x="4074" y="1546"/>
                          <a:ext cx="797" cy="325"/>
                        </a:xfrm>
                        <a:prstGeom prst="rect">
                          <a:avLst/>
                        </a:prstGeom>
                        <a:noFill/>
                        <a:ln w="38100">
                          <a:noFill/>
                          <a:miter/>
                        </a:ln>
                      </p:spPr>
                    </p:pic>
                  </p:oleObj>
                </mc:Fallback>
              </mc:AlternateContent>
            </a:graphicData>
          </a:graphic>
        </p:graphicFrame>
        <p:sp>
          <p:nvSpPr>
            <p:cNvPr id="249866" name="AutoShape 10"/>
            <p:cNvSpPr>
              <a:spLocks noChangeArrowheads="1"/>
            </p:cNvSpPr>
            <p:nvPr>
              <p:custDataLst>
                <p:tags r:id="rId12"/>
              </p:custDataLst>
            </p:nvPr>
          </p:nvSpPr>
          <p:spPr bwMode="auto">
            <a:xfrm>
              <a:off x="5050" y="1548"/>
              <a:ext cx="710" cy="297"/>
            </a:xfrm>
            <a:prstGeom prst="wedgeRectCallout">
              <a:avLst>
                <a:gd name="adj1" fmla="val -68449"/>
                <a:gd name="adj2" fmla="val -20370"/>
              </a:avLst>
            </a:prstGeom>
            <a:solidFill>
              <a:srgbClr val="FFFF99"/>
            </a:solidFill>
            <a:ln w="12700">
              <a:solidFill>
                <a:schemeClr val="tx1"/>
              </a:solidFill>
              <a:miter lim="800000"/>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MgF</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grpSp>
      <p:sp>
        <p:nvSpPr>
          <p:cNvPr id="23579" name="Rectangle 17"/>
          <p:cNvSpPr/>
          <p:nvPr>
            <p:custDataLst>
              <p:tags r:id="rId1"/>
            </p:custDataLst>
          </p:nvPr>
        </p:nvSpPr>
        <p:spPr>
          <a:xfrm>
            <a:off x="174625" y="250825"/>
            <a:ext cx="4302125" cy="460375"/>
          </a:xfrm>
          <a:prstGeom prst="rect">
            <a:avLst/>
          </a:prstGeom>
          <a:noFill/>
          <a:ln w="9525">
            <a:noFill/>
          </a:ln>
        </p:spPr>
        <p:txBody>
          <a:bodyPr wrap="square" anchor="t" anchorCtr="0">
            <a:spAutoFit/>
          </a:bodyPr>
          <a:lstStyle/>
          <a:p>
            <a:pPr eaLnBrk="0" hangingPunct="0">
              <a:buClr>
                <a:schemeClr val="tx2"/>
              </a:buClr>
              <a:buSzPct val="75000"/>
              <a:buFont typeface="Monotype Sorts" pitchFamily="2" charset="2"/>
            </a:pPr>
            <a:r>
              <a:rPr lang="en-US" altLang="zh-CN" sz="2400" b="1" dirty="0">
                <a:solidFill>
                  <a:srgbClr val="FF0000"/>
                </a:solidFill>
                <a:latin typeface="楷体_GB2312" pitchFamily="1" charset="-122"/>
                <a:ea typeface="楷体_GB2312" pitchFamily="1" charset="-122"/>
              </a:rPr>
              <a:t>2</a:t>
            </a:r>
            <a:r>
              <a:rPr lang="zh-CN" altLang="en-US" sz="2400" b="1" dirty="0">
                <a:solidFill>
                  <a:srgbClr val="FF0000"/>
                </a:solidFill>
                <a:latin typeface="楷体_GB2312" pitchFamily="1" charset="-122"/>
                <a:ea typeface="楷体_GB2312" pitchFamily="1" charset="-122"/>
              </a:rPr>
              <a:t>、增透膜和增反膜</a:t>
            </a:r>
          </a:p>
        </p:txBody>
      </p:sp>
      <p:sp>
        <p:nvSpPr>
          <p:cNvPr id="23580" name="Text Box 18"/>
          <p:cNvSpPr txBox="1"/>
          <p:nvPr/>
        </p:nvSpPr>
        <p:spPr>
          <a:xfrm>
            <a:off x="260350" y="711200"/>
            <a:ext cx="5121275" cy="1198563"/>
          </a:xfrm>
          <a:prstGeom prst="rect">
            <a:avLst/>
          </a:prstGeom>
          <a:noFill/>
          <a:ln w="12699">
            <a:noFill/>
          </a:ln>
        </p:spPr>
        <p:txBody>
          <a:bodyPr wrap="square" anchor="t" anchorCtr="0">
            <a:spAutoFit/>
          </a:bodyPr>
          <a:lstStyle/>
          <a:p>
            <a:pPr eaLnBrk="0" hangingPunct="0">
              <a:spcBef>
                <a:spcPct val="50000"/>
              </a:spcBef>
              <a:buClr>
                <a:srgbClr val="FFFF00"/>
              </a:buClr>
              <a:buSzPct val="75000"/>
              <a:buFont typeface="Monotype Sorts" pitchFamily="2" charset="2"/>
            </a:pPr>
            <a:r>
              <a:rPr lang="en-US" altLang="zh-CN" sz="2400" b="1" dirty="0">
                <a:latin typeface="Times New Roman" panose="02020603050405020304" pitchFamily="18" charset="0"/>
                <a:ea typeface="楷体_GB2312" pitchFamily="1" charset="-122"/>
              </a:rPr>
              <a:t>        </a:t>
            </a:r>
            <a:r>
              <a:rPr lang="zh-CN" altLang="en-US" sz="2400" b="1" dirty="0">
                <a:latin typeface="Times New Roman" panose="02020603050405020304" pitchFamily="18" charset="0"/>
                <a:ea typeface="楷体_GB2312" pitchFamily="1" charset="-122"/>
              </a:rPr>
              <a:t>在光学玻璃的表面镀一层折射率比较小的氟化镁，光在膜的上下表面反射时都有半波损失。</a:t>
            </a:r>
            <a:endParaRPr lang="zh-CN" altLang="en-US" sz="2400" dirty="0">
              <a:latin typeface="Times New Roman" panose="02020603050405020304" pitchFamily="18" charset="0"/>
              <a:ea typeface="楷体_GB2312" pitchFamily="1" charset="-122"/>
            </a:endParaRPr>
          </a:p>
        </p:txBody>
      </p:sp>
      <p:graphicFrame>
        <p:nvGraphicFramePr>
          <p:cNvPr id="3" name="对象 2"/>
          <p:cNvGraphicFramePr/>
          <p:nvPr>
            <p:custDataLst>
              <p:tags r:id="rId2"/>
            </p:custDataLst>
          </p:nvPr>
        </p:nvGraphicFramePr>
        <p:xfrm>
          <a:off x="342900" y="4911725"/>
          <a:ext cx="3025775" cy="920750"/>
        </p:xfrm>
        <a:graphic>
          <a:graphicData uri="http://schemas.openxmlformats.org/presentationml/2006/ole">
            <mc:AlternateContent xmlns:mc="http://schemas.openxmlformats.org/markup-compatibility/2006">
              <mc:Choice xmlns:v="urn:schemas-microsoft-com:vml" Requires="v">
                <p:oleObj r:id="rId32" imgW="1714500" imgH="584200" progId="Equation.KSEE3">
                  <p:embed/>
                </p:oleObj>
              </mc:Choice>
              <mc:Fallback>
                <p:oleObj r:id="rId32" imgW="1714500" imgH="584200" progId="Equation.KSEE3">
                  <p:embed/>
                  <p:pic>
                    <p:nvPicPr>
                      <p:cNvPr id="0" name="图片 3146"/>
                      <p:cNvPicPr/>
                      <p:nvPr/>
                    </p:nvPicPr>
                    <p:blipFill>
                      <a:blip r:embed="rId33"/>
                      <a:stretch>
                        <a:fillRect/>
                      </a:stretch>
                    </p:blipFill>
                    <p:spPr>
                      <a:xfrm>
                        <a:off x="342900" y="4911725"/>
                        <a:ext cx="3025775" cy="920750"/>
                      </a:xfrm>
                      <a:prstGeom prst="rect">
                        <a:avLst/>
                      </a:prstGeom>
                      <a:noFill/>
                      <a:ln w="38100">
                        <a:noFill/>
                        <a:miter/>
                      </a:ln>
                    </p:spPr>
                  </p:pic>
                </p:oleObj>
              </mc:Fallback>
            </mc:AlternateContent>
          </a:graphicData>
        </a:graphic>
      </p:graphicFrame>
      <p:sp>
        <p:nvSpPr>
          <p:cNvPr id="2" name="文本框 10"/>
          <p:cNvSpPr txBox="1"/>
          <p:nvPr/>
        </p:nvSpPr>
        <p:spPr>
          <a:xfrm>
            <a:off x="0" y="2068513"/>
            <a:ext cx="1266825" cy="460375"/>
          </a:xfrm>
          <a:prstGeom prst="rect">
            <a:avLst/>
          </a:prstGeom>
          <a:noFill/>
          <a:ln w="9525">
            <a:noFill/>
          </a:ln>
        </p:spPr>
        <p:txBody>
          <a:bodyPr wrap="none" anchor="t" anchorCtr="0">
            <a:spAutoFit/>
          </a:bodyPr>
          <a:lstStyle/>
          <a:p>
            <a:r>
              <a:rPr lang="en-US" altLang="zh-CN" sz="2400">
                <a:latin typeface="Calibri" panose="020F0502020204030204" charset="0"/>
                <a:ea typeface="宋体" panose="02010600030101010101" pitchFamily="2" charset="-122"/>
              </a:rPr>
              <a:t>n</a:t>
            </a:r>
            <a:r>
              <a:rPr lang="en-US" altLang="zh-CN" sz="2400" baseline="-25000">
                <a:latin typeface="Calibri" panose="020F0502020204030204" charset="0"/>
                <a:ea typeface="宋体" panose="02010600030101010101" pitchFamily="2" charset="-122"/>
              </a:rPr>
              <a:t>1</a:t>
            </a:r>
            <a:r>
              <a:rPr lang="en-US" altLang="zh-CN" sz="2400">
                <a:latin typeface="Calibri" panose="020F0502020204030204" charset="0"/>
                <a:ea typeface="宋体" panose="02010600030101010101" pitchFamily="2" charset="-122"/>
              </a:rPr>
              <a:t>&lt;n</a:t>
            </a:r>
            <a:r>
              <a:rPr lang="en-US" altLang="zh-CN" sz="2400" baseline="-25000">
                <a:latin typeface="Calibri" panose="020F0502020204030204" charset="0"/>
                <a:ea typeface="宋体" panose="02010600030101010101" pitchFamily="2" charset="-122"/>
              </a:rPr>
              <a:t>2</a:t>
            </a:r>
            <a:r>
              <a:rPr lang="en-US" altLang="zh-CN" sz="2400">
                <a:latin typeface="Calibri" panose="020F0502020204030204" charset="0"/>
                <a:ea typeface="宋体" panose="02010600030101010101" pitchFamily="2" charset="-122"/>
              </a:rPr>
              <a:t>&lt;n</a:t>
            </a:r>
            <a:r>
              <a:rPr lang="en-US" altLang="zh-CN" sz="2400" baseline="-25000">
                <a:latin typeface="Calibri" panose="020F0502020204030204" charset="0"/>
                <a:ea typeface="宋体" panose="02010600030101010101" pitchFamily="2" charset="-122"/>
              </a:rPr>
              <a:t>3</a:t>
            </a:r>
            <a:endParaRPr lang="en-US" altLang="zh-CN" sz="2400">
              <a:latin typeface="Calibri" panose="020F0502020204030204" charset="0"/>
              <a:ea typeface="宋体" panose="02010600030101010101" pitchFamily="2" charset="-122"/>
            </a:endParaRPr>
          </a:p>
        </p:txBody>
      </p:sp>
      <p:grpSp>
        <p:nvGrpSpPr>
          <p:cNvPr id="15" name="组合 14"/>
          <p:cNvGrpSpPr/>
          <p:nvPr/>
        </p:nvGrpSpPr>
        <p:grpSpPr>
          <a:xfrm>
            <a:off x="3319463" y="4140200"/>
            <a:ext cx="5327650" cy="1284288"/>
            <a:chOff x="5228" y="6520"/>
            <a:chExt cx="8390" cy="2022"/>
          </a:xfrm>
        </p:grpSpPr>
        <p:sp>
          <p:nvSpPr>
            <p:cNvPr id="23584" name="文本框 6"/>
            <p:cNvSpPr txBox="1"/>
            <p:nvPr/>
          </p:nvSpPr>
          <p:spPr>
            <a:xfrm>
              <a:off x="6417" y="7817"/>
              <a:ext cx="7200" cy="725"/>
            </a:xfrm>
            <a:prstGeom prst="rect">
              <a:avLst/>
            </a:prstGeom>
            <a:noFill/>
            <a:ln w="9525">
              <a:noFill/>
            </a:ln>
          </p:spPr>
          <p:txBody>
            <a:bodyPr wrap="square" anchor="t" anchorCtr="0">
              <a:spAutoFit/>
            </a:bodyPr>
            <a:lstStyle/>
            <a:p>
              <a:r>
                <a:rPr lang="zh-CN" altLang="en-US" sz="2400" b="1" dirty="0">
                  <a:latin typeface="Times New Roman" panose="02020603050405020304" pitchFamily="18" charset="0"/>
                  <a:ea typeface="楷体_GB2312" pitchFamily="1" charset="-122"/>
                </a:rPr>
                <a:t>反射加强，透射减弱</a:t>
              </a:r>
              <a:r>
                <a:rPr lang="en-US" altLang="zh-CN" sz="2400" b="1" dirty="0">
                  <a:latin typeface="Times New Roman" panose="02020603050405020304" pitchFamily="18" charset="0"/>
                  <a:ea typeface="楷体_GB2312" pitchFamily="1" charset="-122"/>
                </a:rPr>
                <a:t>——</a:t>
              </a:r>
              <a:r>
                <a:rPr lang="zh-CN" altLang="en-US" sz="2400" b="1" dirty="0">
                  <a:solidFill>
                    <a:srgbClr val="CC0000"/>
                  </a:solidFill>
                  <a:latin typeface="Times New Roman" panose="02020603050405020304" pitchFamily="18" charset="0"/>
                  <a:ea typeface="楷体_GB2312" pitchFamily="1" charset="-122"/>
                </a:rPr>
                <a:t>增反膜</a:t>
              </a:r>
            </a:p>
          </p:txBody>
        </p:sp>
        <p:grpSp>
          <p:nvGrpSpPr>
            <p:cNvPr id="23585" name="组合 7"/>
            <p:cNvGrpSpPr/>
            <p:nvPr/>
          </p:nvGrpSpPr>
          <p:grpSpPr>
            <a:xfrm>
              <a:off x="6417" y="6637"/>
              <a:ext cx="6705" cy="1262"/>
              <a:chOff x="7011" y="6299"/>
              <a:chExt cx="6706" cy="1262"/>
            </a:xfrm>
          </p:grpSpPr>
          <p:grpSp>
            <p:nvGrpSpPr>
              <p:cNvPr id="23586" name="Group 22"/>
              <p:cNvGrpSpPr/>
              <p:nvPr/>
            </p:nvGrpSpPr>
            <p:grpSpPr>
              <a:xfrm>
                <a:off x="7010" y="6298"/>
                <a:ext cx="5480" cy="1262"/>
                <a:chOff x="295" y="1933"/>
                <a:chExt cx="2192" cy="505"/>
              </a:xfrm>
            </p:grpSpPr>
            <p:sp>
              <p:nvSpPr>
                <p:cNvPr id="23587" name="Text Box 23"/>
                <p:cNvSpPr txBox="1"/>
                <p:nvPr/>
              </p:nvSpPr>
              <p:spPr>
                <a:xfrm>
                  <a:off x="295" y="2024"/>
                  <a:ext cx="340" cy="290"/>
                </a:xfrm>
                <a:prstGeom prst="rect">
                  <a:avLst/>
                </a:prstGeom>
                <a:noFill/>
                <a:ln w="12699">
                  <a:noFill/>
                </a:ln>
              </p:spPr>
              <p:txBody>
                <a:bodyPr anchor="t" anchorCtr="0">
                  <a:spAutoFit/>
                </a:bodyPr>
                <a:lstStyle/>
                <a:p>
                  <a:pPr eaLnBrk="0" hangingPunct="0">
                    <a:spcBef>
                      <a:spcPct val="50000"/>
                    </a:spcBef>
                  </a:pPr>
                  <a:r>
                    <a:rPr lang="zh-CN" altLang="en-US" sz="2400" b="1" dirty="0">
                      <a:latin typeface="Times New Roman" panose="02020603050405020304" pitchFamily="18" charset="0"/>
                      <a:ea typeface="楷体_GB2312" pitchFamily="1" charset="-122"/>
                    </a:rPr>
                    <a:t>当</a:t>
                  </a:r>
                </a:p>
              </p:txBody>
            </p:sp>
            <p:graphicFrame>
              <p:nvGraphicFramePr>
                <p:cNvPr id="23588" name="Object 10"/>
                <p:cNvGraphicFramePr>
                  <a:graphicFrameLocks noChangeAspect="1"/>
                </p:cNvGraphicFramePr>
                <p:nvPr/>
              </p:nvGraphicFramePr>
              <p:xfrm>
                <a:off x="635" y="1933"/>
                <a:ext cx="544" cy="482"/>
              </p:xfrm>
              <a:graphic>
                <a:graphicData uri="http://schemas.openxmlformats.org/presentationml/2006/ole">
                  <mc:AlternateContent xmlns:mc="http://schemas.openxmlformats.org/markup-compatibility/2006">
                    <mc:Choice xmlns:v="urn:schemas-microsoft-com:vml" Requires="v">
                      <p:oleObj r:id="rId34" imgW="444500" imgH="393700" progId="Equation.3">
                        <p:embed/>
                      </p:oleObj>
                    </mc:Choice>
                    <mc:Fallback>
                      <p:oleObj r:id="rId34" imgW="444500" imgH="393700" progId="Equation.3">
                        <p:embed/>
                        <p:pic>
                          <p:nvPicPr>
                            <p:cNvPr id="0" name="图片 3148"/>
                            <p:cNvPicPr/>
                            <p:nvPr/>
                          </p:nvPicPr>
                          <p:blipFill>
                            <a:blip r:embed="rId35"/>
                            <a:stretch>
                              <a:fillRect/>
                            </a:stretch>
                          </p:blipFill>
                          <p:spPr>
                            <a:xfrm>
                              <a:off x="635" y="1933"/>
                              <a:ext cx="544" cy="482"/>
                            </a:xfrm>
                            <a:prstGeom prst="rect">
                              <a:avLst/>
                            </a:prstGeom>
                            <a:noFill/>
                            <a:ln w="38100">
                              <a:noFill/>
                              <a:miter/>
                            </a:ln>
                          </p:spPr>
                        </p:pic>
                      </p:oleObj>
                    </mc:Fallback>
                  </mc:AlternateContent>
                </a:graphicData>
              </a:graphic>
            </p:graphicFrame>
            <p:graphicFrame>
              <p:nvGraphicFramePr>
                <p:cNvPr id="23589" name="Object 11"/>
                <p:cNvGraphicFramePr>
                  <a:graphicFrameLocks noChangeAspect="1"/>
                </p:cNvGraphicFramePr>
                <p:nvPr/>
              </p:nvGraphicFramePr>
              <p:xfrm>
                <a:off x="1927" y="1933"/>
                <a:ext cx="560" cy="482"/>
              </p:xfrm>
              <a:graphic>
                <a:graphicData uri="http://schemas.openxmlformats.org/presentationml/2006/ole">
                  <mc:AlternateContent xmlns:mc="http://schemas.openxmlformats.org/markup-compatibility/2006">
                    <mc:Choice xmlns:v="urn:schemas-microsoft-com:vml" Requires="v">
                      <p:oleObj r:id="rId36" imgW="457200" imgH="393700" progId="Equation.3">
                        <p:embed/>
                      </p:oleObj>
                    </mc:Choice>
                    <mc:Fallback>
                      <p:oleObj r:id="rId36" imgW="457200" imgH="393700" progId="Equation.3">
                        <p:embed/>
                        <p:pic>
                          <p:nvPicPr>
                            <p:cNvPr id="0" name="图片 3155"/>
                            <p:cNvPicPr/>
                            <p:nvPr/>
                          </p:nvPicPr>
                          <p:blipFill>
                            <a:blip r:embed="rId37"/>
                            <a:stretch>
                              <a:fillRect/>
                            </a:stretch>
                          </p:blipFill>
                          <p:spPr>
                            <a:xfrm>
                              <a:off x="1927" y="1933"/>
                              <a:ext cx="560" cy="482"/>
                            </a:xfrm>
                            <a:prstGeom prst="rect">
                              <a:avLst/>
                            </a:prstGeom>
                            <a:noFill/>
                            <a:ln w="38100">
                              <a:noFill/>
                              <a:miter/>
                            </a:ln>
                          </p:spPr>
                        </p:pic>
                      </p:oleObj>
                    </mc:Fallback>
                  </mc:AlternateContent>
                </a:graphicData>
              </a:graphic>
            </p:graphicFrame>
            <p:graphicFrame>
              <p:nvGraphicFramePr>
                <p:cNvPr id="23590" name="Object 12"/>
                <p:cNvGraphicFramePr>
                  <a:graphicFrameLocks noChangeAspect="1"/>
                </p:cNvGraphicFramePr>
                <p:nvPr/>
              </p:nvGraphicFramePr>
              <p:xfrm>
                <a:off x="1315" y="1956"/>
                <a:ext cx="466" cy="482"/>
              </p:xfrm>
              <a:graphic>
                <a:graphicData uri="http://schemas.openxmlformats.org/presentationml/2006/ole">
                  <mc:AlternateContent xmlns:mc="http://schemas.openxmlformats.org/markup-compatibility/2006">
                    <mc:Choice xmlns:v="urn:schemas-microsoft-com:vml" Requires="v">
                      <p:oleObj r:id="rId38" imgW="381000" imgH="393700" progId="Equation.3">
                        <p:embed/>
                      </p:oleObj>
                    </mc:Choice>
                    <mc:Fallback>
                      <p:oleObj r:id="rId38" imgW="381000" imgH="393700" progId="Equation.3">
                        <p:embed/>
                        <p:pic>
                          <p:nvPicPr>
                            <p:cNvPr id="0" name="图片 3152"/>
                            <p:cNvPicPr/>
                            <p:nvPr/>
                          </p:nvPicPr>
                          <p:blipFill>
                            <a:blip r:embed="rId39"/>
                            <a:stretch>
                              <a:fillRect/>
                            </a:stretch>
                          </p:blipFill>
                          <p:spPr>
                            <a:xfrm>
                              <a:off x="1315" y="1956"/>
                              <a:ext cx="466" cy="482"/>
                            </a:xfrm>
                            <a:prstGeom prst="rect">
                              <a:avLst/>
                            </a:prstGeom>
                            <a:noFill/>
                            <a:ln w="38100">
                              <a:noFill/>
                              <a:miter/>
                            </a:ln>
                          </p:spPr>
                        </p:pic>
                      </p:oleObj>
                    </mc:Fallback>
                  </mc:AlternateContent>
                </a:graphicData>
              </a:graphic>
            </p:graphicFrame>
          </p:grpSp>
          <p:sp>
            <p:nvSpPr>
              <p:cNvPr id="23591" name="Text Box 43"/>
              <p:cNvSpPr txBox="1"/>
              <p:nvPr/>
            </p:nvSpPr>
            <p:spPr>
              <a:xfrm>
                <a:off x="12935" y="6544"/>
                <a:ext cx="782" cy="720"/>
              </a:xfrm>
              <a:prstGeom prst="rect">
                <a:avLst/>
              </a:prstGeom>
              <a:noFill/>
              <a:ln w="12699">
                <a:noFill/>
              </a:ln>
            </p:spPr>
            <p:txBody>
              <a:bodyPr anchor="t" anchorCtr="0">
                <a:spAutoFit/>
              </a:bodyPr>
              <a:lstStyle/>
              <a:p>
                <a:pPr eaLnBrk="0" hangingPunct="0">
                  <a:spcBef>
                    <a:spcPct val="50000"/>
                  </a:spcBef>
                </a:pPr>
                <a:r>
                  <a:rPr lang="zh-CN" altLang="en-US" sz="2400" b="1" dirty="0">
                    <a:latin typeface="Times New Roman" panose="02020603050405020304" pitchFamily="18" charset="0"/>
                    <a:ea typeface="楷体_GB2312" pitchFamily="1" charset="-122"/>
                  </a:rPr>
                  <a:t>时</a:t>
                </a:r>
                <a:endParaRPr lang="zh-CN" altLang="en-US" sz="2400" dirty="0">
                  <a:latin typeface="Times New Roman" panose="02020603050405020304" pitchFamily="18" charset="0"/>
                  <a:ea typeface="楷体_GB2312" pitchFamily="1" charset="-122"/>
                </a:endParaRPr>
              </a:p>
            </p:txBody>
          </p:sp>
        </p:grpSp>
        <p:grpSp>
          <p:nvGrpSpPr>
            <p:cNvPr id="23592" name="组合 5"/>
            <p:cNvGrpSpPr/>
            <p:nvPr/>
          </p:nvGrpSpPr>
          <p:grpSpPr>
            <a:xfrm>
              <a:off x="5228" y="6520"/>
              <a:ext cx="8390" cy="1933"/>
              <a:chOff x="5228" y="6520"/>
              <a:chExt cx="8390" cy="1933"/>
            </a:xfrm>
          </p:grpSpPr>
          <p:sp>
            <p:nvSpPr>
              <p:cNvPr id="23593" name="矩形 3"/>
              <p:cNvSpPr/>
              <p:nvPr/>
            </p:nvSpPr>
            <p:spPr>
              <a:xfrm>
                <a:off x="6326" y="6520"/>
                <a:ext cx="7292" cy="1933"/>
              </a:xfrm>
              <a:prstGeom prst="rect">
                <a:avLst/>
              </a:prstGeom>
              <a:noFill/>
              <a:ln w="25400" cap="flat" cmpd="sng">
                <a:solidFill>
                  <a:srgbClr val="0E2AF6"/>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cxnSp>
            <p:nvCxnSpPr>
              <p:cNvPr id="23594" name="直接箭头连接符 4"/>
              <p:cNvCxnSpPr/>
              <p:nvPr/>
            </p:nvCxnSpPr>
            <p:spPr>
              <a:xfrm flipV="1">
                <a:off x="5228" y="7373"/>
                <a:ext cx="1032" cy="592"/>
              </a:xfrm>
              <a:prstGeom prst="straightConnector1">
                <a:avLst/>
              </a:prstGeom>
              <a:ln w="25400" cap="flat" cmpd="sng">
                <a:solidFill>
                  <a:srgbClr val="0E2AF6"/>
                </a:solidFill>
                <a:prstDash val="solid"/>
                <a:round/>
                <a:headEnd type="none" w="med" len="med"/>
                <a:tailEnd type="arrow" w="med" len="lg"/>
              </a:ln>
            </p:spPr>
          </p:cxnSp>
        </p:grpSp>
      </p:grpSp>
      <p:grpSp>
        <p:nvGrpSpPr>
          <p:cNvPr id="16" name="组合 15"/>
          <p:cNvGrpSpPr/>
          <p:nvPr/>
        </p:nvGrpSpPr>
        <p:grpSpPr>
          <a:xfrm>
            <a:off x="3294063" y="5483225"/>
            <a:ext cx="5353050" cy="1238250"/>
            <a:chOff x="5187" y="8634"/>
            <a:chExt cx="8431" cy="1952"/>
          </a:xfrm>
        </p:grpSpPr>
        <p:sp>
          <p:nvSpPr>
            <p:cNvPr id="23596" name="文本框 7"/>
            <p:cNvSpPr txBox="1"/>
            <p:nvPr/>
          </p:nvSpPr>
          <p:spPr>
            <a:xfrm>
              <a:off x="6417" y="9820"/>
              <a:ext cx="7200" cy="725"/>
            </a:xfrm>
            <a:prstGeom prst="rect">
              <a:avLst/>
            </a:prstGeom>
            <a:noFill/>
            <a:ln w="9525">
              <a:noFill/>
            </a:ln>
          </p:spPr>
          <p:txBody>
            <a:bodyPr wrap="square" anchor="t" anchorCtr="0">
              <a:spAutoFit/>
            </a:bodyPr>
            <a:lstStyle/>
            <a:p>
              <a:r>
                <a:rPr lang="zh-CN" altLang="en-US" sz="2400" b="1" dirty="0">
                  <a:latin typeface="Times New Roman" panose="02020603050405020304" pitchFamily="18" charset="0"/>
                  <a:ea typeface="楷体_GB2312" pitchFamily="1" charset="-122"/>
                  <a:sym typeface="宋体" panose="02010600030101010101" pitchFamily="2" charset="-122"/>
                </a:rPr>
                <a:t>反射减弱，</a:t>
              </a:r>
              <a:r>
                <a:rPr lang="zh-CN" altLang="en-US" sz="2400" b="1" dirty="0">
                  <a:latin typeface="Times New Roman" panose="02020603050405020304" pitchFamily="18" charset="0"/>
                  <a:ea typeface="楷体_GB2312" pitchFamily="1" charset="-122"/>
                </a:rPr>
                <a:t>透射加强</a:t>
              </a:r>
              <a:r>
                <a:rPr lang="en-US" altLang="zh-CN" sz="2400" b="1" dirty="0">
                  <a:latin typeface="Times New Roman" panose="02020603050405020304" pitchFamily="18" charset="0"/>
                  <a:ea typeface="楷体_GB2312" pitchFamily="1" charset="-122"/>
                </a:rPr>
                <a:t>——</a:t>
              </a:r>
              <a:r>
                <a:rPr lang="zh-CN" altLang="en-US" sz="2400" b="1" dirty="0">
                  <a:solidFill>
                    <a:srgbClr val="CC0000"/>
                  </a:solidFill>
                  <a:latin typeface="Times New Roman" panose="02020603050405020304" pitchFamily="18" charset="0"/>
                  <a:ea typeface="楷体_GB2312" pitchFamily="1" charset="-122"/>
                </a:rPr>
                <a:t>增透膜</a:t>
              </a:r>
            </a:p>
          </p:txBody>
        </p:sp>
        <p:grpSp>
          <p:nvGrpSpPr>
            <p:cNvPr id="23597" name="组合 6"/>
            <p:cNvGrpSpPr/>
            <p:nvPr/>
          </p:nvGrpSpPr>
          <p:grpSpPr>
            <a:xfrm>
              <a:off x="6417" y="8634"/>
              <a:ext cx="6825" cy="1154"/>
              <a:chOff x="7068" y="8407"/>
              <a:chExt cx="6826" cy="1156"/>
            </a:xfrm>
          </p:grpSpPr>
          <p:sp>
            <p:nvSpPr>
              <p:cNvPr id="23598" name="Text Box 37"/>
              <p:cNvSpPr txBox="1"/>
              <p:nvPr/>
            </p:nvSpPr>
            <p:spPr>
              <a:xfrm>
                <a:off x="7068" y="8624"/>
                <a:ext cx="850" cy="726"/>
              </a:xfrm>
              <a:prstGeom prst="rect">
                <a:avLst/>
              </a:prstGeom>
              <a:noFill/>
              <a:ln w="12699">
                <a:noFill/>
              </a:ln>
            </p:spPr>
            <p:txBody>
              <a:bodyPr anchor="t" anchorCtr="0">
                <a:spAutoFit/>
              </a:bodyPr>
              <a:lstStyle/>
              <a:p>
                <a:pPr eaLnBrk="0" hangingPunct="0">
                  <a:spcBef>
                    <a:spcPct val="50000"/>
                  </a:spcBef>
                </a:pPr>
                <a:r>
                  <a:rPr lang="zh-CN" altLang="en-US" sz="2400" b="1" dirty="0">
                    <a:latin typeface="Times New Roman" panose="02020603050405020304" pitchFamily="18" charset="0"/>
                    <a:ea typeface="楷体_GB2312" pitchFamily="1" charset="-122"/>
                  </a:rPr>
                  <a:t>当</a:t>
                </a:r>
              </a:p>
            </p:txBody>
          </p:sp>
          <p:graphicFrame>
            <p:nvGraphicFramePr>
              <p:cNvPr id="23599" name="Object 4"/>
              <p:cNvGraphicFramePr>
                <a:graphicFrameLocks noChangeAspect="1"/>
              </p:cNvGraphicFramePr>
              <p:nvPr/>
            </p:nvGraphicFramePr>
            <p:xfrm>
              <a:off x="7918" y="8407"/>
              <a:ext cx="1305" cy="1155"/>
            </p:xfrm>
            <a:graphic>
              <a:graphicData uri="http://schemas.openxmlformats.org/presentationml/2006/ole">
                <mc:AlternateContent xmlns:mc="http://schemas.openxmlformats.org/markup-compatibility/2006">
                  <mc:Choice xmlns:v="urn:schemas-microsoft-com:vml" Requires="v">
                    <p:oleObj r:id="rId40" imgW="444500" imgH="393700" progId="Equation.3">
                      <p:embed/>
                    </p:oleObj>
                  </mc:Choice>
                  <mc:Fallback>
                    <p:oleObj r:id="rId40" imgW="444500" imgH="393700" progId="Equation.3">
                      <p:embed/>
                      <p:pic>
                        <p:nvPicPr>
                          <p:cNvPr id="0" name="图片 3153"/>
                          <p:cNvPicPr/>
                          <p:nvPr/>
                        </p:nvPicPr>
                        <p:blipFill>
                          <a:blip r:embed="rId41"/>
                          <a:stretch>
                            <a:fillRect/>
                          </a:stretch>
                        </p:blipFill>
                        <p:spPr>
                          <a:xfrm>
                            <a:off x="7918" y="8407"/>
                            <a:ext cx="1305" cy="1155"/>
                          </a:xfrm>
                          <a:prstGeom prst="rect">
                            <a:avLst/>
                          </a:prstGeom>
                          <a:noFill/>
                          <a:ln w="38100">
                            <a:noFill/>
                            <a:miter/>
                          </a:ln>
                        </p:spPr>
                      </p:pic>
                    </p:oleObj>
                  </mc:Fallback>
                </mc:AlternateContent>
              </a:graphicData>
            </a:graphic>
          </p:graphicFrame>
          <p:graphicFrame>
            <p:nvGraphicFramePr>
              <p:cNvPr id="23600" name="Object 5"/>
              <p:cNvGraphicFramePr>
                <a:graphicFrameLocks noChangeAspect="1"/>
              </p:cNvGraphicFramePr>
              <p:nvPr/>
            </p:nvGraphicFramePr>
            <p:xfrm>
              <a:off x="9760" y="8408"/>
              <a:ext cx="1342" cy="1155"/>
            </p:xfrm>
            <a:graphic>
              <a:graphicData uri="http://schemas.openxmlformats.org/presentationml/2006/ole">
                <mc:AlternateContent xmlns:mc="http://schemas.openxmlformats.org/markup-compatibility/2006">
                  <mc:Choice xmlns:v="urn:schemas-microsoft-com:vml" Requires="v">
                    <p:oleObj r:id="rId42" imgW="457200" imgH="393700" progId="Equation.3">
                      <p:embed/>
                    </p:oleObj>
                  </mc:Choice>
                  <mc:Fallback>
                    <p:oleObj r:id="rId42" imgW="457200" imgH="393700" progId="Equation.3">
                      <p:embed/>
                      <p:pic>
                        <p:nvPicPr>
                          <p:cNvPr id="0" name="图片 3151"/>
                          <p:cNvPicPr/>
                          <p:nvPr/>
                        </p:nvPicPr>
                        <p:blipFill>
                          <a:blip r:embed="rId43"/>
                          <a:stretch>
                            <a:fillRect/>
                          </a:stretch>
                        </p:blipFill>
                        <p:spPr>
                          <a:xfrm>
                            <a:off x="9760" y="8408"/>
                            <a:ext cx="1342" cy="1155"/>
                          </a:xfrm>
                          <a:prstGeom prst="rect">
                            <a:avLst/>
                          </a:prstGeom>
                          <a:noFill/>
                          <a:ln w="38100">
                            <a:noFill/>
                            <a:miter/>
                          </a:ln>
                        </p:spPr>
                      </p:pic>
                    </p:oleObj>
                  </mc:Fallback>
                </mc:AlternateContent>
              </a:graphicData>
            </a:graphic>
          </p:graphicFrame>
          <p:graphicFrame>
            <p:nvGraphicFramePr>
              <p:cNvPr id="23601" name="Object 6"/>
              <p:cNvGraphicFramePr>
                <a:graphicFrameLocks noChangeAspect="1"/>
              </p:cNvGraphicFramePr>
              <p:nvPr/>
            </p:nvGraphicFramePr>
            <p:xfrm>
              <a:off x="11436" y="8407"/>
              <a:ext cx="1342" cy="1155"/>
            </p:xfrm>
            <a:graphic>
              <a:graphicData uri="http://schemas.openxmlformats.org/presentationml/2006/ole">
                <mc:AlternateContent xmlns:mc="http://schemas.openxmlformats.org/markup-compatibility/2006">
                  <mc:Choice xmlns:v="urn:schemas-microsoft-com:vml" Requires="v">
                    <p:oleObj r:id="rId44" imgW="457200" imgH="393700" progId="Equation.3">
                      <p:embed/>
                    </p:oleObj>
                  </mc:Choice>
                  <mc:Fallback>
                    <p:oleObj r:id="rId44" imgW="457200" imgH="393700" progId="Equation.3">
                      <p:embed/>
                      <p:pic>
                        <p:nvPicPr>
                          <p:cNvPr id="0" name="图片 3154"/>
                          <p:cNvPicPr/>
                          <p:nvPr/>
                        </p:nvPicPr>
                        <p:blipFill>
                          <a:blip r:embed="rId45"/>
                          <a:stretch>
                            <a:fillRect/>
                          </a:stretch>
                        </p:blipFill>
                        <p:spPr>
                          <a:xfrm>
                            <a:off x="11436" y="8407"/>
                            <a:ext cx="1342" cy="1155"/>
                          </a:xfrm>
                          <a:prstGeom prst="rect">
                            <a:avLst/>
                          </a:prstGeom>
                          <a:noFill/>
                          <a:ln w="38100">
                            <a:noFill/>
                            <a:miter/>
                          </a:ln>
                        </p:spPr>
                      </p:pic>
                    </p:oleObj>
                  </mc:Fallback>
                </mc:AlternateContent>
              </a:graphicData>
            </a:graphic>
          </p:graphicFrame>
          <p:sp>
            <p:nvSpPr>
              <p:cNvPr id="23602" name="Text Box 43"/>
              <p:cNvSpPr txBox="1"/>
              <p:nvPr/>
            </p:nvSpPr>
            <p:spPr>
              <a:xfrm>
                <a:off x="13112" y="8656"/>
                <a:ext cx="782" cy="720"/>
              </a:xfrm>
              <a:prstGeom prst="rect">
                <a:avLst/>
              </a:prstGeom>
              <a:noFill/>
              <a:ln w="12699">
                <a:noFill/>
              </a:ln>
            </p:spPr>
            <p:txBody>
              <a:bodyPr anchor="t" anchorCtr="0">
                <a:spAutoFit/>
              </a:bodyPr>
              <a:lstStyle/>
              <a:p>
                <a:pPr eaLnBrk="0" hangingPunct="0">
                  <a:spcBef>
                    <a:spcPct val="50000"/>
                  </a:spcBef>
                </a:pPr>
                <a:r>
                  <a:rPr lang="zh-CN" altLang="en-US" sz="2400" b="1" dirty="0">
                    <a:latin typeface="Times New Roman" panose="02020603050405020304" pitchFamily="18" charset="0"/>
                    <a:ea typeface="楷体_GB2312" pitchFamily="1" charset="-122"/>
                  </a:rPr>
                  <a:t>时</a:t>
                </a:r>
                <a:endParaRPr lang="zh-CN" altLang="en-US" sz="2400" dirty="0">
                  <a:latin typeface="Times New Roman" panose="02020603050405020304" pitchFamily="18" charset="0"/>
                  <a:ea typeface="楷体_GB2312" pitchFamily="1" charset="-122"/>
                </a:endParaRPr>
              </a:p>
            </p:txBody>
          </p:sp>
        </p:grpSp>
        <p:grpSp>
          <p:nvGrpSpPr>
            <p:cNvPr id="23603" name="组合 9"/>
            <p:cNvGrpSpPr/>
            <p:nvPr/>
          </p:nvGrpSpPr>
          <p:grpSpPr>
            <a:xfrm>
              <a:off x="5187" y="8653"/>
              <a:ext cx="8431" cy="1933"/>
              <a:chOff x="5187" y="6520"/>
              <a:chExt cx="8431" cy="1933"/>
            </a:xfrm>
          </p:grpSpPr>
          <p:sp>
            <p:nvSpPr>
              <p:cNvPr id="23604" name="矩形 11"/>
              <p:cNvSpPr/>
              <p:nvPr>
                <p:custDataLst>
                  <p:tags r:id="rId3"/>
                </p:custDataLst>
              </p:nvPr>
            </p:nvSpPr>
            <p:spPr>
              <a:xfrm>
                <a:off x="6326" y="6520"/>
                <a:ext cx="7292" cy="1933"/>
              </a:xfrm>
              <a:prstGeom prst="rect">
                <a:avLst/>
              </a:prstGeom>
              <a:noFill/>
              <a:ln w="25400" cap="flat" cmpd="sng">
                <a:solidFill>
                  <a:srgbClr val="0E2AF6"/>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cxnSp>
            <p:nvCxnSpPr>
              <p:cNvPr id="23605" name="直接箭头连接符 13"/>
              <p:cNvCxnSpPr/>
              <p:nvPr>
                <p:custDataLst>
                  <p:tags r:id="rId4"/>
                </p:custDataLst>
              </p:nvPr>
            </p:nvCxnSpPr>
            <p:spPr>
              <a:xfrm>
                <a:off x="5187" y="6643"/>
                <a:ext cx="1073" cy="730"/>
              </a:xfrm>
              <a:prstGeom prst="straightConnector1">
                <a:avLst/>
              </a:prstGeom>
              <a:ln w="25400" cap="flat" cmpd="sng">
                <a:solidFill>
                  <a:srgbClr val="0E2AF6"/>
                </a:solidFill>
                <a:prstDash val="solid"/>
                <a:round/>
                <a:headEnd type="none" w="med" len="med"/>
                <a:tailEnd type="arrow" w="med" len="lg"/>
              </a:ln>
            </p:spPr>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09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71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71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08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5"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linds(vertical)">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3" presetClass="entr" presetSubtype="5" fill="hold"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blinds(vertical)">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9" grpId="0"/>
      <p:bldP spid="46089" grpId="1"/>
      <p:bldP spid="46090" grpId="0"/>
      <p:bldP spid="46090" grpId="1"/>
      <p:bldP spid="2" grpId="0"/>
      <p:bldP spid="2"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0882" name="Object 2"/>
          <p:cNvGraphicFramePr>
            <a:graphicFrameLocks noChangeAspect="1"/>
          </p:cNvGraphicFramePr>
          <p:nvPr/>
        </p:nvGraphicFramePr>
        <p:xfrm>
          <a:off x="2416175" y="3336925"/>
          <a:ext cx="2490788" cy="803275"/>
        </p:xfrm>
        <a:graphic>
          <a:graphicData uri="http://schemas.openxmlformats.org/presentationml/2006/ole">
            <mc:AlternateContent xmlns:mc="http://schemas.openxmlformats.org/markup-compatibility/2006">
              <mc:Choice xmlns:v="urn:schemas-microsoft-com:vml" Requires="v">
                <p:oleObj r:id="rId2" imgW="1409700" imgH="406400" progId="Equation.3">
                  <p:embed/>
                </p:oleObj>
              </mc:Choice>
              <mc:Fallback>
                <p:oleObj r:id="rId2" imgW="1409700" imgH="406400" progId="Equation.3">
                  <p:embed/>
                  <p:pic>
                    <p:nvPicPr>
                      <p:cNvPr id="0" name="图片 3156"/>
                      <p:cNvPicPr/>
                      <p:nvPr/>
                    </p:nvPicPr>
                    <p:blipFill>
                      <a:blip r:embed="rId3">
                        <a:lum bright="-100000"/>
                      </a:blip>
                      <a:stretch>
                        <a:fillRect/>
                      </a:stretch>
                    </p:blipFill>
                    <p:spPr>
                      <a:xfrm>
                        <a:off x="2416175" y="3336925"/>
                        <a:ext cx="2490788" cy="803275"/>
                      </a:xfrm>
                      <a:prstGeom prst="rect">
                        <a:avLst/>
                      </a:prstGeom>
                      <a:noFill/>
                      <a:ln w="38100">
                        <a:noFill/>
                        <a:miter/>
                      </a:ln>
                    </p:spPr>
                  </p:pic>
                </p:oleObj>
              </mc:Fallback>
            </mc:AlternateContent>
          </a:graphicData>
        </a:graphic>
      </p:graphicFrame>
      <p:sp>
        <p:nvSpPr>
          <p:cNvPr id="250883" name="Text Box 3"/>
          <p:cNvSpPr txBox="1">
            <a:spLocks noChangeArrowheads="1"/>
          </p:cNvSpPr>
          <p:nvPr/>
        </p:nvSpPr>
        <p:spPr bwMode="auto">
          <a:xfrm>
            <a:off x="395288" y="2708275"/>
            <a:ext cx="8424863" cy="822325"/>
          </a:xfrm>
          <a:prstGeom prst="rect">
            <a:avLst/>
          </a:prstGeom>
          <a:noFill/>
          <a:ln w="12699">
            <a:noFill/>
            <a:miter lim="800000"/>
            <a:headEnd type="none" w="sm" len="sm"/>
            <a:tailEnd type="none" w="sm" len="sm"/>
          </a:ln>
          <a:effectLst/>
        </p:spPr>
        <p:txBody>
          <a:bodyPr>
            <a:spAutoFit/>
          </a:bodyPr>
          <a:lstStyle/>
          <a:p>
            <a:pPr marR="0" defTabSz="914400" eaLnBrk="0" hangingPunct="0">
              <a:spcBef>
                <a:spcPct val="50000"/>
              </a:spcBef>
              <a:buClrTx/>
              <a:buSzTx/>
              <a:buFontTx/>
              <a:buNone/>
              <a:defRPr/>
            </a:pPr>
            <a:r>
              <a:rPr kumimoji="1" lang="en-US" altLang="zh-CN" sz="2400" b="1" kern="1200" cap="none" spc="0" normalizeH="0" baseline="0" noProof="0">
                <a:effectLst>
                  <a:outerShdw blurRad="38100" dist="38100" dir="2700000" algn="tl">
                    <a:srgbClr val="C0C0C0"/>
                  </a:outerShdw>
                </a:effectLst>
                <a:latin typeface="Times New Roman" panose="02020603050405020304" pitchFamily="18" charset="0"/>
                <a:ea typeface="楷体_GB2312" pitchFamily="1" charset="-122"/>
                <a:cs typeface="+mn-cs"/>
              </a:rPr>
              <a:t>        </a:t>
            </a:r>
            <a:r>
              <a:rPr kumimoji="1" lang="zh-CN" altLang="en-US" sz="2400" b="1" kern="1200" cap="none" spc="0" normalizeH="0" baseline="0" noProof="0">
                <a:effectLst>
                  <a:outerShdw blurRad="38100" dist="38100" dir="2700000" algn="tl">
                    <a:srgbClr val="C0C0C0"/>
                  </a:outerShdw>
                </a:effectLst>
                <a:latin typeface="Times New Roman" panose="02020603050405020304" pitchFamily="18" charset="0"/>
                <a:ea typeface="楷体_GB2312" pitchFamily="1" charset="-122"/>
                <a:cs typeface="+mn-cs"/>
              </a:rPr>
              <a:t>照相机等为使波长</a:t>
            </a:r>
            <a:r>
              <a:rPr kumimoji="1" lang="el-GR" altLang="zh-CN" sz="2400" b="1" kern="1200" cap="none" spc="0" normalizeH="0" baseline="0" noProof="0">
                <a:effectLst>
                  <a:outerShdw blurRad="38100" dist="38100" dir="2700000" algn="tl">
                    <a:srgbClr val="C0C0C0"/>
                  </a:outerShdw>
                </a:effectLst>
                <a:latin typeface="宋体" panose="02010600030101010101" pitchFamily="2" charset="-122"/>
                <a:ea typeface="楷体_GB2312" pitchFamily="1" charset="-122"/>
                <a:cs typeface="+mn-cs"/>
              </a:rPr>
              <a:t>λ</a:t>
            </a:r>
            <a:r>
              <a:rPr kumimoji="1" lang="zh-CN" altLang="en-US" sz="2400" b="1" kern="1200" cap="none" spc="0" normalizeH="0" baseline="0" noProof="0">
                <a:effectLst>
                  <a:outerShdw blurRad="38100" dist="38100" dir="2700000" algn="tl">
                    <a:srgbClr val="C0C0C0"/>
                  </a:outerShdw>
                </a:effectLst>
                <a:latin typeface="宋体" panose="02010600030101010101" pitchFamily="2" charset="-122"/>
                <a:ea typeface="楷体_GB2312" pitchFamily="1" charset="-122"/>
                <a:cs typeface="+mn-cs"/>
              </a:rPr>
              <a:t>的</a:t>
            </a:r>
            <a:r>
              <a:rPr kumimoji="1" lang="zh-CN" altLang="en-US" sz="2400" b="1" kern="1200" cap="none" spc="0" normalizeH="0" baseline="0" noProof="0">
                <a:effectLst>
                  <a:outerShdw blurRad="38100" dist="38100" dir="2700000" algn="tl">
                    <a:srgbClr val="C0C0C0"/>
                  </a:outerShdw>
                </a:effectLst>
                <a:latin typeface="Times New Roman" panose="02020603050405020304" pitchFamily="18" charset="0"/>
                <a:ea typeface="楷体_GB2312" pitchFamily="1" charset="-122"/>
                <a:cs typeface="+mn-cs"/>
              </a:rPr>
              <a:t>单色光</a:t>
            </a:r>
            <a:r>
              <a:rPr kumimoji="1" lang="zh-CN" altLang="en-US" sz="2400" b="1" kern="1200" cap="none" spc="0" normalizeH="0" baseline="0" noProof="0">
                <a:solidFill>
                  <a:srgbClr val="CC0000"/>
                </a:solidFill>
                <a:effectLst>
                  <a:outerShdw blurRad="38100" dist="38100" dir="2700000" algn="tl">
                    <a:srgbClr val="C0C0C0"/>
                  </a:outerShdw>
                </a:effectLst>
                <a:latin typeface="Times New Roman" panose="02020603050405020304" pitchFamily="18" charset="0"/>
                <a:ea typeface="楷体_GB2312" pitchFamily="1" charset="-122"/>
                <a:cs typeface="+mn-cs"/>
              </a:rPr>
              <a:t>完全透过</a:t>
            </a:r>
            <a:r>
              <a:rPr kumimoji="1" lang="zh-CN" altLang="en-US" sz="2400" b="1" kern="1200" cap="none" spc="0" normalizeH="0" baseline="0" noProof="0">
                <a:effectLst>
                  <a:outerShdw blurRad="38100" dist="38100" dir="2700000" algn="tl">
                    <a:srgbClr val="C0C0C0"/>
                  </a:outerShdw>
                </a:effectLst>
                <a:latin typeface="Times New Roman" panose="02020603050405020304" pitchFamily="18" charset="0"/>
                <a:ea typeface="楷体_GB2312" pitchFamily="1" charset="-122"/>
                <a:cs typeface="+mn-cs"/>
              </a:rPr>
              <a:t>薄膜，则要求反射光干涉相消</a:t>
            </a:r>
            <a:endParaRPr kumimoji="1" lang="zh-CN" altLang="en-US" sz="2400" kern="1200" cap="none" spc="0" normalizeH="0" baseline="0" noProof="0">
              <a:latin typeface="Times New Roman" panose="02020603050405020304" pitchFamily="18" charset="0"/>
              <a:ea typeface="楷体_GB2312" pitchFamily="1" charset="-122"/>
              <a:cs typeface="+mn-cs"/>
            </a:endParaRPr>
          </a:p>
        </p:txBody>
      </p:sp>
      <p:sp>
        <p:nvSpPr>
          <p:cNvPr id="250884" name="Text Box 4"/>
          <p:cNvSpPr txBox="1">
            <a:spLocks noChangeArrowheads="1"/>
          </p:cNvSpPr>
          <p:nvPr/>
        </p:nvSpPr>
        <p:spPr bwMode="auto">
          <a:xfrm>
            <a:off x="4906963" y="3530600"/>
            <a:ext cx="2347913" cy="460375"/>
          </a:xfrm>
          <a:prstGeom prst="rect">
            <a:avLst/>
          </a:prstGeom>
          <a:noFill/>
          <a:ln w="12699" algn="ctr">
            <a:noFill/>
            <a:miter lim="800000"/>
            <a:headEnd type="none" w="sm" len="sm"/>
            <a:tailEnd type="none" w="sm" len="sm"/>
          </a:ln>
          <a:effectLst/>
        </p:spPr>
        <p:txBody>
          <a:bodyPr wrap="square">
            <a:spAutoFit/>
          </a:bodyPr>
          <a:lstStyle/>
          <a:p>
            <a:pPr marR="0" defTabSz="914400" eaLnBrk="0" hangingPunct="0">
              <a:spcBef>
                <a:spcPct val="50000"/>
              </a:spcBef>
              <a:buClrTx/>
              <a:buSzTx/>
              <a:buFontTx/>
              <a:buNone/>
              <a:defRPr/>
            </a:pPr>
            <a:r>
              <a:rPr kumimoji="1" lang="zh-CN" altLang="en-US" sz="2400" b="1" kern="1200" cap="none" spc="0" normalizeH="0" baseline="0" noProof="0">
                <a:effectLst>
                  <a:outerShdw blurRad="38100" dist="38100" dir="2700000" algn="tl">
                    <a:srgbClr val="C0C0C0"/>
                  </a:outerShdw>
                </a:effectLst>
                <a:latin typeface="Times New Roman" panose="02020603050405020304" pitchFamily="18" charset="0"/>
                <a:ea typeface="楷体_GB2312" pitchFamily="1" charset="-122"/>
                <a:cs typeface="+mn-cs"/>
              </a:rPr>
              <a:t>膜的最小厚度为</a:t>
            </a:r>
          </a:p>
        </p:txBody>
      </p:sp>
      <p:graphicFrame>
        <p:nvGraphicFramePr>
          <p:cNvPr id="250885" name="Object 3"/>
          <p:cNvGraphicFramePr>
            <a:graphicFrameLocks noChangeAspect="1"/>
          </p:cNvGraphicFramePr>
          <p:nvPr/>
        </p:nvGraphicFramePr>
        <p:xfrm>
          <a:off x="7254875" y="3292475"/>
          <a:ext cx="1476375" cy="847725"/>
        </p:xfrm>
        <a:graphic>
          <a:graphicData uri="http://schemas.openxmlformats.org/presentationml/2006/ole">
            <mc:AlternateContent xmlns:mc="http://schemas.openxmlformats.org/markup-compatibility/2006">
              <mc:Choice xmlns:v="urn:schemas-microsoft-com:vml" Requires="v">
                <p:oleObj r:id="rId4" imgW="800100" imgH="508000" progId="Equation.3">
                  <p:embed/>
                </p:oleObj>
              </mc:Choice>
              <mc:Fallback>
                <p:oleObj r:id="rId4" imgW="800100" imgH="508000" progId="Equation.3">
                  <p:embed/>
                  <p:pic>
                    <p:nvPicPr>
                      <p:cNvPr id="0" name="图片 3157"/>
                      <p:cNvPicPr/>
                      <p:nvPr/>
                    </p:nvPicPr>
                    <p:blipFill>
                      <a:blip r:embed="rId5">
                        <a:lum bright="-100000"/>
                      </a:blip>
                      <a:stretch>
                        <a:fillRect/>
                      </a:stretch>
                    </p:blipFill>
                    <p:spPr>
                      <a:xfrm>
                        <a:off x="7254875" y="3292475"/>
                        <a:ext cx="1476375" cy="847725"/>
                      </a:xfrm>
                      <a:prstGeom prst="rect">
                        <a:avLst/>
                      </a:prstGeom>
                      <a:noFill/>
                      <a:ln w="38100">
                        <a:noFill/>
                        <a:miter/>
                      </a:ln>
                    </p:spPr>
                  </p:pic>
                </p:oleObj>
              </mc:Fallback>
            </mc:AlternateContent>
          </a:graphicData>
        </a:graphic>
      </p:graphicFrame>
      <p:sp>
        <p:nvSpPr>
          <p:cNvPr id="24581" name="Rectangle 6"/>
          <p:cNvSpPr/>
          <p:nvPr/>
        </p:nvSpPr>
        <p:spPr>
          <a:xfrm>
            <a:off x="0" y="0"/>
            <a:ext cx="1404938" cy="519113"/>
          </a:xfrm>
          <a:prstGeom prst="rect">
            <a:avLst/>
          </a:prstGeom>
          <a:solidFill>
            <a:srgbClr val="FFFF00"/>
          </a:solidFill>
          <a:ln w="9525">
            <a:noFill/>
          </a:ln>
        </p:spPr>
        <p:txBody>
          <a:bodyPr anchor="t" anchorCtr="0">
            <a:spAutoFit/>
          </a:bodyPr>
          <a:lstStyle/>
          <a:p>
            <a:pPr eaLnBrk="0" hangingPunct="0">
              <a:buClr>
                <a:schemeClr val="tx2"/>
              </a:buClr>
              <a:buSzPct val="75000"/>
              <a:buFont typeface="Monotype Sorts" pitchFamily="2" charset="2"/>
            </a:pPr>
            <a:r>
              <a:rPr lang="zh-CN" altLang="en-US" sz="2800" b="1" dirty="0">
                <a:solidFill>
                  <a:srgbClr val="CC0000"/>
                </a:solidFill>
                <a:latin typeface="楷体_GB2312" pitchFamily="1" charset="-122"/>
                <a:ea typeface="楷体_GB2312" pitchFamily="1" charset="-122"/>
              </a:rPr>
              <a:t>增透膜</a:t>
            </a:r>
          </a:p>
        </p:txBody>
      </p:sp>
      <p:grpSp>
        <p:nvGrpSpPr>
          <p:cNvPr id="2" name="Group 7"/>
          <p:cNvGrpSpPr/>
          <p:nvPr/>
        </p:nvGrpSpPr>
        <p:grpSpPr>
          <a:xfrm>
            <a:off x="1368425" y="-423862"/>
            <a:ext cx="6950075" cy="3024187"/>
            <a:chOff x="361" y="953"/>
            <a:chExt cx="4982" cy="3037"/>
          </a:xfrm>
        </p:grpSpPr>
        <p:sp>
          <p:nvSpPr>
            <p:cNvPr id="250888" name="WordArt 8"/>
            <p:cNvSpPr>
              <a:spLocks noChangeArrowheads="1" noChangeShapeType="1" noTextEdit="1"/>
            </p:cNvSpPr>
            <p:nvPr/>
          </p:nvSpPr>
          <p:spPr bwMode="auto">
            <a:xfrm>
              <a:off x="3339" y="3618"/>
              <a:ext cx="1761" cy="372"/>
            </a:xfrm>
            <a:prstGeom prst="rect">
              <a:avLst/>
            </a:prstGeom>
          </p:spPr>
          <p:txBody>
            <a:bodyPr wrap="none" numCol="1" fromWordArt="1">
              <a:prstTxWarp prst="textPlain">
                <a:avLst>
                  <a:gd name="adj" fmla="val 50000"/>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0" i="0" u="none" strike="noStrike" kern="10" cap="none" spc="0" normalizeH="0" baseline="0" noProof="0">
                  <a:ln w="9525">
                    <a:solidFill>
                      <a:srgbClr val="FF0000"/>
                    </a:solidFill>
                    <a:round/>
                  </a:ln>
                  <a:solidFill>
                    <a:srgbClr val="FF0000"/>
                  </a:solidFill>
                  <a:effectLst/>
                  <a:uLnTx/>
                  <a:uFillTx/>
                  <a:latin typeface="宋体" panose="02010600030101010101" pitchFamily="2" charset="-122"/>
                  <a:ea typeface="宋体" panose="02010600030101010101" pitchFamily="2" charset="-122"/>
                  <a:cs typeface="+mn-cs"/>
                </a:rPr>
                <a:t> 防热红外线反射</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0" cap="none" spc="0" normalizeH="0" baseline="0" noProof="0">
                  <a:ln w="9525">
                    <a:solidFill>
                      <a:srgbClr val="FF0000"/>
                    </a:solidFill>
                    <a:round/>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3600" b="0" i="0" u="none" strike="noStrike" kern="10" cap="none" spc="0" normalizeH="0" baseline="0" noProof="0">
                  <a:ln w="9525">
                    <a:solidFill>
                      <a:srgbClr val="FF0000"/>
                    </a:solidFill>
                    <a:round/>
                  </a:ln>
                  <a:solidFill>
                    <a:srgbClr val="FF0000"/>
                  </a:solidFill>
                  <a:effectLst/>
                  <a:uLnTx/>
                  <a:uFillTx/>
                  <a:latin typeface="宋体" panose="02010600030101010101" pitchFamily="2" charset="-122"/>
                  <a:ea typeface="宋体" panose="02010600030101010101" pitchFamily="2" charset="-122"/>
                  <a:cs typeface="+mn-cs"/>
                </a:rPr>
                <a:t>增热红外线透射</a:t>
              </a:r>
              <a:r>
                <a:rPr kumimoji="0" lang="en-US" altLang="zh-CN" sz="3600" b="0" i="0" u="none" strike="noStrike" kern="10" cap="none" spc="0" normalizeH="0" baseline="0" noProof="0">
                  <a:ln w="9525">
                    <a:solidFill>
                      <a:srgbClr val="FF0000"/>
                    </a:solidFill>
                    <a:round/>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3600" b="0" i="0" u="none" strike="noStrike" kern="10" cap="none" spc="0" normalizeH="0" baseline="0" noProof="0">
                <a:ln w="9525">
                  <a:solidFill>
                    <a:srgbClr val="FF0000"/>
                  </a:solidFill>
                  <a:round/>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250889" name="WordArt 9"/>
            <p:cNvSpPr>
              <a:spLocks noChangeArrowheads="1" noChangeShapeType="1" noTextEdit="1"/>
            </p:cNvSpPr>
            <p:nvPr/>
          </p:nvSpPr>
          <p:spPr bwMode="auto">
            <a:xfrm>
              <a:off x="715" y="3628"/>
              <a:ext cx="1654" cy="350"/>
            </a:xfrm>
            <a:prstGeom prst="rect">
              <a:avLst/>
            </a:prstGeom>
          </p:spPr>
          <p:txBody>
            <a:bodyPr wrap="none" numCol="1" fromWordArt="1">
              <a:prstTxWarp prst="textPlain">
                <a:avLst>
                  <a:gd name="adj" fmla="val 50000"/>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0" i="0" u="none" strike="noStrike" kern="10" cap="none" spc="0" normalizeH="0" baseline="0" noProof="0">
                  <a:ln w="9525">
                    <a:solidFill>
                      <a:srgbClr val="CC0000"/>
                    </a:solidFill>
                    <a:round/>
                  </a:ln>
                  <a:solidFill>
                    <a:srgbClr val="CC0000"/>
                  </a:solidFill>
                  <a:effectLst/>
                  <a:uLnTx/>
                  <a:uFillTx/>
                  <a:latin typeface="宋体" panose="02010600030101010101" pitchFamily="2" charset="-122"/>
                  <a:ea typeface="宋体" panose="02010600030101010101" pitchFamily="2" charset="-122"/>
                  <a:cs typeface="+mn-cs"/>
                </a:rPr>
                <a:t> 防可见光反射</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0" cap="none" spc="0" normalizeH="0" baseline="0" noProof="0">
                  <a:ln w="9525">
                    <a:solidFill>
                      <a:srgbClr val="CC0000"/>
                    </a:solidFill>
                    <a:round/>
                  </a:ln>
                  <a:solidFill>
                    <a:srgbClr val="CC0000"/>
                  </a:solidFill>
                  <a:effectLst/>
                  <a:uLnTx/>
                  <a:uFillTx/>
                  <a:latin typeface="宋体" panose="02010600030101010101" pitchFamily="2" charset="-122"/>
                  <a:ea typeface="宋体" panose="02010600030101010101" pitchFamily="2" charset="-122"/>
                  <a:cs typeface="+mn-cs"/>
                </a:rPr>
                <a:t>(</a:t>
              </a:r>
              <a:r>
                <a:rPr kumimoji="0" lang="zh-CN" altLang="en-US" sz="3600" b="0" i="0" u="none" strike="noStrike" kern="10" cap="none" spc="0" normalizeH="0" baseline="0" noProof="0">
                  <a:ln w="9525">
                    <a:solidFill>
                      <a:srgbClr val="CC0000"/>
                    </a:solidFill>
                    <a:round/>
                  </a:ln>
                  <a:solidFill>
                    <a:srgbClr val="CC0000"/>
                  </a:solidFill>
                  <a:effectLst/>
                  <a:uLnTx/>
                  <a:uFillTx/>
                  <a:latin typeface="宋体" panose="02010600030101010101" pitchFamily="2" charset="-122"/>
                  <a:ea typeface="宋体" panose="02010600030101010101" pitchFamily="2" charset="-122"/>
                  <a:cs typeface="+mn-cs"/>
                </a:rPr>
                <a:t>增可见光透射</a:t>
              </a:r>
              <a:r>
                <a:rPr kumimoji="0" lang="en-US" altLang="zh-CN" sz="3600" b="0" i="0" u="none" strike="noStrike" kern="10" cap="none" spc="0" normalizeH="0" baseline="0" noProof="0">
                  <a:ln w="9525">
                    <a:solidFill>
                      <a:srgbClr val="CC0000"/>
                    </a:solidFill>
                    <a:round/>
                  </a:ln>
                  <a:solidFill>
                    <a:srgbClr val="CC0000"/>
                  </a:solidFill>
                  <a:effectLst/>
                  <a:uLnTx/>
                  <a:uFillTx/>
                  <a:latin typeface="宋体" panose="02010600030101010101" pitchFamily="2" charset="-122"/>
                  <a:ea typeface="宋体" panose="02010600030101010101" pitchFamily="2" charset="-122"/>
                  <a:cs typeface="+mn-cs"/>
                </a:rPr>
                <a:t>)</a:t>
              </a:r>
              <a:endParaRPr kumimoji="0" lang="zh-CN" altLang="en-US" sz="3600" b="0" i="0" u="none" strike="noStrike" kern="10" cap="none" spc="0" normalizeH="0" baseline="0" noProof="0">
                <a:ln w="9525">
                  <a:solidFill>
                    <a:srgbClr val="CC0000"/>
                  </a:solidFill>
                  <a:round/>
                </a:ln>
                <a:solidFill>
                  <a:srgbClr val="CC0000"/>
                </a:solidFill>
                <a:effectLst/>
                <a:uLnTx/>
                <a:uFillTx/>
                <a:latin typeface="宋体" panose="02010600030101010101" pitchFamily="2" charset="-122"/>
                <a:ea typeface="宋体" panose="02010600030101010101" pitchFamily="2" charset="-122"/>
                <a:cs typeface="+mn-cs"/>
              </a:endParaRPr>
            </a:p>
          </p:txBody>
        </p:sp>
        <p:sp>
          <p:nvSpPr>
            <p:cNvPr id="24585" name="AutoShape 10"/>
            <p:cNvSpPr/>
            <p:nvPr/>
          </p:nvSpPr>
          <p:spPr>
            <a:xfrm flipV="1">
              <a:off x="3294" y="953"/>
              <a:ext cx="1843" cy="1992"/>
            </a:xfrm>
            <a:custGeom>
              <a:avLst/>
              <a:gdLst/>
              <a:ahLst/>
              <a:cxnLst>
                <a:cxn ang="0">
                  <a:pos x="0" y="0"/>
                </a:cxn>
                <a:cxn ang="0">
                  <a:pos x="0" y="0"/>
                </a:cxn>
                <a:cxn ang="0">
                  <a:pos x="0" y="0"/>
                </a:cxn>
                <a:cxn ang="0">
                  <a:pos x="0" y="0"/>
                </a:cxn>
              </a:cxnLst>
              <a:rect l="0" t="0" r="0" b="0"/>
              <a:pathLst>
                <a:path w="21600" h="21600">
                  <a:moveTo>
                    <a:pt x="796" y="10713"/>
                  </a:moveTo>
                  <a:cubicBezTo>
                    <a:pt x="844" y="5222"/>
                    <a:pt x="5308" y="795"/>
                    <a:pt x="10800" y="796"/>
                  </a:cubicBezTo>
                  <a:cubicBezTo>
                    <a:pt x="16291" y="796"/>
                    <a:pt x="20755" y="5222"/>
                    <a:pt x="20803" y="10713"/>
                  </a:cubicBezTo>
                  <a:lnTo>
                    <a:pt x="21599" y="10706"/>
                  </a:lnTo>
                  <a:cubicBezTo>
                    <a:pt x="21548" y="4778"/>
                    <a:pt x="16728" y="-1"/>
                    <a:pt x="10799" y="0"/>
                  </a:cubicBezTo>
                  <a:cubicBezTo>
                    <a:pt x="4871" y="0"/>
                    <a:pt x="51" y="4778"/>
                    <a:pt x="0" y="10706"/>
                  </a:cubicBezTo>
                  <a:lnTo>
                    <a:pt x="796" y="10713"/>
                  </a:lnTo>
                  <a:close/>
                </a:path>
              </a:pathLst>
            </a:custGeom>
            <a:solidFill>
              <a:srgbClr val="FFFF00"/>
            </a:solidFill>
            <a:ln w="9525" cap="flat" cmpd="sng">
              <a:solidFill>
                <a:schemeClr val="tx1"/>
              </a:solidFill>
              <a:prstDash val="solid"/>
              <a:miter/>
              <a:headEnd type="none" w="med" len="med"/>
              <a:tailEnd type="none" w="med" len="med"/>
            </a:ln>
          </p:spPr>
          <p:txBody>
            <a:bodyPr/>
            <a:lstStyle/>
            <a:p>
              <a:endParaRPr lang="zh-CN" altLang="en-US"/>
            </a:p>
          </p:txBody>
        </p:sp>
        <p:sp>
          <p:nvSpPr>
            <p:cNvPr id="24586" name="Arc 11"/>
            <p:cNvSpPr/>
            <p:nvPr/>
          </p:nvSpPr>
          <p:spPr>
            <a:xfrm>
              <a:off x="3227" y="2082"/>
              <a:ext cx="1988" cy="1076"/>
            </a:xfrm>
            <a:custGeom>
              <a:avLst/>
              <a:gdLst/>
              <a:ahLst/>
              <a:cxnLst>
                <a:cxn ang="0">
                  <a:pos x="0" y="0"/>
                </a:cxn>
                <a:cxn ang="0">
                  <a:pos x="0" y="0"/>
                </a:cxn>
                <a:cxn ang="0">
                  <a:pos x="0" y="0"/>
                </a:cxn>
              </a:cxnLst>
              <a:rect l="0" t="0" r="0" b="0"/>
              <a:pathLst>
                <a:path w="43200" h="23238" fill="none">
                  <a:moveTo>
                    <a:pt x="43137" y="0"/>
                  </a:moveTo>
                  <a:cubicBezTo>
                    <a:pt x="43179" y="545"/>
                    <a:pt x="43200" y="1091"/>
                    <a:pt x="43200" y="1638"/>
                  </a:cubicBezTo>
                  <a:cubicBezTo>
                    <a:pt x="43200" y="13567"/>
                    <a:pt x="33529" y="23238"/>
                    <a:pt x="21600" y="23238"/>
                  </a:cubicBezTo>
                  <a:cubicBezTo>
                    <a:pt x="9670" y="23238"/>
                    <a:pt x="0" y="13567"/>
                    <a:pt x="0" y="1638"/>
                  </a:cubicBezTo>
                  <a:cubicBezTo>
                    <a:pt x="-1" y="1318"/>
                    <a:pt x="7" y="999"/>
                    <a:pt x="21" y="681"/>
                  </a:cubicBezTo>
                </a:path>
                <a:path w="43200" h="23238" stroke="0">
                  <a:moveTo>
                    <a:pt x="43137" y="0"/>
                  </a:moveTo>
                  <a:cubicBezTo>
                    <a:pt x="43179" y="545"/>
                    <a:pt x="43200" y="1091"/>
                    <a:pt x="43200" y="1638"/>
                  </a:cubicBezTo>
                  <a:cubicBezTo>
                    <a:pt x="43200" y="13567"/>
                    <a:pt x="33529" y="23238"/>
                    <a:pt x="21600" y="23238"/>
                  </a:cubicBezTo>
                  <a:cubicBezTo>
                    <a:pt x="9670" y="23238"/>
                    <a:pt x="0" y="13567"/>
                    <a:pt x="0" y="1638"/>
                  </a:cubicBezTo>
                  <a:cubicBezTo>
                    <a:pt x="-1" y="1318"/>
                    <a:pt x="7" y="999"/>
                    <a:pt x="21" y="681"/>
                  </a:cubicBezTo>
                  <a:lnTo>
                    <a:pt x="21600" y="1638"/>
                  </a:lnTo>
                  <a:lnTo>
                    <a:pt x="43137" y="0"/>
                  </a:lnTo>
                  <a:close/>
                </a:path>
              </a:pathLst>
            </a:custGeom>
            <a:solidFill>
              <a:schemeClr val="accent1"/>
            </a:solidFill>
            <a:ln w="28575" cap="flat" cmpd="sng">
              <a:solidFill>
                <a:schemeClr val="tx1"/>
              </a:solidFill>
              <a:prstDash val="solid"/>
              <a:round/>
              <a:headEnd type="none" w="med" len="med"/>
              <a:tailEnd type="none" w="med" len="med"/>
            </a:ln>
          </p:spPr>
          <p:txBody>
            <a:bodyPr/>
            <a:lstStyle/>
            <a:p>
              <a:endParaRPr lang="zh-CN" altLang="en-US"/>
            </a:p>
          </p:txBody>
        </p:sp>
        <p:sp>
          <p:nvSpPr>
            <p:cNvPr id="24587" name="Arc 12"/>
            <p:cNvSpPr/>
            <p:nvPr/>
          </p:nvSpPr>
          <p:spPr>
            <a:xfrm>
              <a:off x="3290" y="2059"/>
              <a:ext cx="1864" cy="1034"/>
            </a:xfrm>
            <a:custGeom>
              <a:avLst/>
              <a:gdLst/>
              <a:ahLst/>
              <a:cxnLst>
                <a:cxn ang="0">
                  <a:pos x="0" y="0"/>
                </a:cxn>
                <a:cxn ang="0">
                  <a:pos x="0" y="0"/>
                </a:cxn>
                <a:cxn ang="0">
                  <a:pos x="0" y="0"/>
                </a:cxn>
              </a:cxnLst>
              <a:rect l="0" t="0" r="0" b="0"/>
              <a:pathLst>
                <a:path w="43200" h="21835" fill="none">
                  <a:moveTo>
                    <a:pt x="43198" y="0"/>
                  </a:moveTo>
                  <a:cubicBezTo>
                    <a:pt x="43199" y="78"/>
                    <a:pt x="43200" y="156"/>
                    <a:pt x="43200" y="235"/>
                  </a:cubicBezTo>
                  <a:cubicBezTo>
                    <a:pt x="43200" y="12164"/>
                    <a:pt x="33529" y="21835"/>
                    <a:pt x="21600" y="21835"/>
                  </a:cubicBezTo>
                  <a:cubicBezTo>
                    <a:pt x="9670" y="21835"/>
                    <a:pt x="0" y="12164"/>
                    <a:pt x="0" y="235"/>
                  </a:cubicBezTo>
                  <a:cubicBezTo>
                    <a:pt x="-1" y="227"/>
                    <a:pt x="0" y="219"/>
                    <a:pt x="0" y="211"/>
                  </a:cubicBezTo>
                </a:path>
                <a:path w="43200" h="21835" stroke="0">
                  <a:moveTo>
                    <a:pt x="43198" y="0"/>
                  </a:moveTo>
                  <a:cubicBezTo>
                    <a:pt x="43199" y="78"/>
                    <a:pt x="43200" y="156"/>
                    <a:pt x="43200" y="235"/>
                  </a:cubicBezTo>
                  <a:cubicBezTo>
                    <a:pt x="43200" y="12164"/>
                    <a:pt x="33529" y="21835"/>
                    <a:pt x="21600" y="21835"/>
                  </a:cubicBezTo>
                  <a:cubicBezTo>
                    <a:pt x="9670" y="21835"/>
                    <a:pt x="0" y="12164"/>
                    <a:pt x="0" y="235"/>
                  </a:cubicBezTo>
                  <a:cubicBezTo>
                    <a:pt x="-1" y="227"/>
                    <a:pt x="0" y="219"/>
                    <a:pt x="0" y="211"/>
                  </a:cubicBezTo>
                  <a:lnTo>
                    <a:pt x="21600" y="235"/>
                  </a:lnTo>
                  <a:lnTo>
                    <a:pt x="43198" y="0"/>
                  </a:lnTo>
                  <a:close/>
                </a:path>
              </a:pathLst>
            </a:custGeom>
            <a:solidFill>
              <a:srgbClr val="FFFF00"/>
            </a:solidFill>
            <a:ln w="9525" cap="flat" cmpd="sng">
              <a:solidFill>
                <a:schemeClr val="tx1"/>
              </a:solidFill>
              <a:prstDash val="solid"/>
              <a:round/>
              <a:headEnd type="none" w="med" len="med"/>
              <a:tailEnd type="none" w="med" len="med"/>
            </a:ln>
          </p:spPr>
          <p:txBody>
            <a:bodyPr/>
            <a:lstStyle/>
            <a:p>
              <a:endParaRPr lang="zh-CN" altLang="en-US"/>
            </a:p>
          </p:txBody>
        </p:sp>
        <p:sp>
          <p:nvSpPr>
            <p:cNvPr id="24588" name="Line 13"/>
            <p:cNvSpPr/>
            <p:nvPr/>
          </p:nvSpPr>
          <p:spPr>
            <a:xfrm flipV="1">
              <a:off x="3226" y="2098"/>
              <a:ext cx="46" cy="23"/>
            </a:xfrm>
            <a:prstGeom prst="line">
              <a:avLst/>
            </a:prstGeom>
            <a:ln w="9525" cap="flat" cmpd="sng">
              <a:solidFill>
                <a:schemeClr val="tx1"/>
              </a:solidFill>
              <a:prstDash val="solid"/>
              <a:round/>
              <a:headEnd type="none" w="med" len="med"/>
              <a:tailEnd type="none" w="med" len="med"/>
            </a:ln>
          </p:spPr>
        </p:sp>
        <p:sp>
          <p:nvSpPr>
            <p:cNvPr id="24589" name="Line 14"/>
            <p:cNvSpPr/>
            <p:nvPr/>
          </p:nvSpPr>
          <p:spPr>
            <a:xfrm>
              <a:off x="5146" y="2064"/>
              <a:ext cx="56" cy="23"/>
            </a:xfrm>
            <a:prstGeom prst="line">
              <a:avLst/>
            </a:prstGeom>
            <a:ln w="9525" cap="flat" cmpd="sng">
              <a:solidFill>
                <a:schemeClr val="tx1"/>
              </a:solidFill>
              <a:prstDash val="solid"/>
              <a:round/>
              <a:headEnd type="none" w="med" len="med"/>
              <a:tailEnd type="none" w="med" len="med"/>
            </a:ln>
          </p:spPr>
        </p:sp>
        <p:sp>
          <p:nvSpPr>
            <p:cNvPr id="24590" name="Rectangle 15"/>
            <p:cNvSpPr/>
            <p:nvPr/>
          </p:nvSpPr>
          <p:spPr>
            <a:xfrm>
              <a:off x="3103" y="2070"/>
              <a:ext cx="192" cy="6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591" name="Rectangle 16"/>
            <p:cNvSpPr/>
            <p:nvPr/>
          </p:nvSpPr>
          <p:spPr>
            <a:xfrm>
              <a:off x="5151" y="2069"/>
              <a:ext cx="192" cy="6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592" name="Rectangle 17"/>
            <p:cNvSpPr/>
            <p:nvPr/>
          </p:nvSpPr>
          <p:spPr>
            <a:xfrm>
              <a:off x="4035" y="3088"/>
              <a:ext cx="67"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593" name="Rectangle 18"/>
            <p:cNvSpPr/>
            <p:nvPr/>
          </p:nvSpPr>
          <p:spPr>
            <a:xfrm>
              <a:off x="4429" y="3086"/>
              <a:ext cx="67"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594" name="Arc 19"/>
            <p:cNvSpPr/>
            <p:nvPr/>
          </p:nvSpPr>
          <p:spPr>
            <a:xfrm>
              <a:off x="3372" y="2037"/>
              <a:ext cx="1711" cy="993"/>
            </a:xfrm>
            <a:custGeom>
              <a:avLst/>
              <a:gdLst/>
              <a:ahLst/>
              <a:cxnLst>
                <a:cxn ang="0">
                  <a:pos x="0" y="0"/>
                </a:cxn>
                <a:cxn ang="0">
                  <a:pos x="0" y="0"/>
                </a:cxn>
                <a:cxn ang="0">
                  <a:pos x="0" y="0"/>
                </a:cxn>
              </a:cxnLst>
              <a:rect l="0" t="0" r="0" b="0"/>
              <a:pathLst>
                <a:path w="43173" h="21600" fill="none">
                  <a:moveTo>
                    <a:pt x="43172" y="808"/>
                  </a:moveTo>
                  <a:cubicBezTo>
                    <a:pt x="42737" y="12415"/>
                    <a:pt x="33202" y="21599"/>
                    <a:pt x="21588" y="21600"/>
                  </a:cubicBezTo>
                  <a:cubicBezTo>
                    <a:pt x="9939" y="21600"/>
                    <a:pt x="389" y="12363"/>
                    <a:pt x="0" y="721"/>
                  </a:cubicBezTo>
                </a:path>
                <a:path w="43173" h="21600" stroke="0">
                  <a:moveTo>
                    <a:pt x="43172" y="808"/>
                  </a:moveTo>
                  <a:cubicBezTo>
                    <a:pt x="42737" y="12415"/>
                    <a:pt x="33202" y="21599"/>
                    <a:pt x="21588" y="21600"/>
                  </a:cubicBezTo>
                  <a:cubicBezTo>
                    <a:pt x="9939" y="21600"/>
                    <a:pt x="389" y="12363"/>
                    <a:pt x="0" y="721"/>
                  </a:cubicBezTo>
                  <a:lnTo>
                    <a:pt x="21588" y="0"/>
                  </a:lnTo>
                  <a:lnTo>
                    <a:pt x="43172" y="808"/>
                  </a:lnTo>
                  <a:close/>
                </a:path>
              </a:pathLst>
            </a:custGeom>
            <a:gradFill rotWithShape="0">
              <a:gsLst>
                <a:gs pos="0">
                  <a:srgbClr val="000000"/>
                </a:gs>
                <a:gs pos="50000">
                  <a:srgbClr val="FFFF00"/>
                </a:gs>
                <a:gs pos="100000">
                  <a:srgbClr val="000000"/>
                </a:gs>
              </a:gsLst>
              <a:lin ang="0" scaled="1"/>
              <a:tileRect/>
            </a:gradFill>
            <a:ln w="9525" cap="flat" cmpd="sng">
              <a:solidFill>
                <a:schemeClr val="tx1"/>
              </a:solidFill>
              <a:prstDash val="solid"/>
              <a:round/>
              <a:headEnd type="none" w="med" len="med"/>
              <a:tailEnd type="none" w="med" len="med"/>
            </a:ln>
          </p:spPr>
          <p:txBody>
            <a:bodyPr/>
            <a:lstStyle/>
            <a:p>
              <a:endParaRPr lang="zh-CN" altLang="en-US"/>
            </a:p>
          </p:txBody>
        </p:sp>
        <p:grpSp>
          <p:nvGrpSpPr>
            <p:cNvPr id="24595" name="Group 20"/>
            <p:cNvGrpSpPr/>
            <p:nvPr/>
          </p:nvGrpSpPr>
          <p:grpSpPr>
            <a:xfrm>
              <a:off x="4040" y="2123"/>
              <a:ext cx="459" cy="909"/>
              <a:chOff x="1424" y="1572"/>
              <a:chExt cx="459" cy="909"/>
            </a:xfrm>
          </p:grpSpPr>
          <p:sp>
            <p:nvSpPr>
              <p:cNvPr id="24596" name="Rectangle 21"/>
              <p:cNvSpPr/>
              <p:nvPr/>
            </p:nvSpPr>
            <p:spPr>
              <a:xfrm>
                <a:off x="1435" y="1744"/>
                <a:ext cx="439" cy="604"/>
              </a:xfrm>
              <a:prstGeom prst="rect">
                <a:avLst/>
              </a:prstGeom>
              <a:gradFill rotWithShape="0">
                <a:gsLst>
                  <a:gs pos="0">
                    <a:schemeClr val="bg1"/>
                  </a:gs>
                  <a:gs pos="100000">
                    <a:srgbClr val="9999FF"/>
                  </a:gs>
                </a:gsLst>
                <a:path path="shape">
                  <a:fillToRect l="50000" t="50000" r="50000" b="50000"/>
                </a:path>
                <a:tileRect/>
              </a:gradFill>
              <a:ln w="76200" cap="flat" cmpd="sng">
                <a:solidFill>
                  <a:schemeClr val="bg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50902" name="Arc 22"/>
              <p:cNvSpPr/>
              <p:nvPr/>
            </p:nvSpPr>
            <p:spPr bwMode="auto">
              <a:xfrm rot="10903188">
                <a:off x="1429" y="2132"/>
                <a:ext cx="454" cy="349"/>
              </a:xfrm>
              <a:custGeom>
                <a:avLst/>
                <a:gdLst>
                  <a:gd name="G0" fmla="+- 19503 0 0"/>
                  <a:gd name="G1" fmla="+- 21600 0 0"/>
                  <a:gd name="G2" fmla="+- 21600 0 0"/>
                  <a:gd name="T0" fmla="*/ 0 w 38049"/>
                  <a:gd name="T1" fmla="*/ 12316 h 21600"/>
                  <a:gd name="T2" fmla="*/ 38049 w 38049"/>
                  <a:gd name="T3" fmla="*/ 10527 h 21600"/>
                  <a:gd name="T4" fmla="*/ 19503 w 38049"/>
                  <a:gd name="T5" fmla="*/ 21600 h 21600"/>
                </a:gdLst>
                <a:ahLst/>
                <a:cxnLst>
                  <a:cxn ang="0">
                    <a:pos x="T0" y="T1"/>
                  </a:cxn>
                  <a:cxn ang="0">
                    <a:pos x="T2" y="T3"/>
                  </a:cxn>
                  <a:cxn ang="0">
                    <a:pos x="T4" y="T5"/>
                  </a:cxn>
                </a:cxnLst>
                <a:rect l="0" t="0" r="r" b="b"/>
                <a:pathLst>
                  <a:path w="38049" h="21600" fill="none" extrusionOk="0">
                    <a:moveTo>
                      <a:pt x="-1" y="12315"/>
                    </a:moveTo>
                    <a:cubicBezTo>
                      <a:pt x="3581" y="4792"/>
                      <a:pt x="11170" y="-1"/>
                      <a:pt x="19503" y="0"/>
                    </a:cubicBezTo>
                    <a:cubicBezTo>
                      <a:pt x="27106" y="0"/>
                      <a:pt x="34150" y="3998"/>
                      <a:pt x="38048" y="10527"/>
                    </a:cubicBezTo>
                  </a:path>
                  <a:path w="38049" h="21600" stroke="0" extrusionOk="0">
                    <a:moveTo>
                      <a:pt x="-1" y="12315"/>
                    </a:moveTo>
                    <a:cubicBezTo>
                      <a:pt x="3581" y="4792"/>
                      <a:pt x="11170" y="-1"/>
                      <a:pt x="19503" y="0"/>
                    </a:cubicBezTo>
                    <a:cubicBezTo>
                      <a:pt x="27106" y="0"/>
                      <a:pt x="34150" y="3998"/>
                      <a:pt x="38048" y="10527"/>
                    </a:cubicBezTo>
                    <a:lnTo>
                      <a:pt x="19503" y="21600"/>
                    </a:lnTo>
                    <a:close/>
                  </a:path>
                </a:pathLst>
              </a:custGeom>
              <a:gradFill rotWithShape="0">
                <a:gsLst>
                  <a:gs pos="0">
                    <a:schemeClr val="bg1"/>
                  </a:gs>
                  <a:gs pos="100000">
                    <a:srgbClr val="9999FF"/>
                  </a:gs>
                </a:gsLst>
                <a:path path="shape">
                  <a:fillToRect l="50000" t="50000" r="50000" b="50000"/>
                </a:path>
              </a:gradFill>
              <a:ln w="76200">
                <a:solidFill>
                  <a:schemeClr val="bg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50903" name="Arc 23"/>
              <p:cNvSpPr/>
              <p:nvPr/>
            </p:nvSpPr>
            <p:spPr bwMode="auto">
              <a:xfrm>
                <a:off x="1424" y="1572"/>
                <a:ext cx="454" cy="349"/>
              </a:xfrm>
              <a:custGeom>
                <a:avLst/>
                <a:gdLst>
                  <a:gd name="G0" fmla="+- 19503 0 0"/>
                  <a:gd name="G1" fmla="+- 21600 0 0"/>
                  <a:gd name="G2" fmla="+- 21600 0 0"/>
                  <a:gd name="T0" fmla="*/ 0 w 38049"/>
                  <a:gd name="T1" fmla="*/ 12316 h 21600"/>
                  <a:gd name="T2" fmla="*/ 38049 w 38049"/>
                  <a:gd name="T3" fmla="*/ 10527 h 21600"/>
                  <a:gd name="T4" fmla="*/ 19503 w 38049"/>
                  <a:gd name="T5" fmla="*/ 21600 h 21600"/>
                </a:gdLst>
                <a:ahLst/>
                <a:cxnLst>
                  <a:cxn ang="0">
                    <a:pos x="T0" y="T1"/>
                  </a:cxn>
                  <a:cxn ang="0">
                    <a:pos x="T2" y="T3"/>
                  </a:cxn>
                  <a:cxn ang="0">
                    <a:pos x="T4" y="T5"/>
                  </a:cxn>
                </a:cxnLst>
                <a:rect l="0" t="0" r="r" b="b"/>
                <a:pathLst>
                  <a:path w="38049" h="21600" fill="none" extrusionOk="0">
                    <a:moveTo>
                      <a:pt x="-1" y="12315"/>
                    </a:moveTo>
                    <a:cubicBezTo>
                      <a:pt x="3581" y="4792"/>
                      <a:pt x="11170" y="-1"/>
                      <a:pt x="19503" y="0"/>
                    </a:cubicBezTo>
                    <a:cubicBezTo>
                      <a:pt x="27106" y="0"/>
                      <a:pt x="34150" y="3998"/>
                      <a:pt x="38048" y="10527"/>
                    </a:cubicBezTo>
                  </a:path>
                  <a:path w="38049" h="21600" stroke="0" extrusionOk="0">
                    <a:moveTo>
                      <a:pt x="-1" y="12315"/>
                    </a:moveTo>
                    <a:cubicBezTo>
                      <a:pt x="3581" y="4792"/>
                      <a:pt x="11170" y="-1"/>
                      <a:pt x="19503" y="0"/>
                    </a:cubicBezTo>
                    <a:cubicBezTo>
                      <a:pt x="27106" y="0"/>
                      <a:pt x="34150" y="3998"/>
                      <a:pt x="38048" y="10527"/>
                    </a:cubicBezTo>
                    <a:lnTo>
                      <a:pt x="19503" y="21600"/>
                    </a:lnTo>
                    <a:close/>
                  </a:path>
                </a:pathLst>
              </a:custGeom>
              <a:gradFill rotWithShape="0">
                <a:gsLst>
                  <a:gs pos="0">
                    <a:schemeClr val="bg1"/>
                  </a:gs>
                  <a:gs pos="100000">
                    <a:srgbClr val="9999FF"/>
                  </a:gs>
                </a:gsLst>
                <a:path path="shape">
                  <a:fillToRect l="50000" t="50000" r="50000" b="50000"/>
                </a:path>
              </a:gradFill>
              <a:ln w="76200">
                <a:solidFill>
                  <a:schemeClr val="bg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250904" name="Rectangle 24"/>
            <p:cNvSpPr>
              <a:spLocks noChangeArrowheads="1"/>
            </p:cNvSpPr>
            <p:nvPr/>
          </p:nvSpPr>
          <p:spPr bwMode="auto">
            <a:xfrm>
              <a:off x="4107" y="2979"/>
              <a:ext cx="316" cy="351"/>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4600" name="Line 25"/>
            <p:cNvSpPr/>
            <p:nvPr/>
          </p:nvSpPr>
          <p:spPr>
            <a:xfrm flipH="1">
              <a:off x="3490" y="2843"/>
              <a:ext cx="440" cy="408"/>
            </a:xfrm>
            <a:prstGeom prst="line">
              <a:avLst/>
            </a:prstGeom>
            <a:ln w="28575" cap="flat" cmpd="sng">
              <a:solidFill>
                <a:srgbClr val="FF0000"/>
              </a:solidFill>
              <a:prstDash val="solid"/>
              <a:round/>
              <a:headEnd type="none" w="med" len="med"/>
              <a:tailEnd type="triangle" w="sm" len="lg"/>
            </a:ln>
          </p:spPr>
        </p:sp>
        <p:sp>
          <p:nvSpPr>
            <p:cNvPr id="24601" name="Line 26"/>
            <p:cNvSpPr/>
            <p:nvPr/>
          </p:nvSpPr>
          <p:spPr>
            <a:xfrm>
              <a:off x="4597" y="2889"/>
              <a:ext cx="440" cy="384"/>
            </a:xfrm>
            <a:prstGeom prst="line">
              <a:avLst/>
            </a:prstGeom>
            <a:ln w="28575" cap="flat" cmpd="sng">
              <a:solidFill>
                <a:srgbClr val="FF0000"/>
              </a:solidFill>
              <a:prstDash val="solid"/>
              <a:round/>
              <a:headEnd type="none" w="med" len="med"/>
              <a:tailEnd type="triangle" w="sm" len="lg"/>
            </a:ln>
          </p:spPr>
        </p:sp>
        <p:sp>
          <p:nvSpPr>
            <p:cNvPr id="24602" name="Line 27"/>
            <p:cNvSpPr/>
            <p:nvPr/>
          </p:nvSpPr>
          <p:spPr>
            <a:xfrm flipH="1" flipV="1">
              <a:off x="3172" y="2629"/>
              <a:ext cx="587" cy="0"/>
            </a:xfrm>
            <a:prstGeom prst="line">
              <a:avLst/>
            </a:prstGeom>
            <a:ln w="28575" cap="flat" cmpd="sng">
              <a:solidFill>
                <a:srgbClr val="FF0000"/>
              </a:solidFill>
              <a:prstDash val="solid"/>
              <a:round/>
              <a:headEnd type="none" w="med" len="med"/>
              <a:tailEnd type="triangle" w="sm" len="lg"/>
            </a:ln>
          </p:spPr>
        </p:sp>
        <p:sp>
          <p:nvSpPr>
            <p:cNvPr id="24603" name="Line 28"/>
            <p:cNvSpPr/>
            <p:nvPr/>
          </p:nvSpPr>
          <p:spPr>
            <a:xfrm>
              <a:off x="4720" y="2596"/>
              <a:ext cx="587" cy="0"/>
            </a:xfrm>
            <a:prstGeom prst="line">
              <a:avLst/>
            </a:prstGeom>
            <a:ln w="28575" cap="flat" cmpd="sng">
              <a:solidFill>
                <a:srgbClr val="FF0000"/>
              </a:solidFill>
              <a:prstDash val="solid"/>
              <a:round/>
              <a:headEnd type="none" w="med" len="med"/>
              <a:tailEnd type="triangle" w="sm" len="lg"/>
            </a:ln>
          </p:spPr>
        </p:sp>
        <p:sp>
          <p:nvSpPr>
            <p:cNvPr id="24604" name="Rectangle 29"/>
            <p:cNvSpPr/>
            <p:nvPr/>
          </p:nvSpPr>
          <p:spPr>
            <a:xfrm>
              <a:off x="564" y="2496"/>
              <a:ext cx="1965" cy="824"/>
            </a:xfrm>
            <a:prstGeom prst="rect">
              <a:avLst/>
            </a:prstGeom>
            <a:solidFill>
              <a:schemeClr val="folHlink"/>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05" name="Rectangle 30"/>
            <p:cNvSpPr/>
            <p:nvPr/>
          </p:nvSpPr>
          <p:spPr>
            <a:xfrm>
              <a:off x="677" y="2361"/>
              <a:ext cx="1717" cy="949"/>
            </a:xfrm>
            <a:prstGeom prst="rect">
              <a:avLst/>
            </a:prstGeom>
            <a:gradFill rotWithShape="0">
              <a:gsLst>
                <a:gs pos="0">
                  <a:srgbClr val="171717"/>
                </a:gs>
                <a:gs pos="50000">
                  <a:srgbClr val="DDDDDD"/>
                </a:gs>
                <a:gs pos="100000">
                  <a:srgbClr val="171717"/>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06" name="Rectangle 31"/>
            <p:cNvSpPr/>
            <p:nvPr/>
          </p:nvSpPr>
          <p:spPr>
            <a:xfrm>
              <a:off x="407" y="2135"/>
              <a:ext cx="283" cy="362"/>
            </a:xfrm>
            <a:prstGeom prst="rect">
              <a:avLst/>
            </a:prstGeom>
            <a:solidFill>
              <a:schemeClr val="folHlink"/>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07" name="Rectangle 32"/>
            <p:cNvSpPr/>
            <p:nvPr/>
          </p:nvSpPr>
          <p:spPr>
            <a:xfrm rot="10797307">
              <a:off x="2409" y="2127"/>
              <a:ext cx="317" cy="373"/>
            </a:xfrm>
            <a:prstGeom prst="rect">
              <a:avLst/>
            </a:prstGeom>
            <a:solidFill>
              <a:schemeClr val="folHlink"/>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nvGrpSpPr>
            <p:cNvPr id="24608" name="Group 33"/>
            <p:cNvGrpSpPr/>
            <p:nvPr/>
          </p:nvGrpSpPr>
          <p:grpSpPr>
            <a:xfrm>
              <a:off x="361" y="2124"/>
              <a:ext cx="2435" cy="362"/>
              <a:chOff x="3038" y="1525"/>
              <a:chExt cx="2435" cy="362"/>
            </a:xfrm>
          </p:grpSpPr>
          <p:sp>
            <p:nvSpPr>
              <p:cNvPr id="24609" name="Arc 34"/>
              <p:cNvSpPr/>
              <p:nvPr/>
            </p:nvSpPr>
            <p:spPr>
              <a:xfrm>
                <a:off x="3114" y="1525"/>
                <a:ext cx="2261" cy="159"/>
              </a:xfrm>
              <a:custGeom>
                <a:avLst/>
                <a:gdLst/>
                <a:ahLst/>
                <a:cxnLst>
                  <a:cxn ang="0">
                    <a:pos x="0" y="0"/>
                  </a:cxn>
                  <a:cxn ang="0">
                    <a:pos x="0" y="0"/>
                  </a:cxn>
                  <a:cxn ang="0">
                    <a:pos x="0" y="0"/>
                  </a:cxn>
                </a:cxnLst>
                <a:rect l="0" t="0" r="0" b="0"/>
                <a:pathLst>
                  <a:path w="42494" h="21600" fill="none">
                    <a:moveTo>
                      <a:pt x="0" y="16340"/>
                    </a:moveTo>
                    <a:cubicBezTo>
                      <a:pt x="2411" y="6734"/>
                      <a:pt x="11046" y="-1"/>
                      <a:pt x="20950" y="0"/>
                    </a:cubicBezTo>
                    <a:cubicBezTo>
                      <a:pt x="32277" y="0"/>
                      <a:pt x="41681" y="8751"/>
                      <a:pt x="42494" y="20049"/>
                    </a:cubicBezTo>
                  </a:path>
                  <a:path w="42494" h="21600" stroke="0">
                    <a:moveTo>
                      <a:pt x="0" y="16340"/>
                    </a:moveTo>
                    <a:cubicBezTo>
                      <a:pt x="2411" y="6734"/>
                      <a:pt x="11046" y="-1"/>
                      <a:pt x="20950" y="0"/>
                    </a:cubicBezTo>
                    <a:cubicBezTo>
                      <a:pt x="32277" y="0"/>
                      <a:pt x="41681" y="8751"/>
                      <a:pt x="42494" y="20049"/>
                    </a:cubicBezTo>
                    <a:lnTo>
                      <a:pt x="20950" y="21600"/>
                    </a:lnTo>
                    <a:lnTo>
                      <a:pt x="0" y="16340"/>
                    </a:lnTo>
                    <a:close/>
                  </a:path>
                </a:pathLst>
              </a:custGeom>
              <a:solidFill>
                <a:srgbClr val="CC99FF"/>
              </a:solidFill>
              <a:ln w="9525" cap="flat" cmpd="sng">
                <a:solidFill>
                  <a:schemeClr val="tx1"/>
                </a:solidFill>
                <a:prstDash val="solid"/>
                <a:round/>
                <a:headEnd type="none" w="med" len="med"/>
                <a:tailEnd type="none" w="med" len="med"/>
              </a:ln>
            </p:spPr>
            <p:txBody>
              <a:bodyPr/>
              <a:lstStyle/>
              <a:p>
                <a:endParaRPr lang="zh-CN" altLang="en-US"/>
              </a:p>
            </p:txBody>
          </p:sp>
          <p:sp>
            <p:nvSpPr>
              <p:cNvPr id="24610" name="Oval 35"/>
              <p:cNvSpPr/>
              <p:nvPr/>
            </p:nvSpPr>
            <p:spPr>
              <a:xfrm>
                <a:off x="3117" y="1582"/>
                <a:ext cx="2293" cy="305"/>
              </a:xfrm>
              <a:prstGeom prst="ellipse">
                <a:avLst/>
              </a:prstGeom>
              <a:solidFill>
                <a:srgbClr val="CCFFFF"/>
              </a:solidFill>
              <a:ln w="19050" cap="flat" cmpd="sng">
                <a:solidFill>
                  <a:schemeClr val="tx1"/>
                </a:solidFill>
                <a:prstDash val="solid"/>
                <a:round/>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11" name="Rectangle 36"/>
              <p:cNvSpPr/>
              <p:nvPr/>
            </p:nvSpPr>
            <p:spPr>
              <a:xfrm>
                <a:off x="3038" y="1616"/>
                <a:ext cx="170" cy="192"/>
              </a:xfrm>
              <a:prstGeom prst="rect">
                <a:avLst/>
              </a:prstGeom>
              <a:solidFill>
                <a:schemeClr val="bg1"/>
              </a:solidFill>
              <a:ln w="19050" cap="flat" cmpd="sng">
                <a:solidFill>
                  <a:schemeClr val="bg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12" name="Rectangle 37"/>
              <p:cNvSpPr/>
              <p:nvPr/>
            </p:nvSpPr>
            <p:spPr>
              <a:xfrm>
                <a:off x="5303" y="1609"/>
                <a:ext cx="170" cy="192"/>
              </a:xfrm>
              <a:prstGeom prst="rect">
                <a:avLst/>
              </a:prstGeom>
              <a:solidFill>
                <a:schemeClr val="bg1"/>
              </a:solidFill>
              <a:ln w="19050" cap="flat" cmpd="sng">
                <a:solidFill>
                  <a:schemeClr val="bg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13" name="Line 38"/>
              <p:cNvSpPr/>
              <p:nvPr/>
            </p:nvSpPr>
            <p:spPr>
              <a:xfrm flipH="1">
                <a:off x="3219" y="1604"/>
                <a:ext cx="2" cy="203"/>
              </a:xfrm>
              <a:prstGeom prst="line">
                <a:avLst/>
              </a:prstGeom>
              <a:ln w="19050" cap="flat" cmpd="sng">
                <a:solidFill>
                  <a:schemeClr val="tx1"/>
                </a:solidFill>
                <a:prstDash val="solid"/>
                <a:round/>
                <a:headEnd type="none" w="med" len="med"/>
                <a:tailEnd type="none" w="med" len="med"/>
              </a:ln>
            </p:spPr>
          </p:sp>
          <p:sp>
            <p:nvSpPr>
              <p:cNvPr id="24614" name="Line 39"/>
              <p:cNvSpPr/>
              <p:nvPr/>
            </p:nvSpPr>
            <p:spPr>
              <a:xfrm>
                <a:off x="5292" y="1610"/>
                <a:ext cx="0" cy="192"/>
              </a:xfrm>
              <a:prstGeom prst="line">
                <a:avLst/>
              </a:prstGeom>
              <a:ln w="19050" cap="flat" cmpd="sng">
                <a:solidFill>
                  <a:schemeClr val="tx1"/>
                </a:solidFill>
                <a:prstDash val="solid"/>
                <a:round/>
                <a:headEnd type="none" w="med" len="med"/>
                <a:tailEnd type="none" w="med" len="med"/>
              </a:ln>
            </p:spPr>
          </p:sp>
        </p:grpSp>
        <p:sp>
          <p:nvSpPr>
            <p:cNvPr id="24615" name="Rectangle 40"/>
            <p:cNvSpPr/>
            <p:nvPr/>
          </p:nvSpPr>
          <p:spPr>
            <a:xfrm rot="10797307">
              <a:off x="2613" y="2148"/>
              <a:ext cx="136" cy="328"/>
            </a:xfrm>
            <a:prstGeom prst="rect">
              <a:avLst/>
            </a:prstGeom>
            <a:solidFill>
              <a:schemeClr val="folHlink"/>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16" name="Rectangle 41"/>
            <p:cNvSpPr/>
            <p:nvPr/>
          </p:nvSpPr>
          <p:spPr>
            <a:xfrm>
              <a:off x="406" y="2146"/>
              <a:ext cx="125" cy="339"/>
            </a:xfrm>
            <a:prstGeom prst="rect">
              <a:avLst/>
            </a:prstGeom>
            <a:solidFill>
              <a:schemeClr val="folHlink"/>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17" name="Line 42"/>
            <p:cNvSpPr/>
            <p:nvPr/>
          </p:nvSpPr>
          <p:spPr>
            <a:xfrm>
              <a:off x="2609" y="2214"/>
              <a:ext cx="0" cy="192"/>
            </a:xfrm>
            <a:prstGeom prst="line">
              <a:avLst/>
            </a:prstGeom>
            <a:ln w="9525" cap="flat" cmpd="sng">
              <a:solidFill>
                <a:schemeClr val="tx1"/>
              </a:solidFill>
              <a:prstDash val="solid"/>
              <a:round/>
              <a:headEnd type="none" w="med" len="med"/>
              <a:tailEnd type="none" w="med" len="med"/>
            </a:ln>
          </p:spPr>
        </p:sp>
        <p:sp>
          <p:nvSpPr>
            <p:cNvPr id="24618" name="Line 43"/>
            <p:cNvSpPr/>
            <p:nvPr/>
          </p:nvSpPr>
          <p:spPr>
            <a:xfrm>
              <a:off x="395" y="2135"/>
              <a:ext cx="0" cy="384"/>
            </a:xfrm>
            <a:prstGeom prst="line">
              <a:avLst/>
            </a:prstGeom>
            <a:ln w="9525" cap="flat" cmpd="sng">
              <a:solidFill>
                <a:schemeClr val="tx1"/>
              </a:solidFill>
              <a:prstDash val="solid"/>
              <a:round/>
              <a:headEnd type="none" w="med" len="med"/>
              <a:tailEnd type="none" w="med" len="med"/>
            </a:ln>
          </p:spPr>
        </p:sp>
        <p:sp>
          <p:nvSpPr>
            <p:cNvPr id="24619" name="Line 44"/>
            <p:cNvSpPr/>
            <p:nvPr/>
          </p:nvSpPr>
          <p:spPr>
            <a:xfrm>
              <a:off x="2745" y="2135"/>
              <a:ext cx="0" cy="361"/>
            </a:xfrm>
            <a:prstGeom prst="line">
              <a:avLst/>
            </a:prstGeom>
            <a:ln w="9525" cap="flat" cmpd="sng">
              <a:solidFill>
                <a:schemeClr val="tx1"/>
              </a:solidFill>
              <a:prstDash val="solid"/>
              <a:round/>
              <a:headEnd type="none" w="med" len="med"/>
              <a:tailEnd type="none" w="med" len="med"/>
            </a:ln>
          </p:spPr>
        </p:sp>
        <p:grpSp>
          <p:nvGrpSpPr>
            <p:cNvPr id="24620" name="Group 45"/>
            <p:cNvGrpSpPr/>
            <p:nvPr/>
          </p:nvGrpSpPr>
          <p:grpSpPr>
            <a:xfrm>
              <a:off x="796" y="1531"/>
              <a:ext cx="1509" cy="448"/>
              <a:chOff x="3473" y="481"/>
              <a:chExt cx="1531" cy="899"/>
            </a:xfrm>
          </p:grpSpPr>
          <p:sp>
            <p:nvSpPr>
              <p:cNvPr id="24621" name="Line 46"/>
              <p:cNvSpPr/>
              <p:nvPr/>
            </p:nvSpPr>
            <p:spPr>
              <a:xfrm>
                <a:off x="3976" y="499"/>
                <a:ext cx="0" cy="881"/>
              </a:xfrm>
              <a:prstGeom prst="line">
                <a:avLst/>
              </a:prstGeom>
              <a:ln w="28575" cap="flat" cmpd="sng">
                <a:solidFill>
                  <a:schemeClr val="tx1"/>
                </a:solidFill>
                <a:prstDash val="solid"/>
                <a:round/>
                <a:headEnd type="none" w="med" len="med"/>
                <a:tailEnd type="triangle" w="sm" len="lg"/>
              </a:ln>
            </p:spPr>
          </p:sp>
          <p:sp>
            <p:nvSpPr>
              <p:cNvPr id="24622" name="Line 47"/>
              <p:cNvSpPr/>
              <p:nvPr/>
            </p:nvSpPr>
            <p:spPr>
              <a:xfrm>
                <a:off x="4501" y="493"/>
                <a:ext cx="0" cy="881"/>
              </a:xfrm>
              <a:prstGeom prst="line">
                <a:avLst/>
              </a:prstGeom>
              <a:ln w="28575" cap="flat" cmpd="sng">
                <a:solidFill>
                  <a:schemeClr val="tx1"/>
                </a:solidFill>
                <a:prstDash val="solid"/>
                <a:round/>
                <a:headEnd type="none" w="med" len="med"/>
                <a:tailEnd type="triangle" w="sm" len="lg"/>
              </a:ln>
            </p:spPr>
          </p:sp>
          <p:sp>
            <p:nvSpPr>
              <p:cNvPr id="24623" name="Line 48"/>
              <p:cNvSpPr/>
              <p:nvPr/>
            </p:nvSpPr>
            <p:spPr>
              <a:xfrm>
                <a:off x="5004" y="487"/>
                <a:ext cx="0" cy="881"/>
              </a:xfrm>
              <a:prstGeom prst="line">
                <a:avLst/>
              </a:prstGeom>
              <a:ln w="28575" cap="flat" cmpd="sng">
                <a:solidFill>
                  <a:schemeClr val="tx1"/>
                </a:solidFill>
                <a:prstDash val="solid"/>
                <a:round/>
                <a:headEnd type="none" w="med" len="med"/>
                <a:tailEnd type="triangle" w="sm" len="lg"/>
              </a:ln>
            </p:spPr>
          </p:sp>
          <p:sp>
            <p:nvSpPr>
              <p:cNvPr id="24624" name="Line 49"/>
              <p:cNvSpPr/>
              <p:nvPr/>
            </p:nvSpPr>
            <p:spPr>
              <a:xfrm>
                <a:off x="3473" y="481"/>
                <a:ext cx="0" cy="881"/>
              </a:xfrm>
              <a:prstGeom prst="line">
                <a:avLst/>
              </a:prstGeom>
              <a:ln w="28575" cap="flat" cmpd="sng">
                <a:solidFill>
                  <a:schemeClr val="tx1"/>
                </a:solidFill>
                <a:prstDash val="solid"/>
                <a:round/>
                <a:headEnd type="none" w="med" len="med"/>
                <a:tailEnd type="triangle" w="sm" len="lg"/>
              </a:ln>
            </p:spPr>
          </p:sp>
        </p:grpSp>
        <p:grpSp>
          <p:nvGrpSpPr>
            <p:cNvPr id="24625" name="Group 50"/>
            <p:cNvGrpSpPr/>
            <p:nvPr/>
          </p:nvGrpSpPr>
          <p:grpSpPr>
            <a:xfrm>
              <a:off x="1196" y="2649"/>
              <a:ext cx="750" cy="491"/>
              <a:chOff x="3851" y="2290"/>
              <a:chExt cx="750" cy="491"/>
            </a:xfrm>
          </p:grpSpPr>
          <p:sp>
            <p:nvSpPr>
              <p:cNvPr id="24626" name="Line 51"/>
              <p:cNvSpPr/>
              <p:nvPr/>
            </p:nvSpPr>
            <p:spPr>
              <a:xfrm>
                <a:off x="4240" y="2295"/>
                <a:ext cx="0" cy="486"/>
              </a:xfrm>
              <a:prstGeom prst="line">
                <a:avLst/>
              </a:prstGeom>
              <a:ln w="28575" cap="flat" cmpd="sng">
                <a:solidFill>
                  <a:srgbClr val="FFFF00"/>
                </a:solidFill>
                <a:prstDash val="solid"/>
                <a:round/>
                <a:headEnd type="none" w="med" len="med"/>
                <a:tailEnd type="triangle" w="sm" len="lg"/>
              </a:ln>
            </p:spPr>
          </p:sp>
          <p:sp>
            <p:nvSpPr>
              <p:cNvPr id="24627" name="Line 52"/>
              <p:cNvSpPr/>
              <p:nvPr/>
            </p:nvSpPr>
            <p:spPr>
              <a:xfrm>
                <a:off x="3851" y="2290"/>
                <a:ext cx="0" cy="486"/>
              </a:xfrm>
              <a:prstGeom prst="line">
                <a:avLst/>
              </a:prstGeom>
              <a:ln w="28575" cap="flat" cmpd="sng">
                <a:solidFill>
                  <a:srgbClr val="FFFF00"/>
                </a:solidFill>
                <a:prstDash val="solid"/>
                <a:round/>
                <a:headEnd type="none" w="med" len="med"/>
                <a:tailEnd type="triangle" w="sm" len="lg"/>
              </a:ln>
            </p:spPr>
          </p:sp>
          <p:sp>
            <p:nvSpPr>
              <p:cNvPr id="24628" name="Line 53"/>
              <p:cNvSpPr/>
              <p:nvPr/>
            </p:nvSpPr>
            <p:spPr>
              <a:xfrm>
                <a:off x="4601" y="2295"/>
                <a:ext cx="0" cy="486"/>
              </a:xfrm>
              <a:prstGeom prst="line">
                <a:avLst/>
              </a:prstGeom>
              <a:ln w="28575" cap="flat" cmpd="sng">
                <a:solidFill>
                  <a:srgbClr val="FFFF00"/>
                </a:solidFill>
                <a:prstDash val="solid"/>
                <a:round/>
                <a:headEnd type="none" w="med" len="med"/>
                <a:tailEnd type="triangle" w="sm" len="lg"/>
              </a:ln>
            </p:spPr>
          </p:sp>
        </p:grpSp>
        <p:sp>
          <p:nvSpPr>
            <p:cNvPr id="24629" name="Freeform 54"/>
            <p:cNvSpPr/>
            <p:nvPr/>
          </p:nvSpPr>
          <p:spPr>
            <a:xfrm>
              <a:off x="549" y="2120"/>
              <a:ext cx="2067" cy="147"/>
            </a:xfrm>
            <a:custGeom>
              <a:avLst/>
              <a:gdLst/>
              <a:ahLst/>
              <a:cxnLst>
                <a:cxn ang="0">
                  <a:pos x="0" y="84"/>
                </a:cxn>
                <a:cxn ang="0">
                  <a:pos x="0" y="144"/>
                </a:cxn>
                <a:cxn ang="0">
                  <a:pos x="96" y="123"/>
                </a:cxn>
                <a:cxn ang="0">
                  <a:pos x="291" y="93"/>
                </a:cxn>
                <a:cxn ang="0">
                  <a:pos x="633" y="63"/>
                </a:cxn>
                <a:cxn ang="0">
                  <a:pos x="858" y="57"/>
                </a:cxn>
                <a:cxn ang="0">
                  <a:pos x="1119" y="57"/>
                </a:cxn>
                <a:cxn ang="0">
                  <a:pos x="1317" y="63"/>
                </a:cxn>
                <a:cxn ang="0">
                  <a:pos x="1578" y="78"/>
                </a:cxn>
                <a:cxn ang="0">
                  <a:pos x="1767" y="93"/>
                </a:cxn>
                <a:cxn ang="0">
                  <a:pos x="1917" y="114"/>
                </a:cxn>
                <a:cxn ang="0">
                  <a:pos x="2040" y="135"/>
                </a:cxn>
                <a:cxn ang="0">
                  <a:pos x="2067" y="147"/>
                </a:cxn>
                <a:cxn ang="0">
                  <a:pos x="2067" y="96"/>
                </a:cxn>
                <a:cxn ang="0">
                  <a:pos x="1947" y="69"/>
                </a:cxn>
                <a:cxn ang="0">
                  <a:pos x="1758" y="39"/>
                </a:cxn>
                <a:cxn ang="0">
                  <a:pos x="1482" y="18"/>
                </a:cxn>
                <a:cxn ang="0">
                  <a:pos x="1269" y="9"/>
                </a:cxn>
                <a:cxn ang="0">
                  <a:pos x="1059" y="0"/>
                </a:cxn>
                <a:cxn ang="0">
                  <a:pos x="831" y="9"/>
                </a:cxn>
                <a:cxn ang="0">
                  <a:pos x="585" y="15"/>
                </a:cxn>
                <a:cxn ang="0">
                  <a:pos x="321" y="36"/>
                </a:cxn>
                <a:cxn ang="0">
                  <a:pos x="132" y="57"/>
                </a:cxn>
                <a:cxn ang="0">
                  <a:pos x="0" y="84"/>
                </a:cxn>
              </a:cxnLst>
              <a:rect l="0" t="0" r="0" b="0"/>
              <a:pathLst>
                <a:path w="2067" h="147">
                  <a:moveTo>
                    <a:pt x="0" y="84"/>
                  </a:moveTo>
                  <a:lnTo>
                    <a:pt x="0" y="144"/>
                  </a:lnTo>
                  <a:lnTo>
                    <a:pt x="96" y="123"/>
                  </a:lnTo>
                  <a:lnTo>
                    <a:pt x="291" y="93"/>
                  </a:lnTo>
                  <a:lnTo>
                    <a:pt x="633" y="63"/>
                  </a:lnTo>
                  <a:lnTo>
                    <a:pt x="858" y="57"/>
                  </a:lnTo>
                  <a:lnTo>
                    <a:pt x="1119" y="57"/>
                  </a:lnTo>
                  <a:lnTo>
                    <a:pt x="1317" y="63"/>
                  </a:lnTo>
                  <a:lnTo>
                    <a:pt x="1578" y="78"/>
                  </a:lnTo>
                  <a:lnTo>
                    <a:pt x="1767" y="93"/>
                  </a:lnTo>
                  <a:lnTo>
                    <a:pt x="1917" y="114"/>
                  </a:lnTo>
                  <a:lnTo>
                    <a:pt x="2040" y="135"/>
                  </a:lnTo>
                  <a:lnTo>
                    <a:pt x="2067" y="147"/>
                  </a:lnTo>
                  <a:lnTo>
                    <a:pt x="2067" y="96"/>
                  </a:lnTo>
                  <a:lnTo>
                    <a:pt x="1947" y="69"/>
                  </a:lnTo>
                  <a:lnTo>
                    <a:pt x="1758" y="39"/>
                  </a:lnTo>
                  <a:lnTo>
                    <a:pt x="1482" y="18"/>
                  </a:lnTo>
                  <a:lnTo>
                    <a:pt x="1269" y="9"/>
                  </a:lnTo>
                  <a:lnTo>
                    <a:pt x="1059" y="0"/>
                  </a:lnTo>
                  <a:lnTo>
                    <a:pt x="831" y="9"/>
                  </a:lnTo>
                  <a:lnTo>
                    <a:pt x="585" y="15"/>
                  </a:lnTo>
                  <a:lnTo>
                    <a:pt x="321" y="36"/>
                  </a:lnTo>
                  <a:lnTo>
                    <a:pt x="132" y="57"/>
                  </a:lnTo>
                  <a:lnTo>
                    <a:pt x="0" y="84"/>
                  </a:lnTo>
                  <a:close/>
                </a:path>
              </a:pathLst>
            </a:custGeom>
            <a:solidFill>
              <a:srgbClr val="9999FF">
                <a:alpha val="50194"/>
              </a:srgbClr>
            </a:solidFill>
            <a:ln w="9525">
              <a:noFill/>
            </a:ln>
          </p:spPr>
          <p:txBody>
            <a:bodyPr/>
            <a:lstStyle/>
            <a:p>
              <a:endParaRPr lang="zh-CN" altLang="en-US"/>
            </a:p>
          </p:txBody>
        </p:sp>
        <p:sp>
          <p:nvSpPr>
            <p:cNvPr id="24630" name="Line 55"/>
            <p:cNvSpPr/>
            <p:nvPr/>
          </p:nvSpPr>
          <p:spPr>
            <a:xfrm flipV="1">
              <a:off x="2213" y="1746"/>
              <a:ext cx="461" cy="435"/>
            </a:xfrm>
            <a:prstGeom prst="line">
              <a:avLst/>
            </a:prstGeom>
            <a:ln w="9525" cap="flat" cmpd="sng">
              <a:solidFill>
                <a:schemeClr val="tx1"/>
              </a:solidFill>
              <a:prstDash val="solid"/>
              <a:round/>
              <a:headEnd type="none" w="med" len="med"/>
              <a:tailEnd type="none" w="med" len="med"/>
            </a:ln>
          </p:spPr>
        </p:sp>
        <p:sp>
          <p:nvSpPr>
            <p:cNvPr id="24631" name="Rectangle 56"/>
            <p:cNvSpPr/>
            <p:nvPr/>
          </p:nvSpPr>
          <p:spPr>
            <a:xfrm>
              <a:off x="3249" y="1902"/>
              <a:ext cx="1927" cy="164"/>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32" name="Line 57"/>
            <p:cNvSpPr/>
            <p:nvPr/>
          </p:nvSpPr>
          <p:spPr>
            <a:xfrm flipH="1" flipV="1">
              <a:off x="3542" y="1861"/>
              <a:ext cx="384" cy="385"/>
            </a:xfrm>
            <a:prstGeom prst="line">
              <a:avLst/>
            </a:prstGeom>
            <a:ln w="28575" cap="flat" cmpd="sng">
              <a:solidFill>
                <a:schemeClr val="tx1"/>
              </a:solidFill>
              <a:prstDash val="solid"/>
              <a:round/>
              <a:headEnd type="none" w="med" len="med"/>
              <a:tailEnd type="triangle" w="sm" len="lg"/>
            </a:ln>
          </p:spPr>
        </p:sp>
        <p:sp>
          <p:nvSpPr>
            <p:cNvPr id="24633" name="Line 58"/>
            <p:cNvSpPr/>
            <p:nvPr/>
          </p:nvSpPr>
          <p:spPr>
            <a:xfrm flipV="1">
              <a:off x="4581" y="1793"/>
              <a:ext cx="372" cy="429"/>
            </a:xfrm>
            <a:prstGeom prst="line">
              <a:avLst/>
            </a:prstGeom>
            <a:ln w="28575" cap="flat" cmpd="sng">
              <a:solidFill>
                <a:schemeClr val="tx1"/>
              </a:solidFill>
              <a:prstDash val="solid"/>
              <a:round/>
              <a:headEnd type="none" w="med" len="med"/>
              <a:tailEnd type="triangle" w="sm" len="lg"/>
            </a:ln>
          </p:spPr>
        </p:sp>
        <p:sp>
          <p:nvSpPr>
            <p:cNvPr id="24634" name="Line 59"/>
            <p:cNvSpPr/>
            <p:nvPr/>
          </p:nvSpPr>
          <p:spPr>
            <a:xfrm flipV="1">
              <a:off x="4254" y="1546"/>
              <a:ext cx="0" cy="519"/>
            </a:xfrm>
            <a:prstGeom prst="line">
              <a:avLst/>
            </a:prstGeom>
            <a:ln w="28575" cap="flat" cmpd="sng">
              <a:solidFill>
                <a:schemeClr val="tx1"/>
              </a:solidFill>
              <a:prstDash val="solid"/>
              <a:round/>
              <a:headEnd type="none" w="med" len="med"/>
              <a:tailEnd type="triangle" w="sm" len="lg"/>
            </a:ln>
          </p:spPr>
        </p:sp>
        <p:sp>
          <p:nvSpPr>
            <p:cNvPr id="24635" name="Freeform 60"/>
            <p:cNvSpPr/>
            <p:nvPr/>
          </p:nvSpPr>
          <p:spPr>
            <a:xfrm>
              <a:off x="3154" y="1759"/>
              <a:ext cx="181" cy="436"/>
            </a:xfrm>
            <a:custGeom>
              <a:avLst/>
              <a:gdLst/>
              <a:ahLst/>
              <a:cxnLst>
                <a:cxn ang="0">
                  <a:pos x="181" y="436"/>
                </a:cxn>
                <a:cxn ang="0">
                  <a:pos x="181" y="198"/>
                </a:cxn>
                <a:cxn ang="0">
                  <a:pos x="0" y="0"/>
                </a:cxn>
              </a:cxnLst>
              <a:rect l="0" t="0" r="0" b="0"/>
              <a:pathLst>
                <a:path w="181" h="436">
                  <a:moveTo>
                    <a:pt x="181" y="436"/>
                  </a:moveTo>
                  <a:lnTo>
                    <a:pt x="181" y="198"/>
                  </a:lnTo>
                  <a:lnTo>
                    <a:pt x="0" y="0"/>
                  </a:ln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24636" name="WordArt 61"/>
            <p:cNvSpPr>
              <a:spLocks noTextEdit="1"/>
            </p:cNvSpPr>
            <p:nvPr/>
          </p:nvSpPr>
          <p:spPr>
            <a:xfrm>
              <a:off x="2585" y="1558"/>
              <a:ext cx="684" cy="146"/>
            </a:xfrm>
            <a:prstGeom prst="rect">
              <a:avLst/>
            </a:prstGeom>
          </p:spPr>
          <p:txBody>
            <a:bodyPr wrap="none" fromWordArt="1">
              <a:prstTxWarp prst="textPlain">
                <a:avLst>
                  <a:gd name="adj" fmla="val 50000"/>
                </a:avLst>
              </a:prstTxWarp>
              <a:normAutofit/>
            </a:bodyPr>
            <a:lstStyle/>
            <a:p>
              <a:pPr algn="ctr"/>
              <a:r>
                <a:rPr lang="zh-CN" altLang="en-US" sz="1800" b="1">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介质膜</a:t>
              </a:r>
            </a:p>
          </p:txBody>
        </p:sp>
      </p:grpSp>
      <p:sp>
        <p:nvSpPr>
          <p:cNvPr id="250942" name="Text Box 62"/>
          <p:cNvSpPr txBox="1"/>
          <p:nvPr/>
        </p:nvSpPr>
        <p:spPr>
          <a:xfrm>
            <a:off x="792163" y="584200"/>
            <a:ext cx="431800" cy="1739900"/>
          </a:xfrm>
          <a:prstGeom prst="rect">
            <a:avLst/>
          </a:prstGeom>
          <a:solidFill>
            <a:srgbClr val="FFCC00"/>
          </a:solidFill>
          <a:ln w="9525">
            <a:noFill/>
          </a:ln>
        </p:spPr>
        <p:txBody>
          <a:bodyPr anchor="t" anchorCtr="0">
            <a:spAutoFit/>
          </a:bodyPr>
          <a:lstStyle/>
          <a:p>
            <a:pPr>
              <a:spcBef>
                <a:spcPct val="50000"/>
              </a:spcBef>
            </a:pPr>
            <a:r>
              <a:rPr lang="zh-CN" altLang="en-US" b="1" dirty="0">
                <a:latin typeface="Verdana" panose="020B0604030504040204" pitchFamily="34" charset="0"/>
                <a:ea typeface="楷体_GB2312" pitchFamily="1" charset="-122"/>
              </a:rPr>
              <a:t>相机的增透膜</a:t>
            </a:r>
          </a:p>
        </p:txBody>
      </p:sp>
      <p:sp>
        <p:nvSpPr>
          <p:cNvPr id="250943" name="Text Box 63"/>
          <p:cNvSpPr txBox="1"/>
          <p:nvPr/>
        </p:nvSpPr>
        <p:spPr>
          <a:xfrm>
            <a:off x="8712200" y="260350"/>
            <a:ext cx="431800" cy="1920875"/>
          </a:xfrm>
          <a:prstGeom prst="rect">
            <a:avLst/>
          </a:prstGeom>
          <a:solidFill>
            <a:srgbClr val="FFCC00"/>
          </a:solidFill>
          <a:ln w="9525">
            <a:noFill/>
          </a:ln>
        </p:spPr>
        <p:txBody>
          <a:bodyPr anchor="t" anchorCtr="0">
            <a:spAutoFit/>
          </a:bodyPr>
          <a:lstStyle/>
          <a:p>
            <a:pPr>
              <a:spcBef>
                <a:spcPct val="50000"/>
              </a:spcBef>
            </a:pPr>
            <a:r>
              <a:rPr lang="zh-CN" altLang="en-US" sz="2000" b="1" dirty="0">
                <a:latin typeface="Verdana" panose="020B0604030504040204" pitchFamily="34" charset="0"/>
                <a:ea typeface="楷体_GB2312" pitchFamily="1" charset="-122"/>
              </a:rPr>
              <a:t>灯罩的增透膜</a:t>
            </a:r>
          </a:p>
        </p:txBody>
      </p:sp>
      <p:sp>
        <p:nvSpPr>
          <p:cNvPr id="250944" name="Rectangle 64"/>
          <p:cNvSpPr/>
          <p:nvPr/>
        </p:nvSpPr>
        <p:spPr>
          <a:xfrm>
            <a:off x="0" y="3968750"/>
            <a:ext cx="1404938" cy="519113"/>
          </a:xfrm>
          <a:prstGeom prst="rect">
            <a:avLst/>
          </a:prstGeom>
          <a:solidFill>
            <a:srgbClr val="FFFF00"/>
          </a:solidFill>
          <a:ln w="9525">
            <a:noFill/>
          </a:ln>
        </p:spPr>
        <p:txBody>
          <a:bodyPr anchor="t" anchorCtr="0">
            <a:spAutoFit/>
          </a:bodyPr>
          <a:lstStyle/>
          <a:p>
            <a:pPr eaLnBrk="0" hangingPunct="0">
              <a:buClr>
                <a:schemeClr val="tx2"/>
              </a:buClr>
              <a:buSzPct val="75000"/>
              <a:buFont typeface="Monotype Sorts" pitchFamily="2" charset="2"/>
            </a:pPr>
            <a:r>
              <a:rPr lang="zh-CN" altLang="en-US" sz="2800" b="1" dirty="0">
                <a:solidFill>
                  <a:srgbClr val="CC0000"/>
                </a:solidFill>
                <a:latin typeface="楷体_GB2312" pitchFamily="1" charset="-122"/>
                <a:ea typeface="楷体_GB2312" pitchFamily="1" charset="-122"/>
              </a:rPr>
              <a:t>增反膜</a:t>
            </a:r>
          </a:p>
        </p:txBody>
      </p:sp>
      <p:sp>
        <p:nvSpPr>
          <p:cNvPr id="250945" name="Text Box 65"/>
          <p:cNvSpPr txBox="1">
            <a:spLocks noChangeArrowheads="1"/>
          </p:cNvSpPr>
          <p:nvPr/>
        </p:nvSpPr>
        <p:spPr bwMode="auto">
          <a:xfrm>
            <a:off x="792163" y="4508500"/>
            <a:ext cx="4572000" cy="822325"/>
          </a:xfrm>
          <a:prstGeom prst="rect">
            <a:avLst/>
          </a:prstGeom>
          <a:noFill/>
          <a:ln w="12699">
            <a:noFill/>
            <a:miter lim="800000"/>
            <a:headEnd type="none" w="sm" len="sm"/>
            <a:tailEnd type="none" w="sm" len="sm"/>
          </a:ln>
          <a:effectLst/>
        </p:spPr>
        <p:txBody>
          <a:bodyPr>
            <a:spAutoFit/>
          </a:bodyPr>
          <a:lstStyle/>
          <a:p>
            <a:pPr marR="0" defTabSz="914400" eaLnBrk="0" hangingPunct="0">
              <a:spcBef>
                <a:spcPct val="50000"/>
              </a:spcBef>
              <a:buClrTx/>
              <a:buSzTx/>
              <a:buFontTx/>
              <a:buNone/>
              <a:defRPr/>
            </a:pPr>
            <a:r>
              <a:rPr kumimoji="1" lang="zh-CN" altLang="en-US" sz="2400" b="1" kern="1200" cap="none" spc="0" normalizeH="0" baseline="0" noProof="0">
                <a:effectLst>
                  <a:outerShdw blurRad="38100" dist="38100" dir="2700000" algn="tl">
                    <a:srgbClr val="C0C0C0"/>
                  </a:outerShdw>
                </a:effectLst>
                <a:latin typeface="Times New Roman" panose="02020603050405020304" pitchFamily="18" charset="0"/>
                <a:ea typeface="楷体_GB2312" pitchFamily="1" charset="-122"/>
                <a:cs typeface="+mn-cs"/>
              </a:rPr>
              <a:t>一些光学仪器要求对某些光的反射加强，则涂有增反膜</a:t>
            </a:r>
            <a:endParaRPr kumimoji="1" lang="zh-CN" altLang="en-US" sz="2400" kern="1200" cap="none" spc="0" normalizeH="0" baseline="0" noProof="0">
              <a:latin typeface="Times New Roman" panose="02020603050405020304" pitchFamily="18" charset="0"/>
              <a:ea typeface="楷体_GB2312" pitchFamily="1" charset="-122"/>
              <a:cs typeface="+mn-cs"/>
            </a:endParaRPr>
          </a:p>
        </p:txBody>
      </p:sp>
      <p:graphicFrame>
        <p:nvGraphicFramePr>
          <p:cNvPr id="250946" name="Object 4"/>
          <p:cNvGraphicFramePr>
            <a:graphicFrameLocks noChangeAspect="1"/>
          </p:cNvGraphicFramePr>
          <p:nvPr/>
        </p:nvGraphicFramePr>
        <p:xfrm>
          <a:off x="1727200" y="5300663"/>
          <a:ext cx="1800225" cy="446087"/>
        </p:xfrm>
        <a:graphic>
          <a:graphicData uri="http://schemas.openxmlformats.org/presentationml/2006/ole">
            <mc:AlternateContent xmlns:mc="http://schemas.openxmlformats.org/markup-compatibility/2006">
              <mc:Choice xmlns:v="urn:schemas-microsoft-com:vml" Requires="v">
                <p:oleObj r:id="rId6" imgW="1206500" imgH="292100" progId="Equation.3">
                  <p:embed/>
                </p:oleObj>
              </mc:Choice>
              <mc:Fallback>
                <p:oleObj r:id="rId6" imgW="1206500" imgH="292100" progId="Equation.3">
                  <p:embed/>
                  <p:pic>
                    <p:nvPicPr>
                      <p:cNvPr id="0" name="图片 3158"/>
                      <p:cNvPicPr/>
                      <p:nvPr/>
                    </p:nvPicPr>
                    <p:blipFill>
                      <a:blip r:embed="rId7">
                        <a:lum bright="-100000"/>
                      </a:blip>
                      <a:stretch>
                        <a:fillRect/>
                      </a:stretch>
                    </p:blipFill>
                    <p:spPr>
                      <a:xfrm>
                        <a:off x="1727200" y="5300663"/>
                        <a:ext cx="1800225" cy="446087"/>
                      </a:xfrm>
                      <a:prstGeom prst="rect">
                        <a:avLst/>
                      </a:prstGeom>
                      <a:noFill/>
                      <a:ln w="38100">
                        <a:noFill/>
                        <a:miter/>
                      </a:ln>
                    </p:spPr>
                  </p:pic>
                </p:oleObj>
              </mc:Fallback>
            </mc:AlternateContent>
          </a:graphicData>
        </a:graphic>
      </p:graphicFrame>
      <p:sp>
        <p:nvSpPr>
          <p:cNvPr id="250947" name="Text Box 67"/>
          <p:cNvSpPr txBox="1">
            <a:spLocks noChangeArrowheads="1"/>
          </p:cNvSpPr>
          <p:nvPr/>
        </p:nvSpPr>
        <p:spPr bwMode="auto">
          <a:xfrm>
            <a:off x="1763713" y="5768975"/>
            <a:ext cx="2449513" cy="457200"/>
          </a:xfrm>
          <a:prstGeom prst="rect">
            <a:avLst/>
          </a:prstGeom>
          <a:noFill/>
          <a:ln w="12699" algn="ctr">
            <a:noFill/>
            <a:miter lim="800000"/>
            <a:headEnd type="none" w="sm" len="sm"/>
            <a:tailEnd type="none" w="sm" len="sm"/>
          </a:ln>
          <a:effectLst/>
        </p:spPr>
        <p:txBody>
          <a:bodyPr>
            <a:spAutoFit/>
          </a:bodyPr>
          <a:lstStyle/>
          <a:p>
            <a:pPr marR="0" defTabSz="914400" eaLnBrk="0" hangingPunct="0">
              <a:spcBef>
                <a:spcPct val="50000"/>
              </a:spcBef>
              <a:buClrTx/>
              <a:buSzTx/>
              <a:buFontTx/>
              <a:buNone/>
              <a:defRPr/>
            </a:pPr>
            <a:r>
              <a:rPr kumimoji="1" lang="zh-CN" altLang="en-US" sz="2400" b="1" kern="1200" cap="none" spc="0" normalizeH="0" baseline="0" noProof="0">
                <a:effectLst>
                  <a:outerShdw blurRad="38100" dist="38100" dir="2700000" algn="tl">
                    <a:srgbClr val="C0C0C0"/>
                  </a:outerShdw>
                </a:effectLst>
                <a:latin typeface="Times New Roman" panose="02020603050405020304" pitchFamily="18" charset="0"/>
                <a:ea typeface="楷体_GB2312" pitchFamily="1" charset="-122"/>
                <a:cs typeface="+mn-cs"/>
              </a:rPr>
              <a:t>膜的最小厚度为</a:t>
            </a:r>
          </a:p>
        </p:txBody>
      </p:sp>
      <p:graphicFrame>
        <p:nvGraphicFramePr>
          <p:cNvPr id="250948" name="Object 5"/>
          <p:cNvGraphicFramePr>
            <a:graphicFrameLocks noChangeAspect="1"/>
          </p:cNvGraphicFramePr>
          <p:nvPr/>
        </p:nvGraphicFramePr>
        <p:xfrm>
          <a:off x="4356100" y="5624513"/>
          <a:ext cx="1260475" cy="723900"/>
        </p:xfrm>
        <a:graphic>
          <a:graphicData uri="http://schemas.openxmlformats.org/presentationml/2006/ole">
            <mc:AlternateContent xmlns:mc="http://schemas.openxmlformats.org/markup-compatibility/2006">
              <mc:Choice xmlns:v="urn:schemas-microsoft-com:vml" Requires="v">
                <p:oleObj r:id="rId8" imgW="800100" imgH="508000" progId="Equation.3">
                  <p:embed/>
                </p:oleObj>
              </mc:Choice>
              <mc:Fallback>
                <p:oleObj r:id="rId8" imgW="800100" imgH="508000" progId="Equation.3">
                  <p:embed/>
                  <p:pic>
                    <p:nvPicPr>
                      <p:cNvPr id="0" name="图片 3159"/>
                      <p:cNvPicPr/>
                      <p:nvPr/>
                    </p:nvPicPr>
                    <p:blipFill>
                      <a:blip r:embed="rId9">
                        <a:lum bright="-100000"/>
                      </a:blip>
                      <a:stretch>
                        <a:fillRect/>
                      </a:stretch>
                    </p:blipFill>
                    <p:spPr>
                      <a:xfrm>
                        <a:off x="4356100" y="5624513"/>
                        <a:ext cx="1260475" cy="723900"/>
                      </a:xfrm>
                      <a:prstGeom prst="rect">
                        <a:avLst/>
                      </a:prstGeom>
                      <a:noFill/>
                      <a:ln w="38100">
                        <a:noFill/>
                        <a:miter/>
                      </a:ln>
                    </p:spPr>
                  </p:pic>
                </p:oleObj>
              </mc:Fallback>
            </mc:AlternateContent>
          </a:graphicData>
        </a:graphic>
      </p:graphicFrame>
      <p:sp>
        <p:nvSpPr>
          <p:cNvPr id="250949" name="AutoShape 69"/>
          <p:cNvSpPr/>
          <p:nvPr/>
        </p:nvSpPr>
        <p:spPr>
          <a:xfrm rot="10800000">
            <a:off x="8856663" y="6426200"/>
            <a:ext cx="287337" cy="431800"/>
          </a:xfrm>
          <a:custGeom>
            <a:avLst/>
            <a:gdLst/>
            <a:ahLst/>
            <a:cxnLst>
              <a:cxn ang="17694720">
                <a:pos x="2147483647" y="0"/>
              </a:cxn>
              <a:cxn ang="5898240">
                <a:pos x="2147483647" y="2147483647"/>
              </a:cxn>
              <a:cxn ang="5898240">
                <a:pos x="2147483647" y="2147483647"/>
              </a:cxn>
              <a:cxn ang="0">
                <a:pos x="2147483647" y="2147483647"/>
              </a:cxn>
            </a:cxnLst>
            <a:rect l="0" t="0" r="0" b="0"/>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FF00"/>
          </a:solidFill>
          <a:ln w="9525" cap="flat" cmpd="sng">
            <a:solidFill>
              <a:srgbClr val="CC0000"/>
            </a:solidFill>
            <a:prstDash val="solid"/>
            <a:miter/>
            <a:headEnd type="none" w="med" len="med"/>
            <a:tailEnd type="none" w="med" len="med"/>
          </a:ln>
        </p:spPr>
        <p:txBody>
          <a:bodyPr/>
          <a:lstStyle/>
          <a:p>
            <a:endParaRPr lang="zh-CN" altLang="en-US"/>
          </a:p>
        </p:txBody>
      </p:sp>
      <p:grpSp>
        <p:nvGrpSpPr>
          <p:cNvPr id="7" name="Group 70"/>
          <p:cNvGrpSpPr/>
          <p:nvPr/>
        </p:nvGrpSpPr>
        <p:grpSpPr>
          <a:xfrm>
            <a:off x="6276975" y="4757738"/>
            <a:ext cx="2089150" cy="1527175"/>
            <a:chOff x="3858" y="3159"/>
            <a:chExt cx="1316" cy="962"/>
          </a:xfrm>
        </p:grpSpPr>
        <p:sp>
          <p:nvSpPr>
            <p:cNvPr id="24646" name="Rectangle 71"/>
            <p:cNvSpPr/>
            <p:nvPr/>
          </p:nvSpPr>
          <p:spPr>
            <a:xfrm rot="-5400000">
              <a:off x="4246" y="3327"/>
              <a:ext cx="521" cy="100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47" name="Oval 72"/>
            <p:cNvSpPr/>
            <p:nvPr/>
          </p:nvSpPr>
          <p:spPr>
            <a:xfrm rot="-5400000">
              <a:off x="4246" y="2856"/>
              <a:ext cx="499" cy="124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48" name="Rectangle 73"/>
            <p:cNvSpPr/>
            <p:nvPr/>
          </p:nvSpPr>
          <p:spPr>
            <a:xfrm rot="-5400000">
              <a:off x="4257" y="2753"/>
              <a:ext cx="453" cy="1316"/>
            </a:xfrm>
            <a:prstGeom prst="rect">
              <a:avLst/>
            </a:prstGeom>
            <a:solidFill>
              <a:schemeClr val="bg1"/>
            </a:soli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49" name="Oval 74"/>
            <p:cNvSpPr/>
            <p:nvPr/>
          </p:nvSpPr>
          <p:spPr>
            <a:xfrm rot="-5400000">
              <a:off x="4257" y="2845"/>
              <a:ext cx="499" cy="1179"/>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50" name="Rectangle 75"/>
            <p:cNvSpPr/>
            <p:nvPr/>
          </p:nvSpPr>
          <p:spPr>
            <a:xfrm rot="-5400000">
              <a:off x="4293" y="2724"/>
              <a:ext cx="431" cy="1237"/>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51" name="Line 76"/>
            <p:cNvSpPr/>
            <p:nvPr/>
          </p:nvSpPr>
          <p:spPr>
            <a:xfrm rot="-5400000">
              <a:off x="4006" y="3637"/>
              <a:ext cx="68" cy="0"/>
            </a:xfrm>
            <a:prstGeom prst="line">
              <a:avLst/>
            </a:prstGeom>
            <a:ln w="9525" cap="flat" cmpd="sng">
              <a:solidFill>
                <a:schemeClr val="tx1"/>
              </a:solidFill>
              <a:prstDash val="solid"/>
              <a:round/>
              <a:headEnd type="none" w="med" len="med"/>
              <a:tailEnd type="none" w="med" len="med"/>
            </a:ln>
          </p:spPr>
        </p:sp>
        <p:sp>
          <p:nvSpPr>
            <p:cNvPr id="24652" name="Line 77"/>
            <p:cNvSpPr/>
            <p:nvPr/>
          </p:nvSpPr>
          <p:spPr>
            <a:xfrm rot="-5400000">
              <a:off x="4960" y="3615"/>
              <a:ext cx="91" cy="0"/>
            </a:xfrm>
            <a:prstGeom prst="line">
              <a:avLst/>
            </a:prstGeom>
            <a:ln w="9525" cap="flat" cmpd="sng">
              <a:solidFill>
                <a:schemeClr val="tx1"/>
              </a:solidFill>
              <a:prstDash val="solid"/>
              <a:round/>
              <a:headEnd type="none" w="med" len="med"/>
              <a:tailEnd type="none" w="med" len="med"/>
            </a:ln>
          </p:spPr>
        </p:sp>
        <p:sp>
          <p:nvSpPr>
            <p:cNvPr id="24653" name="AutoShape 78"/>
            <p:cNvSpPr/>
            <p:nvPr/>
          </p:nvSpPr>
          <p:spPr>
            <a:xfrm>
              <a:off x="4032" y="3600"/>
              <a:ext cx="114" cy="68"/>
            </a:xfrm>
            <a:prstGeom prst="rtTriangle">
              <a:avLst/>
            </a:prstGeom>
            <a:solidFill>
              <a:srgbClr val="FFCC99"/>
            </a:soli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654" name="AutoShape 79"/>
            <p:cNvSpPr/>
            <p:nvPr/>
          </p:nvSpPr>
          <p:spPr>
            <a:xfrm rot="5400000" flipH="1" flipV="1">
              <a:off x="4884" y="3523"/>
              <a:ext cx="81" cy="160"/>
            </a:xfrm>
            <a:prstGeom prst="rtTriangle">
              <a:avLst/>
            </a:prstGeom>
            <a:solidFill>
              <a:srgbClr val="FFCC99"/>
            </a:soli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grpSp>
        <p:nvGrpSpPr>
          <p:cNvPr id="8" name="Group 80"/>
          <p:cNvGrpSpPr/>
          <p:nvPr/>
        </p:nvGrpSpPr>
        <p:grpSpPr>
          <a:xfrm>
            <a:off x="6672263" y="4681538"/>
            <a:ext cx="1333500" cy="755650"/>
            <a:chOff x="4263" y="2976"/>
            <a:chExt cx="840" cy="476"/>
          </a:xfrm>
        </p:grpSpPr>
        <p:sp>
          <p:nvSpPr>
            <p:cNvPr id="24656" name="Line 81"/>
            <p:cNvSpPr/>
            <p:nvPr/>
          </p:nvSpPr>
          <p:spPr>
            <a:xfrm>
              <a:off x="4898" y="2999"/>
              <a:ext cx="0" cy="430"/>
            </a:xfrm>
            <a:prstGeom prst="line">
              <a:avLst/>
            </a:prstGeom>
            <a:ln w="9525" cap="flat" cmpd="sng">
              <a:solidFill>
                <a:schemeClr val="tx1"/>
              </a:solidFill>
              <a:prstDash val="solid"/>
              <a:round/>
              <a:headEnd type="none" w="med" len="med"/>
              <a:tailEnd type="triangle" w="med" len="med"/>
            </a:ln>
          </p:spPr>
        </p:sp>
        <p:sp>
          <p:nvSpPr>
            <p:cNvPr id="24657" name="Line 82"/>
            <p:cNvSpPr/>
            <p:nvPr/>
          </p:nvSpPr>
          <p:spPr>
            <a:xfrm>
              <a:off x="5103" y="2999"/>
              <a:ext cx="0" cy="408"/>
            </a:xfrm>
            <a:prstGeom prst="line">
              <a:avLst/>
            </a:prstGeom>
            <a:ln w="9525" cap="flat" cmpd="sng">
              <a:solidFill>
                <a:schemeClr val="tx1"/>
              </a:solidFill>
              <a:prstDash val="solid"/>
              <a:round/>
              <a:headEnd type="none" w="med" len="med"/>
              <a:tailEnd type="triangle" w="med" len="med"/>
            </a:ln>
          </p:spPr>
        </p:sp>
        <p:sp>
          <p:nvSpPr>
            <p:cNvPr id="24658" name="Line 83"/>
            <p:cNvSpPr/>
            <p:nvPr/>
          </p:nvSpPr>
          <p:spPr>
            <a:xfrm>
              <a:off x="4468" y="2999"/>
              <a:ext cx="0" cy="453"/>
            </a:xfrm>
            <a:prstGeom prst="line">
              <a:avLst/>
            </a:prstGeom>
            <a:ln w="9525" cap="flat" cmpd="sng">
              <a:solidFill>
                <a:schemeClr val="tx1"/>
              </a:solidFill>
              <a:prstDash val="solid"/>
              <a:round/>
              <a:headEnd type="none" w="med" len="med"/>
              <a:tailEnd type="triangle" w="med" len="med"/>
            </a:ln>
          </p:spPr>
        </p:sp>
        <p:sp>
          <p:nvSpPr>
            <p:cNvPr id="24659" name="Line 84"/>
            <p:cNvSpPr/>
            <p:nvPr/>
          </p:nvSpPr>
          <p:spPr>
            <a:xfrm>
              <a:off x="4672" y="2999"/>
              <a:ext cx="0" cy="453"/>
            </a:xfrm>
            <a:prstGeom prst="line">
              <a:avLst/>
            </a:prstGeom>
            <a:ln w="9525" cap="flat" cmpd="sng">
              <a:solidFill>
                <a:schemeClr val="tx1"/>
              </a:solidFill>
              <a:prstDash val="solid"/>
              <a:round/>
              <a:headEnd type="none" w="med" len="med"/>
              <a:tailEnd type="triangle" w="med" len="med"/>
            </a:ln>
          </p:spPr>
        </p:sp>
        <p:sp>
          <p:nvSpPr>
            <p:cNvPr id="24660" name="Line 85"/>
            <p:cNvSpPr/>
            <p:nvPr/>
          </p:nvSpPr>
          <p:spPr>
            <a:xfrm>
              <a:off x="4263" y="2976"/>
              <a:ext cx="0" cy="453"/>
            </a:xfrm>
            <a:prstGeom prst="line">
              <a:avLst/>
            </a:prstGeom>
            <a:ln w="9525" cap="flat" cmpd="sng">
              <a:solidFill>
                <a:schemeClr val="tx1"/>
              </a:solidFill>
              <a:prstDash val="solid"/>
              <a:round/>
              <a:headEnd type="none" w="med" len="med"/>
              <a:tailEnd type="triangle" w="med" len="med"/>
            </a:ln>
          </p:spPr>
        </p:sp>
      </p:grpSp>
      <p:grpSp>
        <p:nvGrpSpPr>
          <p:cNvPr id="9" name="Group 86"/>
          <p:cNvGrpSpPr/>
          <p:nvPr/>
        </p:nvGrpSpPr>
        <p:grpSpPr>
          <a:xfrm rot="10800000">
            <a:off x="6750050" y="4511675"/>
            <a:ext cx="1333500" cy="755650"/>
            <a:chOff x="4263" y="2976"/>
            <a:chExt cx="840" cy="476"/>
          </a:xfrm>
        </p:grpSpPr>
        <p:sp>
          <p:nvSpPr>
            <p:cNvPr id="24662" name="Line 87"/>
            <p:cNvSpPr/>
            <p:nvPr/>
          </p:nvSpPr>
          <p:spPr>
            <a:xfrm>
              <a:off x="4898" y="2999"/>
              <a:ext cx="0" cy="430"/>
            </a:xfrm>
            <a:prstGeom prst="line">
              <a:avLst/>
            </a:prstGeom>
            <a:ln w="9525" cap="flat" cmpd="sng">
              <a:solidFill>
                <a:schemeClr val="tx1"/>
              </a:solidFill>
              <a:prstDash val="solid"/>
              <a:round/>
              <a:headEnd type="none" w="med" len="med"/>
              <a:tailEnd type="triangle" w="med" len="med"/>
            </a:ln>
          </p:spPr>
        </p:sp>
        <p:sp>
          <p:nvSpPr>
            <p:cNvPr id="24663" name="Line 88"/>
            <p:cNvSpPr/>
            <p:nvPr/>
          </p:nvSpPr>
          <p:spPr>
            <a:xfrm>
              <a:off x="5103" y="2999"/>
              <a:ext cx="0" cy="408"/>
            </a:xfrm>
            <a:prstGeom prst="line">
              <a:avLst/>
            </a:prstGeom>
            <a:ln w="9525" cap="flat" cmpd="sng">
              <a:solidFill>
                <a:schemeClr val="tx1"/>
              </a:solidFill>
              <a:prstDash val="solid"/>
              <a:round/>
              <a:headEnd type="none" w="med" len="med"/>
              <a:tailEnd type="triangle" w="med" len="med"/>
            </a:ln>
          </p:spPr>
        </p:sp>
        <p:sp>
          <p:nvSpPr>
            <p:cNvPr id="24664" name="Line 89"/>
            <p:cNvSpPr/>
            <p:nvPr/>
          </p:nvSpPr>
          <p:spPr>
            <a:xfrm>
              <a:off x="4468" y="2999"/>
              <a:ext cx="0" cy="453"/>
            </a:xfrm>
            <a:prstGeom prst="line">
              <a:avLst/>
            </a:prstGeom>
            <a:ln w="9525" cap="flat" cmpd="sng">
              <a:solidFill>
                <a:schemeClr val="tx1"/>
              </a:solidFill>
              <a:prstDash val="solid"/>
              <a:round/>
              <a:headEnd type="none" w="med" len="med"/>
              <a:tailEnd type="triangle" w="med" len="med"/>
            </a:ln>
          </p:spPr>
        </p:sp>
        <p:sp>
          <p:nvSpPr>
            <p:cNvPr id="24665" name="Line 90"/>
            <p:cNvSpPr/>
            <p:nvPr/>
          </p:nvSpPr>
          <p:spPr>
            <a:xfrm>
              <a:off x="4672" y="2999"/>
              <a:ext cx="0" cy="453"/>
            </a:xfrm>
            <a:prstGeom prst="line">
              <a:avLst/>
            </a:prstGeom>
            <a:ln w="9525" cap="flat" cmpd="sng">
              <a:solidFill>
                <a:schemeClr val="tx1"/>
              </a:solidFill>
              <a:prstDash val="solid"/>
              <a:round/>
              <a:headEnd type="none" w="med" len="med"/>
              <a:tailEnd type="triangle" w="med" len="med"/>
            </a:ln>
          </p:spPr>
        </p:sp>
        <p:sp>
          <p:nvSpPr>
            <p:cNvPr id="24666" name="Line 91"/>
            <p:cNvSpPr/>
            <p:nvPr/>
          </p:nvSpPr>
          <p:spPr>
            <a:xfrm>
              <a:off x="4263" y="2976"/>
              <a:ext cx="0" cy="453"/>
            </a:xfrm>
            <a:prstGeom prst="line">
              <a:avLst/>
            </a:prstGeom>
            <a:ln w="9525" cap="flat" cmpd="sng">
              <a:solidFill>
                <a:schemeClr val="tx1"/>
              </a:solidFill>
              <a:prstDash val="solid"/>
              <a:round/>
              <a:headEnd type="none" w="med" len="med"/>
              <a:tailEnd type="triangle" w="med" len="med"/>
            </a:ln>
          </p:spPr>
        </p:sp>
      </p:grpSp>
      <p:sp>
        <p:nvSpPr>
          <p:cNvPr id="250972" name="AutoShape 92"/>
          <p:cNvSpPr/>
          <p:nvPr/>
        </p:nvSpPr>
        <p:spPr>
          <a:xfrm>
            <a:off x="5794375" y="4654550"/>
            <a:ext cx="360363" cy="936625"/>
          </a:xfrm>
          <a:prstGeom prst="wedgeRectCallout">
            <a:avLst>
              <a:gd name="adj1" fmla="val 168500"/>
              <a:gd name="adj2" fmla="val 43389"/>
            </a:avLst>
          </a:prstGeom>
          <a:solidFill>
            <a:schemeClr val="accent1"/>
          </a:solidFill>
          <a:ln w="9525" cap="flat" cmpd="sng">
            <a:solidFill>
              <a:schemeClr val="tx1"/>
            </a:solidFill>
            <a:prstDash val="solid"/>
            <a:miter/>
            <a:headEnd type="none" w="med" len="med"/>
            <a:tailEnd type="none" w="med" len="med"/>
          </a:ln>
        </p:spPr>
        <p:txBody>
          <a:bodyPr anchor="t" anchorCtr="0"/>
          <a:lstStyle/>
          <a:p>
            <a:pPr algn="ctr"/>
            <a:r>
              <a:rPr lang="zh-CN" altLang="en-US" b="1" dirty="0">
                <a:latin typeface="Verdana" panose="020B0604030504040204" pitchFamily="34" charset="0"/>
                <a:ea typeface="楷体_GB2312" pitchFamily="1" charset="-122"/>
              </a:rPr>
              <a:t>增反膜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0883"/>
                                        </p:tgtEl>
                                        <p:attrNameLst>
                                          <p:attrName>style.visibility</p:attrName>
                                        </p:attrNameLst>
                                      </p:cBhvr>
                                      <p:to>
                                        <p:strVal val="visible"/>
                                      </p:to>
                                    </p:set>
                                    <p:animEffect transition="in" filter="blinds(horizontal)">
                                      <p:cBhvr>
                                        <p:cTn id="7" dur="500"/>
                                        <p:tgtEl>
                                          <p:spTgt spid="250883"/>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50942"/>
                                        </p:tgtEl>
                                        <p:attrNameLst>
                                          <p:attrName>style.visibility</p:attrName>
                                        </p:attrNameLst>
                                      </p:cBhvr>
                                      <p:to>
                                        <p:strVal val="visible"/>
                                      </p:to>
                                    </p:set>
                                    <p:animEffect transition="in" filter="blinds(horizontal)">
                                      <p:cBhvr>
                                        <p:cTn id="13" dur="500"/>
                                        <p:tgtEl>
                                          <p:spTgt spid="25094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50943"/>
                                        </p:tgtEl>
                                        <p:attrNameLst>
                                          <p:attrName>style.visibility</p:attrName>
                                        </p:attrNameLst>
                                      </p:cBhvr>
                                      <p:to>
                                        <p:strVal val="visible"/>
                                      </p:to>
                                    </p:set>
                                    <p:animEffect transition="in" filter="blinds(horizontal)">
                                      <p:cBhvr>
                                        <p:cTn id="16" dur="500"/>
                                        <p:tgtEl>
                                          <p:spTgt spid="25094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50882"/>
                                        </p:tgtEl>
                                        <p:attrNameLst>
                                          <p:attrName>style.visibility</p:attrName>
                                        </p:attrNameLst>
                                      </p:cBhvr>
                                      <p:to>
                                        <p:strVal val="visible"/>
                                      </p:to>
                                    </p:set>
                                    <p:animEffect transition="in" filter="blinds(horizontal)">
                                      <p:cBhvr>
                                        <p:cTn id="21" dur="500"/>
                                        <p:tgtEl>
                                          <p:spTgt spid="250882"/>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50884"/>
                                        </p:tgtEl>
                                        <p:attrNameLst>
                                          <p:attrName>style.visibility</p:attrName>
                                        </p:attrNameLst>
                                      </p:cBhvr>
                                      <p:to>
                                        <p:strVal val="visible"/>
                                      </p:to>
                                    </p:set>
                                    <p:animEffect transition="in" filter="blinds(horizontal)">
                                      <p:cBhvr>
                                        <p:cTn id="24" dur="500"/>
                                        <p:tgtEl>
                                          <p:spTgt spid="250884"/>
                                        </p:tgtEl>
                                      </p:cBhvr>
                                    </p:animEffect>
                                  </p:childTnLst>
                                </p:cTn>
                              </p:par>
                              <p:par>
                                <p:cTn id="25" presetID="3" presetClass="entr" presetSubtype="10" fill="hold" nodeType="withEffect">
                                  <p:stCondLst>
                                    <p:cond delay="0"/>
                                  </p:stCondLst>
                                  <p:childTnLst>
                                    <p:set>
                                      <p:cBhvr>
                                        <p:cTn id="26" dur="1" fill="hold">
                                          <p:stCondLst>
                                            <p:cond delay="0"/>
                                          </p:stCondLst>
                                        </p:cTn>
                                        <p:tgtEl>
                                          <p:spTgt spid="250885"/>
                                        </p:tgtEl>
                                        <p:attrNameLst>
                                          <p:attrName>style.visibility</p:attrName>
                                        </p:attrNameLst>
                                      </p:cBhvr>
                                      <p:to>
                                        <p:strVal val="visible"/>
                                      </p:to>
                                    </p:set>
                                    <p:animEffect transition="in" filter="blinds(horizontal)">
                                      <p:cBhvr>
                                        <p:cTn id="27" dur="500"/>
                                        <p:tgtEl>
                                          <p:spTgt spid="25088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0944"/>
                                        </p:tgtEl>
                                        <p:attrNameLst>
                                          <p:attrName>style.visibility</p:attrName>
                                        </p:attrNameLst>
                                      </p:cBhvr>
                                      <p:to>
                                        <p:strVal val="visible"/>
                                      </p:to>
                                    </p:set>
                                    <p:animEffect transition="in" filter="blinds(horizontal)">
                                      <p:cBhvr>
                                        <p:cTn id="32" dur="500"/>
                                        <p:tgtEl>
                                          <p:spTgt spid="250944"/>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50945"/>
                                        </p:tgtEl>
                                        <p:attrNameLst>
                                          <p:attrName>style.visibility</p:attrName>
                                        </p:attrNameLst>
                                      </p:cBhvr>
                                      <p:to>
                                        <p:strVal val="visible"/>
                                      </p:to>
                                    </p:set>
                                    <p:animEffect transition="in" filter="blinds(horizontal)">
                                      <p:cBhvr>
                                        <p:cTn id="35" dur="500"/>
                                        <p:tgtEl>
                                          <p:spTgt spid="250945"/>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blinds(horizontal)">
                                      <p:cBhvr>
                                        <p:cTn id="40" dur="5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50972"/>
                                        </p:tgtEl>
                                        <p:attrNameLst>
                                          <p:attrName>style.visibility</p:attrName>
                                        </p:attrNameLst>
                                      </p:cBhvr>
                                      <p:to>
                                        <p:strVal val="visible"/>
                                      </p:to>
                                    </p:set>
                                    <p:animEffect transition="in" filter="blinds(horizontal)">
                                      <p:cBhvr>
                                        <p:cTn id="45" dur="500"/>
                                        <p:tgtEl>
                                          <p:spTgt spid="250972"/>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blinds(horizontal)">
                                      <p:cBhvr>
                                        <p:cTn id="50" dur="500"/>
                                        <p:tgtEl>
                                          <p:spTgt spid="8"/>
                                        </p:tgtEl>
                                      </p:cBhvr>
                                    </p:animEffect>
                                  </p:childTnLst>
                                </p:cTn>
                              </p:par>
                              <p:par>
                                <p:cTn id="51" presetID="3" presetClass="entr" presetSubtype="10" fill="hold" nodeType="with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blinds(horizontal)">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250946"/>
                                        </p:tgtEl>
                                        <p:attrNameLst>
                                          <p:attrName>style.visibility</p:attrName>
                                        </p:attrNameLst>
                                      </p:cBhvr>
                                      <p:to>
                                        <p:strVal val="visible"/>
                                      </p:to>
                                    </p:set>
                                    <p:animEffect transition="in" filter="blinds(horizontal)">
                                      <p:cBhvr>
                                        <p:cTn id="58" dur="500"/>
                                        <p:tgtEl>
                                          <p:spTgt spid="250946"/>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250947"/>
                                        </p:tgtEl>
                                        <p:attrNameLst>
                                          <p:attrName>style.visibility</p:attrName>
                                        </p:attrNameLst>
                                      </p:cBhvr>
                                      <p:to>
                                        <p:strVal val="visible"/>
                                      </p:to>
                                    </p:set>
                                    <p:animEffect transition="in" filter="blinds(horizontal)">
                                      <p:cBhvr>
                                        <p:cTn id="61" dur="500"/>
                                        <p:tgtEl>
                                          <p:spTgt spid="250947"/>
                                        </p:tgtEl>
                                      </p:cBhvr>
                                    </p:animEffect>
                                  </p:childTnLst>
                                </p:cTn>
                              </p:par>
                              <p:par>
                                <p:cTn id="62" presetID="3" presetClass="entr" presetSubtype="10" fill="hold" nodeType="withEffect">
                                  <p:stCondLst>
                                    <p:cond delay="0"/>
                                  </p:stCondLst>
                                  <p:childTnLst>
                                    <p:set>
                                      <p:cBhvr>
                                        <p:cTn id="63" dur="1" fill="hold">
                                          <p:stCondLst>
                                            <p:cond delay="0"/>
                                          </p:stCondLst>
                                        </p:cTn>
                                        <p:tgtEl>
                                          <p:spTgt spid="250948"/>
                                        </p:tgtEl>
                                        <p:attrNameLst>
                                          <p:attrName>style.visibility</p:attrName>
                                        </p:attrNameLst>
                                      </p:cBhvr>
                                      <p:to>
                                        <p:strVal val="visible"/>
                                      </p:to>
                                    </p:set>
                                    <p:animEffect transition="in" filter="blinds(horizontal)">
                                      <p:cBhvr>
                                        <p:cTn id="64" dur="500"/>
                                        <p:tgtEl>
                                          <p:spTgt spid="250948"/>
                                        </p:tgtEl>
                                      </p:cBhvr>
                                    </p:animEffect>
                                  </p:childTnLst>
                                </p:cTn>
                              </p:par>
                            </p:childTnLst>
                          </p:cTn>
                        </p:par>
                        <p:par>
                          <p:cTn id="65" fill="hold">
                            <p:stCondLst>
                              <p:cond delay="500"/>
                            </p:stCondLst>
                            <p:childTnLst>
                              <p:par>
                                <p:cTn id="66" presetID="3" presetClass="entr" presetSubtype="10" fill="hold" grpId="0" nodeType="afterEffect">
                                  <p:stCondLst>
                                    <p:cond delay="0"/>
                                  </p:stCondLst>
                                  <p:childTnLst>
                                    <p:set>
                                      <p:cBhvr>
                                        <p:cTn id="67" dur="1" fill="hold">
                                          <p:stCondLst>
                                            <p:cond delay="0"/>
                                          </p:stCondLst>
                                        </p:cTn>
                                        <p:tgtEl>
                                          <p:spTgt spid="250949"/>
                                        </p:tgtEl>
                                        <p:attrNameLst>
                                          <p:attrName>style.visibility</p:attrName>
                                        </p:attrNameLst>
                                      </p:cBhvr>
                                      <p:to>
                                        <p:strVal val="visible"/>
                                      </p:to>
                                    </p:set>
                                    <p:animEffect transition="in" filter="blinds(horizontal)">
                                      <p:cBhvr>
                                        <p:cTn id="68" dur="500"/>
                                        <p:tgtEl>
                                          <p:spTgt spid="250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bldLvl="0" animBg="1"/>
      <p:bldP spid="250884" grpId="0" bldLvl="0" animBg="1"/>
      <p:bldP spid="250942" grpId="0" bldLvl="0" animBg="1"/>
      <p:bldP spid="250943" grpId="0" bldLvl="0" animBg="1"/>
      <p:bldP spid="250944" grpId="0" bldLvl="0" animBg="1"/>
      <p:bldP spid="250945" grpId="0" bldLvl="0" animBg="1"/>
      <p:bldP spid="250947" grpId="0" bldLvl="0" animBg="1"/>
      <p:bldP spid="250949" grpId="0" bldLvl="0" animBg="1"/>
      <p:bldP spid="250972"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87020" y="332740"/>
            <a:ext cx="8512175" cy="6185535"/>
          </a:xfrm>
          <a:prstGeom prst="rect">
            <a:avLst/>
          </a:prstGeom>
          <a:noFill/>
        </p:spPr>
        <p:txBody>
          <a:bodyPr wrap="square" rtlCol="0" anchor="t">
            <a:spAutoFit/>
          </a:bodyPr>
          <a:lstStyle/>
          <a:p>
            <a:pPr>
              <a:lnSpc>
                <a:spcPct val="150000"/>
              </a:lnSpc>
            </a:pPr>
            <a:r>
              <a:rPr lang="zh-CN" altLang="zh-CN" sz="2400" b="1">
                <a:solidFill>
                  <a:srgbClr val="0000FF"/>
                </a:solidFill>
                <a:latin typeface="Verdana" panose="020B0604030504040204" pitchFamily="34" charset="0"/>
                <a:sym typeface="+mn-ea"/>
              </a:rPr>
              <a:t>课前测</a:t>
            </a:r>
            <a:r>
              <a:rPr lang="zh-CN" altLang="en-US" sz="2400" b="1">
                <a:solidFill>
                  <a:srgbClr val="0000FF"/>
                </a:solidFill>
                <a:latin typeface="Verdana" panose="020B0604030504040204" pitchFamily="34" charset="0"/>
                <a:sym typeface="+mn-ea"/>
              </a:rPr>
              <a:t>：</a:t>
            </a:r>
            <a:r>
              <a:rPr lang="zh-CN" altLang="zh-CN" sz="2400" b="1">
                <a:latin typeface="Times New Roman" panose="02020603050405020304" pitchFamily="18" charset="0"/>
                <a:sym typeface="+mn-ea"/>
              </a:rPr>
              <a:t>制作抗疲劳镜片时，一般在玻璃（或树脂）</a:t>
            </a:r>
            <a:r>
              <a:rPr lang="en-US" altLang="zh-CN" sz="2400" b="1">
                <a:latin typeface="Times New Roman" panose="02020603050405020304" pitchFamily="18" charset="0"/>
                <a:sym typeface="+mn-ea"/>
              </a:rPr>
              <a:t>(</a:t>
            </a:r>
            <a:r>
              <a:rPr lang="zh-CN" altLang="zh-CN" sz="2400" b="1">
                <a:latin typeface="Times New Roman" panose="02020603050405020304" pitchFamily="18" charset="0"/>
                <a:sym typeface="+mn-ea"/>
              </a:rPr>
              <a:t>折射率</a:t>
            </a:r>
            <a:r>
              <a:rPr lang="en-US" altLang="zh-CN" sz="2400" b="1" i="1">
                <a:latin typeface="Times New Roman" panose="02020603050405020304" pitchFamily="18" charset="0"/>
                <a:sym typeface="+mn-ea"/>
              </a:rPr>
              <a:t>n</a:t>
            </a:r>
            <a:r>
              <a:rPr lang="en-US" altLang="zh-CN" sz="2400" b="1" baseline="-25000">
                <a:latin typeface="Times New Roman" panose="02020603050405020304" pitchFamily="18" charset="0"/>
                <a:sym typeface="+mn-ea"/>
              </a:rPr>
              <a:t>3</a:t>
            </a:r>
            <a:r>
              <a:rPr lang="zh-CN" altLang="zh-CN" sz="2400" b="1">
                <a:latin typeface="Times New Roman" panose="02020603050405020304" pitchFamily="18" charset="0"/>
                <a:sym typeface="+mn-ea"/>
              </a:rPr>
              <a:t>＝</a:t>
            </a:r>
            <a:r>
              <a:rPr lang="en-US" altLang="zh-CN" sz="2400" b="1">
                <a:latin typeface="Times New Roman" panose="02020603050405020304" pitchFamily="18" charset="0"/>
                <a:sym typeface="+mn-ea"/>
              </a:rPr>
              <a:t>1.50</a:t>
            </a:r>
            <a:r>
              <a:rPr lang="zh-CN" altLang="en-US" sz="2400" b="1">
                <a:latin typeface="Times New Roman" panose="02020603050405020304" pitchFamily="18" charset="0"/>
                <a:sym typeface="+mn-ea"/>
              </a:rPr>
              <a:t>左右</a:t>
            </a:r>
            <a:r>
              <a:rPr lang="en-US" altLang="zh-CN" sz="2400" b="1">
                <a:latin typeface="Times New Roman" panose="02020603050405020304" pitchFamily="18" charset="0"/>
                <a:sym typeface="+mn-ea"/>
              </a:rPr>
              <a:t>)</a:t>
            </a:r>
            <a:r>
              <a:rPr lang="zh-CN" altLang="zh-CN" sz="2400" b="1">
                <a:latin typeface="Times New Roman" panose="02020603050405020304" pitchFamily="18" charset="0"/>
                <a:sym typeface="+mn-ea"/>
              </a:rPr>
              <a:t>表面镀一层</a:t>
            </a:r>
            <a:r>
              <a:rPr lang="en-US" altLang="zh-CN" sz="2400" b="1">
                <a:latin typeface="Times New Roman" panose="02020603050405020304" pitchFamily="18" charset="0"/>
                <a:sym typeface="+mn-ea"/>
              </a:rPr>
              <a:t>MgF</a:t>
            </a:r>
            <a:r>
              <a:rPr lang="en-US" altLang="zh-CN" sz="2400" b="1" baseline="-25000">
                <a:latin typeface="Times New Roman" panose="02020603050405020304" pitchFamily="18" charset="0"/>
                <a:sym typeface="+mn-ea"/>
              </a:rPr>
              <a:t>2 </a:t>
            </a:r>
            <a:r>
              <a:rPr lang="en-US" altLang="zh-CN" sz="2400" b="1">
                <a:latin typeface="Times New Roman" panose="02020603050405020304" pitchFamily="18" charset="0"/>
                <a:sym typeface="+mn-ea"/>
              </a:rPr>
              <a:t>(</a:t>
            </a:r>
            <a:r>
              <a:rPr lang="zh-CN" altLang="zh-CN" sz="2400" b="1">
                <a:latin typeface="Times New Roman" panose="02020603050405020304" pitchFamily="18" charset="0"/>
                <a:sym typeface="+mn-ea"/>
              </a:rPr>
              <a:t>折射率</a:t>
            </a:r>
            <a:r>
              <a:rPr lang="en-US" altLang="zh-CN" sz="2400" b="1" i="1">
                <a:latin typeface="Times New Roman" panose="02020603050405020304" pitchFamily="18" charset="0"/>
                <a:sym typeface="+mn-ea"/>
              </a:rPr>
              <a:t>n</a:t>
            </a:r>
            <a:r>
              <a:rPr lang="en-US" altLang="zh-CN" sz="2400" b="1" baseline="-25000">
                <a:latin typeface="Times New Roman" panose="02020603050405020304" pitchFamily="18" charset="0"/>
                <a:sym typeface="+mn-ea"/>
              </a:rPr>
              <a:t>2</a:t>
            </a:r>
            <a:r>
              <a:rPr lang="zh-CN" altLang="zh-CN" sz="2400" b="1">
                <a:latin typeface="Times New Roman" panose="02020603050405020304" pitchFamily="18" charset="0"/>
                <a:sym typeface="+mn-ea"/>
              </a:rPr>
              <a:t>＝</a:t>
            </a:r>
            <a:r>
              <a:rPr lang="en-US" altLang="zh-CN" sz="2400" b="1">
                <a:latin typeface="Times New Roman" panose="02020603050405020304" pitchFamily="18" charset="0"/>
                <a:sym typeface="+mn-ea"/>
              </a:rPr>
              <a:t>1.38)</a:t>
            </a:r>
            <a:r>
              <a:rPr lang="zh-CN" altLang="zh-CN" sz="2400" b="1">
                <a:latin typeface="Times New Roman" panose="02020603050405020304" pitchFamily="18" charset="0"/>
                <a:sym typeface="+mn-ea"/>
              </a:rPr>
              <a:t>薄膜作为增反膜。</a:t>
            </a:r>
            <a:r>
              <a:rPr lang="en-US" altLang="zh-CN" sz="2400" b="1">
                <a:latin typeface="Times New Roman" panose="02020603050405020304" pitchFamily="18" charset="0"/>
                <a:sym typeface="+mn-ea"/>
              </a:rPr>
              <a:t>MgF</a:t>
            </a:r>
            <a:r>
              <a:rPr lang="en-US" altLang="zh-CN" sz="2400" b="1" baseline="-25000">
                <a:latin typeface="Times New Roman" panose="02020603050405020304" pitchFamily="18" charset="0"/>
                <a:sym typeface="+mn-ea"/>
              </a:rPr>
              <a:t>2</a:t>
            </a:r>
            <a:r>
              <a:rPr lang="zh-CN" altLang="zh-CN" sz="2400" b="1">
                <a:latin typeface="Times New Roman" panose="02020603050405020304" pitchFamily="18" charset="0"/>
                <a:sym typeface="+mn-ea"/>
              </a:rPr>
              <a:t>薄膜的厚度应满足：</a:t>
            </a:r>
          </a:p>
          <a:p>
            <a:pPr>
              <a:lnSpc>
                <a:spcPct val="150000"/>
              </a:lnSpc>
            </a:pPr>
            <a:r>
              <a:rPr lang="zh-CN" altLang="en-US" sz="2400" b="1">
                <a:latin typeface="Times New Roman" panose="02020603050405020304" pitchFamily="18" charset="0"/>
                <a:sym typeface="+mn-ea"/>
              </a:rPr>
              <a:t>（</a:t>
            </a:r>
            <a:r>
              <a:rPr lang="en-US" altLang="zh-CN" sz="2400" b="1">
                <a:latin typeface="Times New Roman" panose="02020603050405020304" pitchFamily="18" charset="0"/>
                <a:sym typeface="+mn-ea"/>
              </a:rPr>
              <a:t>A</a:t>
            </a:r>
            <a:r>
              <a:rPr lang="zh-CN" altLang="en-US" sz="2400" b="1">
                <a:latin typeface="Times New Roman" panose="02020603050405020304" pitchFamily="18" charset="0"/>
                <a:sym typeface="+mn-ea"/>
              </a:rPr>
              <a:t>）使蓝光在</a:t>
            </a:r>
            <a:r>
              <a:rPr lang="en-US" altLang="zh-CN" sz="2400" b="1">
                <a:latin typeface="Times New Roman" panose="02020603050405020304" pitchFamily="18" charset="0"/>
                <a:sym typeface="宋体" panose="02010600030101010101" pitchFamily="2" charset="-122"/>
              </a:rPr>
              <a:t>MgF</a:t>
            </a:r>
            <a:r>
              <a:rPr lang="en-US" altLang="zh-CN" sz="2400" b="1" baseline="-25000">
                <a:latin typeface="Times New Roman" panose="02020603050405020304" pitchFamily="18" charset="0"/>
                <a:sym typeface="宋体" panose="02010600030101010101" pitchFamily="2" charset="-122"/>
              </a:rPr>
              <a:t>2</a:t>
            </a:r>
            <a:r>
              <a:rPr lang="zh-CN" altLang="zh-CN" sz="2400" b="1">
                <a:latin typeface="Times New Roman" panose="02020603050405020304" pitchFamily="18" charset="0"/>
                <a:sym typeface="宋体" panose="02010600030101010101" pitchFamily="2" charset="-122"/>
              </a:rPr>
              <a:t>薄膜上下两表面的两束反射光在</a:t>
            </a:r>
            <a:r>
              <a:rPr lang="en-US" altLang="zh-CN" sz="2400" b="1">
                <a:latin typeface="Times New Roman" panose="02020603050405020304" pitchFamily="18" charset="0"/>
                <a:sym typeface="宋体" panose="02010600030101010101" pitchFamily="2" charset="-122"/>
              </a:rPr>
              <a:t>MgF</a:t>
            </a:r>
            <a:r>
              <a:rPr lang="en-US" altLang="zh-CN" sz="2400" b="1" baseline="-25000">
                <a:latin typeface="Times New Roman" panose="02020603050405020304" pitchFamily="18" charset="0"/>
                <a:sym typeface="宋体" panose="02010600030101010101" pitchFamily="2" charset="-122"/>
              </a:rPr>
              <a:t>2</a:t>
            </a:r>
            <a:r>
              <a:rPr lang="zh-CN" altLang="zh-CN" sz="2400" b="1">
                <a:latin typeface="Times New Roman" panose="02020603050405020304" pitchFamily="18" charset="0"/>
                <a:sym typeface="宋体" panose="02010600030101010101" pitchFamily="2" charset="-122"/>
              </a:rPr>
              <a:t>上表面相遇时干涉增强。</a:t>
            </a:r>
            <a:endParaRPr lang="zh-CN" altLang="zh-CN" sz="2400" b="1">
              <a:latin typeface="Times New Roman" panose="02020603050405020304" pitchFamily="18" charset="0"/>
              <a:ea typeface="宋体" panose="02010600030101010101" pitchFamily="2" charset="-122"/>
              <a:sym typeface="宋体" panose="02010600030101010101" pitchFamily="2" charset="-122"/>
            </a:endParaRPr>
          </a:p>
          <a:p>
            <a:pPr>
              <a:lnSpc>
                <a:spcPct val="150000"/>
              </a:lnSpc>
            </a:pPr>
            <a:r>
              <a:rPr lang="zh-CN" altLang="en-US" sz="2400" b="1">
                <a:latin typeface="Times New Roman" panose="02020603050405020304" pitchFamily="18" charset="0"/>
                <a:sym typeface="+mn-ea"/>
              </a:rPr>
              <a:t>（</a:t>
            </a:r>
            <a:r>
              <a:rPr lang="en-US" altLang="zh-CN" sz="2400" b="1">
                <a:latin typeface="Times New Roman" panose="02020603050405020304" pitchFamily="18" charset="0"/>
                <a:sym typeface="+mn-ea"/>
              </a:rPr>
              <a:t>B</a:t>
            </a:r>
            <a:r>
              <a:rPr lang="zh-CN" altLang="en-US" sz="2400" b="1">
                <a:latin typeface="Times New Roman" panose="02020603050405020304" pitchFamily="18" charset="0"/>
                <a:sym typeface="+mn-ea"/>
              </a:rPr>
              <a:t>）</a:t>
            </a:r>
            <a:r>
              <a:rPr lang="zh-CN" altLang="en-US" sz="2400" b="1">
                <a:latin typeface="Times New Roman" panose="02020603050405020304" pitchFamily="18" charset="0"/>
                <a:sym typeface="宋体" panose="02010600030101010101" pitchFamily="2" charset="-122"/>
              </a:rPr>
              <a:t>使蓝光在</a:t>
            </a:r>
            <a:r>
              <a:rPr lang="en-US" altLang="zh-CN" sz="2400" b="1">
                <a:latin typeface="Times New Roman" panose="02020603050405020304" pitchFamily="18" charset="0"/>
                <a:sym typeface="宋体" panose="02010600030101010101" pitchFamily="2" charset="-122"/>
              </a:rPr>
              <a:t>MgF</a:t>
            </a:r>
            <a:r>
              <a:rPr lang="en-US" altLang="zh-CN" sz="2400" b="1" baseline="-25000">
                <a:latin typeface="Times New Roman" panose="02020603050405020304" pitchFamily="18" charset="0"/>
                <a:sym typeface="宋体" panose="02010600030101010101" pitchFamily="2" charset="-122"/>
              </a:rPr>
              <a:t>2</a:t>
            </a:r>
            <a:r>
              <a:rPr lang="zh-CN" altLang="zh-CN" sz="2400" b="1">
                <a:latin typeface="Times New Roman" panose="02020603050405020304" pitchFamily="18" charset="0"/>
                <a:sym typeface="宋体" panose="02010600030101010101" pitchFamily="2" charset="-122"/>
              </a:rPr>
              <a:t>薄膜上下两表面的两束透射光在</a:t>
            </a:r>
            <a:r>
              <a:rPr lang="en-US" altLang="zh-CN" sz="2400" b="1">
                <a:latin typeface="Times New Roman" panose="02020603050405020304" pitchFamily="18" charset="0"/>
                <a:sym typeface="宋体" panose="02010600030101010101" pitchFamily="2" charset="-122"/>
              </a:rPr>
              <a:t>MgF</a:t>
            </a:r>
            <a:r>
              <a:rPr lang="en-US" altLang="zh-CN" sz="2400" b="1" baseline="-25000">
                <a:latin typeface="Times New Roman" panose="02020603050405020304" pitchFamily="18" charset="0"/>
                <a:sym typeface="宋体" panose="02010600030101010101" pitchFamily="2" charset="-122"/>
              </a:rPr>
              <a:t>2</a:t>
            </a:r>
            <a:r>
              <a:rPr lang="zh-CN" altLang="zh-CN" sz="2400" b="1">
                <a:latin typeface="Times New Roman" panose="02020603050405020304" pitchFamily="18" charset="0"/>
                <a:sym typeface="宋体" panose="02010600030101010101" pitchFamily="2" charset="-122"/>
              </a:rPr>
              <a:t>下表面相遇时干涉增强。</a:t>
            </a:r>
            <a:endParaRPr lang="zh-CN" altLang="zh-CN" sz="2400" b="1">
              <a:latin typeface="Times New Roman" panose="02020603050405020304" pitchFamily="18" charset="0"/>
              <a:ea typeface="宋体" panose="02010600030101010101" pitchFamily="2" charset="-122"/>
              <a:sym typeface="宋体" panose="02010600030101010101" pitchFamily="2" charset="-122"/>
            </a:endParaRPr>
          </a:p>
          <a:p>
            <a:pPr>
              <a:lnSpc>
                <a:spcPct val="150000"/>
              </a:lnSpc>
            </a:pPr>
            <a:r>
              <a:rPr lang="zh-CN" altLang="en-US" sz="2400" b="1">
                <a:latin typeface="Times New Roman" panose="02020603050405020304" pitchFamily="18" charset="0"/>
                <a:sym typeface="宋体" panose="02010600030101010101" pitchFamily="2" charset="-122"/>
              </a:rPr>
              <a:t>（</a:t>
            </a:r>
            <a:r>
              <a:rPr lang="en-US" altLang="zh-CN" sz="2400" b="1">
                <a:latin typeface="Times New Roman" panose="02020603050405020304" pitchFamily="18" charset="0"/>
                <a:sym typeface="宋体" panose="02010600030101010101" pitchFamily="2" charset="-122"/>
              </a:rPr>
              <a:t>C</a:t>
            </a:r>
            <a:r>
              <a:rPr lang="zh-CN" altLang="en-US" sz="2400" b="1">
                <a:latin typeface="Times New Roman" panose="02020603050405020304" pitchFamily="18" charset="0"/>
                <a:sym typeface="宋体" panose="02010600030101010101" pitchFamily="2" charset="-122"/>
              </a:rPr>
              <a:t>）使蓝光在</a:t>
            </a:r>
            <a:r>
              <a:rPr lang="zh-CN" altLang="zh-CN" sz="2400" b="1">
                <a:latin typeface="Times New Roman" panose="02020603050405020304" pitchFamily="18" charset="0"/>
                <a:sym typeface="宋体" panose="02010600030101010101" pitchFamily="2" charset="-122"/>
              </a:rPr>
              <a:t>玻璃（或树脂）上下两表面的两束反射光在玻璃上表面相遇时干涉增强。</a:t>
            </a:r>
            <a:endParaRPr lang="zh-CN" altLang="zh-CN" sz="2400" b="1">
              <a:latin typeface="Times New Roman" panose="02020603050405020304" pitchFamily="18" charset="0"/>
              <a:ea typeface="宋体" panose="02010600030101010101" pitchFamily="2" charset="-122"/>
              <a:sym typeface="宋体" panose="02010600030101010101" pitchFamily="2" charset="-122"/>
            </a:endParaRPr>
          </a:p>
          <a:p>
            <a:pPr>
              <a:lnSpc>
                <a:spcPct val="150000"/>
              </a:lnSpc>
            </a:pPr>
            <a:r>
              <a:rPr lang="zh-CN" altLang="en-US" sz="2400" b="1">
                <a:latin typeface="Times New Roman" panose="02020603050405020304" pitchFamily="18" charset="0"/>
                <a:sym typeface="宋体" panose="02010600030101010101" pitchFamily="2" charset="-122"/>
              </a:rPr>
              <a:t>（</a:t>
            </a:r>
            <a:r>
              <a:rPr lang="en-US" altLang="zh-CN" sz="2400" b="1">
                <a:latin typeface="Times New Roman" panose="02020603050405020304" pitchFamily="18" charset="0"/>
                <a:sym typeface="宋体" panose="02010600030101010101" pitchFamily="2" charset="-122"/>
              </a:rPr>
              <a:t>D</a:t>
            </a:r>
            <a:r>
              <a:rPr lang="zh-CN" altLang="en-US" sz="2400" b="1">
                <a:latin typeface="Times New Roman" panose="02020603050405020304" pitchFamily="18" charset="0"/>
                <a:sym typeface="宋体" panose="02010600030101010101" pitchFamily="2" charset="-122"/>
              </a:rPr>
              <a:t>）使蓝光在</a:t>
            </a:r>
            <a:r>
              <a:rPr lang="zh-CN" altLang="zh-CN" sz="2400" b="1">
                <a:latin typeface="Times New Roman" panose="02020603050405020304" pitchFamily="18" charset="0"/>
                <a:sym typeface="宋体" panose="02010600030101010101" pitchFamily="2" charset="-122"/>
              </a:rPr>
              <a:t>玻璃（或树脂）上下两表面的两束透射光在玻璃下表面相遇时干涉增强</a:t>
            </a:r>
            <a:r>
              <a:rPr lang="en-US" altLang="zh-CN" sz="2400" b="1">
                <a:latin typeface="Times New Roman" panose="02020603050405020304" pitchFamily="18" charset="0"/>
                <a:sym typeface="宋体" panose="02010600030101010101" pitchFamily="2" charset="-122"/>
              </a:rPr>
              <a:t>.</a:t>
            </a:r>
            <a:r>
              <a:rPr lang="en-US" altLang="zh-CN" sz="2400" b="1">
                <a:latin typeface="Verdana" panose="020B0604030504040204" pitchFamily="34" charset="0"/>
                <a:sym typeface="+mn-ea"/>
              </a:rPr>
              <a:t> </a:t>
            </a:r>
          </a:p>
        </p:txBody>
      </p:sp>
      <p:sp>
        <p:nvSpPr>
          <p:cNvPr id="3" name="文本框 2"/>
          <p:cNvSpPr txBox="1"/>
          <p:nvPr/>
        </p:nvSpPr>
        <p:spPr>
          <a:xfrm>
            <a:off x="4427855" y="6165215"/>
            <a:ext cx="2010410" cy="460375"/>
          </a:xfrm>
          <a:prstGeom prst="rect">
            <a:avLst/>
          </a:prstGeom>
          <a:noFill/>
        </p:spPr>
        <p:txBody>
          <a:bodyPr wrap="square" rtlCol="0" anchor="t">
            <a:spAutoFit/>
          </a:bodyPr>
          <a:lstStyle/>
          <a:p>
            <a:r>
              <a:rPr lang="zh-CN" altLang="en-US" sz="2400" b="1">
                <a:solidFill>
                  <a:srgbClr val="C00000"/>
                </a:solidFill>
                <a:latin typeface="Times New Roman" panose="02020603050405020304" pitchFamily="18" charset="0"/>
                <a:sym typeface="+mn-ea"/>
              </a:rPr>
              <a:t>答案（</a:t>
            </a:r>
            <a:r>
              <a:rPr lang="en-US" altLang="zh-CN" sz="2400" b="1">
                <a:solidFill>
                  <a:srgbClr val="C00000"/>
                </a:solidFill>
                <a:latin typeface="Times New Roman" panose="02020603050405020304" pitchFamily="18" charset="0"/>
                <a:sym typeface="+mn-ea"/>
              </a:rPr>
              <a:t>A</a:t>
            </a:r>
            <a:r>
              <a:rPr lang="zh-CN" altLang="en-US" sz="2400" b="1">
                <a:solidFill>
                  <a:srgbClr val="C00000"/>
                </a:solidFill>
                <a:latin typeface="Times New Roman" panose="02020603050405020304" pitchFamily="18" charset="0"/>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2" descr="羊皮纸"/>
          <p:cNvSpPr/>
          <p:nvPr/>
        </p:nvSpPr>
        <p:spPr>
          <a:xfrm>
            <a:off x="0" y="6707188"/>
            <a:ext cx="9144000" cy="150812"/>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5602" name="Rectangle 33" descr="羊皮纸"/>
          <p:cNvSpPr/>
          <p:nvPr/>
        </p:nvSpPr>
        <p:spPr>
          <a:xfrm>
            <a:off x="0" y="0"/>
            <a:ext cx="9144000" cy="150813"/>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5603" name="Rectangle 2"/>
          <p:cNvSpPr/>
          <p:nvPr/>
        </p:nvSpPr>
        <p:spPr>
          <a:xfrm>
            <a:off x="228600" y="147638"/>
            <a:ext cx="8758238" cy="1198562"/>
          </a:xfrm>
          <a:prstGeom prst="rect">
            <a:avLst/>
          </a:prstGeom>
          <a:noFill/>
          <a:ln w="9525">
            <a:noFill/>
          </a:ln>
        </p:spPr>
        <p:txBody>
          <a:bodyPr wrap="square" lIns="92075" tIns="46038" rIns="92075" bIns="46038" anchor="t" anchorCtr="0">
            <a:spAutoFit/>
          </a:bodyPr>
          <a:lstStyle/>
          <a:p>
            <a:pPr eaLnBrk="0" hangingPunct="0">
              <a:lnSpc>
                <a:spcPct val="150000"/>
              </a:lnSpc>
            </a:pPr>
            <a:r>
              <a:rPr lang="zh-CN" altLang="en-US" sz="2400" b="1" dirty="0">
                <a:solidFill>
                  <a:srgbClr val="CC0000"/>
                </a:solidFill>
                <a:latin typeface="楷体_GB2312" pitchFamily="1" charset="-122"/>
                <a:ea typeface="楷体_GB2312" pitchFamily="1" charset="-122"/>
              </a:rPr>
              <a:t>例</a:t>
            </a:r>
            <a:r>
              <a:rPr lang="en-US" altLang="zh-CN" sz="2400" b="1" dirty="0">
                <a:solidFill>
                  <a:srgbClr val="CC0000"/>
                </a:solidFill>
                <a:latin typeface="楷体_GB2312" pitchFamily="1" charset="-122"/>
                <a:ea typeface="楷体_GB2312" pitchFamily="1" charset="-122"/>
              </a:rPr>
              <a:t>1 </a:t>
            </a:r>
            <a:r>
              <a:rPr lang="zh-CN" altLang="en-US" sz="2400" b="1" dirty="0">
                <a:latin typeface="楷体_GB2312" pitchFamily="1" charset="-122"/>
                <a:ea typeface="楷体_GB2312" pitchFamily="1" charset="-122"/>
              </a:rPr>
              <a:t>在玻璃表面镀上一层</a:t>
            </a:r>
            <a:r>
              <a:rPr lang="en-US" altLang="zh-CN" sz="2400" b="1" dirty="0">
                <a:latin typeface="Times New Roman" panose="02020603050405020304" pitchFamily="18" charset="0"/>
                <a:ea typeface="楷体_GB2312" pitchFamily="1" charset="-122"/>
              </a:rPr>
              <a:t>MgF</a:t>
            </a:r>
            <a:r>
              <a:rPr lang="en-US" altLang="zh-CN" sz="2400" b="1" baseline="-25000" dirty="0">
                <a:latin typeface="Times New Roman" panose="02020603050405020304" pitchFamily="18" charset="0"/>
                <a:ea typeface="楷体_GB2312" pitchFamily="1" charset="-122"/>
              </a:rPr>
              <a:t>2</a:t>
            </a:r>
            <a:r>
              <a:rPr lang="zh-CN" altLang="en-US" sz="2400" b="1" dirty="0">
                <a:latin typeface="楷体_GB2312" pitchFamily="1" charset="-122"/>
                <a:ea typeface="楷体_GB2312" pitchFamily="1" charset="-122"/>
              </a:rPr>
              <a:t>薄膜，使波长为</a:t>
            </a:r>
            <a:r>
              <a:rPr lang="en-US" altLang="zh-CN" sz="2400" b="1" dirty="0">
                <a:latin typeface="Times New Roman" panose="02020603050405020304" pitchFamily="18" charset="0"/>
                <a:ea typeface="楷体_GB2312" pitchFamily="1" charset="-122"/>
              </a:rPr>
              <a:t>λ =550 nm</a:t>
            </a:r>
            <a:r>
              <a:rPr lang="zh-CN" altLang="en-US" sz="2400" b="1" dirty="0">
                <a:latin typeface="楷体_GB2312" pitchFamily="1" charset="-122"/>
                <a:ea typeface="楷体_GB2312" pitchFamily="1" charset="-122"/>
              </a:rPr>
              <a:t>的垂直入射的绿光全部通过。求：膜的最小厚度。</a:t>
            </a:r>
          </a:p>
        </p:txBody>
      </p:sp>
      <p:sp>
        <p:nvSpPr>
          <p:cNvPr id="257027" name="Rectangle 3"/>
          <p:cNvSpPr/>
          <p:nvPr/>
        </p:nvSpPr>
        <p:spPr>
          <a:xfrm>
            <a:off x="504825" y="1287463"/>
            <a:ext cx="3803650" cy="1198562"/>
          </a:xfrm>
          <a:prstGeom prst="rect">
            <a:avLst/>
          </a:prstGeom>
          <a:noFill/>
          <a:ln w="9525">
            <a:noFill/>
          </a:ln>
        </p:spPr>
        <p:txBody>
          <a:bodyPr wrap="square" lIns="92075" tIns="46038" rIns="92075" bIns="46038" anchor="t" anchorCtr="0">
            <a:spAutoFit/>
          </a:bodyPr>
          <a:lstStyle/>
          <a:p>
            <a:pPr eaLnBrk="0" hangingPunct="0">
              <a:lnSpc>
                <a:spcPct val="150000"/>
              </a:lnSpc>
            </a:pPr>
            <a:r>
              <a:rPr lang="zh-CN" altLang="en-US" sz="2400" b="1" dirty="0">
                <a:solidFill>
                  <a:srgbClr val="CC0000"/>
                </a:solidFill>
                <a:latin typeface="Bookman Old Style" panose="02050604050505020204" pitchFamily="18" charset="0"/>
                <a:ea typeface="楷体_GB2312" pitchFamily="1" charset="-122"/>
              </a:rPr>
              <a:t>解：</a:t>
            </a:r>
            <a:r>
              <a:rPr lang="zh-CN" altLang="en-US" sz="2400" b="1" dirty="0">
                <a:latin typeface="Bookman Old Style" panose="02050604050505020204" pitchFamily="18" charset="0"/>
                <a:ea typeface="楷体_GB2312" pitchFamily="1" charset="-122"/>
              </a:rPr>
              <a:t>使反射绿光干涉相消</a:t>
            </a:r>
          </a:p>
          <a:p>
            <a:pPr eaLnBrk="0" hangingPunct="0">
              <a:lnSpc>
                <a:spcPct val="150000"/>
              </a:lnSpc>
            </a:pPr>
            <a:r>
              <a:rPr lang="zh-CN" altLang="en-US" sz="2400" b="1" dirty="0">
                <a:latin typeface="Bookman Old Style" panose="02050604050505020204" pitchFamily="18" charset="0"/>
                <a:ea typeface="楷体_GB2312" pitchFamily="1" charset="-122"/>
              </a:rPr>
              <a:t>    由反射光干涉相消条件</a:t>
            </a:r>
          </a:p>
        </p:txBody>
      </p:sp>
      <p:sp>
        <p:nvSpPr>
          <p:cNvPr id="257028" name="Rectangle 4"/>
          <p:cNvSpPr/>
          <p:nvPr/>
        </p:nvSpPr>
        <p:spPr>
          <a:xfrm>
            <a:off x="463550" y="4511675"/>
            <a:ext cx="1447800" cy="460375"/>
          </a:xfrm>
          <a:prstGeom prst="rect">
            <a:avLst/>
          </a:prstGeom>
          <a:noFill/>
          <a:ln w="9525">
            <a:noFill/>
          </a:ln>
        </p:spPr>
        <p:txBody>
          <a:bodyPr wrap="square" lIns="92075" tIns="46038" rIns="92075" bIns="46038" anchor="t" anchorCtr="0">
            <a:spAutoFit/>
          </a:bodyPr>
          <a:lstStyle/>
          <a:p>
            <a:pPr eaLnBrk="0" hangingPunct="0"/>
            <a:r>
              <a:rPr lang="zh-CN" altLang="en-US" sz="2400" b="1" dirty="0">
                <a:latin typeface="Bookman Old Style" panose="02050604050505020204" pitchFamily="18" charset="0"/>
                <a:ea typeface="仿宋_GB2312" pitchFamily="49" charset="-122"/>
              </a:rPr>
              <a:t>取</a:t>
            </a:r>
            <a:r>
              <a:rPr lang="en-US" altLang="zh-CN" sz="2400" dirty="0">
                <a:latin typeface="Bookman Old Style" panose="02050604050505020204" pitchFamily="18" charset="0"/>
                <a:ea typeface="仿宋_GB2312" pitchFamily="49" charset="-122"/>
              </a:rPr>
              <a:t>k = 0</a:t>
            </a:r>
          </a:p>
        </p:txBody>
      </p:sp>
      <p:grpSp>
        <p:nvGrpSpPr>
          <p:cNvPr id="2" name="Group 5"/>
          <p:cNvGrpSpPr/>
          <p:nvPr/>
        </p:nvGrpSpPr>
        <p:grpSpPr>
          <a:xfrm>
            <a:off x="5580063" y="1844675"/>
            <a:ext cx="3111500" cy="1663700"/>
            <a:chOff x="3700" y="912"/>
            <a:chExt cx="1960" cy="1048"/>
          </a:xfrm>
        </p:grpSpPr>
        <p:sp>
          <p:nvSpPr>
            <p:cNvPr id="25607" name="Rectangle 6"/>
            <p:cNvSpPr/>
            <p:nvPr/>
          </p:nvSpPr>
          <p:spPr>
            <a:xfrm>
              <a:off x="3700" y="1248"/>
              <a:ext cx="1960" cy="236"/>
            </a:xfrm>
            <a:prstGeom prst="rect">
              <a:avLst/>
            </a:prstGeom>
            <a:solidFill>
              <a:schemeClr val="hlink">
                <a:alpha val="29018"/>
              </a:schemeClr>
            </a:solidFill>
            <a:ln w="12700">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5608" name="Rectangle 7"/>
            <p:cNvSpPr/>
            <p:nvPr/>
          </p:nvSpPr>
          <p:spPr>
            <a:xfrm>
              <a:off x="3700" y="1488"/>
              <a:ext cx="1960" cy="472"/>
            </a:xfrm>
            <a:prstGeom prst="rect">
              <a:avLst/>
            </a:prstGeom>
            <a:solidFill>
              <a:srgbClr val="9900CC">
                <a:alpha val="38039"/>
              </a:srgbClr>
            </a:solidFill>
            <a:ln w="12700">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5609" name="Rectangle 8"/>
            <p:cNvSpPr/>
            <p:nvPr/>
          </p:nvSpPr>
          <p:spPr>
            <a:xfrm>
              <a:off x="3721" y="1200"/>
              <a:ext cx="652" cy="327"/>
            </a:xfrm>
            <a:prstGeom prst="rect">
              <a:avLst/>
            </a:prstGeom>
            <a:noFill/>
            <a:ln w="9525">
              <a:noFill/>
            </a:ln>
          </p:spPr>
          <p:txBody>
            <a:bodyPr wrap="none" lIns="92075" tIns="46038" rIns="92075" bIns="46038" anchor="t" anchorCtr="0">
              <a:spAutoFit/>
            </a:bodyPr>
            <a:lstStyle/>
            <a:p>
              <a:pPr eaLnBrk="0" hangingPunct="0"/>
              <a:r>
                <a:rPr lang="en-US" altLang="zh-CN" sz="2800" b="1" dirty="0">
                  <a:latin typeface="Times New Roman" panose="02020603050405020304" pitchFamily="18" charset="0"/>
                  <a:ea typeface="仿宋_GB2312" pitchFamily="49" charset="-122"/>
                </a:rPr>
                <a:t>MgF</a:t>
              </a:r>
              <a:r>
                <a:rPr lang="en-US" altLang="zh-CN" sz="2800" b="1" baseline="-25000" dirty="0">
                  <a:latin typeface="Times New Roman" panose="02020603050405020304" pitchFamily="18" charset="0"/>
                  <a:ea typeface="仿宋_GB2312" pitchFamily="49" charset="-122"/>
                </a:rPr>
                <a:t>2</a:t>
              </a:r>
              <a:endParaRPr lang="en-US" altLang="zh-CN" sz="2800" b="1" dirty="0">
                <a:latin typeface="Times New Roman" panose="02020603050405020304" pitchFamily="18" charset="0"/>
                <a:ea typeface="仿宋_GB2312" pitchFamily="49" charset="-122"/>
              </a:endParaRPr>
            </a:p>
          </p:txBody>
        </p:sp>
        <p:sp>
          <p:nvSpPr>
            <p:cNvPr id="25610" name="Rectangle 9"/>
            <p:cNvSpPr/>
            <p:nvPr/>
          </p:nvSpPr>
          <p:spPr>
            <a:xfrm>
              <a:off x="3734" y="1583"/>
              <a:ext cx="502" cy="288"/>
            </a:xfrm>
            <a:prstGeom prst="rect">
              <a:avLst/>
            </a:prstGeom>
            <a:noFill/>
            <a:ln w="9525">
              <a:noFill/>
            </a:ln>
          </p:spPr>
          <p:txBody>
            <a:bodyPr wrap="none" lIns="92075" tIns="46038" rIns="92075" bIns="46038" anchor="t" anchorCtr="0">
              <a:spAutoFit/>
            </a:bodyPr>
            <a:lstStyle/>
            <a:p>
              <a:pPr eaLnBrk="0" hangingPunct="0"/>
              <a:r>
                <a:rPr lang="zh-CN" altLang="en-US" sz="2400" b="1" dirty="0">
                  <a:solidFill>
                    <a:srgbClr val="0000CC"/>
                  </a:solidFill>
                  <a:latin typeface="Bookman Old Style" panose="02050604050505020204" pitchFamily="18" charset="0"/>
                  <a:ea typeface="仿宋_GB2312" pitchFamily="49" charset="-122"/>
                </a:rPr>
                <a:t>玻璃</a:t>
              </a:r>
            </a:p>
          </p:txBody>
        </p:sp>
        <p:sp>
          <p:nvSpPr>
            <p:cNvPr id="25611" name="Rectangle 10"/>
            <p:cNvSpPr/>
            <p:nvPr/>
          </p:nvSpPr>
          <p:spPr>
            <a:xfrm>
              <a:off x="4454" y="1200"/>
              <a:ext cx="893" cy="327"/>
            </a:xfrm>
            <a:prstGeom prst="rect">
              <a:avLst/>
            </a:prstGeom>
            <a:noFill/>
            <a:ln w="9525">
              <a:noFill/>
            </a:ln>
          </p:spPr>
          <p:txBody>
            <a:bodyPr wrap="none" lIns="92075" tIns="46038" rIns="92075" bIns="46038" anchor="t" anchorCtr="0">
              <a:spAutoFit/>
            </a:bodyPr>
            <a:lstStyle/>
            <a:p>
              <a:pPr eaLnBrk="0" hangingPunct="0"/>
              <a:r>
                <a:rPr lang="en-US" altLang="zh-CN" sz="2800" b="1" i="1" dirty="0">
                  <a:latin typeface="Times New Roman" panose="02020603050405020304" pitchFamily="18" charset="0"/>
                  <a:ea typeface="仿宋_GB2312" pitchFamily="49" charset="-122"/>
                </a:rPr>
                <a:t>n</a:t>
              </a:r>
              <a:r>
                <a:rPr lang="en-US" altLang="zh-CN" sz="2800" b="1" baseline="-25000" dirty="0">
                  <a:latin typeface="Times New Roman" panose="02020603050405020304" pitchFamily="18" charset="0"/>
                  <a:ea typeface="仿宋_GB2312" pitchFamily="49" charset="-122"/>
                </a:rPr>
                <a:t>2</a:t>
              </a:r>
              <a:r>
                <a:rPr lang="en-US" altLang="zh-CN" sz="2800" b="1" dirty="0">
                  <a:latin typeface="Times New Roman" panose="02020603050405020304" pitchFamily="18" charset="0"/>
                  <a:ea typeface="仿宋_GB2312" pitchFamily="49" charset="-122"/>
                </a:rPr>
                <a:t>= 1.38</a:t>
              </a:r>
              <a:endParaRPr lang="en-US" altLang="zh-CN" sz="2800" b="1" i="1" dirty="0">
                <a:latin typeface="Times New Roman" panose="02020603050405020304" pitchFamily="18" charset="0"/>
                <a:ea typeface="仿宋_GB2312" pitchFamily="49" charset="-122"/>
              </a:endParaRPr>
            </a:p>
          </p:txBody>
        </p:sp>
        <p:sp>
          <p:nvSpPr>
            <p:cNvPr id="25612" name="Rectangle 11"/>
            <p:cNvSpPr/>
            <p:nvPr/>
          </p:nvSpPr>
          <p:spPr>
            <a:xfrm>
              <a:off x="4454" y="1567"/>
              <a:ext cx="764" cy="288"/>
            </a:xfrm>
            <a:prstGeom prst="rect">
              <a:avLst/>
            </a:prstGeom>
            <a:noFill/>
            <a:ln w="9525">
              <a:noFill/>
            </a:ln>
          </p:spPr>
          <p:txBody>
            <a:bodyPr wrap="none" lIns="92075" tIns="46038" rIns="92075" bIns="46038" anchor="t" anchorCtr="0">
              <a:spAutoFit/>
            </a:bodyPr>
            <a:lstStyle/>
            <a:p>
              <a:pPr eaLnBrk="0" hangingPunct="0"/>
              <a:r>
                <a:rPr lang="en-US" altLang="zh-CN" sz="2400" b="1" dirty="0">
                  <a:latin typeface="Times New Roman" panose="02020603050405020304" pitchFamily="18" charset="0"/>
                  <a:ea typeface="仿宋_GB2312" pitchFamily="49" charset="-122"/>
                </a:rPr>
                <a:t>n</a:t>
              </a:r>
              <a:r>
                <a:rPr lang="en-US" altLang="zh-CN" sz="2400" b="1" baseline="-25000" dirty="0">
                  <a:latin typeface="Times New Roman" panose="02020603050405020304" pitchFamily="18" charset="0"/>
                  <a:ea typeface="仿宋_GB2312" pitchFamily="49" charset="-122"/>
                </a:rPr>
                <a:t>1 </a:t>
              </a:r>
              <a:r>
                <a:rPr lang="en-US" altLang="zh-CN" sz="2400" b="1" dirty="0">
                  <a:latin typeface="Times New Roman" panose="02020603050405020304" pitchFamily="18" charset="0"/>
                  <a:ea typeface="仿宋_GB2312" pitchFamily="49" charset="-122"/>
                </a:rPr>
                <a:t>=1.50</a:t>
              </a:r>
            </a:p>
          </p:txBody>
        </p:sp>
        <p:sp>
          <p:nvSpPr>
            <p:cNvPr id="25613" name="Rectangle 12"/>
            <p:cNvSpPr/>
            <p:nvPr/>
          </p:nvSpPr>
          <p:spPr>
            <a:xfrm>
              <a:off x="4595" y="912"/>
              <a:ext cx="689" cy="327"/>
            </a:xfrm>
            <a:prstGeom prst="rect">
              <a:avLst/>
            </a:prstGeom>
            <a:noFill/>
            <a:ln w="9525">
              <a:noFill/>
            </a:ln>
          </p:spPr>
          <p:txBody>
            <a:bodyPr wrap="none" lIns="92075" tIns="46038" rIns="92075" bIns="46038" anchor="t" anchorCtr="0">
              <a:spAutoFit/>
            </a:bodyPr>
            <a:lstStyle/>
            <a:p>
              <a:pPr eaLnBrk="0" hangingPunct="0"/>
              <a:r>
                <a:rPr lang="en-US" altLang="zh-CN" sz="2800" b="1" i="1" dirty="0">
                  <a:latin typeface="Times New Roman" panose="02020603050405020304" pitchFamily="18" charset="0"/>
                  <a:ea typeface="仿宋_GB2312" pitchFamily="49" charset="-122"/>
                </a:rPr>
                <a:t>n</a:t>
              </a:r>
              <a:r>
                <a:rPr lang="en-US" altLang="zh-CN" sz="2800" b="1" baseline="-25000" dirty="0">
                  <a:latin typeface="Times New Roman" panose="02020603050405020304" pitchFamily="18" charset="0"/>
                  <a:ea typeface="仿宋_GB2312" pitchFamily="49" charset="-122"/>
                </a:rPr>
                <a:t>0 </a:t>
              </a:r>
              <a:r>
                <a:rPr lang="en-US" altLang="zh-CN" sz="2800" b="1" dirty="0">
                  <a:latin typeface="Times New Roman" panose="02020603050405020304" pitchFamily="18" charset="0"/>
                  <a:ea typeface="仿宋_GB2312" pitchFamily="49" charset="-122"/>
                </a:rPr>
                <a:t>= 1</a:t>
              </a:r>
              <a:r>
                <a:rPr lang="en-US" altLang="zh-CN" sz="2400" i="1" baseline="-25000" dirty="0">
                  <a:solidFill>
                    <a:srgbClr val="0000CC"/>
                  </a:solidFill>
                  <a:latin typeface="Bookman Old Style" panose="02050604050505020204" pitchFamily="18" charset="0"/>
                  <a:ea typeface="仿宋_GB2312" pitchFamily="49" charset="-122"/>
                </a:rPr>
                <a:t> </a:t>
              </a:r>
            </a:p>
          </p:txBody>
        </p:sp>
      </p:grpSp>
      <p:sp>
        <p:nvSpPr>
          <p:cNvPr id="257037" name="Rectangle 13"/>
          <p:cNvSpPr/>
          <p:nvPr/>
        </p:nvSpPr>
        <p:spPr>
          <a:xfrm>
            <a:off x="981075" y="2636838"/>
            <a:ext cx="2851150" cy="460375"/>
          </a:xfrm>
          <a:prstGeom prst="rect">
            <a:avLst/>
          </a:prstGeom>
          <a:noFill/>
          <a:ln w="9525">
            <a:noFill/>
          </a:ln>
        </p:spPr>
        <p:txBody>
          <a:bodyPr wrap="square" lIns="92075" tIns="46038" rIns="92075" bIns="46038" anchor="t" anchorCtr="0">
            <a:spAutoFit/>
          </a:bodyPr>
          <a:lstStyle/>
          <a:p>
            <a:pPr eaLnBrk="0" hangingPunct="0"/>
            <a:r>
              <a:rPr lang="en-US" altLang="zh-CN" sz="2400" i="1" dirty="0">
                <a:latin typeface="Times New Roman" panose="02020603050405020304" pitchFamily="18" charset="0"/>
                <a:ea typeface="仿宋_GB2312" pitchFamily="49" charset="-122"/>
              </a:rPr>
              <a:t>δ </a:t>
            </a:r>
            <a:r>
              <a:rPr lang="en-US" altLang="zh-CN" sz="2400" dirty="0">
                <a:latin typeface="Times New Roman" panose="02020603050405020304" pitchFamily="18" charset="0"/>
                <a:ea typeface="仿宋_GB2312" pitchFamily="49" charset="-122"/>
              </a:rPr>
              <a:t>= 2</a:t>
            </a:r>
            <a:r>
              <a:rPr lang="en-US" altLang="zh-CN" sz="2400" i="1" dirty="0">
                <a:latin typeface="Times New Roman" panose="02020603050405020304" pitchFamily="18" charset="0"/>
                <a:ea typeface="仿宋_GB2312" pitchFamily="49" charset="-122"/>
              </a:rPr>
              <a:t>n</a:t>
            </a:r>
            <a:r>
              <a:rPr lang="en-US" altLang="zh-CN" sz="2400" baseline="-25000" dirty="0">
                <a:latin typeface="Times New Roman" panose="02020603050405020304" pitchFamily="18" charset="0"/>
                <a:ea typeface="仿宋_GB2312" pitchFamily="49" charset="-122"/>
              </a:rPr>
              <a:t>2</a:t>
            </a:r>
            <a:r>
              <a:rPr lang="en-US" altLang="zh-CN" sz="2400" i="1" baseline="-25000" dirty="0">
                <a:latin typeface="Times New Roman" panose="02020603050405020304" pitchFamily="18" charset="0"/>
                <a:ea typeface="仿宋_GB2312" pitchFamily="49" charset="-122"/>
              </a:rPr>
              <a:t> </a:t>
            </a:r>
            <a:r>
              <a:rPr lang="en-US" altLang="zh-CN" sz="2400" i="1" dirty="0">
                <a:latin typeface="Times New Roman" panose="02020603050405020304" pitchFamily="18" charset="0"/>
                <a:ea typeface="仿宋_GB2312" pitchFamily="49" charset="-122"/>
              </a:rPr>
              <a:t>e </a:t>
            </a:r>
            <a:r>
              <a:rPr lang="en-US" altLang="zh-CN" sz="2400" dirty="0">
                <a:latin typeface="Times New Roman" panose="02020603050405020304" pitchFamily="18" charset="0"/>
                <a:ea typeface="仿宋_GB2312" pitchFamily="49" charset="-122"/>
              </a:rPr>
              <a:t>=(2k+1) </a:t>
            </a:r>
            <a:r>
              <a:rPr lang="en-US" altLang="zh-CN" sz="2400" i="1" dirty="0">
                <a:latin typeface="Times New Roman" panose="02020603050405020304" pitchFamily="18" charset="0"/>
                <a:ea typeface="仿宋_GB2312" pitchFamily="49" charset="-122"/>
              </a:rPr>
              <a:t>λ/2</a:t>
            </a:r>
          </a:p>
        </p:txBody>
      </p:sp>
      <p:sp>
        <p:nvSpPr>
          <p:cNvPr id="257039" name="Rectangle 15"/>
          <p:cNvSpPr/>
          <p:nvPr/>
        </p:nvSpPr>
        <p:spPr>
          <a:xfrm>
            <a:off x="2244725" y="5445125"/>
            <a:ext cx="2063750" cy="522288"/>
          </a:xfrm>
          <a:prstGeom prst="rect">
            <a:avLst/>
          </a:prstGeom>
          <a:noFill/>
          <a:ln w="9525">
            <a:noFill/>
          </a:ln>
        </p:spPr>
        <p:txBody>
          <a:bodyPr wrap="square" lIns="92075" tIns="46038" rIns="92075" bIns="46038" anchor="t" anchorCtr="0">
            <a:spAutoFit/>
          </a:bodyPr>
          <a:lstStyle/>
          <a:p>
            <a:pPr eaLnBrk="0" hangingPunct="0"/>
            <a:r>
              <a:rPr lang="en-US" altLang="zh-CN" sz="2800" dirty="0">
                <a:latin typeface="Times New Roman" panose="02020603050405020304" pitchFamily="18" charset="0"/>
                <a:ea typeface="仿宋_GB2312" pitchFamily="49" charset="-122"/>
              </a:rPr>
              <a:t>= </a:t>
            </a:r>
            <a:r>
              <a:rPr lang="en-US" altLang="zh-CN" sz="2800" dirty="0">
                <a:latin typeface="Times New Roman" panose="02020603050405020304" pitchFamily="18" charset="0"/>
                <a:ea typeface="楷体_GB2312" pitchFamily="1" charset="-122"/>
              </a:rPr>
              <a:t>99.6(nm)</a:t>
            </a:r>
          </a:p>
        </p:txBody>
      </p:sp>
      <p:grpSp>
        <p:nvGrpSpPr>
          <p:cNvPr id="3" name="Group 18"/>
          <p:cNvGrpSpPr/>
          <p:nvPr/>
        </p:nvGrpSpPr>
        <p:grpSpPr>
          <a:xfrm>
            <a:off x="5940425" y="3716338"/>
            <a:ext cx="2430463" cy="2139950"/>
            <a:chOff x="4128" y="2304"/>
            <a:chExt cx="1531" cy="1348"/>
          </a:xfrm>
        </p:grpSpPr>
        <p:sp>
          <p:nvSpPr>
            <p:cNvPr id="25617" name="Rectangle 19"/>
            <p:cNvSpPr/>
            <p:nvPr/>
          </p:nvSpPr>
          <p:spPr>
            <a:xfrm>
              <a:off x="4944" y="2688"/>
              <a:ext cx="715" cy="327"/>
            </a:xfrm>
            <a:prstGeom prst="rect">
              <a:avLst/>
            </a:prstGeom>
            <a:noFill/>
            <a:ln w="9525">
              <a:noFill/>
            </a:ln>
          </p:spPr>
          <p:txBody>
            <a:bodyPr wrap="none" lIns="92075" tIns="46038" rIns="92075" bIns="46038" anchor="t" anchorCtr="0">
              <a:spAutoFit/>
            </a:bodyPr>
            <a:lstStyle/>
            <a:p>
              <a:pPr eaLnBrk="0" hangingPunct="0"/>
              <a:r>
                <a:rPr lang="en-US" altLang="zh-CN" sz="2800" b="1" i="1" dirty="0">
                  <a:solidFill>
                    <a:srgbClr val="0000CC"/>
                  </a:solidFill>
                  <a:latin typeface="Times New Roman" panose="02020603050405020304" pitchFamily="18" charset="0"/>
                  <a:ea typeface="仿宋_GB2312" pitchFamily="49" charset="-122"/>
                </a:rPr>
                <a:t>n</a:t>
              </a:r>
              <a:r>
                <a:rPr lang="en-US" altLang="zh-CN" sz="2800" b="1" baseline="-25000" dirty="0">
                  <a:solidFill>
                    <a:srgbClr val="0000CC"/>
                  </a:solidFill>
                  <a:latin typeface="Times New Roman" panose="02020603050405020304" pitchFamily="18" charset="0"/>
                  <a:ea typeface="仿宋_GB2312" pitchFamily="49" charset="-122"/>
                </a:rPr>
                <a:t>0</a:t>
              </a:r>
              <a:r>
                <a:rPr lang="en-US" altLang="zh-CN" sz="2800" b="1" i="1" baseline="-25000" dirty="0">
                  <a:solidFill>
                    <a:srgbClr val="0000CC"/>
                  </a:solidFill>
                  <a:latin typeface="Times New Roman" panose="02020603050405020304" pitchFamily="18" charset="0"/>
                  <a:ea typeface="仿宋_GB2312" pitchFamily="49" charset="-122"/>
                </a:rPr>
                <a:t> </a:t>
              </a:r>
              <a:r>
                <a:rPr lang="en-US" altLang="zh-CN" sz="2800" b="1" dirty="0">
                  <a:solidFill>
                    <a:srgbClr val="0000CC"/>
                  </a:solidFill>
                  <a:latin typeface="Times New Roman" panose="02020603050405020304" pitchFamily="18" charset="0"/>
                  <a:ea typeface="仿宋_GB2312" pitchFamily="49" charset="-122"/>
                </a:rPr>
                <a:t>= 1</a:t>
              </a:r>
              <a:r>
                <a:rPr lang="en-US" altLang="zh-CN" sz="2400" i="1" baseline="-25000" dirty="0">
                  <a:solidFill>
                    <a:srgbClr val="0000CC"/>
                  </a:solidFill>
                  <a:latin typeface="仿宋_GB2312" pitchFamily="49" charset="-122"/>
                  <a:ea typeface="仿宋_GB2312" pitchFamily="49" charset="-122"/>
                </a:rPr>
                <a:t> </a:t>
              </a:r>
            </a:p>
          </p:txBody>
        </p:sp>
        <p:sp>
          <p:nvSpPr>
            <p:cNvPr id="25618" name="Rectangle 20"/>
            <p:cNvSpPr/>
            <p:nvPr/>
          </p:nvSpPr>
          <p:spPr>
            <a:xfrm>
              <a:off x="4128" y="3017"/>
              <a:ext cx="1288" cy="327"/>
            </a:xfrm>
            <a:prstGeom prst="rect">
              <a:avLst/>
            </a:prstGeom>
            <a:solidFill>
              <a:srgbClr val="0066FF">
                <a:alpha val="12157"/>
              </a:srgbClr>
            </a:solid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5619" name="Line 21"/>
            <p:cNvSpPr/>
            <p:nvPr/>
          </p:nvSpPr>
          <p:spPr>
            <a:xfrm>
              <a:off x="4541" y="2582"/>
              <a:ext cx="231" cy="766"/>
            </a:xfrm>
            <a:prstGeom prst="line">
              <a:avLst/>
            </a:prstGeom>
            <a:ln w="28575" cap="flat" cmpd="sng">
              <a:solidFill>
                <a:srgbClr val="006600"/>
              </a:solidFill>
              <a:prstDash val="solid"/>
              <a:round/>
              <a:headEnd type="none" w="sm" len="sm"/>
              <a:tailEnd type="none" w="sm" len="sm"/>
            </a:ln>
          </p:spPr>
        </p:sp>
        <p:sp>
          <p:nvSpPr>
            <p:cNvPr id="25620" name="Line 22"/>
            <p:cNvSpPr/>
            <p:nvPr/>
          </p:nvSpPr>
          <p:spPr>
            <a:xfrm flipV="1">
              <a:off x="4772" y="2486"/>
              <a:ext cx="185" cy="862"/>
            </a:xfrm>
            <a:prstGeom prst="line">
              <a:avLst/>
            </a:prstGeom>
            <a:ln w="28575" cap="flat" cmpd="sng">
              <a:solidFill>
                <a:srgbClr val="006600"/>
              </a:solidFill>
              <a:prstDash val="solid"/>
              <a:round/>
              <a:headEnd type="none" w="sm" len="sm"/>
              <a:tailEnd type="stealth" w="med" len="lg"/>
            </a:ln>
          </p:spPr>
        </p:sp>
        <p:sp>
          <p:nvSpPr>
            <p:cNvPr id="25621" name="Line 23"/>
            <p:cNvSpPr/>
            <p:nvPr/>
          </p:nvSpPr>
          <p:spPr>
            <a:xfrm>
              <a:off x="4541" y="2582"/>
              <a:ext cx="138" cy="479"/>
            </a:xfrm>
            <a:prstGeom prst="line">
              <a:avLst/>
            </a:prstGeom>
            <a:ln w="28575" cap="flat" cmpd="sng">
              <a:solidFill>
                <a:srgbClr val="006600"/>
              </a:solidFill>
              <a:prstDash val="solid"/>
              <a:round/>
              <a:headEnd type="none" w="sm" len="sm"/>
              <a:tailEnd type="stealth" w="med" len="lg"/>
            </a:ln>
          </p:spPr>
        </p:sp>
        <p:sp>
          <p:nvSpPr>
            <p:cNvPr id="25622" name="Line 24"/>
            <p:cNvSpPr/>
            <p:nvPr/>
          </p:nvSpPr>
          <p:spPr>
            <a:xfrm>
              <a:off x="4633" y="2486"/>
              <a:ext cx="139" cy="527"/>
            </a:xfrm>
            <a:prstGeom prst="line">
              <a:avLst/>
            </a:prstGeom>
            <a:ln w="28575" cap="flat" cmpd="sng">
              <a:solidFill>
                <a:srgbClr val="006600"/>
              </a:solidFill>
              <a:prstDash val="solid"/>
              <a:round/>
              <a:headEnd type="none" w="sm" len="sm"/>
              <a:tailEnd type="stealth" w="med" len="lg"/>
            </a:ln>
          </p:spPr>
        </p:sp>
        <p:sp>
          <p:nvSpPr>
            <p:cNvPr id="25623" name="Line 25"/>
            <p:cNvSpPr/>
            <p:nvPr/>
          </p:nvSpPr>
          <p:spPr>
            <a:xfrm flipV="1">
              <a:off x="4772" y="2391"/>
              <a:ext cx="139" cy="622"/>
            </a:xfrm>
            <a:prstGeom prst="line">
              <a:avLst/>
            </a:prstGeom>
            <a:ln w="28575" cap="flat" cmpd="sng">
              <a:solidFill>
                <a:srgbClr val="006600"/>
              </a:solidFill>
              <a:prstDash val="solid"/>
              <a:round/>
              <a:headEnd type="none" w="sm" len="sm"/>
              <a:tailEnd type="stealth" w="med" len="lg"/>
            </a:ln>
          </p:spPr>
        </p:sp>
        <p:sp>
          <p:nvSpPr>
            <p:cNvPr id="25624" name="Rectangle 26"/>
            <p:cNvSpPr/>
            <p:nvPr/>
          </p:nvSpPr>
          <p:spPr>
            <a:xfrm>
              <a:off x="4624" y="2304"/>
              <a:ext cx="229" cy="327"/>
            </a:xfrm>
            <a:prstGeom prst="rect">
              <a:avLst/>
            </a:prstGeom>
            <a:noFill/>
            <a:ln w="9525">
              <a:noFill/>
            </a:ln>
          </p:spPr>
          <p:txBody>
            <a:bodyPr wrap="none" lIns="92075" tIns="46038" rIns="92075" bIns="46038" anchor="t" anchorCtr="0">
              <a:spAutoFit/>
            </a:bodyPr>
            <a:lstStyle/>
            <a:p>
              <a:pPr eaLnBrk="0" hangingPunct="0"/>
              <a:r>
                <a:rPr lang="en-US" altLang="zh-CN" sz="2800" b="1" dirty="0">
                  <a:solidFill>
                    <a:srgbClr val="0000CC"/>
                  </a:solidFill>
                  <a:latin typeface="仿宋_GB2312" pitchFamily="49" charset="-122"/>
                  <a:ea typeface="仿宋_GB2312" pitchFamily="49" charset="-122"/>
                </a:rPr>
                <a:t>1</a:t>
              </a:r>
            </a:p>
          </p:txBody>
        </p:sp>
        <p:sp>
          <p:nvSpPr>
            <p:cNvPr id="25625" name="Rectangle 27"/>
            <p:cNvSpPr/>
            <p:nvPr/>
          </p:nvSpPr>
          <p:spPr>
            <a:xfrm>
              <a:off x="4948" y="2400"/>
              <a:ext cx="229" cy="327"/>
            </a:xfrm>
            <a:prstGeom prst="rect">
              <a:avLst/>
            </a:prstGeom>
            <a:noFill/>
            <a:ln w="9525">
              <a:noFill/>
            </a:ln>
          </p:spPr>
          <p:txBody>
            <a:bodyPr wrap="none" lIns="92075" tIns="46038" rIns="92075" bIns="46038" anchor="t" anchorCtr="0">
              <a:spAutoFit/>
            </a:bodyPr>
            <a:lstStyle/>
            <a:p>
              <a:pPr eaLnBrk="0" hangingPunct="0"/>
              <a:r>
                <a:rPr lang="en-US" altLang="zh-CN" sz="2800" b="1" dirty="0">
                  <a:solidFill>
                    <a:srgbClr val="0000CC"/>
                  </a:solidFill>
                  <a:latin typeface="仿宋_GB2312" pitchFamily="49" charset="-122"/>
                  <a:ea typeface="仿宋_GB2312" pitchFamily="49" charset="-122"/>
                </a:rPr>
                <a:t>2</a:t>
              </a:r>
            </a:p>
          </p:txBody>
        </p:sp>
        <p:sp>
          <p:nvSpPr>
            <p:cNvPr id="25626" name="Rectangle 28"/>
            <p:cNvSpPr/>
            <p:nvPr/>
          </p:nvSpPr>
          <p:spPr>
            <a:xfrm>
              <a:off x="5088" y="3325"/>
              <a:ext cx="368" cy="327"/>
            </a:xfrm>
            <a:prstGeom prst="rect">
              <a:avLst/>
            </a:prstGeom>
            <a:noFill/>
            <a:ln w="9525">
              <a:noFill/>
            </a:ln>
          </p:spPr>
          <p:txBody>
            <a:bodyPr wrap="none" anchor="t" anchorCtr="0">
              <a:spAutoFit/>
            </a:bodyPr>
            <a:lstStyle/>
            <a:p>
              <a:r>
                <a:rPr lang="en-US" altLang="zh-CN" sz="2800" b="1" i="1" dirty="0">
                  <a:solidFill>
                    <a:srgbClr val="0000CC"/>
                  </a:solidFill>
                  <a:latin typeface="Bookman Old Style" panose="02050604050505020204" pitchFamily="18" charset="0"/>
                  <a:ea typeface="仿宋_GB2312" pitchFamily="49" charset="-122"/>
                </a:rPr>
                <a:t>n</a:t>
              </a:r>
              <a:r>
                <a:rPr lang="en-US" altLang="zh-CN" sz="2800" b="1" baseline="-25000" dirty="0">
                  <a:solidFill>
                    <a:srgbClr val="0000CC"/>
                  </a:solidFill>
                  <a:latin typeface="Bookman Old Style" panose="02050604050505020204" pitchFamily="18" charset="0"/>
                  <a:ea typeface="仿宋_GB2312" pitchFamily="49" charset="-122"/>
                </a:rPr>
                <a:t>1</a:t>
              </a:r>
            </a:p>
          </p:txBody>
        </p:sp>
        <p:sp>
          <p:nvSpPr>
            <p:cNvPr id="25627" name="Rectangle 29"/>
            <p:cNvSpPr/>
            <p:nvPr/>
          </p:nvSpPr>
          <p:spPr>
            <a:xfrm>
              <a:off x="5088" y="2989"/>
              <a:ext cx="368" cy="327"/>
            </a:xfrm>
            <a:prstGeom prst="rect">
              <a:avLst/>
            </a:prstGeom>
            <a:noFill/>
            <a:ln w="9525">
              <a:noFill/>
            </a:ln>
          </p:spPr>
          <p:txBody>
            <a:bodyPr wrap="none" anchor="t" anchorCtr="0">
              <a:spAutoFit/>
            </a:bodyPr>
            <a:lstStyle/>
            <a:p>
              <a:r>
                <a:rPr lang="en-US" altLang="zh-CN" sz="2800" b="1" i="1" dirty="0">
                  <a:solidFill>
                    <a:srgbClr val="CC0000"/>
                  </a:solidFill>
                  <a:latin typeface="Bookman Old Style" panose="02050604050505020204" pitchFamily="18" charset="0"/>
                  <a:ea typeface="仿宋_GB2312" pitchFamily="49" charset="-122"/>
                </a:rPr>
                <a:t>n</a:t>
              </a:r>
              <a:r>
                <a:rPr lang="en-US" altLang="zh-CN" sz="2800" b="1" baseline="-25000" dirty="0">
                  <a:solidFill>
                    <a:srgbClr val="CC0000"/>
                  </a:solidFill>
                  <a:latin typeface="Bookman Old Style" panose="02050604050505020204" pitchFamily="18" charset="0"/>
                  <a:ea typeface="仿宋_GB2312" pitchFamily="49" charset="-122"/>
                </a:rPr>
                <a:t>2</a:t>
              </a:r>
            </a:p>
          </p:txBody>
        </p:sp>
      </p:grpSp>
      <p:sp>
        <p:nvSpPr>
          <p:cNvPr id="257054" name="Rectangle 30"/>
          <p:cNvSpPr/>
          <p:nvPr/>
        </p:nvSpPr>
        <p:spPr>
          <a:xfrm>
            <a:off x="5613400" y="5964238"/>
            <a:ext cx="3278188" cy="366712"/>
          </a:xfrm>
          <a:prstGeom prst="rect">
            <a:avLst/>
          </a:prstGeom>
          <a:noFill/>
          <a:ln w="9525">
            <a:noFill/>
          </a:ln>
        </p:spPr>
        <p:txBody>
          <a:bodyPr anchor="t" anchorCtr="0">
            <a:spAutoFit/>
          </a:bodyPr>
          <a:lstStyle/>
          <a:p>
            <a:r>
              <a:rPr lang="zh-CN" altLang="en-US" b="1" dirty="0">
                <a:solidFill>
                  <a:srgbClr val="CC0000"/>
                </a:solidFill>
                <a:latin typeface="Verdana" panose="020B0604030504040204" pitchFamily="34" charset="0"/>
                <a:ea typeface="宋体" panose="02010600030101010101" pitchFamily="2" charset="-122"/>
              </a:rPr>
              <a:t>也可用透射光干涉加强的条件</a:t>
            </a:r>
          </a:p>
        </p:txBody>
      </p:sp>
      <p:graphicFrame>
        <p:nvGraphicFramePr>
          <p:cNvPr id="20509" name="对象 3"/>
          <p:cNvGraphicFramePr/>
          <p:nvPr/>
        </p:nvGraphicFramePr>
        <p:xfrm>
          <a:off x="1042988" y="3336925"/>
          <a:ext cx="2109787" cy="820738"/>
        </p:xfrm>
        <a:graphic>
          <a:graphicData uri="http://schemas.openxmlformats.org/presentationml/2006/ole">
            <mc:AlternateContent xmlns:mc="http://schemas.openxmlformats.org/markup-compatibility/2006">
              <mc:Choice xmlns:v="urn:schemas-microsoft-com:vml" Requires="v">
                <p:oleObj r:id="rId3" imgW="1526540" imgH="744220" progId="Equation.KSEE3">
                  <p:embed/>
                </p:oleObj>
              </mc:Choice>
              <mc:Fallback>
                <p:oleObj r:id="rId3" imgW="1526540" imgH="744220" progId="Equation.KSEE3">
                  <p:embed/>
                  <p:pic>
                    <p:nvPicPr>
                      <p:cNvPr id="0" name="图片 3160"/>
                      <p:cNvPicPr/>
                      <p:nvPr/>
                    </p:nvPicPr>
                    <p:blipFill>
                      <a:blip r:embed="rId4"/>
                      <a:stretch>
                        <a:fillRect/>
                      </a:stretch>
                    </p:blipFill>
                    <p:spPr>
                      <a:xfrm>
                        <a:off x="1042988" y="3336925"/>
                        <a:ext cx="2109787" cy="820738"/>
                      </a:xfrm>
                      <a:prstGeom prst="rect">
                        <a:avLst/>
                      </a:prstGeom>
                      <a:noFill/>
                      <a:ln w="38100">
                        <a:noFill/>
                        <a:miter/>
                      </a:ln>
                    </p:spPr>
                  </p:pic>
                </p:oleObj>
              </mc:Fallback>
            </mc:AlternateContent>
          </a:graphicData>
        </a:graphic>
      </p:graphicFrame>
      <p:graphicFrame>
        <p:nvGraphicFramePr>
          <p:cNvPr id="20510" name="对象 5"/>
          <p:cNvGraphicFramePr/>
          <p:nvPr/>
        </p:nvGraphicFramePr>
        <p:xfrm>
          <a:off x="1835150" y="4292600"/>
          <a:ext cx="1766888" cy="885825"/>
        </p:xfrm>
        <a:graphic>
          <a:graphicData uri="http://schemas.openxmlformats.org/presentationml/2006/ole">
            <mc:AlternateContent xmlns:mc="http://schemas.openxmlformats.org/markup-compatibility/2006">
              <mc:Choice xmlns:v="urn:schemas-microsoft-com:vml" Requires="v">
                <p:oleObj r:id="rId5" imgW="1090295" imgH="819785" progId="Equation.KSEE3">
                  <p:embed/>
                </p:oleObj>
              </mc:Choice>
              <mc:Fallback>
                <p:oleObj r:id="rId5" imgW="1090295" imgH="819785" progId="Equation.KSEE3">
                  <p:embed/>
                  <p:pic>
                    <p:nvPicPr>
                      <p:cNvPr id="0" name="图片 3161"/>
                      <p:cNvPicPr/>
                      <p:nvPr/>
                    </p:nvPicPr>
                    <p:blipFill>
                      <a:blip r:embed="rId6"/>
                      <a:stretch>
                        <a:fillRect/>
                      </a:stretch>
                    </p:blipFill>
                    <p:spPr>
                      <a:xfrm>
                        <a:off x="1835150" y="4292600"/>
                        <a:ext cx="1766888" cy="885825"/>
                      </a:xfrm>
                      <a:prstGeom prst="rect">
                        <a:avLst/>
                      </a:prstGeom>
                      <a:noFill/>
                      <a:ln w="38100">
                        <a:noFill/>
                        <a:miter/>
                      </a:ln>
                    </p:spPr>
                  </p:pic>
                </p:oleObj>
              </mc:Fallback>
            </mc:AlternateContent>
          </a:graphicData>
        </a:graphic>
      </p:graphicFrame>
      <p:graphicFrame>
        <p:nvGraphicFramePr>
          <p:cNvPr id="20511" name="对象 7"/>
          <p:cNvGraphicFramePr/>
          <p:nvPr/>
        </p:nvGraphicFramePr>
        <p:xfrm>
          <a:off x="3563938" y="4221163"/>
          <a:ext cx="1500187" cy="923925"/>
        </p:xfrm>
        <a:graphic>
          <a:graphicData uri="http://schemas.openxmlformats.org/presentationml/2006/ole">
            <mc:AlternateContent xmlns:mc="http://schemas.openxmlformats.org/markup-compatibility/2006">
              <mc:Choice xmlns:v="urn:schemas-microsoft-com:vml" Requires="v">
                <p:oleObj r:id="rId7" imgW="1096645" imgH="713740" progId="Equation.KSEE3">
                  <p:embed/>
                </p:oleObj>
              </mc:Choice>
              <mc:Fallback>
                <p:oleObj r:id="rId7" imgW="1096645" imgH="713740" progId="Equation.KSEE3">
                  <p:embed/>
                  <p:pic>
                    <p:nvPicPr>
                      <p:cNvPr id="0" name="图片 3162"/>
                      <p:cNvPicPr/>
                      <p:nvPr/>
                    </p:nvPicPr>
                    <p:blipFill>
                      <a:blip r:embed="rId8"/>
                      <a:stretch>
                        <a:fillRect/>
                      </a:stretch>
                    </p:blipFill>
                    <p:spPr>
                      <a:xfrm>
                        <a:off x="3563938" y="4221163"/>
                        <a:ext cx="1500187" cy="9239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7027">
                                            <p:txEl>
                                              <p:pRg st="0" end="0"/>
                                            </p:txEl>
                                          </p:spTgt>
                                        </p:tgtEl>
                                        <p:attrNameLst>
                                          <p:attrName>style.visibility</p:attrName>
                                        </p:attrNameLst>
                                      </p:cBhvr>
                                      <p:to>
                                        <p:strVal val="visible"/>
                                      </p:to>
                                    </p:set>
                                    <p:animEffect transition="in" filter="wipe(left)">
                                      <p:cBhvr>
                                        <p:cTn id="12" dur="500"/>
                                        <p:tgtEl>
                                          <p:spTgt spid="2570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7027">
                                            <p:txEl>
                                              <p:pRg st="1" end="1"/>
                                            </p:txEl>
                                          </p:spTgt>
                                        </p:tgtEl>
                                        <p:attrNameLst>
                                          <p:attrName>style.visibility</p:attrName>
                                        </p:attrNameLst>
                                      </p:cBhvr>
                                      <p:to>
                                        <p:strVal val="visible"/>
                                      </p:to>
                                    </p:set>
                                    <p:animEffect transition="in" filter="wipe(left)">
                                      <p:cBhvr>
                                        <p:cTn id="17" dur="500"/>
                                        <p:tgtEl>
                                          <p:spTgt spid="2570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ou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7037">
                                            <p:txEl>
                                              <p:pRg st="0" end="0"/>
                                            </p:txEl>
                                          </p:spTgt>
                                        </p:tgtEl>
                                        <p:attrNameLst>
                                          <p:attrName>style.visibility</p:attrName>
                                        </p:attrNameLst>
                                      </p:cBhvr>
                                      <p:to>
                                        <p:strVal val="visible"/>
                                      </p:to>
                                    </p:set>
                                    <p:animEffect transition="in" filter="wipe(left)">
                                      <p:cBhvr>
                                        <p:cTn id="27" dur="500"/>
                                        <p:tgtEl>
                                          <p:spTgt spid="25703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050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57028">
                                            <p:txEl>
                                              <p:pRg st="0" end="0"/>
                                            </p:txEl>
                                          </p:spTgt>
                                        </p:tgtEl>
                                        <p:attrNameLst>
                                          <p:attrName>style.visibility</p:attrName>
                                        </p:attrNameLst>
                                      </p:cBhvr>
                                      <p:to>
                                        <p:strVal val="visible"/>
                                      </p:to>
                                    </p:set>
                                    <p:animEffect transition="in" filter="wipe(left)">
                                      <p:cBhvr>
                                        <p:cTn id="36" dur="500"/>
                                        <p:tgtEl>
                                          <p:spTgt spid="257028">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5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5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57039">
                                            <p:txEl>
                                              <p:pRg st="0" end="0"/>
                                            </p:txEl>
                                          </p:spTgt>
                                        </p:tgtEl>
                                        <p:attrNameLst>
                                          <p:attrName>style.visibility</p:attrName>
                                        </p:attrNameLst>
                                      </p:cBhvr>
                                      <p:to>
                                        <p:strVal val="visible"/>
                                      </p:to>
                                    </p:set>
                                    <p:animEffect transition="in" filter="wipe(left)">
                                      <p:cBhvr>
                                        <p:cTn id="47" dur="500"/>
                                        <p:tgtEl>
                                          <p:spTgt spid="25703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57054"/>
                                        </p:tgtEl>
                                        <p:attrNameLst>
                                          <p:attrName>style.visibility</p:attrName>
                                        </p:attrNameLst>
                                      </p:cBhvr>
                                      <p:to>
                                        <p:strVal val="visible"/>
                                      </p:to>
                                    </p:set>
                                    <p:animEffect transition="in" filter="blinds(horizontal)">
                                      <p:cBhvr>
                                        <p:cTn id="52" dur="500"/>
                                        <p:tgtEl>
                                          <p:spTgt spid="257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7" grpId="0" build="p"/>
      <p:bldP spid="257028" grpId="0" build="p"/>
      <p:bldP spid="257037" grpId="0" build="p"/>
      <p:bldP spid="257039" grpId="0" build="p"/>
      <p:bldP spid="25705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文本框 3"/>
          <p:cNvSpPr txBox="1"/>
          <p:nvPr>
            <p:custDataLst>
              <p:tags r:id="rId1"/>
            </p:custDataLst>
          </p:nvPr>
        </p:nvSpPr>
        <p:spPr>
          <a:xfrm>
            <a:off x="233363" y="257175"/>
            <a:ext cx="8450262" cy="2168525"/>
          </a:xfrm>
          <a:prstGeom prst="rect">
            <a:avLst/>
          </a:prstGeom>
          <a:noFill/>
          <a:ln w="9525">
            <a:noFill/>
          </a:ln>
        </p:spPr>
        <p:txBody>
          <a:bodyPr wrap="square" anchor="t" anchorCtr="0">
            <a:spAutoFit/>
          </a:bodyPr>
          <a:lstStyle/>
          <a:p>
            <a:pPr algn="just">
              <a:lnSpc>
                <a:spcPct val="150000"/>
              </a:lnSpc>
            </a:pPr>
            <a:r>
              <a:rPr lang="zh-CN" altLang="en-US">
                <a:solidFill>
                  <a:srgbClr val="0000FF"/>
                </a:solidFill>
                <a:latin typeface="Verdana" panose="020B0604030504040204" pitchFamily="34" charset="0"/>
                <a:ea typeface="宋体" panose="02010600030101010101" pitchFamily="2" charset="-122"/>
              </a:rPr>
              <a:t>讨论题：2014年3月8日，MH370飞机离奇失踪，成为了人类航空史上最大也是最离奇的谜团。时至今日，MH370的主体机身遗骸和飞行记录仪并没有被找到，也没有任何一位乘客或者机组人员的遗体被发现。没有人知道当初的MH370出了什么事。</a:t>
            </a:r>
          </a:p>
          <a:p>
            <a:pPr algn="just">
              <a:lnSpc>
                <a:spcPct val="150000"/>
              </a:lnSpc>
            </a:pPr>
            <a:r>
              <a:rPr lang="en-US" altLang="zh-CN">
                <a:solidFill>
                  <a:srgbClr val="0000FF"/>
                </a:solidFill>
                <a:latin typeface="Verdana" panose="020B0604030504040204" pitchFamily="34" charset="0"/>
                <a:ea typeface="宋体" panose="02010600030101010101" pitchFamily="2" charset="-122"/>
              </a:rPr>
              <a:t>      MH370上总共有227名乘客，其中中国公民154位（有一位来自中国台湾）    </a:t>
            </a:r>
            <a:r>
              <a:rPr lang="en-US" altLang="zh-CN">
                <a:latin typeface="Verdana" panose="020B0604030504040204" pitchFamily="34" charset="0"/>
                <a:ea typeface="宋体" panose="02010600030101010101" pitchFamily="2" charset="-122"/>
              </a:rPr>
              <a:t>  </a:t>
            </a:r>
            <a:endParaRPr lang="zh-CN" altLang="en-US">
              <a:solidFill>
                <a:srgbClr val="0000FF"/>
              </a:solidFill>
              <a:latin typeface="Verdana" panose="020B0604030504040204" pitchFamily="34" charset="0"/>
              <a:ea typeface="宋体" panose="02010600030101010101" pitchFamily="2" charset="-122"/>
            </a:endParaRPr>
          </a:p>
        </p:txBody>
      </p:sp>
      <p:pic>
        <p:nvPicPr>
          <p:cNvPr id="21506" name="图片 100"/>
          <p:cNvPicPr/>
          <p:nvPr>
            <p:custDataLst>
              <p:tags r:id="rId2"/>
            </p:custDataLst>
          </p:nvPr>
        </p:nvPicPr>
        <p:blipFill>
          <a:blip r:embed="rId6"/>
          <a:stretch>
            <a:fillRect/>
          </a:stretch>
        </p:blipFill>
        <p:spPr>
          <a:xfrm>
            <a:off x="728663" y="2590800"/>
            <a:ext cx="3235325" cy="2179638"/>
          </a:xfrm>
          <a:prstGeom prst="rect">
            <a:avLst/>
          </a:prstGeom>
          <a:noFill/>
          <a:ln w="9525">
            <a:noFill/>
          </a:ln>
        </p:spPr>
      </p:pic>
      <p:pic>
        <p:nvPicPr>
          <p:cNvPr id="21507" name="图片 101"/>
          <p:cNvPicPr/>
          <p:nvPr>
            <p:custDataLst>
              <p:tags r:id="rId3"/>
            </p:custDataLst>
          </p:nvPr>
        </p:nvPicPr>
        <p:blipFill>
          <a:blip r:embed="rId7"/>
          <a:stretch>
            <a:fillRect/>
          </a:stretch>
        </p:blipFill>
        <p:spPr>
          <a:xfrm>
            <a:off x="4284663" y="2590800"/>
            <a:ext cx="3616325" cy="2179638"/>
          </a:xfrm>
          <a:prstGeom prst="rect">
            <a:avLst/>
          </a:prstGeom>
          <a:noFill/>
          <a:ln w="9525">
            <a:noFill/>
          </a:ln>
        </p:spPr>
      </p:pic>
      <p:sp>
        <p:nvSpPr>
          <p:cNvPr id="21508" name="文本框 2"/>
          <p:cNvSpPr txBox="1"/>
          <p:nvPr>
            <p:custDataLst>
              <p:tags r:id="rId4"/>
            </p:custDataLst>
          </p:nvPr>
        </p:nvSpPr>
        <p:spPr>
          <a:xfrm>
            <a:off x="401638" y="5032375"/>
            <a:ext cx="8445500" cy="1476375"/>
          </a:xfrm>
          <a:prstGeom prst="rect">
            <a:avLst/>
          </a:prstGeom>
          <a:noFill/>
          <a:ln w="9525">
            <a:noFill/>
          </a:ln>
        </p:spPr>
        <p:txBody>
          <a:bodyPr wrap="square" anchor="t" anchorCtr="0">
            <a:spAutoFit/>
          </a:bodyPr>
          <a:lstStyle/>
          <a:p>
            <a:pPr>
              <a:lnSpc>
                <a:spcPct val="150000"/>
              </a:lnSpc>
            </a:pPr>
            <a:r>
              <a:rPr lang="zh-CN" altLang="en-US" sz="2000" b="1" dirty="0">
                <a:solidFill>
                  <a:srgbClr val="FF0000"/>
                </a:solidFill>
                <a:latin typeface="楷体_GB2312" pitchFamily="1" charset="-122"/>
                <a:ea typeface="楷体_GB2312" pitchFamily="1" charset="-122"/>
                <a:sym typeface="宋体" panose="02010600030101010101" pitchFamily="2" charset="-122"/>
              </a:rPr>
              <a:t>假设</a:t>
            </a:r>
            <a:r>
              <a:rPr lang="en-US" altLang="zh-CN" sz="2000" b="1" dirty="0">
                <a:solidFill>
                  <a:srgbClr val="FF0000"/>
                </a:solidFill>
                <a:latin typeface="楷体_GB2312" pitchFamily="1" charset="-122"/>
                <a:ea typeface="楷体_GB2312" pitchFamily="1" charset="-122"/>
                <a:sym typeface="宋体" panose="02010600030101010101" pitchFamily="2" charset="-122"/>
              </a:rPr>
              <a:t>MH370</a:t>
            </a:r>
            <a:r>
              <a:rPr lang="zh-CN" altLang="en-US" sz="2000" b="1" dirty="0">
                <a:solidFill>
                  <a:srgbClr val="FF0000"/>
                </a:solidFill>
                <a:latin typeface="楷体_GB2312" pitchFamily="1" charset="-122"/>
                <a:ea typeface="楷体_GB2312" pitchFamily="1" charset="-122"/>
                <a:sym typeface="宋体" panose="02010600030101010101" pitchFamily="2" charset="-122"/>
              </a:rPr>
              <a:t>失事前燃油未耗尽，坠海时漏出的油（</a:t>
            </a:r>
            <a:r>
              <a:rPr lang="zh-CN" altLang="en-US" sz="2000" b="1" dirty="0">
                <a:solidFill>
                  <a:srgbClr val="1C1C1C"/>
                </a:solidFill>
                <a:latin typeface="楷体_GB2312" pitchFamily="1" charset="-122"/>
                <a:ea typeface="楷体_GB2312" pitchFamily="1" charset="-122"/>
              </a:rPr>
              <a:t>折射率</a:t>
            </a:r>
            <a:r>
              <a:rPr lang="en-US" altLang="zh-CN" sz="2000" dirty="0">
                <a:solidFill>
                  <a:srgbClr val="1C1C1C"/>
                </a:solidFill>
                <a:latin typeface="Times New Roman" panose="02020603050405020304" pitchFamily="18" charset="0"/>
                <a:ea typeface="楷体_GB2312" pitchFamily="1" charset="-122"/>
              </a:rPr>
              <a:t>1.20</a:t>
            </a:r>
            <a:r>
              <a:rPr lang="zh-CN" altLang="en-US" sz="2000" b="1" dirty="0">
                <a:solidFill>
                  <a:srgbClr val="FF0000"/>
                </a:solidFill>
                <a:latin typeface="楷体_GB2312" pitchFamily="1" charset="-122"/>
                <a:ea typeface="楷体_GB2312" pitchFamily="1" charset="-122"/>
                <a:sym typeface="宋体" panose="02010600030101010101" pitchFamily="2" charset="-122"/>
              </a:rPr>
              <a:t>）在海水（</a:t>
            </a:r>
            <a:r>
              <a:rPr lang="zh-CN" altLang="en-US" sz="2000" b="1" dirty="0">
                <a:solidFill>
                  <a:srgbClr val="1C1C1C"/>
                </a:solidFill>
                <a:latin typeface="楷体_GB2312" pitchFamily="1" charset="-122"/>
                <a:ea typeface="楷体_GB2312" pitchFamily="1" charset="-122"/>
                <a:sym typeface="宋体" panose="02010600030101010101" pitchFamily="2" charset="-122"/>
              </a:rPr>
              <a:t>折射率</a:t>
            </a:r>
            <a:r>
              <a:rPr lang="en-US" altLang="zh-CN" sz="2000" dirty="0">
                <a:solidFill>
                  <a:srgbClr val="1C1C1C"/>
                </a:solidFill>
                <a:latin typeface="Times New Roman" panose="02020603050405020304" pitchFamily="18" charset="0"/>
                <a:ea typeface="楷体_GB2312" pitchFamily="1" charset="-122"/>
                <a:sym typeface="宋体" panose="02010600030101010101" pitchFamily="2" charset="-122"/>
              </a:rPr>
              <a:t>1.30</a:t>
            </a:r>
            <a:r>
              <a:rPr lang="zh-CN" altLang="en-US" sz="2000" b="1" dirty="0">
                <a:solidFill>
                  <a:srgbClr val="FF0000"/>
                </a:solidFill>
                <a:latin typeface="楷体_GB2312" pitchFamily="1" charset="-122"/>
                <a:ea typeface="楷体_GB2312" pitchFamily="1" charset="-122"/>
                <a:sym typeface="宋体" panose="02010600030101010101" pitchFamily="2" charset="-122"/>
              </a:rPr>
              <a:t>）表面形成一层薄薄的油污（</a:t>
            </a:r>
            <a:r>
              <a:rPr lang="zh-CN" altLang="en-US" sz="2000" b="1" dirty="0">
                <a:latin typeface="楷体_GB2312" pitchFamily="1" charset="-122"/>
                <a:ea typeface="楷体_GB2312" pitchFamily="1" charset="-122"/>
                <a:sym typeface="宋体" panose="02010600030101010101" pitchFamily="2" charset="-122"/>
              </a:rPr>
              <a:t>一般</a:t>
            </a:r>
            <a:r>
              <a:rPr lang="en-US" altLang="zh-CN" sz="2000" b="1" dirty="0">
                <a:latin typeface="楷体_GB2312" pitchFamily="1" charset="-122"/>
                <a:ea typeface="楷体_GB2312" pitchFamily="1" charset="-122"/>
                <a:sym typeface="宋体" panose="02010600030101010101" pitchFamily="2" charset="-122"/>
              </a:rPr>
              <a:t>450nm</a:t>
            </a:r>
            <a:r>
              <a:rPr lang="zh-CN" altLang="en-US" sz="2000" b="1" dirty="0">
                <a:latin typeface="楷体_GB2312" pitchFamily="1" charset="-122"/>
                <a:ea typeface="楷体_GB2312" pitchFamily="1" charset="-122"/>
                <a:sym typeface="宋体" panose="02010600030101010101" pitchFamily="2" charset="-122"/>
              </a:rPr>
              <a:t>左右</a:t>
            </a:r>
            <a:r>
              <a:rPr lang="zh-CN" altLang="en-US" sz="2000" b="1" dirty="0">
                <a:solidFill>
                  <a:srgbClr val="FF0000"/>
                </a:solidFill>
                <a:latin typeface="楷体_GB2312" pitchFamily="1" charset="-122"/>
                <a:ea typeface="楷体_GB2312" pitchFamily="1" charset="-122"/>
                <a:sym typeface="宋体" panose="02010600030101010101" pitchFamily="2" charset="-122"/>
              </a:rPr>
              <a:t>）</a:t>
            </a:r>
            <a:r>
              <a:rPr lang="zh-CN" altLang="en-US" sz="2000" b="1" dirty="0">
                <a:solidFill>
                  <a:srgbClr val="1C1C1C"/>
                </a:solidFill>
                <a:latin typeface="楷体_GB2312" pitchFamily="1" charset="-122"/>
                <a:ea typeface="楷体_GB2312" pitchFamily="1" charset="-122"/>
                <a:sym typeface="宋体" panose="02010600030101010101" pitchFamily="2" charset="-122"/>
              </a:rPr>
              <a:t>。正午，搜救飞机的驾驶员从机上向下观察，他如何确定油污的大致位置？</a:t>
            </a:r>
          </a:p>
        </p:txBody>
      </p:sp>
    </p:spTree>
  </p:cSld>
  <p:clrMapOvr>
    <a:masterClrMapping/>
  </p:clrMapOvr>
  <p:transition spd="slow">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4" descr="羊皮纸"/>
          <p:cNvSpPr/>
          <p:nvPr/>
        </p:nvSpPr>
        <p:spPr>
          <a:xfrm>
            <a:off x="0" y="6707188"/>
            <a:ext cx="9144000" cy="150812"/>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2530" name="Rectangle 25" descr="羊皮纸"/>
          <p:cNvSpPr/>
          <p:nvPr/>
        </p:nvSpPr>
        <p:spPr>
          <a:xfrm>
            <a:off x="0" y="0"/>
            <a:ext cx="9144000" cy="150813"/>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2531" name="Text Box 3"/>
          <p:cNvSpPr txBox="1"/>
          <p:nvPr/>
        </p:nvSpPr>
        <p:spPr>
          <a:xfrm>
            <a:off x="468313" y="1412875"/>
            <a:ext cx="8321675" cy="1187450"/>
          </a:xfrm>
          <a:prstGeom prst="rect">
            <a:avLst/>
          </a:prstGeom>
          <a:noFill/>
          <a:ln w="9525">
            <a:noFill/>
          </a:ln>
        </p:spPr>
        <p:txBody>
          <a:bodyPr anchor="t" anchorCtr="0">
            <a:spAutoFit/>
          </a:bodyPr>
          <a:lstStyle/>
          <a:p>
            <a:r>
              <a:rPr lang="en-US" altLang="zh-CN" sz="2400" b="1" dirty="0">
                <a:solidFill>
                  <a:srgbClr val="1C1C1C"/>
                </a:solidFill>
                <a:latin typeface="楷体_GB2312" pitchFamily="1" charset="-122"/>
                <a:ea typeface="楷体_GB2312" pitchFamily="1" charset="-122"/>
              </a:rPr>
              <a:t>    (</a:t>
            </a:r>
            <a:r>
              <a:rPr lang="en-US" altLang="zh-CN" sz="2400" b="1" dirty="0">
                <a:solidFill>
                  <a:srgbClr val="CC0000"/>
                </a:solidFill>
                <a:latin typeface="楷体_GB2312" pitchFamily="1" charset="-122"/>
                <a:ea typeface="楷体_GB2312" pitchFamily="1" charset="-122"/>
              </a:rPr>
              <a:t>1</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如果太阳正位于海域上空</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一直升飞机的驾驶员从机上向下观察</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他所正对的油层厚度为</a:t>
            </a:r>
            <a:r>
              <a:rPr lang="en-US" altLang="zh-CN" sz="2400" dirty="0">
                <a:solidFill>
                  <a:srgbClr val="1C1C1C"/>
                </a:solidFill>
                <a:latin typeface="Times New Roman" panose="02020603050405020304" pitchFamily="18" charset="0"/>
                <a:ea typeface="楷体_GB2312" pitchFamily="1" charset="-122"/>
              </a:rPr>
              <a:t>460nm</a:t>
            </a:r>
            <a:r>
              <a:rPr lang="en-US" altLang="zh-CN" sz="2400" b="1" dirty="0">
                <a:solidFill>
                  <a:srgbClr val="1C1C1C"/>
                </a:solidFill>
                <a:latin typeface="Times New Roman" panose="02020603050405020304" pitchFamily="18" charset="0"/>
                <a:ea typeface="楷体_GB2312" pitchFamily="1" charset="-122"/>
              </a:rPr>
              <a:t>,</a:t>
            </a:r>
            <a:r>
              <a:rPr lang="zh-CN" altLang="en-US" sz="2400" b="1" dirty="0">
                <a:solidFill>
                  <a:srgbClr val="1C1C1C"/>
                </a:solidFill>
                <a:latin typeface="楷体_GB2312" pitchFamily="1" charset="-122"/>
                <a:ea typeface="楷体_GB2312" pitchFamily="1" charset="-122"/>
              </a:rPr>
              <a:t>则他将观察到油层呈什么颜色</a:t>
            </a:r>
            <a:r>
              <a:rPr lang="en-US" altLang="zh-CN" sz="2400" b="1" dirty="0">
                <a:solidFill>
                  <a:srgbClr val="1C1C1C"/>
                </a:solidFill>
                <a:latin typeface="楷体_GB2312" pitchFamily="1" charset="-122"/>
                <a:ea typeface="楷体_GB2312" pitchFamily="1" charset="-122"/>
              </a:rPr>
              <a:t>?</a:t>
            </a:r>
          </a:p>
        </p:txBody>
      </p:sp>
      <p:sp>
        <p:nvSpPr>
          <p:cNvPr id="22532" name="Text Box 4"/>
          <p:cNvSpPr txBox="1"/>
          <p:nvPr/>
        </p:nvSpPr>
        <p:spPr>
          <a:xfrm>
            <a:off x="468313" y="2636838"/>
            <a:ext cx="8169275" cy="822325"/>
          </a:xfrm>
          <a:prstGeom prst="rect">
            <a:avLst/>
          </a:prstGeom>
          <a:noFill/>
          <a:ln w="9525">
            <a:noFill/>
          </a:ln>
        </p:spPr>
        <p:txBody>
          <a:bodyPr anchor="t" anchorCtr="0">
            <a:spAutoFit/>
          </a:bodyPr>
          <a:lstStyle/>
          <a:p>
            <a:r>
              <a:rPr lang="en-US" altLang="zh-CN" sz="2400" b="1" dirty="0">
                <a:solidFill>
                  <a:srgbClr val="1C1C1C"/>
                </a:solidFill>
                <a:latin typeface="楷体_GB2312" pitchFamily="1" charset="-122"/>
                <a:ea typeface="楷体_GB2312" pitchFamily="1" charset="-122"/>
              </a:rPr>
              <a:t>    (</a:t>
            </a:r>
            <a:r>
              <a:rPr lang="en-US" altLang="zh-CN" sz="2400" b="1" dirty="0">
                <a:solidFill>
                  <a:srgbClr val="CC0000"/>
                </a:solidFill>
                <a:latin typeface="楷体_GB2312" pitchFamily="1" charset="-122"/>
                <a:ea typeface="楷体_GB2312" pitchFamily="1" charset="-122"/>
              </a:rPr>
              <a:t>2</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如果一潜水员潜入该区域水下</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又将看到油层呈什么颜色</a:t>
            </a:r>
            <a:r>
              <a:rPr lang="en-US" altLang="zh-CN" sz="2400" b="1" dirty="0">
                <a:solidFill>
                  <a:srgbClr val="1C1C1C"/>
                </a:solidFill>
                <a:latin typeface="楷体_GB2312" pitchFamily="1" charset="-122"/>
                <a:ea typeface="楷体_GB2312" pitchFamily="1" charset="-122"/>
              </a:rPr>
              <a:t>?</a:t>
            </a:r>
          </a:p>
        </p:txBody>
      </p:sp>
      <p:grpSp>
        <p:nvGrpSpPr>
          <p:cNvPr id="22533" name="Group 26"/>
          <p:cNvGrpSpPr/>
          <p:nvPr/>
        </p:nvGrpSpPr>
        <p:grpSpPr>
          <a:xfrm>
            <a:off x="328613" y="215900"/>
            <a:ext cx="8553450" cy="1200150"/>
            <a:chOff x="207" y="136"/>
            <a:chExt cx="5194" cy="756"/>
          </a:xfrm>
        </p:grpSpPr>
        <p:sp>
          <p:nvSpPr>
            <p:cNvPr id="22534" name="Text Box 2"/>
            <p:cNvSpPr txBox="1"/>
            <p:nvPr/>
          </p:nvSpPr>
          <p:spPr>
            <a:xfrm>
              <a:off x="207" y="136"/>
              <a:ext cx="5194" cy="755"/>
            </a:xfrm>
            <a:prstGeom prst="rect">
              <a:avLst/>
            </a:prstGeom>
            <a:noFill/>
            <a:ln w="9525">
              <a:noFill/>
            </a:ln>
          </p:spPr>
          <p:txBody>
            <a:bodyPr anchor="t" anchorCtr="0">
              <a:spAutoFit/>
            </a:bodyPr>
            <a:lstStyle/>
            <a:p>
              <a:pPr>
                <a:lnSpc>
                  <a:spcPct val="150000"/>
                </a:lnSpc>
              </a:pPr>
              <a:r>
                <a:rPr lang="en-US" altLang="zh-CN" sz="2400" b="1" dirty="0">
                  <a:solidFill>
                    <a:srgbClr val="CC0000"/>
                  </a:solidFill>
                  <a:latin typeface="楷体_GB2312" pitchFamily="1" charset="-122"/>
                  <a:ea typeface="楷体_GB2312" pitchFamily="1" charset="-122"/>
                </a:rPr>
                <a:t>  </a:t>
              </a:r>
              <a:r>
                <a:rPr lang="zh-CN" altLang="en-US" sz="2400" b="1" dirty="0">
                  <a:solidFill>
                    <a:srgbClr val="CC0000"/>
                  </a:solidFill>
                  <a:latin typeface="楷体_GB2312" pitchFamily="1" charset="-122"/>
                  <a:ea typeface="楷体_GB2312" pitchFamily="1" charset="-122"/>
                </a:rPr>
                <a:t>例</a:t>
              </a:r>
              <a:r>
                <a:rPr lang="en-US" altLang="zh-CN" sz="2400" b="1" dirty="0">
                  <a:solidFill>
                    <a:srgbClr val="CC0000"/>
                  </a:solidFill>
                  <a:latin typeface="楷体_GB2312" pitchFamily="1" charset="-122"/>
                  <a:ea typeface="楷体_GB2312" pitchFamily="1" charset="-122"/>
                </a:rPr>
                <a:t>2</a:t>
              </a:r>
              <a:r>
                <a:rPr lang="en-US" altLang="zh-CN" sz="2400" b="1" dirty="0">
                  <a:solidFill>
                    <a:srgbClr val="1C1C1C"/>
                  </a:solidFill>
                  <a:latin typeface="楷体_GB2312" pitchFamily="1" charset="-122"/>
                  <a:ea typeface="楷体_GB2312" pitchFamily="1" charset="-122"/>
                </a:rPr>
                <a:t>  </a:t>
              </a:r>
              <a:r>
                <a:rPr lang="zh-CN" altLang="en-US" sz="2400" b="1" dirty="0">
                  <a:solidFill>
                    <a:srgbClr val="1C1C1C"/>
                  </a:solidFill>
                  <a:latin typeface="楷体_GB2312" pitchFamily="1" charset="-122"/>
                  <a:ea typeface="楷体_GB2312" pitchFamily="1" charset="-122"/>
                </a:rPr>
                <a:t>一油轮漏出的油</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折射率    </a:t>
              </a:r>
              <a:r>
                <a:rPr lang="en-US" altLang="zh-CN" sz="2400" b="1" dirty="0">
                  <a:solidFill>
                    <a:srgbClr val="1C1C1C"/>
                  </a:solidFill>
                  <a:latin typeface="Times New Roman" panose="02020603050405020304" pitchFamily="18" charset="0"/>
                  <a:ea typeface="楷体_GB2312" pitchFamily="1" charset="-122"/>
                </a:rPr>
                <a:t>=</a:t>
              </a:r>
              <a:r>
                <a:rPr lang="en-US" altLang="zh-CN" sz="2400" dirty="0">
                  <a:solidFill>
                    <a:srgbClr val="1C1C1C"/>
                  </a:solidFill>
                  <a:latin typeface="Times New Roman" panose="02020603050405020304" pitchFamily="18" charset="0"/>
                  <a:ea typeface="楷体_GB2312" pitchFamily="1" charset="-122"/>
                </a:rPr>
                <a:t>1.20</a:t>
              </a:r>
              <a:r>
                <a:rPr lang="en-US" altLang="zh-CN" sz="2400" b="1" dirty="0">
                  <a:solidFill>
                    <a:srgbClr val="1C1C1C"/>
                  </a:solidFill>
                  <a:latin typeface="Times New Roman" panose="02020603050405020304" pitchFamily="18" charset="0"/>
                  <a:ea typeface="楷体_GB2312" pitchFamily="1" charset="-122"/>
                </a:rPr>
                <a:t>)</a:t>
              </a:r>
              <a:r>
                <a:rPr lang="zh-CN" altLang="en-US" sz="2400" b="1" dirty="0">
                  <a:solidFill>
                    <a:srgbClr val="1C1C1C"/>
                  </a:solidFill>
                  <a:latin typeface="楷体_GB2312" pitchFamily="1" charset="-122"/>
                  <a:ea typeface="楷体_GB2312" pitchFamily="1" charset="-122"/>
                </a:rPr>
                <a:t>污染了某海域</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在海水</a:t>
              </a:r>
              <a:r>
                <a:rPr lang="en-US" altLang="zh-CN" sz="2400" b="1" dirty="0">
                  <a:solidFill>
                    <a:srgbClr val="1C1C1C"/>
                  </a:solidFill>
                  <a:latin typeface="楷体_GB2312" pitchFamily="1" charset="-122"/>
                  <a:ea typeface="楷体_GB2312" pitchFamily="1" charset="-122"/>
                </a:rPr>
                <a:t>(   </a:t>
              </a:r>
              <a:r>
                <a:rPr lang="en-US" altLang="zh-CN" sz="2400" b="1" dirty="0">
                  <a:solidFill>
                    <a:srgbClr val="1C1C1C"/>
                  </a:solidFill>
                  <a:latin typeface="Times New Roman" panose="02020603050405020304" pitchFamily="18" charset="0"/>
                  <a:ea typeface="楷体_GB2312" pitchFamily="1" charset="-122"/>
                </a:rPr>
                <a:t>=</a:t>
              </a:r>
              <a:r>
                <a:rPr lang="en-US" altLang="zh-CN" sz="2400" dirty="0">
                  <a:solidFill>
                    <a:srgbClr val="1C1C1C"/>
                  </a:solidFill>
                  <a:latin typeface="Times New Roman" panose="02020603050405020304" pitchFamily="18" charset="0"/>
                  <a:ea typeface="楷体_GB2312" pitchFamily="1" charset="-122"/>
                </a:rPr>
                <a:t>1.30</a:t>
              </a:r>
              <a:r>
                <a:rPr lang="en-US" altLang="zh-CN" sz="2400" b="1" dirty="0">
                  <a:solidFill>
                    <a:srgbClr val="1C1C1C"/>
                  </a:solidFill>
                  <a:latin typeface="Times New Roman" panose="02020603050405020304" pitchFamily="18" charset="0"/>
                  <a:ea typeface="楷体_GB2312" pitchFamily="1" charset="-122"/>
                </a:rPr>
                <a:t>)</a:t>
              </a:r>
              <a:r>
                <a:rPr lang="zh-CN" altLang="en-US" sz="2400" b="1" dirty="0">
                  <a:solidFill>
                    <a:srgbClr val="1C1C1C"/>
                  </a:solidFill>
                  <a:latin typeface="楷体_GB2312" pitchFamily="1" charset="-122"/>
                  <a:ea typeface="楷体_GB2312" pitchFamily="1" charset="-122"/>
                </a:rPr>
                <a:t>表面形成一层薄薄的油污</a:t>
              </a:r>
              <a:r>
                <a:rPr lang="en-US" altLang="zh-CN" sz="2400" b="1" dirty="0">
                  <a:solidFill>
                    <a:srgbClr val="1C1C1C"/>
                  </a:solidFill>
                  <a:latin typeface="楷体_GB2312" pitchFamily="1" charset="-122"/>
                  <a:ea typeface="楷体_GB2312" pitchFamily="1" charset="-122"/>
                </a:rPr>
                <a:t>.</a:t>
              </a:r>
            </a:p>
          </p:txBody>
        </p:sp>
        <p:graphicFrame>
          <p:nvGraphicFramePr>
            <p:cNvPr id="22535" name="Object 7"/>
            <p:cNvGraphicFramePr>
              <a:graphicFrameLocks noChangeAspect="1"/>
            </p:cNvGraphicFramePr>
            <p:nvPr/>
          </p:nvGraphicFramePr>
          <p:xfrm>
            <a:off x="2899" y="189"/>
            <a:ext cx="278" cy="354"/>
          </p:xfrm>
          <a:graphic>
            <a:graphicData uri="http://schemas.openxmlformats.org/presentationml/2006/ole">
              <mc:AlternateContent xmlns:mc="http://schemas.openxmlformats.org/markup-compatibility/2006">
                <mc:Choice xmlns:v="urn:schemas-microsoft-com:vml" Requires="v">
                  <p:oleObj r:id="rId3" imgW="152400" imgH="215900" progId="Equation.3">
                    <p:embed/>
                  </p:oleObj>
                </mc:Choice>
                <mc:Fallback>
                  <p:oleObj r:id="rId3" imgW="152400" imgH="215900" progId="Equation.3">
                    <p:embed/>
                    <p:pic>
                      <p:nvPicPr>
                        <p:cNvPr id="0" name="图片 3083"/>
                        <p:cNvPicPr/>
                        <p:nvPr/>
                      </p:nvPicPr>
                      <p:blipFill>
                        <a:blip r:embed="rId4"/>
                        <a:stretch>
                          <a:fillRect/>
                        </a:stretch>
                      </p:blipFill>
                      <p:spPr>
                        <a:xfrm>
                          <a:off x="2899" y="189"/>
                          <a:ext cx="278" cy="354"/>
                        </a:xfrm>
                        <a:prstGeom prst="rect">
                          <a:avLst/>
                        </a:prstGeom>
                        <a:noFill/>
                        <a:ln w="38100">
                          <a:noFill/>
                          <a:miter/>
                        </a:ln>
                      </p:spPr>
                    </p:pic>
                  </p:oleObj>
                </mc:Fallback>
              </mc:AlternateContent>
            </a:graphicData>
          </a:graphic>
        </p:graphicFrame>
        <p:graphicFrame>
          <p:nvGraphicFramePr>
            <p:cNvPr id="22536" name="Object 8"/>
            <p:cNvGraphicFramePr>
              <a:graphicFrameLocks noChangeAspect="1"/>
            </p:cNvGraphicFramePr>
            <p:nvPr/>
          </p:nvGraphicFramePr>
          <p:xfrm>
            <a:off x="563" y="516"/>
            <a:ext cx="258" cy="376"/>
          </p:xfrm>
          <a:graphic>
            <a:graphicData uri="http://schemas.openxmlformats.org/presentationml/2006/ole">
              <mc:AlternateContent xmlns:mc="http://schemas.openxmlformats.org/markup-compatibility/2006">
                <mc:Choice xmlns:v="urn:schemas-microsoft-com:vml" Requires="v">
                  <p:oleObj r:id="rId5" imgW="165100" imgH="241300" progId="Equation.3">
                    <p:embed/>
                  </p:oleObj>
                </mc:Choice>
                <mc:Fallback>
                  <p:oleObj r:id="rId5" imgW="165100" imgH="241300" progId="Equation.3">
                    <p:embed/>
                    <p:pic>
                      <p:nvPicPr>
                        <p:cNvPr id="0" name="图片 3078"/>
                        <p:cNvPicPr/>
                        <p:nvPr/>
                      </p:nvPicPr>
                      <p:blipFill>
                        <a:blip r:embed="rId6"/>
                        <a:stretch>
                          <a:fillRect/>
                        </a:stretch>
                      </p:blipFill>
                      <p:spPr>
                        <a:xfrm>
                          <a:off x="563" y="516"/>
                          <a:ext cx="258" cy="376"/>
                        </a:xfrm>
                        <a:prstGeom prst="rect">
                          <a:avLst/>
                        </a:prstGeom>
                        <a:noFill/>
                        <a:ln w="38100">
                          <a:noFill/>
                          <a:miter/>
                        </a:ln>
                      </p:spPr>
                    </p:pic>
                  </p:oleObj>
                </mc:Fallback>
              </mc:AlternateContent>
            </a:graphicData>
          </a:graphic>
        </p:graphicFrame>
      </p:grpSp>
      <p:graphicFrame>
        <p:nvGraphicFramePr>
          <p:cNvPr id="253959" name="Object 2"/>
          <p:cNvGraphicFramePr>
            <a:graphicFrameLocks noChangeAspect="1"/>
          </p:cNvGraphicFramePr>
          <p:nvPr/>
        </p:nvGraphicFramePr>
        <p:xfrm>
          <a:off x="4760913" y="3286125"/>
          <a:ext cx="3587750" cy="996950"/>
        </p:xfrm>
        <a:graphic>
          <a:graphicData uri="http://schemas.openxmlformats.org/presentationml/2006/ole">
            <mc:AlternateContent xmlns:mc="http://schemas.openxmlformats.org/markup-compatibility/2006">
              <mc:Choice xmlns:v="urn:schemas-microsoft-com:vml" Requires="v">
                <p:oleObj r:id="rId7" imgW="1002665" imgH="317500" progId="Equation.3">
                  <p:embed/>
                </p:oleObj>
              </mc:Choice>
              <mc:Fallback>
                <p:oleObj r:id="rId7" imgW="1002665" imgH="317500" progId="Equation.3">
                  <p:embed/>
                  <p:pic>
                    <p:nvPicPr>
                      <p:cNvPr id="0" name="图片 3079"/>
                      <p:cNvPicPr/>
                      <p:nvPr/>
                    </p:nvPicPr>
                    <p:blipFill>
                      <a:blip r:embed="rId8"/>
                      <a:stretch>
                        <a:fillRect/>
                      </a:stretch>
                    </p:blipFill>
                    <p:spPr>
                      <a:xfrm>
                        <a:off x="4760913" y="3286125"/>
                        <a:ext cx="3587750" cy="996950"/>
                      </a:xfrm>
                      <a:prstGeom prst="rect">
                        <a:avLst/>
                      </a:prstGeom>
                      <a:noFill/>
                      <a:ln w="38100">
                        <a:noFill/>
                        <a:miter/>
                      </a:ln>
                    </p:spPr>
                  </p:pic>
                </p:oleObj>
              </mc:Fallback>
            </mc:AlternateContent>
          </a:graphicData>
        </a:graphic>
      </p:graphicFrame>
      <p:grpSp>
        <p:nvGrpSpPr>
          <p:cNvPr id="3" name="Group 8"/>
          <p:cNvGrpSpPr/>
          <p:nvPr/>
        </p:nvGrpSpPr>
        <p:grpSpPr>
          <a:xfrm>
            <a:off x="468313" y="3546475"/>
            <a:ext cx="4010025" cy="638175"/>
            <a:chOff x="288" y="2234"/>
            <a:chExt cx="2526" cy="402"/>
          </a:xfrm>
        </p:grpSpPr>
        <p:sp>
          <p:nvSpPr>
            <p:cNvPr id="22539" name="Text Box 9"/>
            <p:cNvSpPr txBox="1"/>
            <p:nvPr/>
          </p:nvSpPr>
          <p:spPr>
            <a:xfrm>
              <a:off x="288" y="2261"/>
              <a:ext cx="844" cy="327"/>
            </a:xfrm>
            <a:prstGeom prst="rect">
              <a:avLst/>
            </a:prstGeom>
            <a:noFill/>
            <a:ln w="9525">
              <a:noFill/>
            </a:ln>
          </p:spPr>
          <p:txBody>
            <a:bodyPr anchor="t" anchorCtr="0">
              <a:spAutoFit/>
            </a:bodyPr>
            <a:lstStyle/>
            <a:p>
              <a:r>
                <a:rPr lang="zh-CN" altLang="en-US" sz="2800" b="1" dirty="0">
                  <a:solidFill>
                    <a:srgbClr val="CC0000"/>
                  </a:solidFill>
                  <a:latin typeface="Times New Roman" panose="02020603050405020304" pitchFamily="18" charset="0"/>
                  <a:ea typeface="宋体" panose="02010600030101010101" pitchFamily="2" charset="-122"/>
                </a:rPr>
                <a:t>解  </a:t>
              </a:r>
              <a:r>
                <a:rPr lang="en-US" altLang="zh-CN" sz="2800" b="1" dirty="0">
                  <a:solidFill>
                    <a:srgbClr val="1C1C1C"/>
                  </a:solidFill>
                  <a:latin typeface="Times New Roman" panose="02020603050405020304" pitchFamily="18" charset="0"/>
                  <a:ea typeface="宋体" panose="02010600030101010101" pitchFamily="2" charset="-122"/>
                </a:rPr>
                <a:t>(</a:t>
              </a:r>
              <a:r>
                <a:rPr lang="en-US" altLang="zh-CN" sz="2800" b="1" dirty="0">
                  <a:solidFill>
                    <a:srgbClr val="CC0000"/>
                  </a:solidFill>
                  <a:latin typeface="Times New Roman" panose="02020603050405020304" pitchFamily="18" charset="0"/>
                  <a:ea typeface="宋体" panose="02010600030101010101" pitchFamily="2" charset="-122"/>
                </a:rPr>
                <a:t>1</a:t>
              </a:r>
              <a:r>
                <a:rPr lang="en-US" altLang="zh-CN" sz="2800" b="1" dirty="0">
                  <a:solidFill>
                    <a:srgbClr val="1C1C1C"/>
                  </a:solidFill>
                  <a:latin typeface="Times New Roman" panose="02020603050405020304" pitchFamily="18" charset="0"/>
                  <a:ea typeface="宋体" panose="02010600030101010101" pitchFamily="2" charset="-122"/>
                </a:rPr>
                <a:t>)</a:t>
              </a:r>
            </a:p>
          </p:txBody>
        </p:sp>
        <p:graphicFrame>
          <p:nvGraphicFramePr>
            <p:cNvPr id="22540" name="Object 6"/>
            <p:cNvGraphicFramePr>
              <a:graphicFrameLocks noChangeAspect="1"/>
            </p:cNvGraphicFramePr>
            <p:nvPr/>
          </p:nvGraphicFramePr>
          <p:xfrm>
            <a:off x="1080" y="2234"/>
            <a:ext cx="1734" cy="402"/>
          </p:xfrm>
          <a:graphic>
            <a:graphicData uri="http://schemas.openxmlformats.org/presentationml/2006/ole">
              <mc:AlternateContent xmlns:mc="http://schemas.openxmlformats.org/markup-compatibility/2006">
                <mc:Choice xmlns:v="urn:schemas-microsoft-com:vml" Requires="v">
                  <p:oleObj r:id="rId9" imgW="1130300" imgH="254000" progId="Equation.3">
                    <p:embed/>
                  </p:oleObj>
                </mc:Choice>
                <mc:Fallback>
                  <p:oleObj r:id="rId9" imgW="1130300" imgH="254000" progId="Equation.3">
                    <p:embed/>
                    <p:pic>
                      <p:nvPicPr>
                        <p:cNvPr id="0" name="图片 3080"/>
                        <p:cNvPicPr/>
                        <p:nvPr/>
                      </p:nvPicPr>
                      <p:blipFill>
                        <a:blip r:embed="rId10"/>
                        <a:stretch>
                          <a:fillRect/>
                        </a:stretch>
                      </p:blipFill>
                      <p:spPr>
                        <a:xfrm>
                          <a:off x="1080" y="2234"/>
                          <a:ext cx="1734" cy="402"/>
                        </a:xfrm>
                        <a:prstGeom prst="rect">
                          <a:avLst/>
                        </a:prstGeom>
                        <a:noFill/>
                        <a:ln w="38100">
                          <a:noFill/>
                          <a:miter/>
                        </a:ln>
                      </p:spPr>
                    </p:pic>
                  </p:oleObj>
                </mc:Fallback>
              </mc:AlternateContent>
            </a:graphicData>
          </a:graphic>
        </p:graphicFrame>
      </p:grpSp>
      <p:grpSp>
        <p:nvGrpSpPr>
          <p:cNvPr id="4" name="Group 12"/>
          <p:cNvGrpSpPr/>
          <p:nvPr/>
        </p:nvGrpSpPr>
        <p:grpSpPr>
          <a:xfrm>
            <a:off x="201613" y="4321175"/>
            <a:ext cx="6302375" cy="2093913"/>
            <a:chOff x="127" y="2722"/>
            <a:chExt cx="3970" cy="1319"/>
          </a:xfrm>
        </p:grpSpPr>
        <p:grpSp>
          <p:nvGrpSpPr>
            <p:cNvPr id="22542" name="Group 13"/>
            <p:cNvGrpSpPr/>
            <p:nvPr/>
          </p:nvGrpSpPr>
          <p:grpSpPr>
            <a:xfrm>
              <a:off x="1487" y="2722"/>
              <a:ext cx="2610" cy="1237"/>
              <a:chOff x="1487" y="2722"/>
              <a:chExt cx="2610" cy="1237"/>
            </a:xfrm>
          </p:grpSpPr>
          <p:graphicFrame>
            <p:nvGraphicFramePr>
              <p:cNvPr id="22543" name="Object 3"/>
              <p:cNvGraphicFramePr>
                <a:graphicFrameLocks noChangeAspect="1"/>
              </p:cNvGraphicFramePr>
              <p:nvPr/>
            </p:nvGraphicFramePr>
            <p:xfrm>
              <a:off x="1522" y="2722"/>
              <a:ext cx="2575" cy="344"/>
            </p:xfrm>
            <a:graphic>
              <a:graphicData uri="http://schemas.openxmlformats.org/presentationml/2006/ole">
                <mc:AlternateContent xmlns:mc="http://schemas.openxmlformats.org/markup-compatibility/2006">
                  <mc:Choice xmlns:v="urn:schemas-microsoft-com:vml" Requires="v">
                    <p:oleObj r:id="rId11" imgW="1320165" imgH="177800" progId="Equation.3">
                      <p:embed/>
                    </p:oleObj>
                  </mc:Choice>
                  <mc:Fallback>
                    <p:oleObj r:id="rId11" imgW="1320165" imgH="177800" progId="Equation.3">
                      <p:embed/>
                      <p:pic>
                        <p:nvPicPr>
                          <p:cNvPr id="0" name="图片 3081"/>
                          <p:cNvPicPr/>
                          <p:nvPr/>
                        </p:nvPicPr>
                        <p:blipFill>
                          <a:blip r:embed="rId12"/>
                          <a:stretch>
                            <a:fillRect/>
                          </a:stretch>
                        </p:blipFill>
                        <p:spPr>
                          <a:xfrm>
                            <a:off x="1522" y="2722"/>
                            <a:ext cx="2575" cy="344"/>
                          </a:xfrm>
                          <a:prstGeom prst="rect">
                            <a:avLst/>
                          </a:prstGeom>
                          <a:noFill/>
                          <a:ln w="38100">
                            <a:noFill/>
                            <a:miter/>
                          </a:ln>
                        </p:spPr>
                      </p:pic>
                    </p:oleObj>
                  </mc:Fallback>
                </mc:AlternateContent>
              </a:graphicData>
            </a:graphic>
          </p:graphicFrame>
          <p:graphicFrame>
            <p:nvGraphicFramePr>
              <p:cNvPr id="22544" name="Object 4"/>
              <p:cNvGraphicFramePr>
                <a:graphicFrameLocks noChangeAspect="1"/>
              </p:cNvGraphicFramePr>
              <p:nvPr/>
            </p:nvGraphicFramePr>
            <p:xfrm>
              <a:off x="1487" y="3103"/>
              <a:ext cx="2449" cy="335"/>
            </p:xfrm>
            <a:graphic>
              <a:graphicData uri="http://schemas.openxmlformats.org/presentationml/2006/ole">
                <mc:AlternateContent xmlns:mc="http://schemas.openxmlformats.org/markup-compatibility/2006">
                  <mc:Choice xmlns:v="urn:schemas-microsoft-com:vml" Requires="v">
                    <p:oleObj r:id="rId13" imgW="1243965" imgH="177800" progId="Equation.3">
                      <p:embed/>
                    </p:oleObj>
                  </mc:Choice>
                  <mc:Fallback>
                    <p:oleObj r:id="rId13" imgW="1243965" imgH="177800" progId="Equation.3">
                      <p:embed/>
                      <p:pic>
                        <p:nvPicPr>
                          <p:cNvPr id="0" name="图片 3082"/>
                          <p:cNvPicPr/>
                          <p:nvPr/>
                        </p:nvPicPr>
                        <p:blipFill>
                          <a:blip r:embed="rId14"/>
                          <a:stretch>
                            <a:fillRect/>
                          </a:stretch>
                        </p:blipFill>
                        <p:spPr>
                          <a:xfrm>
                            <a:off x="1487" y="3103"/>
                            <a:ext cx="2449" cy="335"/>
                          </a:xfrm>
                          <a:prstGeom prst="rect">
                            <a:avLst/>
                          </a:prstGeom>
                          <a:noFill/>
                          <a:ln w="38100">
                            <a:noFill/>
                            <a:miter/>
                          </a:ln>
                        </p:spPr>
                      </p:pic>
                    </p:oleObj>
                  </mc:Fallback>
                </mc:AlternateContent>
              </a:graphicData>
            </a:graphic>
          </p:graphicFrame>
          <p:graphicFrame>
            <p:nvGraphicFramePr>
              <p:cNvPr id="22545" name="Object 5"/>
              <p:cNvGraphicFramePr>
                <a:graphicFrameLocks noChangeAspect="1"/>
              </p:cNvGraphicFramePr>
              <p:nvPr/>
            </p:nvGraphicFramePr>
            <p:xfrm>
              <a:off x="1496" y="3412"/>
              <a:ext cx="2548" cy="547"/>
            </p:xfrm>
            <a:graphic>
              <a:graphicData uri="http://schemas.openxmlformats.org/presentationml/2006/ole">
                <mc:AlternateContent xmlns:mc="http://schemas.openxmlformats.org/markup-compatibility/2006">
                  <mc:Choice xmlns:v="urn:schemas-microsoft-com:vml" Requires="v">
                    <p:oleObj r:id="rId15" imgW="1320165" imgH="317500" progId="Equation.3">
                      <p:embed/>
                    </p:oleObj>
                  </mc:Choice>
                  <mc:Fallback>
                    <p:oleObj r:id="rId15" imgW="1320165" imgH="317500" progId="Equation.3">
                      <p:embed/>
                      <p:pic>
                        <p:nvPicPr>
                          <p:cNvPr id="0" name="图片 3084"/>
                          <p:cNvPicPr/>
                          <p:nvPr/>
                        </p:nvPicPr>
                        <p:blipFill>
                          <a:blip r:embed="rId16"/>
                          <a:stretch>
                            <a:fillRect/>
                          </a:stretch>
                        </p:blipFill>
                        <p:spPr>
                          <a:xfrm>
                            <a:off x="1496" y="3412"/>
                            <a:ext cx="2548" cy="547"/>
                          </a:xfrm>
                          <a:prstGeom prst="rect">
                            <a:avLst/>
                          </a:prstGeom>
                          <a:noFill/>
                          <a:ln w="38100">
                            <a:noFill/>
                            <a:miter/>
                          </a:ln>
                        </p:spPr>
                      </p:pic>
                    </p:oleObj>
                  </mc:Fallback>
                </mc:AlternateContent>
              </a:graphicData>
            </a:graphic>
          </p:graphicFrame>
        </p:grpSp>
        <p:grpSp>
          <p:nvGrpSpPr>
            <p:cNvPr id="22546" name="Group 17"/>
            <p:cNvGrpSpPr/>
            <p:nvPr/>
          </p:nvGrpSpPr>
          <p:grpSpPr>
            <a:xfrm>
              <a:off x="127" y="2734"/>
              <a:ext cx="1299" cy="1307"/>
              <a:chOff x="191" y="2789"/>
              <a:chExt cx="1299" cy="1307"/>
            </a:xfrm>
          </p:grpSpPr>
          <p:sp>
            <p:nvSpPr>
              <p:cNvPr id="22547" name="Text Box 18"/>
              <p:cNvSpPr txBox="1"/>
              <p:nvPr/>
            </p:nvSpPr>
            <p:spPr>
              <a:xfrm>
                <a:off x="191" y="3220"/>
                <a:ext cx="1003" cy="442"/>
              </a:xfrm>
              <a:prstGeom prst="rect">
                <a:avLst/>
              </a:prstGeom>
              <a:solidFill>
                <a:srgbClr val="FFCCFF"/>
              </a:solidFill>
              <a:ln w="9525">
                <a:noFill/>
              </a:ln>
            </p:spPr>
            <p:txBody>
              <a:bodyPr anchor="t" anchorCtr="0">
                <a:spAutoFit/>
              </a:bodyPr>
              <a:lstStyle/>
              <a:p>
                <a:r>
                  <a:rPr lang="zh-CN" altLang="en-US" sz="2000" b="1" dirty="0">
                    <a:solidFill>
                      <a:srgbClr val="1C1C1C"/>
                    </a:solidFill>
                    <a:latin typeface="楷体_GB2312" pitchFamily="1" charset="-122"/>
                    <a:ea typeface="楷体_GB2312" pitchFamily="1" charset="-122"/>
                  </a:rPr>
                  <a:t>可以看到反射加强的光</a:t>
                </a:r>
              </a:p>
            </p:txBody>
          </p:sp>
          <p:sp>
            <p:nvSpPr>
              <p:cNvPr id="22548" name="AutoShape 19"/>
              <p:cNvSpPr/>
              <p:nvPr/>
            </p:nvSpPr>
            <p:spPr>
              <a:xfrm>
                <a:off x="1289" y="2789"/>
                <a:ext cx="201" cy="1307"/>
              </a:xfrm>
              <a:prstGeom prst="leftBrace">
                <a:avLst>
                  <a:gd name="adj1" fmla="val 53404"/>
                  <a:gd name="adj2" fmla="val 50000"/>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grpSp>
      <p:grpSp>
        <p:nvGrpSpPr>
          <p:cNvPr id="7" name="Group 20"/>
          <p:cNvGrpSpPr/>
          <p:nvPr/>
        </p:nvGrpSpPr>
        <p:grpSpPr>
          <a:xfrm>
            <a:off x="6897688" y="4362450"/>
            <a:ext cx="1344612" cy="1047750"/>
            <a:chOff x="4510" y="2785"/>
            <a:chExt cx="847" cy="660"/>
          </a:xfrm>
        </p:grpSpPr>
        <p:sp>
          <p:nvSpPr>
            <p:cNvPr id="22550" name="Text Box 21"/>
            <p:cNvSpPr txBox="1"/>
            <p:nvPr/>
          </p:nvSpPr>
          <p:spPr>
            <a:xfrm>
              <a:off x="4517" y="3112"/>
              <a:ext cx="768" cy="333"/>
            </a:xfrm>
            <a:prstGeom prst="rect">
              <a:avLst/>
            </a:prstGeom>
            <a:solidFill>
              <a:srgbClr val="66FF33"/>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800" b="1" dirty="0">
                  <a:solidFill>
                    <a:srgbClr val="1C1C1C"/>
                  </a:solidFill>
                  <a:latin typeface="Times New Roman" panose="02020603050405020304" pitchFamily="18" charset="0"/>
                  <a:ea typeface="楷体_GB2312" pitchFamily="1" charset="-122"/>
                </a:rPr>
                <a:t>绿色</a:t>
              </a:r>
            </a:p>
          </p:txBody>
        </p:sp>
        <p:sp>
          <p:nvSpPr>
            <p:cNvPr id="22551" name="Text Box 22"/>
            <p:cNvSpPr txBox="1"/>
            <p:nvPr/>
          </p:nvSpPr>
          <p:spPr>
            <a:xfrm>
              <a:off x="4510" y="2785"/>
              <a:ext cx="847" cy="250"/>
            </a:xfrm>
            <a:prstGeom prst="rect">
              <a:avLst/>
            </a:prstGeom>
            <a:noFill/>
            <a:ln w="9525">
              <a:noFill/>
            </a:ln>
          </p:spPr>
          <p:txBody>
            <a:bodyPr anchor="t" anchorCtr="0">
              <a:spAutoFit/>
            </a:bodyPr>
            <a:lstStyle/>
            <a:p>
              <a:r>
                <a:rPr lang="zh-CN" altLang="en-US" sz="2000" b="1" dirty="0">
                  <a:solidFill>
                    <a:srgbClr val="1C1C1C"/>
                  </a:solidFill>
                  <a:latin typeface="楷体_GB2312" pitchFamily="1" charset="-122"/>
                  <a:ea typeface="楷体_GB2312" pitchFamily="1" charset="-122"/>
                </a:rPr>
                <a:t>实际看到</a:t>
              </a:r>
            </a:p>
          </p:txBody>
        </p:sp>
      </p:grpSp>
      <p:sp>
        <p:nvSpPr>
          <p:cNvPr id="253975" name="Line 23"/>
          <p:cNvSpPr/>
          <p:nvPr/>
        </p:nvSpPr>
        <p:spPr>
          <a:xfrm>
            <a:off x="5080000" y="5370513"/>
            <a:ext cx="1857375" cy="0"/>
          </a:xfrm>
          <a:prstGeom prst="line">
            <a:avLst/>
          </a:prstGeom>
          <a:ln w="76200" cap="flat" cmpd="sng">
            <a:solidFill>
              <a:srgbClr val="66FF33"/>
            </a:solidFill>
            <a:prstDash val="solid"/>
            <a:roun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53959"/>
                                        </p:tgtEl>
                                        <p:attrNameLst>
                                          <p:attrName>style.visibility</p:attrName>
                                        </p:attrNameLst>
                                      </p:cBhvr>
                                      <p:to>
                                        <p:strVal val="visible"/>
                                      </p:to>
                                    </p:set>
                                    <p:animEffect transition="in" filter="blinds(horizontal)">
                                      <p:cBhvr>
                                        <p:cTn id="12" dur="500"/>
                                        <p:tgtEl>
                                          <p:spTgt spid="25395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par>
                          <p:cTn id="23" fill="hold">
                            <p:stCondLst>
                              <p:cond delay="500"/>
                            </p:stCondLst>
                            <p:childTnLst>
                              <p:par>
                                <p:cTn id="24" presetID="3" presetClass="entr" presetSubtype="10" fill="hold" nodeType="afterEffect">
                                  <p:stCondLst>
                                    <p:cond delay="0"/>
                                  </p:stCondLst>
                                  <p:childTnLst>
                                    <p:set>
                                      <p:cBhvr>
                                        <p:cTn id="25" dur="1" fill="hold">
                                          <p:stCondLst>
                                            <p:cond delay="0"/>
                                          </p:stCondLst>
                                        </p:cTn>
                                        <p:tgtEl>
                                          <p:spTgt spid="253975"/>
                                        </p:tgtEl>
                                        <p:attrNameLst>
                                          <p:attrName>style.visibility</p:attrName>
                                        </p:attrNameLst>
                                      </p:cBhvr>
                                      <p:to>
                                        <p:strVal val="visible"/>
                                      </p:to>
                                    </p:set>
                                    <p:animEffect transition="in" filter="blinds(horizontal)">
                                      <p:cBhvr>
                                        <p:cTn id="26" dur="500"/>
                                        <p:tgtEl>
                                          <p:spTgt spid="2539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5" descr="羊皮纸"/>
          <p:cNvSpPr/>
          <p:nvPr/>
        </p:nvSpPr>
        <p:spPr>
          <a:xfrm>
            <a:off x="0" y="6707188"/>
            <a:ext cx="9144000" cy="150812"/>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3554" name="Rectangle 26" descr="羊皮纸"/>
          <p:cNvSpPr/>
          <p:nvPr/>
        </p:nvSpPr>
        <p:spPr>
          <a:xfrm>
            <a:off x="0" y="0"/>
            <a:ext cx="9144000" cy="150813"/>
          </a:xfrm>
          <a:prstGeom prst="rect">
            <a:avLst/>
          </a:prstGeom>
          <a:blipFill rotWithShape="0">
            <a:blip r:embed="rId2"/>
          </a:blip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aphicFrame>
        <p:nvGraphicFramePr>
          <p:cNvPr id="254978" name="Object 2"/>
          <p:cNvGraphicFramePr>
            <a:graphicFrameLocks noChangeAspect="1"/>
          </p:cNvGraphicFramePr>
          <p:nvPr/>
        </p:nvGraphicFramePr>
        <p:xfrm>
          <a:off x="1909763" y="2679700"/>
          <a:ext cx="3486150" cy="509588"/>
        </p:xfrm>
        <a:graphic>
          <a:graphicData uri="http://schemas.openxmlformats.org/presentationml/2006/ole">
            <mc:AlternateContent xmlns:mc="http://schemas.openxmlformats.org/markup-compatibility/2006">
              <mc:Choice xmlns:v="urn:schemas-microsoft-com:vml" Requires="v">
                <p:oleObj r:id="rId3" imgW="1524000" imgH="215900" progId="Equation.3">
                  <p:embed/>
                </p:oleObj>
              </mc:Choice>
              <mc:Fallback>
                <p:oleObj r:id="rId3" imgW="1524000" imgH="215900" progId="Equation.3">
                  <p:embed/>
                  <p:pic>
                    <p:nvPicPr>
                      <p:cNvPr id="0" name="图片 3085"/>
                      <p:cNvPicPr/>
                      <p:nvPr/>
                    </p:nvPicPr>
                    <p:blipFill>
                      <a:blip r:embed="rId4"/>
                      <a:stretch>
                        <a:fillRect/>
                      </a:stretch>
                    </p:blipFill>
                    <p:spPr>
                      <a:xfrm>
                        <a:off x="1909763" y="2679700"/>
                        <a:ext cx="3486150" cy="509588"/>
                      </a:xfrm>
                      <a:prstGeom prst="rect">
                        <a:avLst/>
                      </a:prstGeom>
                      <a:noFill/>
                      <a:ln w="38100">
                        <a:noFill/>
                        <a:miter/>
                      </a:ln>
                    </p:spPr>
                  </p:pic>
                </p:oleObj>
              </mc:Fallback>
            </mc:AlternateContent>
          </a:graphicData>
        </a:graphic>
      </p:graphicFrame>
      <p:sp>
        <p:nvSpPr>
          <p:cNvPr id="23556" name="Text Box 3"/>
          <p:cNvSpPr txBox="1"/>
          <p:nvPr/>
        </p:nvSpPr>
        <p:spPr>
          <a:xfrm>
            <a:off x="317500" y="531813"/>
            <a:ext cx="3359150" cy="460375"/>
          </a:xfrm>
          <a:prstGeom prst="rect">
            <a:avLst/>
          </a:prstGeom>
          <a:noFill/>
          <a:ln w="9525">
            <a:noFill/>
          </a:ln>
        </p:spPr>
        <p:txBody>
          <a:bodyPr wrap="square" anchor="t" anchorCtr="0">
            <a:spAutoFit/>
          </a:bodyPr>
          <a:lstStyle/>
          <a:p>
            <a:r>
              <a:rPr lang="en-US" altLang="zh-CN" sz="2400" b="1" dirty="0">
                <a:solidFill>
                  <a:srgbClr val="1C1C1C"/>
                </a:solidFill>
                <a:latin typeface="楷体_GB2312" pitchFamily="1" charset="-122"/>
                <a:ea typeface="楷体_GB2312" pitchFamily="1" charset="-122"/>
              </a:rPr>
              <a:t>(</a:t>
            </a:r>
            <a:r>
              <a:rPr lang="en-US" altLang="zh-CN" sz="2400" b="1" dirty="0">
                <a:solidFill>
                  <a:srgbClr val="CC0000"/>
                </a:solidFill>
                <a:latin typeface="楷体_GB2312" pitchFamily="1" charset="-122"/>
                <a:ea typeface="楷体_GB2312" pitchFamily="1" charset="-122"/>
              </a:rPr>
              <a:t>2</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反射光的光程差</a:t>
            </a:r>
          </a:p>
        </p:txBody>
      </p:sp>
      <p:graphicFrame>
        <p:nvGraphicFramePr>
          <p:cNvPr id="254980" name="Object 3"/>
          <p:cNvGraphicFramePr>
            <a:graphicFrameLocks noChangeAspect="1"/>
          </p:cNvGraphicFramePr>
          <p:nvPr/>
        </p:nvGraphicFramePr>
        <p:xfrm>
          <a:off x="1863725" y="5164138"/>
          <a:ext cx="3367088" cy="460375"/>
        </p:xfrm>
        <a:graphic>
          <a:graphicData uri="http://schemas.openxmlformats.org/presentationml/2006/ole">
            <mc:AlternateContent xmlns:mc="http://schemas.openxmlformats.org/markup-compatibility/2006">
              <mc:Choice xmlns:v="urn:schemas-microsoft-com:vml" Requires="v">
                <p:oleObj r:id="rId5" imgW="1600200" imgH="215900" progId="Equation.3">
                  <p:embed/>
                </p:oleObj>
              </mc:Choice>
              <mc:Fallback>
                <p:oleObj r:id="rId5" imgW="1600200" imgH="215900" progId="Equation.3">
                  <p:embed/>
                  <p:pic>
                    <p:nvPicPr>
                      <p:cNvPr id="0" name="图片 3086"/>
                      <p:cNvPicPr/>
                      <p:nvPr/>
                    </p:nvPicPr>
                    <p:blipFill>
                      <a:blip r:embed="rId6"/>
                      <a:stretch>
                        <a:fillRect/>
                      </a:stretch>
                    </p:blipFill>
                    <p:spPr>
                      <a:xfrm>
                        <a:off x="1863725" y="5164138"/>
                        <a:ext cx="3367088" cy="460375"/>
                      </a:xfrm>
                      <a:prstGeom prst="rect">
                        <a:avLst/>
                      </a:prstGeom>
                      <a:noFill/>
                      <a:ln w="38100">
                        <a:noFill/>
                        <a:miter/>
                      </a:ln>
                    </p:spPr>
                  </p:pic>
                </p:oleObj>
              </mc:Fallback>
            </mc:AlternateContent>
          </a:graphicData>
        </a:graphic>
      </p:graphicFrame>
      <p:grpSp>
        <p:nvGrpSpPr>
          <p:cNvPr id="2" name="Group 5"/>
          <p:cNvGrpSpPr/>
          <p:nvPr/>
        </p:nvGrpSpPr>
        <p:grpSpPr>
          <a:xfrm>
            <a:off x="1909763" y="3430588"/>
            <a:ext cx="6272212" cy="533400"/>
            <a:chOff x="1203" y="2161"/>
            <a:chExt cx="3951" cy="336"/>
          </a:xfrm>
        </p:grpSpPr>
        <p:graphicFrame>
          <p:nvGraphicFramePr>
            <p:cNvPr id="23559" name="Object 8"/>
            <p:cNvGraphicFramePr>
              <a:graphicFrameLocks noChangeAspect="1"/>
            </p:cNvGraphicFramePr>
            <p:nvPr/>
          </p:nvGraphicFramePr>
          <p:xfrm>
            <a:off x="1203" y="2161"/>
            <a:ext cx="2070" cy="336"/>
          </p:xfrm>
          <a:graphic>
            <a:graphicData uri="http://schemas.openxmlformats.org/presentationml/2006/ole">
              <mc:AlternateContent xmlns:mc="http://schemas.openxmlformats.org/markup-compatibility/2006">
                <mc:Choice xmlns:v="urn:schemas-microsoft-com:vml" Requires="v">
                  <p:oleObj r:id="rId7" imgW="1485900" imgH="228600" progId="Equation.3">
                    <p:embed/>
                  </p:oleObj>
                </mc:Choice>
                <mc:Fallback>
                  <p:oleObj r:id="rId7" imgW="1485900" imgH="228600" progId="Equation.3">
                    <p:embed/>
                    <p:pic>
                      <p:nvPicPr>
                        <p:cNvPr id="0" name="图片 3087"/>
                        <p:cNvPicPr/>
                        <p:nvPr/>
                      </p:nvPicPr>
                      <p:blipFill>
                        <a:blip r:embed="rId8"/>
                        <a:stretch>
                          <a:fillRect/>
                        </a:stretch>
                      </p:blipFill>
                      <p:spPr>
                        <a:xfrm>
                          <a:off x="1203" y="2161"/>
                          <a:ext cx="2070" cy="336"/>
                        </a:xfrm>
                        <a:prstGeom prst="rect">
                          <a:avLst/>
                        </a:prstGeom>
                        <a:noFill/>
                        <a:ln w="38100">
                          <a:noFill/>
                          <a:miter/>
                        </a:ln>
                      </p:spPr>
                    </p:pic>
                  </p:oleObj>
                </mc:Fallback>
              </mc:AlternateContent>
            </a:graphicData>
          </a:graphic>
        </p:graphicFrame>
        <p:sp>
          <p:nvSpPr>
            <p:cNvPr id="23560" name="Text Box 7"/>
            <p:cNvSpPr txBox="1"/>
            <p:nvPr/>
          </p:nvSpPr>
          <p:spPr>
            <a:xfrm>
              <a:off x="4333" y="2162"/>
              <a:ext cx="821" cy="333"/>
            </a:xfrm>
            <a:prstGeom prst="rect">
              <a:avLst/>
            </a:prstGeom>
            <a:solidFill>
              <a:srgbClr val="FF0000"/>
            </a:solidFill>
            <a:ln w="9525" cap="flat" cmpd="sng">
              <a:solidFill>
                <a:srgbClr val="FF0000"/>
              </a:solidFill>
              <a:prstDash val="solid"/>
              <a:miter/>
              <a:headEnd type="none" w="med" len="med"/>
              <a:tailEnd type="none" w="med" len="med"/>
            </a:ln>
          </p:spPr>
          <p:txBody>
            <a:bodyPr anchor="t" anchorCtr="0">
              <a:spAutoFit/>
            </a:bodyPr>
            <a:lstStyle/>
            <a:p>
              <a:pPr algn="ctr">
                <a:spcBef>
                  <a:spcPct val="50000"/>
                </a:spcBef>
              </a:pPr>
              <a:r>
                <a:rPr lang="zh-CN" altLang="en-US" sz="2800" b="1" dirty="0">
                  <a:solidFill>
                    <a:srgbClr val="1C1C1C"/>
                  </a:solidFill>
                  <a:latin typeface="Times New Roman" panose="02020603050405020304" pitchFamily="18" charset="0"/>
                  <a:ea typeface="楷体_GB2312" pitchFamily="1" charset="-122"/>
                </a:rPr>
                <a:t>红光</a:t>
              </a:r>
            </a:p>
          </p:txBody>
        </p:sp>
      </p:grpSp>
      <p:grpSp>
        <p:nvGrpSpPr>
          <p:cNvPr id="3" name="Group 8"/>
          <p:cNvGrpSpPr/>
          <p:nvPr/>
        </p:nvGrpSpPr>
        <p:grpSpPr>
          <a:xfrm>
            <a:off x="1908175" y="4368800"/>
            <a:ext cx="6265863" cy="550863"/>
            <a:chOff x="1325" y="2723"/>
            <a:chExt cx="4003" cy="307"/>
          </a:xfrm>
        </p:grpSpPr>
        <p:graphicFrame>
          <p:nvGraphicFramePr>
            <p:cNvPr id="23562" name="Object 7"/>
            <p:cNvGraphicFramePr>
              <a:graphicFrameLocks noChangeAspect="1"/>
            </p:cNvGraphicFramePr>
            <p:nvPr/>
          </p:nvGraphicFramePr>
          <p:xfrm>
            <a:off x="1325" y="2723"/>
            <a:ext cx="2100" cy="293"/>
          </p:xfrm>
          <a:graphic>
            <a:graphicData uri="http://schemas.openxmlformats.org/presentationml/2006/ole">
              <mc:AlternateContent xmlns:mc="http://schemas.openxmlformats.org/markup-compatibility/2006">
                <mc:Choice xmlns:v="urn:schemas-microsoft-com:vml" Requires="v">
                  <p:oleObj r:id="rId9" imgW="1600200" imgH="215900" progId="Equation.3">
                    <p:embed/>
                  </p:oleObj>
                </mc:Choice>
                <mc:Fallback>
                  <p:oleObj r:id="rId9" imgW="1600200" imgH="215900" progId="Equation.3">
                    <p:embed/>
                    <p:pic>
                      <p:nvPicPr>
                        <p:cNvPr id="0" name="图片 3089"/>
                        <p:cNvPicPr/>
                        <p:nvPr/>
                      </p:nvPicPr>
                      <p:blipFill>
                        <a:blip r:embed="rId10"/>
                        <a:stretch>
                          <a:fillRect/>
                        </a:stretch>
                      </p:blipFill>
                      <p:spPr>
                        <a:xfrm>
                          <a:off x="1325" y="2723"/>
                          <a:ext cx="2100" cy="293"/>
                        </a:xfrm>
                        <a:prstGeom prst="rect">
                          <a:avLst/>
                        </a:prstGeom>
                        <a:noFill/>
                        <a:ln w="38100">
                          <a:noFill/>
                          <a:miter/>
                        </a:ln>
                      </p:spPr>
                    </p:pic>
                  </p:oleObj>
                </mc:Fallback>
              </mc:AlternateContent>
            </a:graphicData>
          </a:graphic>
        </p:graphicFrame>
        <p:sp>
          <p:nvSpPr>
            <p:cNvPr id="23563" name="Text Box 10"/>
            <p:cNvSpPr txBox="1"/>
            <p:nvPr/>
          </p:nvSpPr>
          <p:spPr>
            <a:xfrm>
              <a:off x="4512" y="2736"/>
              <a:ext cx="816" cy="294"/>
            </a:xfrm>
            <a:prstGeom prst="rect">
              <a:avLst/>
            </a:prstGeom>
            <a:solidFill>
              <a:srgbClr val="9900CC"/>
            </a:solidFill>
            <a:ln w="9525" cap="flat" cmpd="sng">
              <a:solidFill>
                <a:srgbClr val="CC00CC"/>
              </a:solidFill>
              <a:prstDash val="solid"/>
              <a:miter/>
              <a:headEnd type="none" w="med" len="med"/>
              <a:tailEnd type="none" w="med" len="med"/>
            </a:ln>
          </p:spPr>
          <p:txBody>
            <a:bodyPr anchor="t" anchorCtr="0">
              <a:spAutoFit/>
            </a:bodyPr>
            <a:lstStyle/>
            <a:p>
              <a:pPr algn="ctr">
                <a:spcBef>
                  <a:spcPct val="50000"/>
                </a:spcBef>
              </a:pPr>
              <a:r>
                <a:rPr lang="zh-CN" altLang="en-US" sz="2800" b="1" dirty="0">
                  <a:solidFill>
                    <a:srgbClr val="1C1C1C"/>
                  </a:solidFill>
                  <a:latin typeface="Times New Roman" panose="02020603050405020304" pitchFamily="18" charset="0"/>
                  <a:ea typeface="楷体_GB2312" pitchFamily="1" charset="-122"/>
                </a:rPr>
                <a:t>紫光</a:t>
              </a:r>
            </a:p>
          </p:txBody>
        </p:sp>
      </p:grpSp>
      <p:graphicFrame>
        <p:nvGraphicFramePr>
          <p:cNvPr id="254990" name="Object 4"/>
          <p:cNvGraphicFramePr>
            <a:graphicFrameLocks noChangeAspect="1"/>
          </p:cNvGraphicFramePr>
          <p:nvPr/>
        </p:nvGraphicFramePr>
        <p:xfrm>
          <a:off x="3155950" y="306388"/>
          <a:ext cx="3311525" cy="882650"/>
        </p:xfrm>
        <a:graphic>
          <a:graphicData uri="http://schemas.openxmlformats.org/presentationml/2006/ole">
            <mc:AlternateContent xmlns:mc="http://schemas.openxmlformats.org/markup-compatibility/2006">
              <mc:Choice xmlns:v="urn:schemas-microsoft-com:vml" Requires="v">
                <p:oleObj r:id="rId11" imgW="1524000" imgH="405765" progId="Equation.3">
                  <p:embed/>
                </p:oleObj>
              </mc:Choice>
              <mc:Fallback>
                <p:oleObj r:id="rId11" imgW="1524000" imgH="405765" progId="Equation.3">
                  <p:embed/>
                  <p:pic>
                    <p:nvPicPr>
                      <p:cNvPr id="0" name="图片 3088"/>
                      <p:cNvPicPr/>
                      <p:nvPr/>
                    </p:nvPicPr>
                    <p:blipFill>
                      <a:blip r:embed="rId12"/>
                      <a:stretch>
                        <a:fillRect/>
                      </a:stretch>
                    </p:blipFill>
                    <p:spPr>
                      <a:xfrm>
                        <a:off x="3155950" y="306388"/>
                        <a:ext cx="3311525" cy="882650"/>
                      </a:xfrm>
                      <a:prstGeom prst="rect">
                        <a:avLst/>
                      </a:prstGeom>
                      <a:noFill/>
                      <a:ln w="38100">
                        <a:noFill/>
                        <a:miter/>
                      </a:ln>
                    </p:spPr>
                  </p:pic>
                </p:oleObj>
              </mc:Fallback>
            </mc:AlternateContent>
          </a:graphicData>
        </a:graphic>
      </p:graphicFrame>
      <p:grpSp>
        <p:nvGrpSpPr>
          <p:cNvPr id="5" name="Group 16"/>
          <p:cNvGrpSpPr/>
          <p:nvPr/>
        </p:nvGrpSpPr>
        <p:grpSpPr>
          <a:xfrm>
            <a:off x="238125" y="3284538"/>
            <a:ext cx="1454150" cy="1600200"/>
            <a:chOff x="150" y="2069"/>
            <a:chExt cx="916" cy="1008"/>
          </a:xfrm>
        </p:grpSpPr>
        <p:grpSp>
          <p:nvGrpSpPr>
            <p:cNvPr id="23566" name="Group 17"/>
            <p:cNvGrpSpPr/>
            <p:nvPr/>
          </p:nvGrpSpPr>
          <p:grpSpPr>
            <a:xfrm>
              <a:off x="435" y="2069"/>
              <a:ext cx="631" cy="1008"/>
              <a:chOff x="281" y="2016"/>
              <a:chExt cx="631" cy="1008"/>
            </a:xfrm>
          </p:grpSpPr>
          <p:sp>
            <p:nvSpPr>
              <p:cNvPr id="23567" name="Text Box 18"/>
              <p:cNvSpPr txBox="1"/>
              <p:nvPr/>
            </p:nvSpPr>
            <p:spPr>
              <a:xfrm>
                <a:off x="281" y="2016"/>
                <a:ext cx="391" cy="1008"/>
              </a:xfrm>
              <a:prstGeom prst="rect">
                <a:avLst/>
              </a:prstGeom>
              <a:solidFill>
                <a:srgbClr val="D60093"/>
              </a:solidFill>
              <a:ln w="9525" cap="flat" cmpd="sng">
                <a:solidFill>
                  <a:srgbClr val="CC0066"/>
                </a:solidFill>
                <a:prstDash val="solid"/>
                <a:miter/>
                <a:headEnd type="none" w="med" len="med"/>
                <a:tailEnd type="none" w="med" len="med"/>
              </a:ln>
            </p:spPr>
            <p:txBody>
              <a:bodyPr vert="eaVert" anchor="t" anchorCtr="0">
                <a:spAutoFit/>
              </a:bodyPr>
              <a:lstStyle/>
              <a:p>
                <a:pPr algn="ctr">
                  <a:spcBef>
                    <a:spcPct val="50000"/>
                  </a:spcBef>
                </a:pPr>
                <a:r>
                  <a:rPr lang="zh-CN" altLang="en-US" sz="2800" b="1" dirty="0">
                    <a:solidFill>
                      <a:srgbClr val="1C1C1C"/>
                    </a:solidFill>
                    <a:latin typeface="Times New Roman" panose="02020603050405020304" pitchFamily="18" charset="0"/>
                    <a:ea typeface="楷体_GB2312" pitchFamily="1" charset="-122"/>
                  </a:rPr>
                  <a:t>紫红色</a:t>
                </a:r>
              </a:p>
            </p:txBody>
          </p:sp>
          <p:sp>
            <p:nvSpPr>
              <p:cNvPr id="23568" name="AutoShape 19"/>
              <p:cNvSpPr/>
              <p:nvPr/>
            </p:nvSpPr>
            <p:spPr>
              <a:xfrm>
                <a:off x="720" y="2160"/>
                <a:ext cx="192" cy="768"/>
              </a:xfrm>
              <a:prstGeom prst="leftBrace">
                <a:avLst>
                  <a:gd name="adj1" fmla="val 33000"/>
                  <a:gd name="adj2" fmla="val 50000"/>
                </a:avLst>
              </a:prstGeom>
              <a:noFill/>
              <a:ln w="19050" cap="flat" cmpd="sng">
                <a:solidFill>
                  <a:srgbClr val="CC0066"/>
                </a:solidFill>
                <a:prstDash val="solid"/>
                <a:round/>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
          <p:nvSpPr>
            <p:cNvPr id="23569" name="Text Box 20"/>
            <p:cNvSpPr txBox="1"/>
            <p:nvPr/>
          </p:nvSpPr>
          <p:spPr>
            <a:xfrm>
              <a:off x="150" y="2148"/>
              <a:ext cx="289" cy="868"/>
            </a:xfrm>
            <a:prstGeom prst="rect">
              <a:avLst/>
            </a:prstGeom>
            <a:noFill/>
            <a:ln w="9525">
              <a:noFill/>
            </a:ln>
          </p:spPr>
          <p:txBody>
            <a:bodyPr vert="eaVert" anchor="t" anchorCtr="0">
              <a:spAutoFit/>
            </a:bodyPr>
            <a:lstStyle/>
            <a:p>
              <a:pPr>
                <a:spcBef>
                  <a:spcPct val="50000"/>
                </a:spcBef>
              </a:pPr>
              <a:r>
                <a:rPr lang="zh-CN" altLang="en-US" b="1" dirty="0">
                  <a:latin typeface="Verdana" panose="020B0604030504040204" pitchFamily="34" charset="0"/>
                  <a:ea typeface="楷体_GB2312" pitchFamily="1" charset="-122"/>
                </a:rPr>
                <a:t>潜水员看到</a:t>
              </a:r>
            </a:p>
          </p:txBody>
        </p:sp>
      </p:grpSp>
      <p:graphicFrame>
        <p:nvGraphicFramePr>
          <p:cNvPr id="254997" name="Object 5"/>
          <p:cNvGraphicFramePr>
            <a:graphicFrameLocks noChangeAspect="1"/>
          </p:cNvGraphicFramePr>
          <p:nvPr/>
        </p:nvGraphicFramePr>
        <p:xfrm>
          <a:off x="2254250" y="1096963"/>
          <a:ext cx="1616075" cy="989012"/>
        </p:xfrm>
        <a:graphic>
          <a:graphicData uri="http://schemas.openxmlformats.org/presentationml/2006/ole">
            <mc:AlternateContent xmlns:mc="http://schemas.openxmlformats.org/markup-compatibility/2006">
              <mc:Choice xmlns:v="urn:schemas-microsoft-com:vml" Requires="v">
                <p:oleObj r:id="rId13" imgW="685800" imgH="419100" progId="Equation.3">
                  <p:embed/>
                </p:oleObj>
              </mc:Choice>
              <mc:Fallback>
                <p:oleObj r:id="rId13" imgW="685800" imgH="419100" progId="Equation.3">
                  <p:embed/>
                  <p:pic>
                    <p:nvPicPr>
                      <p:cNvPr id="0" name="图片 3091"/>
                      <p:cNvPicPr/>
                      <p:nvPr/>
                    </p:nvPicPr>
                    <p:blipFill>
                      <a:blip r:embed="rId14"/>
                      <a:stretch>
                        <a:fillRect/>
                      </a:stretch>
                    </p:blipFill>
                    <p:spPr>
                      <a:xfrm>
                        <a:off x="2254250" y="1096963"/>
                        <a:ext cx="1616075" cy="989012"/>
                      </a:xfrm>
                      <a:prstGeom prst="rect">
                        <a:avLst/>
                      </a:prstGeom>
                      <a:noFill/>
                      <a:ln w="38100">
                        <a:noFill/>
                        <a:miter/>
                      </a:ln>
                    </p:spPr>
                  </p:pic>
                </p:oleObj>
              </mc:Fallback>
            </mc:AlternateContent>
          </a:graphicData>
        </a:graphic>
      </p:graphicFrame>
      <p:sp>
        <p:nvSpPr>
          <p:cNvPr id="254998" name="Line 22"/>
          <p:cNvSpPr/>
          <p:nvPr/>
        </p:nvSpPr>
        <p:spPr>
          <a:xfrm>
            <a:off x="5151438" y="3948113"/>
            <a:ext cx="1857375" cy="0"/>
          </a:xfrm>
          <a:prstGeom prst="line">
            <a:avLst/>
          </a:prstGeom>
          <a:ln w="76200" cap="flat" cmpd="sng">
            <a:solidFill>
              <a:srgbClr val="FF0000"/>
            </a:solidFill>
            <a:prstDash val="solid"/>
            <a:round/>
            <a:headEnd type="none" w="med" len="med"/>
            <a:tailEnd type="none" w="med" len="med"/>
          </a:ln>
        </p:spPr>
      </p:sp>
      <p:sp>
        <p:nvSpPr>
          <p:cNvPr id="254999" name="Line 23"/>
          <p:cNvSpPr/>
          <p:nvPr/>
        </p:nvSpPr>
        <p:spPr>
          <a:xfrm>
            <a:off x="5230813" y="4926013"/>
            <a:ext cx="1857375" cy="0"/>
          </a:xfrm>
          <a:prstGeom prst="line">
            <a:avLst/>
          </a:prstGeom>
          <a:ln w="76200" cap="flat" cmpd="sng">
            <a:solidFill>
              <a:srgbClr val="CC00FF"/>
            </a:solidFill>
            <a:prstDash val="solid"/>
            <a:round/>
            <a:headEnd type="none" w="med" len="med"/>
            <a:tailEnd type="none" w="med" len="med"/>
          </a:ln>
        </p:spPr>
      </p:sp>
      <p:graphicFrame>
        <p:nvGraphicFramePr>
          <p:cNvPr id="55318" name="对象 16"/>
          <p:cNvGraphicFramePr/>
          <p:nvPr/>
        </p:nvGraphicFramePr>
        <p:xfrm>
          <a:off x="6896100" y="554038"/>
          <a:ext cx="1473200" cy="355600"/>
        </p:xfrm>
        <a:graphic>
          <a:graphicData uri="http://schemas.openxmlformats.org/presentationml/2006/ole">
            <mc:AlternateContent xmlns:mc="http://schemas.openxmlformats.org/markup-compatibility/2006">
              <mc:Choice xmlns:v="urn:schemas-microsoft-com:vml" Requires="v">
                <p:oleObj r:id="rId15" imgW="1104900" imgH="190500" progId="Equation.DSMT4">
                  <p:embed/>
                </p:oleObj>
              </mc:Choice>
              <mc:Fallback>
                <p:oleObj r:id="rId15" imgW="1104900" imgH="190500" progId="Equation.DSMT4">
                  <p:embed/>
                  <p:pic>
                    <p:nvPicPr>
                      <p:cNvPr id="0" name="图片 3090"/>
                      <p:cNvPicPr/>
                      <p:nvPr/>
                    </p:nvPicPr>
                    <p:blipFill>
                      <a:blip r:embed="rId16"/>
                      <a:stretch>
                        <a:fillRect/>
                      </a:stretch>
                    </p:blipFill>
                    <p:spPr>
                      <a:xfrm>
                        <a:off x="6896100" y="554038"/>
                        <a:ext cx="1473200" cy="355600"/>
                      </a:xfrm>
                      <a:prstGeom prst="rect">
                        <a:avLst/>
                      </a:prstGeom>
                      <a:noFill/>
                      <a:ln w="38100">
                        <a:noFill/>
                        <a:miter/>
                      </a:ln>
                    </p:spPr>
                  </p:pic>
                </p:oleObj>
              </mc:Fallback>
            </mc:AlternateContent>
          </a:graphicData>
        </a:graphic>
      </p:graphicFrame>
      <p:sp>
        <p:nvSpPr>
          <p:cNvPr id="55319" name="文本框 5"/>
          <p:cNvSpPr txBox="1"/>
          <p:nvPr/>
        </p:nvSpPr>
        <p:spPr>
          <a:xfrm>
            <a:off x="4330700" y="1460500"/>
            <a:ext cx="3051175" cy="460375"/>
          </a:xfrm>
          <a:prstGeom prst="rect">
            <a:avLst/>
          </a:prstGeom>
          <a:noFill/>
          <a:ln w="9525">
            <a:noFill/>
          </a:ln>
        </p:spPr>
        <p:txBody>
          <a:bodyPr wrap="square" anchor="t" anchorCtr="0">
            <a:spAutoFit/>
          </a:bodyPr>
          <a:lstStyle/>
          <a:p>
            <a:r>
              <a:rPr lang="zh-CN" altLang="en-US" sz="2400" b="1" dirty="0">
                <a:latin typeface="Times New Roman" panose="02020603050405020304" pitchFamily="18" charset="0"/>
                <a:ea typeface="楷体_GB2312" pitchFamily="1" charset="-122"/>
                <a:sym typeface="宋体" panose="02010600030101010101" pitchFamily="2" charset="-122"/>
              </a:rPr>
              <a:t>反射减弱，透射加强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49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49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3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5" fill="hold" nodeType="clickEffect">
                                  <p:stCondLst>
                                    <p:cond delay="0"/>
                                  </p:stCondLst>
                                  <p:childTnLst>
                                    <p:set>
                                      <p:cBhvr>
                                        <p:cTn id="22" dur="1" fill="hold">
                                          <p:stCondLst>
                                            <p:cond delay="0"/>
                                          </p:stCondLst>
                                        </p:cTn>
                                        <p:tgtEl>
                                          <p:spTgt spid="254978"/>
                                        </p:tgtEl>
                                        <p:attrNameLst>
                                          <p:attrName>style.visibility</p:attrName>
                                        </p:attrNameLst>
                                      </p:cBhvr>
                                      <p:to>
                                        <p:strVal val="visible"/>
                                      </p:to>
                                    </p:set>
                                    <p:animEffect transition="in" filter="blinds(vertical)">
                                      <p:cBhvr>
                                        <p:cTn id="23" dur="500"/>
                                        <p:tgtEl>
                                          <p:spTgt spid="254978"/>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par>
                          <p:cTn id="29" fill="hold">
                            <p:stCondLst>
                              <p:cond delay="500"/>
                            </p:stCondLst>
                            <p:childTnLst>
                              <p:par>
                                <p:cTn id="30" presetID="3" presetClass="entr" presetSubtype="10" fill="hold" nodeType="afterEffect">
                                  <p:stCondLst>
                                    <p:cond delay="0"/>
                                  </p:stCondLst>
                                  <p:childTnLst>
                                    <p:set>
                                      <p:cBhvr>
                                        <p:cTn id="31" dur="1" fill="hold">
                                          <p:stCondLst>
                                            <p:cond delay="0"/>
                                          </p:stCondLst>
                                        </p:cTn>
                                        <p:tgtEl>
                                          <p:spTgt spid="254998"/>
                                        </p:tgtEl>
                                        <p:attrNameLst>
                                          <p:attrName>style.visibility</p:attrName>
                                        </p:attrNameLst>
                                      </p:cBhvr>
                                      <p:to>
                                        <p:strVal val="visible"/>
                                      </p:to>
                                    </p:set>
                                    <p:animEffect transition="in" filter="blinds(horizontal)">
                                      <p:cBhvr>
                                        <p:cTn id="32" dur="500"/>
                                        <p:tgtEl>
                                          <p:spTgt spid="25499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linds(horizontal)">
                                      <p:cBhvr>
                                        <p:cTn id="37" dur="500"/>
                                        <p:tgtEl>
                                          <p:spTgt spid="3"/>
                                        </p:tgtEl>
                                      </p:cBhvr>
                                    </p:animEffect>
                                  </p:childTnLst>
                                </p:cTn>
                              </p:par>
                            </p:childTnLst>
                          </p:cTn>
                        </p:par>
                        <p:par>
                          <p:cTn id="38" fill="hold">
                            <p:stCondLst>
                              <p:cond delay="500"/>
                            </p:stCondLst>
                            <p:childTnLst>
                              <p:par>
                                <p:cTn id="39" presetID="3" presetClass="entr" presetSubtype="10" fill="hold" nodeType="afterEffect">
                                  <p:stCondLst>
                                    <p:cond delay="0"/>
                                  </p:stCondLst>
                                  <p:childTnLst>
                                    <p:set>
                                      <p:cBhvr>
                                        <p:cTn id="40" dur="1" fill="hold">
                                          <p:stCondLst>
                                            <p:cond delay="0"/>
                                          </p:stCondLst>
                                        </p:cTn>
                                        <p:tgtEl>
                                          <p:spTgt spid="254999"/>
                                        </p:tgtEl>
                                        <p:attrNameLst>
                                          <p:attrName>style.visibility</p:attrName>
                                        </p:attrNameLst>
                                      </p:cBhvr>
                                      <p:to>
                                        <p:strVal val="visible"/>
                                      </p:to>
                                    </p:set>
                                    <p:animEffect transition="in" filter="blinds(horizontal)">
                                      <p:cBhvr>
                                        <p:cTn id="41" dur="500"/>
                                        <p:tgtEl>
                                          <p:spTgt spid="254999"/>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5" fill="hold" nodeType="clickEffect">
                                  <p:stCondLst>
                                    <p:cond delay="0"/>
                                  </p:stCondLst>
                                  <p:childTnLst>
                                    <p:set>
                                      <p:cBhvr>
                                        <p:cTn id="45" dur="1" fill="hold">
                                          <p:stCondLst>
                                            <p:cond delay="0"/>
                                          </p:stCondLst>
                                        </p:cTn>
                                        <p:tgtEl>
                                          <p:spTgt spid="254980"/>
                                        </p:tgtEl>
                                        <p:attrNameLst>
                                          <p:attrName>style.visibility</p:attrName>
                                        </p:attrNameLst>
                                      </p:cBhvr>
                                      <p:to>
                                        <p:strVal val="visible"/>
                                      </p:to>
                                    </p:set>
                                    <p:animEffect transition="in" filter="blinds(vertical)">
                                      <p:cBhvr>
                                        <p:cTn id="46" dur="500"/>
                                        <p:tgtEl>
                                          <p:spTgt spid="254980"/>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blinds(horizontal)">
                                      <p:cBhvr>
                                        <p:cTn id="5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文本框 4"/>
          <p:cNvSpPr txBox="1"/>
          <p:nvPr>
            <p:custDataLst>
              <p:tags r:id="rId1"/>
            </p:custDataLst>
          </p:nvPr>
        </p:nvSpPr>
        <p:spPr>
          <a:xfrm>
            <a:off x="466725" y="1844675"/>
            <a:ext cx="7659688" cy="460375"/>
          </a:xfrm>
          <a:prstGeom prst="rect">
            <a:avLst/>
          </a:prstGeom>
          <a:noFill/>
          <a:ln w="9525">
            <a:noFill/>
          </a:ln>
        </p:spPr>
        <p:txBody>
          <a:bodyPr wrap="square" anchor="t" anchorCtr="0">
            <a:spAutoFit/>
          </a:bodyPr>
          <a:lstStyle/>
          <a:p>
            <a:r>
              <a:rPr lang="zh-CN" altLang="zh-CN" sz="2400">
                <a:solidFill>
                  <a:srgbClr val="FF0000"/>
                </a:solidFill>
                <a:latin typeface="Arial" panose="020B0604020202020204" pitchFamily="34" charset="0"/>
                <a:ea typeface="宋体" panose="02010600030101010101" pitchFamily="2" charset="-122"/>
              </a:rPr>
              <a:t>课件例</a:t>
            </a:r>
            <a:r>
              <a:rPr lang="en-US" altLang="zh-CN" sz="2400">
                <a:solidFill>
                  <a:srgbClr val="FF0000"/>
                </a:solidFill>
                <a:latin typeface="Arial" panose="020B0604020202020204" pitchFamily="34" charset="0"/>
                <a:ea typeface="宋体" panose="02010600030101010101" pitchFamily="2" charset="-122"/>
              </a:rPr>
              <a:t>1</a:t>
            </a:r>
            <a:r>
              <a:rPr lang="zh-CN" altLang="en-US" sz="2400">
                <a:solidFill>
                  <a:srgbClr val="FF0000"/>
                </a:solidFill>
                <a:latin typeface="Arial" panose="020B0604020202020204" pitchFamily="34" charset="0"/>
                <a:ea typeface="宋体" panose="02010600030101010101" pitchFamily="2" charset="-122"/>
              </a:rPr>
              <a:t>、例</a:t>
            </a:r>
            <a:r>
              <a:rPr lang="en-US" altLang="zh-CN" sz="2400">
                <a:solidFill>
                  <a:srgbClr val="FF0000"/>
                </a:solidFill>
                <a:latin typeface="Arial" panose="020B0604020202020204" pitchFamily="34" charset="0"/>
                <a:ea typeface="宋体" panose="02010600030101010101" pitchFamily="2" charset="-122"/>
              </a:rPr>
              <a:t>2</a:t>
            </a:r>
            <a:r>
              <a:rPr lang="zh-CN" altLang="en-US" sz="2400">
                <a:solidFill>
                  <a:srgbClr val="FF0000"/>
                </a:solidFill>
                <a:latin typeface="Arial" panose="020B0604020202020204" pitchFamily="34" charset="0"/>
                <a:ea typeface="宋体" panose="02010600030101010101" pitchFamily="2" charset="-122"/>
              </a:rPr>
              <a:t>，课件课前测、讨论题</a:t>
            </a:r>
          </a:p>
        </p:txBody>
      </p:sp>
      <p:sp>
        <p:nvSpPr>
          <p:cNvPr id="26626" name="文本框 5"/>
          <p:cNvSpPr txBox="1"/>
          <p:nvPr>
            <p:custDataLst>
              <p:tags r:id="rId2"/>
            </p:custDataLst>
          </p:nvPr>
        </p:nvSpPr>
        <p:spPr>
          <a:xfrm>
            <a:off x="1908175" y="692150"/>
            <a:ext cx="5853113" cy="522288"/>
          </a:xfrm>
          <a:prstGeom prst="rect">
            <a:avLst/>
          </a:prstGeom>
          <a:noFill/>
          <a:ln w="9525">
            <a:noFill/>
          </a:ln>
        </p:spPr>
        <p:txBody>
          <a:bodyPr wrap="square" anchor="t" anchorCtr="0">
            <a:spAutoFit/>
          </a:bodyPr>
          <a:lstStyle/>
          <a:p>
            <a:r>
              <a:rPr lang="zh-CN" altLang="en-US" sz="2800">
                <a:solidFill>
                  <a:srgbClr val="FF0000"/>
                </a:solidFill>
                <a:latin typeface="Arial" panose="020B0604020202020204" pitchFamily="34" charset="0"/>
                <a:ea typeface="宋体" panose="02010600030101010101" pitchFamily="2" charset="-122"/>
              </a:rPr>
              <a:t>厚度均匀薄膜干涉课件复习重点</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3"/>
          <p:cNvSpPr>
            <a:spLocks noChangeArrowheads="1"/>
          </p:cNvSpPr>
          <p:nvPr/>
        </p:nvSpPr>
        <p:spPr bwMode="auto">
          <a:xfrm>
            <a:off x="2584450" y="1774825"/>
            <a:ext cx="4062413" cy="923925"/>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5400" b="1" i="0" u="none" strike="noStrike" kern="1200" cap="none" spc="0" normalizeH="0" baseline="0" noProof="0" dirty="0">
                <a:ln>
                  <a:noFill/>
                </a:ln>
                <a:solidFill>
                  <a:srgbClr val="0033CC"/>
                </a:solidFill>
                <a:effectLst>
                  <a:outerShdw blurRad="38100" dist="38100" dir="2700000" algn="tl">
                    <a:srgbClr val="C0C0C0"/>
                  </a:outerShdw>
                </a:effectLst>
                <a:uLnTx/>
                <a:uFillTx/>
                <a:latin typeface="楷体" panose="02010609060101010101" pitchFamily="49" charset="-122"/>
                <a:ea typeface="楷体" panose="02010609060101010101" pitchFamily="49" charset="-122"/>
                <a:cs typeface="+mn-cs"/>
              </a:rPr>
              <a:t>劈 尖 干 涉</a:t>
            </a:r>
            <a:r>
              <a:rPr kumimoji="1" lang="en-US" altLang="zh-CN" sz="4000" b="1" i="0" u="none" strike="noStrike" kern="1200" cap="none" spc="0" normalizeH="0" baseline="0" noProof="0" dirty="0">
                <a:ln>
                  <a:noFill/>
                </a:ln>
                <a:solidFill>
                  <a:srgbClr val="0033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endParaRPr kumimoji="1" lang="zh-CN" altLang="en-US" sz="4000" b="1" i="0" u="none" strike="noStrike" kern="1200" cap="none" spc="0" normalizeH="0" baseline="0" noProof="0" dirty="0">
              <a:ln>
                <a:noFill/>
              </a:ln>
              <a:solidFill>
                <a:srgbClr val="0033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grpSp>
        <p:nvGrpSpPr>
          <p:cNvPr id="3" name="Group 27"/>
          <p:cNvGrpSpPr/>
          <p:nvPr/>
        </p:nvGrpSpPr>
        <p:grpSpPr>
          <a:xfrm>
            <a:off x="2411413" y="3367088"/>
            <a:ext cx="3889375" cy="1674812"/>
            <a:chOff x="2880" y="2064"/>
            <a:chExt cx="2783" cy="1267"/>
          </a:xfrm>
        </p:grpSpPr>
        <p:grpSp>
          <p:nvGrpSpPr>
            <p:cNvPr id="27651" name="Group 28"/>
            <p:cNvGrpSpPr/>
            <p:nvPr/>
          </p:nvGrpSpPr>
          <p:grpSpPr>
            <a:xfrm>
              <a:off x="2880" y="2064"/>
              <a:ext cx="2783" cy="1267"/>
              <a:chOff x="2736" y="1037"/>
              <a:chExt cx="2783" cy="1267"/>
            </a:xfrm>
          </p:grpSpPr>
          <p:sp>
            <p:nvSpPr>
              <p:cNvPr id="27652" name="AutoShape 29"/>
              <p:cNvSpPr/>
              <p:nvPr/>
            </p:nvSpPr>
            <p:spPr>
              <a:xfrm>
                <a:off x="2847" y="1577"/>
                <a:ext cx="2577" cy="727"/>
              </a:xfrm>
              <a:prstGeom prst="parallelogram">
                <a:avLst>
                  <a:gd name="adj" fmla="val 56435"/>
                </a:avLst>
              </a:prstGeom>
              <a:solidFill>
                <a:srgbClr val="CCFFFF"/>
              </a:solidFill>
              <a:ln w="28575" cap="flat" cmpd="sng">
                <a:solidFill>
                  <a:srgbClr val="008080"/>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7653" name="AutoShape 30"/>
              <p:cNvSpPr/>
              <p:nvPr/>
            </p:nvSpPr>
            <p:spPr>
              <a:xfrm rot="-845873">
                <a:off x="2736" y="1369"/>
                <a:ext cx="2783" cy="587"/>
              </a:xfrm>
              <a:prstGeom prst="flowChartInputOutput">
                <a:avLst/>
              </a:prstGeom>
              <a:solidFill>
                <a:srgbClr val="CCECFF"/>
              </a:solidFill>
              <a:ln w="28575" cap="flat" cmpd="sng">
                <a:solidFill>
                  <a:srgbClr val="008080"/>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7654" name="Freeform 31"/>
              <p:cNvSpPr/>
              <p:nvPr/>
            </p:nvSpPr>
            <p:spPr>
              <a:xfrm>
                <a:off x="5014" y="1037"/>
                <a:ext cx="400" cy="1267"/>
              </a:xfrm>
              <a:custGeom>
                <a:avLst/>
                <a:gdLst/>
                <a:ahLst/>
                <a:cxnLst>
                  <a:cxn ang="0">
                    <a:pos x="0" y="739"/>
                  </a:cxn>
                  <a:cxn ang="0">
                    <a:pos x="0" y="1267"/>
                  </a:cxn>
                  <a:cxn ang="0">
                    <a:pos x="400" y="556"/>
                  </a:cxn>
                  <a:cxn ang="0">
                    <a:pos x="400" y="0"/>
                  </a:cxn>
                  <a:cxn ang="0">
                    <a:pos x="0" y="691"/>
                  </a:cxn>
                  <a:cxn ang="0">
                    <a:pos x="0" y="739"/>
                  </a:cxn>
                </a:cxnLst>
                <a:rect l="0" t="0" r="0" b="0"/>
                <a:pathLst>
                  <a:path w="400" h="1267">
                    <a:moveTo>
                      <a:pt x="0" y="739"/>
                    </a:moveTo>
                    <a:lnTo>
                      <a:pt x="0" y="1267"/>
                    </a:lnTo>
                    <a:lnTo>
                      <a:pt x="400" y="556"/>
                    </a:lnTo>
                    <a:lnTo>
                      <a:pt x="400" y="0"/>
                    </a:lnTo>
                    <a:lnTo>
                      <a:pt x="0" y="691"/>
                    </a:lnTo>
                    <a:lnTo>
                      <a:pt x="0" y="739"/>
                    </a:lnTo>
                    <a:close/>
                  </a:path>
                </a:pathLst>
              </a:custGeom>
              <a:solidFill>
                <a:srgbClr val="CCFFFF"/>
              </a:solidFill>
              <a:ln w="28575" cap="flat" cmpd="sng">
                <a:solidFill>
                  <a:srgbClr val="008080"/>
                </a:solidFill>
                <a:prstDash val="solid"/>
                <a:round/>
                <a:headEnd type="none" w="med" len="med"/>
                <a:tailEnd type="none" w="med" len="med"/>
              </a:ln>
            </p:spPr>
            <p:txBody>
              <a:bodyPr/>
              <a:lstStyle/>
              <a:p>
                <a:endParaRPr lang="zh-CN" altLang="en-US"/>
              </a:p>
            </p:txBody>
          </p:sp>
        </p:grpSp>
        <p:graphicFrame>
          <p:nvGraphicFramePr>
            <p:cNvPr id="27655" name="Object 256"/>
            <p:cNvGraphicFramePr>
              <a:graphicFrameLocks noChangeAspect="1"/>
            </p:cNvGraphicFramePr>
            <p:nvPr/>
          </p:nvGraphicFramePr>
          <p:xfrm>
            <a:off x="4793" y="3056"/>
            <a:ext cx="191" cy="176"/>
          </p:xfrm>
          <a:graphic>
            <a:graphicData uri="http://schemas.openxmlformats.org/presentationml/2006/ole">
              <mc:AlternateContent xmlns:mc="http://schemas.openxmlformats.org/markup-compatibility/2006">
                <mc:Choice xmlns:v="urn:schemas-microsoft-com:vml" Requires="v">
                  <p:oleObj r:id="rId2" imgW="304800" imgH="279400" progId="Equation.3">
                    <p:embed/>
                  </p:oleObj>
                </mc:Choice>
                <mc:Fallback>
                  <p:oleObj r:id="rId2" imgW="304800" imgH="279400" progId="Equation.3">
                    <p:embed/>
                    <p:pic>
                      <p:nvPicPr>
                        <p:cNvPr id="0" name="图片 3164"/>
                        <p:cNvPicPr/>
                        <p:nvPr/>
                      </p:nvPicPr>
                      <p:blipFill>
                        <a:blip r:embed="rId3"/>
                        <a:stretch>
                          <a:fillRect/>
                        </a:stretch>
                      </p:blipFill>
                      <p:spPr>
                        <a:xfrm>
                          <a:off x="4793" y="3056"/>
                          <a:ext cx="191" cy="176"/>
                        </a:xfrm>
                        <a:prstGeom prst="rect">
                          <a:avLst/>
                        </a:prstGeom>
                        <a:noFill/>
                        <a:ln w="38100">
                          <a:noFill/>
                          <a:miter/>
                        </a:ln>
                      </p:spPr>
                    </p:pic>
                  </p:oleObj>
                </mc:Fallback>
              </mc:AlternateContent>
            </a:graphicData>
          </a:graphic>
        </p:graphicFrame>
      </p:grpSp>
      <p:grpSp>
        <p:nvGrpSpPr>
          <p:cNvPr id="5" name="Group 42"/>
          <p:cNvGrpSpPr/>
          <p:nvPr/>
        </p:nvGrpSpPr>
        <p:grpSpPr>
          <a:xfrm>
            <a:off x="2411413" y="3378200"/>
            <a:ext cx="3889375" cy="1674813"/>
            <a:chOff x="2736" y="1037"/>
            <a:chExt cx="2783" cy="1267"/>
          </a:xfrm>
        </p:grpSpPr>
        <p:sp>
          <p:nvSpPr>
            <p:cNvPr id="27657" name="AutoShape 43"/>
            <p:cNvSpPr/>
            <p:nvPr/>
          </p:nvSpPr>
          <p:spPr>
            <a:xfrm>
              <a:off x="2847" y="1577"/>
              <a:ext cx="2577" cy="727"/>
            </a:xfrm>
            <a:prstGeom prst="parallelogram">
              <a:avLst>
                <a:gd name="adj" fmla="val 56435"/>
              </a:avLst>
            </a:prstGeom>
            <a:solidFill>
              <a:srgbClr val="CCFFFF"/>
            </a:solidFill>
            <a:ln w="19050" cap="flat" cmpd="sng">
              <a:solidFill>
                <a:srgbClr val="008080"/>
              </a:solidFill>
              <a:prstDash val="lgDash"/>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7658" name="AutoShape 44"/>
            <p:cNvSpPr/>
            <p:nvPr/>
          </p:nvSpPr>
          <p:spPr>
            <a:xfrm rot="-845873">
              <a:off x="2736" y="1348"/>
              <a:ext cx="2783" cy="587"/>
            </a:xfrm>
            <a:prstGeom prst="flowChartInputOutput">
              <a:avLst/>
            </a:prstGeom>
            <a:solidFill>
              <a:srgbClr val="FF66FF">
                <a:alpha val="10196"/>
              </a:srgbClr>
            </a:solidFill>
            <a:ln w="28575" cap="flat" cmpd="sng">
              <a:solidFill>
                <a:srgbClr val="008080"/>
              </a:solidFill>
              <a:prstDash val="solid"/>
              <a:miter/>
              <a:headEnd type="none" w="med" len="med"/>
              <a:tailEnd type="none" w="med" len="med"/>
            </a:ln>
          </p:spPr>
          <p:txBody>
            <a:bodyPr wrap="none" anchor="ctr" anchorCtr="0"/>
            <a:lstStyle/>
            <a:p>
              <a:pPr algn="ctr"/>
              <a:endParaRPr lang="zh-CN" altLang="zh-CN" sz="2800" b="1" u="sng" dirty="0">
                <a:latin typeface="Times New Roman" panose="02020603050405020304" pitchFamily="18" charset="0"/>
                <a:ea typeface="黑体" panose="02010609060101010101" pitchFamily="49" charset="-122"/>
              </a:endParaRPr>
            </a:p>
          </p:txBody>
        </p:sp>
        <p:sp>
          <p:nvSpPr>
            <p:cNvPr id="27659" name="Freeform 45"/>
            <p:cNvSpPr/>
            <p:nvPr/>
          </p:nvSpPr>
          <p:spPr>
            <a:xfrm>
              <a:off x="5014" y="1037"/>
              <a:ext cx="400" cy="1267"/>
            </a:xfrm>
            <a:custGeom>
              <a:avLst/>
              <a:gdLst/>
              <a:ahLst/>
              <a:cxnLst>
                <a:cxn ang="0">
                  <a:pos x="0" y="739"/>
                </a:cxn>
                <a:cxn ang="0">
                  <a:pos x="0" y="1267"/>
                </a:cxn>
                <a:cxn ang="0">
                  <a:pos x="400" y="556"/>
                </a:cxn>
                <a:cxn ang="0">
                  <a:pos x="400" y="0"/>
                </a:cxn>
                <a:cxn ang="0">
                  <a:pos x="0" y="691"/>
                </a:cxn>
                <a:cxn ang="0">
                  <a:pos x="0" y="739"/>
                </a:cxn>
              </a:cxnLst>
              <a:rect l="0" t="0" r="0" b="0"/>
              <a:pathLst>
                <a:path w="400" h="1267">
                  <a:moveTo>
                    <a:pt x="0" y="739"/>
                  </a:moveTo>
                  <a:lnTo>
                    <a:pt x="0" y="1267"/>
                  </a:lnTo>
                  <a:lnTo>
                    <a:pt x="400" y="556"/>
                  </a:lnTo>
                  <a:lnTo>
                    <a:pt x="400" y="0"/>
                  </a:lnTo>
                  <a:lnTo>
                    <a:pt x="0" y="691"/>
                  </a:lnTo>
                  <a:lnTo>
                    <a:pt x="0" y="739"/>
                  </a:lnTo>
                  <a:close/>
                </a:path>
              </a:pathLst>
            </a:custGeom>
            <a:solidFill>
              <a:srgbClr val="CCECFF"/>
            </a:solidFill>
            <a:ln w="28575" cap="flat" cmpd="sng">
              <a:solidFill>
                <a:srgbClr val="008080"/>
              </a:solidFill>
              <a:prstDash val="solid"/>
              <a:round/>
              <a:headEnd type="none" w="med" len="med"/>
              <a:tailEnd type="none" w="med" len="med"/>
            </a:ln>
          </p:spPr>
          <p:txBody>
            <a:bodyPr/>
            <a:lstStyle/>
            <a:p>
              <a:endParaRPr lang="zh-CN" altLang="en-US"/>
            </a:p>
          </p:txBody>
        </p:sp>
      </p:grpSp>
      <p:grpSp>
        <p:nvGrpSpPr>
          <p:cNvPr id="6" name="Group 46"/>
          <p:cNvGrpSpPr/>
          <p:nvPr/>
        </p:nvGrpSpPr>
        <p:grpSpPr>
          <a:xfrm>
            <a:off x="2806700" y="3417888"/>
            <a:ext cx="3043238" cy="1512887"/>
            <a:chOff x="3020" y="1303"/>
            <a:chExt cx="2171" cy="1145"/>
          </a:xfrm>
        </p:grpSpPr>
        <p:sp>
          <p:nvSpPr>
            <p:cNvPr id="27661" name="Freeform 47"/>
            <p:cNvSpPr/>
            <p:nvPr/>
          </p:nvSpPr>
          <p:spPr>
            <a:xfrm>
              <a:off x="3020" y="1722"/>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66FF"/>
            </a:solidFill>
            <a:ln w="9525">
              <a:noFill/>
            </a:ln>
          </p:spPr>
          <p:txBody>
            <a:bodyPr/>
            <a:lstStyle/>
            <a:p>
              <a:endParaRPr lang="zh-CN" altLang="en-US"/>
            </a:p>
          </p:txBody>
        </p:sp>
        <p:sp>
          <p:nvSpPr>
            <p:cNvPr id="27662" name="Freeform 48"/>
            <p:cNvSpPr/>
            <p:nvPr/>
          </p:nvSpPr>
          <p:spPr>
            <a:xfrm>
              <a:off x="3288" y="1653"/>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66FF"/>
            </a:solidFill>
            <a:ln w="9525">
              <a:noFill/>
            </a:ln>
          </p:spPr>
          <p:txBody>
            <a:bodyPr/>
            <a:lstStyle/>
            <a:p>
              <a:endParaRPr lang="zh-CN" altLang="en-US"/>
            </a:p>
          </p:txBody>
        </p:sp>
        <p:sp>
          <p:nvSpPr>
            <p:cNvPr id="27663" name="Freeform 49"/>
            <p:cNvSpPr/>
            <p:nvPr/>
          </p:nvSpPr>
          <p:spPr>
            <a:xfrm>
              <a:off x="3562" y="1584"/>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66FF"/>
            </a:solidFill>
            <a:ln w="9525">
              <a:noFill/>
            </a:ln>
          </p:spPr>
          <p:txBody>
            <a:bodyPr/>
            <a:lstStyle/>
            <a:p>
              <a:endParaRPr lang="zh-CN" altLang="en-US"/>
            </a:p>
          </p:txBody>
        </p:sp>
        <p:sp>
          <p:nvSpPr>
            <p:cNvPr id="27664" name="Freeform 50"/>
            <p:cNvSpPr/>
            <p:nvPr/>
          </p:nvSpPr>
          <p:spPr>
            <a:xfrm>
              <a:off x="3843" y="1509"/>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66FF"/>
            </a:solidFill>
            <a:ln w="9525">
              <a:noFill/>
            </a:ln>
          </p:spPr>
          <p:txBody>
            <a:bodyPr/>
            <a:lstStyle/>
            <a:p>
              <a:endParaRPr lang="zh-CN" altLang="en-US"/>
            </a:p>
          </p:txBody>
        </p:sp>
        <p:sp>
          <p:nvSpPr>
            <p:cNvPr id="27665" name="Freeform 51"/>
            <p:cNvSpPr/>
            <p:nvPr/>
          </p:nvSpPr>
          <p:spPr>
            <a:xfrm>
              <a:off x="4118" y="1447"/>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66FF"/>
            </a:solidFill>
            <a:ln w="9525">
              <a:noFill/>
            </a:ln>
          </p:spPr>
          <p:txBody>
            <a:bodyPr/>
            <a:lstStyle/>
            <a:p>
              <a:endParaRPr lang="zh-CN" altLang="en-US"/>
            </a:p>
          </p:txBody>
        </p:sp>
        <p:sp>
          <p:nvSpPr>
            <p:cNvPr id="27666" name="Freeform 52"/>
            <p:cNvSpPr/>
            <p:nvPr/>
          </p:nvSpPr>
          <p:spPr>
            <a:xfrm>
              <a:off x="4392" y="1378"/>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66FF"/>
            </a:solidFill>
            <a:ln w="9525">
              <a:noFill/>
            </a:ln>
          </p:spPr>
          <p:txBody>
            <a:bodyPr/>
            <a:lstStyle/>
            <a:p>
              <a:endParaRPr lang="zh-CN" altLang="en-US"/>
            </a:p>
          </p:txBody>
        </p:sp>
        <p:sp>
          <p:nvSpPr>
            <p:cNvPr id="27667" name="Freeform 53"/>
            <p:cNvSpPr/>
            <p:nvPr/>
          </p:nvSpPr>
          <p:spPr>
            <a:xfrm>
              <a:off x="4680" y="1303"/>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66FF"/>
            </a:solidFill>
            <a:ln w="9525">
              <a:noFill/>
            </a:ln>
          </p:spPr>
          <p:txBody>
            <a:bodyPr/>
            <a:lstStyle/>
            <a:p>
              <a:endParaRPr lang="zh-CN" altLang="en-US"/>
            </a:p>
          </p:txBody>
        </p:sp>
      </p:grpSp>
      <p:grpSp>
        <p:nvGrpSpPr>
          <p:cNvPr id="7" name="Group 54"/>
          <p:cNvGrpSpPr/>
          <p:nvPr/>
        </p:nvGrpSpPr>
        <p:grpSpPr>
          <a:xfrm>
            <a:off x="3060700" y="2867025"/>
            <a:ext cx="2239963" cy="1728788"/>
            <a:chOff x="4040" y="93"/>
            <a:chExt cx="1236" cy="1009"/>
          </a:xfrm>
        </p:grpSpPr>
        <p:grpSp>
          <p:nvGrpSpPr>
            <p:cNvPr id="27669" name="Group 55"/>
            <p:cNvGrpSpPr/>
            <p:nvPr/>
          </p:nvGrpSpPr>
          <p:grpSpPr>
            <a:xfrm>
              <a:off x="4469" y="93"/>
              <a:ext cx="807" cy="841"/>
              <a:chOff x="3312" y="632"/>
              <a:chExt cx="912" cy="1359"/>
            </a:xfrm>
          </p:grpSpPr>
          <p:sp>
            <p:nvSpPr>
              <p:cNvPr id="27670" name="Line 56"/>
              <p:cNvSpPr/>
              <p:nvPr/>
            </p:nvSpPr>
            <p:spPr>
              <a:xfrm>
                <a:off x="3745" y="839"/>
                <a:ext cx="0" cy="1152"/>
              </a:xfrm>
              <a:prstGeom prst="line">
                <a:avLst/>
              </a:prstGeom>
              <a:ln w="28575" cap="flat" cmpd="sng">
                <a:solidFill>
                  <a:srgbClr val="FF66FF"/>
                </a:solidFill>
                <a:prstDash val="solid"/>
                <a:round/>
                <a:headEnd type="none" w="med" len="med"/>
                <a:tailEnd type="stealth" w="med" len="lg"/>
              </a:ln>
            </p:spPr>
          </p:sp>
          <p:sp>
            <p:nvSpPr>
              <p:cNvPr id="27671" name="Line 57"/>
              <p:cNvSpPr/>
              <p:nvPr/>
            </p:nvSpPr>
            <p:spPr>
              <a:xfrm>
                <a:off x="3984" y="768"/>
                <a:ext cx="0" cy="1152"/>
              </a:xfrm>
              <a:prstGeom prst="line">
                <a:avLst/>
              </a:prstGeom>
              <a:ln w="28575" cap="flat" cmpd="sng">
                <a:solidFill>
                  <a:srgbClr val="FF66FF"/>
                </a:solidFill>
                <a:prstDash val="solid"/>
                <a:round/>
                <a:headEnd type="none" w="med" len="med"/>
                <a:tailEnd type="stealth" w="med" len="lg"/>
              </a:ln>
            </p:spPr>
          </p:sp>
          <p:sp>
            <p:nvSpPr>
              <p:cNvPr id="27672" name="Line 58"/>
              <p:cNvSpPr/>
              <p:nvPr/>
            </p:nvSpPr>
            <p:spPr>
              <a:xfrm>
                <a:off x="4224" y="632"/>
                <a:ext cx="0" cy="1152"/>
              </a:xfrm>
              <a:prstGeom prst="line">
                <a:avLst/>
              </a:prstGeom>
              <a:ln w="28575" cap="flat" cmpd="sng">
                <a:solidFill>
                  <a:srgbClr val="FF66FF"/>
                </a:solidFill>
                <a:prstDash val="solid"/>
                <a:round/>
                <a:headEnd type="none" w="med" len="med"/>
                <a:tailEnd type="stealth" w="med" len="lg"/>
              </a:ln>
            </p:spPr>
          </p:sp>
          <p:graphicFrame>
            <p:nvGraphicFramePr>
              <p:cNvPr id="27673" name="Object 257"/>
              <p:cNvGraphicFramePr>
                <a:graphicFrameLocks noChangeAspect="1"/>
              </p:cNvGraphicFramePr>
              <p:nvPr/>
            </p:nvGraphicFramePr>
            <p:xfrm>
              <a:off x="3312" y="1008"/>
              <a:ext cx="191" cy="240"/>
            </p:xfrm>
            <a:graphic>
              <a:graphicData uri="http://schemas.openxmlformats.org/presentationml/2006/ole">
                <mc:AlternateContent xmlns:mc="http://schemas.openxmlformats.org/markup-compatibility/2006">
                  <mc:Choice xmlns:v="urn:schemas-microsoft-com:vml" Requires="v">
                    <p:oleObj r:id="rId4" imgW="304800" imgH="381000" progId="Equation.3">
                      <p:embed/>
                    </p:oleObj>
                  </mc:Choice>
                  <mc:Fallback>
                    <p:oleObj r:id="rId4" imgW="304800" imgH="381000" progId="Equation.3">
                      <p:embed/>
                      <p:pic>
                        <p:nvPicPr>
                          <p:cNvPr id="0" name="图片 3165"/>
                          <p:cNvPicPr/>
                          <p:nvPr/>
                        </p:nvPicPr>
                        <p:blipFill>
                          <a:blip r:embed="rId5"/>
                          <a:stretch>
                            <a:fillRect/>
                          </a:stretch>
                        </p:blipFill>
                        <p:spPr>
                          <a:xfrm>
                            <a:off x="3312" y="1008"/>
                            <a:ext cx="191" cy="240"/>
                          </a:xfrm>
                          <a:prstGeom prst="rect">
                            <a:avLst/>
                          </a:prstGeom>
                          <a:noFill/>
                          <a:ln w="38100">
                            <a:noFill/>
                            <a:miter/>
                          </a:ln>
                        </p:spPr>
                      </p:pic>
                    </p:oleObj>
                  </mc:Fallback>
                </mc:AlternateContent>
              </a:graphicData>
            </a:graphic>
          </p:graphicFrame>
        </p:grpSp>
        <p:sp>
          <p:nvSpPr>
            <p:cNvPr id="27674" name="Line 61"/>
            <p:cNvSpPr/>
            <p:nvPr/>
          </p:nvSpPr>
          <p:spPr>
            <a:xfrm>
              <a:off x="4040" y="389"/>
              <a:ext cx="0" cy="713"/>
            </a:xfrm>
            <a:prstGeom prst="line">
              <a:avLst/>
            </a:prstGeom>
            <a:ln w="28575" cap="flat" cmpd="sng">
              <a:solidFill>
                <a:srgbClr val="FF66FF"/>
              </a:solidFill>
              <a:prstDash val="solid"/>
              <a:round/>
              <a:headEnd type="none" w="med" len="med"/>
              <a:tailEnd type="stealth" w="med" len="lg"/>
            </a:ln>
          </p:spPr>
        </p:sp>
        <p:sp>
          <p:nvSpPr>
            <p:cNvPr id="27675" name="Line 62"/>
            <p:cNvSpPr/>
            <p:nvPr/>
          </p:nvSpPr>
          <p:spPr>
            <a:xfrm>
              <a:off x="4224" y="347"/>
              <a:ext cx="0" cy="713"/>
            </a:xfrm>
            <a:prstGeom prst="line">
              <a:avLst/>
            </a:prstGeom>
            <a:ln w="28575" cap="flat" cmpd="sng">
              <a:solidFill>
                <a:srgbClr val="FF66FF"/>
              </a:solidFill>
              <a:prstDash val="solid"/>
              <a:round/>
              <a:headEnd type="none" w="med" len="med"/>
              <a:tailEnd type="stealth" w="med" len="lg"/>
            </a:ln>
          </p:spPr>
        </p:sp>
        <p:sp>
          <p:nvSpPr>
            <p:cNvPr id="27676" name="Line 63"/>
            <p:cNvSpPr/>
            <p:nvPr/>
          </p:nvSpPr>
          <p:spPr>
            <a:xfrm>
              <a:off x="4437" y="305"/>
              <a:ext cx="0" cy="713"/>
            </a:xfrm>
            <a:prstGeom prst="line">
              <a:avLst/>
            </a:prstGeom>
            <a:ln w="28575" cap="flat" cmpd="sng">
              <a:solidFill>
                <a:srgbClr val="FF66FF"/>
              </a:solidFill>
              <a:prstDash val="solid"/>
              <a:round/>
              <a:headEnd type="none" w="med" len="med"/>
              <a:tailEnd type="stealth" w="med" len="lg"/>
            </a:ln>
          </p:spPr>
        </p:sp>
        <p:sp>
          <p:nvSpPr>
            <p:cNvPr id="27677" name="Line 64"/>
            <p:cNvSpPr/>
            <p:nvPr/>
          </p:nvSpPr>
          <p:spPr>
            <a:xfrm>
              <a:off x="4649" y="263"/>
              <a:ext cx="0" cy="713"/>
            </a:xfrm>
            <a:prstGeom prst="line">
              <a:avLst/>
            </a:prstGeom>
            <a:ln w="28575" cap="flat" cmpd="sng">
              <a:solidFill>
                <a:srgbClr val="FF66FF"/>
              </a:solidFill>
              <a:prstDash val="solid"/>
              <a:round/>
              <a:headEnd type="none" w="med" len="med"/>
              <a:tailEnd type="stealth" w="med" len="lg"/>
            </a:ln>
          </p:spPr>
        </p:sp>
      </p:grpSp>
      <p:grpSp>
        <p:nvGrpSpPr>
          <p:cNvPr id="9" name="Group 65"/>
          <p:cNvGrpSpPr/>
          <p:nvPr/>
        </p:nvGrpSpPr>
        <p:grpSpPr>
          <a:xfrm>
            <a:off x="3440113" y="4714875"/>
            <a:ext cx="601662" cy="369888"/>
            <a:chOff x="894" y="1626"/>
            <a:chExt cx="332" cy="216"/>
          </a:xfrm>
        </p:grpSpPr>
        <p:graphicFrame>
          <p:nvGraphicFramePr>
            <p:cNvPr id="27679" name="Object 258"/>
            <p:cNvGraphicFramePr>
              <a:graphicFrameLocks noChangeAspect="1"/>
            </p:cNvGraphicFramePr>
            <p:nvPr/>
          </p:nvGraphicFramePr>
          <p:xfrm>
            <a:off x="1020" y="1626"/>
            <a:ext cx="206" cy="216"/>
          </p:xfrm>
          <a:graphic>
            <a:graphicData uri="http://schemas.openxmlformats.org/presentationml/2006/ole">
              <mc:AlternateContent xmlns:mc="http://schemas.openxmlformats.org/markup-compatibility/2006">
                <mc:Choice xmlns:v="urn:schemas-microsoft-com:vml" Requires="v">
                  <p:oleObj r:id="rId6" imgW="177800" imgH="177800" progId="Equation.3">
                    <p:embed/>
                  </p:oleObj>
                </mc:Choice>
                <mc:Fallback>
                  <p:oleObj r:id="rId6" imgW="177800" imgH="177800" progId="Equation.3">
                    <p:embed/>
                    <p:pic>
                      <p:nvPicPr>
                        <p:cNvPr id="0" name="图片 3163"/>
                        <p:cNvPicPr/>
                        <p:nvPr/>
                      </p:nvPicPr>
                      <p:blipFill>
                        <a:blip r:embed="rId7"/>
                        <a:stretch>
                          <a:fillRect/>
                        </a:stretch>
                      </p:blipFill>
                      <p:spPr>
                        <a:xfrm>
                          <a:off x="1020" y="1626"/>
                          <a:ext cx="206" cy="216"/>
                        </a:xfrm>
                        <a:prstGeom prst="rect">
                          <a:avLst/>
                        </a:prstGeom>
                        <a:noFill/>
                        <a:ln w="38100">
                          <a:noFill/>
                          <a:miter/>
                        </a:ln>
                      </p:spPr>
                    </p:pic>
                  </p:oleObj>
                </mc:Fallback>
              </mc:AlternateContent>
            </a:graphicData>
          </a:graphic>
        </p:graphicFrame>
        <p:sp>
          <p:nvSpPr>
            <p:cNvPr id="27680" name="Arc 67"/>
            <p:cNvSpPr/>
            <p:nvPr/>
          </p:nvSpPr>
          <p:spPr>
            <a:xfrm>
              <a:off x="894" y="1683"/>
              <a:ext cx="45" cy="135"/>
            </a:xfrm>
            <a:custGeom>
              <a:avLst/>
              <a:gdLst/>
              <a:ahLst/>
              <a:cxnLst>
                <a:cxn ang="0">
                  <a:pos x="0" y="0"/>
                </a:cxn>
                <a:cxn ang="0">
                  <a:pos x="0" y="0"/>
                </a:cxn>
                <a:cxn ang="0">
                  <a:pos x="0" y="0"/>
                </a:cxn>
              </a:cxnLst>
              <a:rect l="0" t="0" r="0" b="0"/>
              <a:pathLst>
                <a:path w="21600" h="32051" fill="none">
                  <a:moveTo>
                    <a:pt x="-1" y="0"/>
                  </a:moveTo>
                  <a:cubicBezTo>
                    <a:pt x="11929" y="0"/>
                    <a:pt x="21600" y="9670"/>
                    <a:pt x="21600" y="21600"/>
                  </a:cubicBezTo>
                  <a:cubicBezTo>
                    <a:pt x="21600" y="25255"/>
                    <a:pt x="20672" y="28851"/>
                    <a:pt x="18903" y="32051"/>
                  </a:cubicBezTo>
                </a:path>
                <a:path w="21600" h="32051" stroke="0">
                  <a:moveTo>
                    <a:pt x="-1" y="0"/>
                  </a:moveTo>
                  <a:cubicBezTo>
                    <a:pt x="11929" y="0"/>
                    <a:pt x="21600" y="9670"/>
                    <a:pt x="21600" y="21600"/>
                  </a:cubicBezTo>
                  <a:cubicBezTo>
                    <a:pt x="21600" y="25255"/>
                    <a:pt x="20672" y="28851"/>
                    <a:pt x="18903" y="32051"/>
                  </a:cubicBezTo>
                  <a:lnTo>
                    <a:pt x="0" y="21600"/>
                  </a:lnTo>
                  <a:lnTo>
                    <a:pt x="-1" y="0"/>
                  </a:lnTo>
                  <a:close/>
                </a:path>
              </a:pathLst>
            </a:custGeom>
            <a:noFill/>
            <a:ln w="28575" cap="flat" cmpd="sng">
              <a:solidFill>
                <a:srgbClr val="0000CC"/>
              </a:solidFill>
              <a:prstDash val="solid"/>
              <a:round/>
              <a:headEnd type="none" w="med" len="med"/>
              <a:tailEnd type="none" w="med" len="med"/>
            </a:ln>
          </p:spPr>
          <p:txBody>
            <a:bodyPr/>
            <a:lstStyle/>
            <a:p>
              <a:endParaRPr lang="zh-CN" altLang="en-US"/>
            </a:p>
          </p:txBody>
        </p:sp>
      </p:grpSp>
      <p:sp>
        <p:nvSpPr>
          <p:cNvPr id="34" name="WordArt 118"/>
          <p:cNvSpPr>
            <a:spLocks noTextEdit="1"/>
          </p:cNvSpPr>
          <p:nvPr/>
        </p:nvSpPr>
        <p:spPr>
          <a:xfrm>
            <a:off x="296863" y="333375"/>
            <a:ext cx="8229600" cy="1143000"/>
          </a:xfrm>
          <a:prstGeom prst="rect">
            <a:avLst/>
          </a:prstGeom>
        </p:spPr>
        <p:txBody>
          <a:bodyPr wrap="none" fromWordArt="1">
            <a:normAutofit/>
          </a:bodyPr>
          <a:lstStyle/>
          <a:p>
            <a:pPr algn="ctr"/>
            <a:r>
              <a:rPr lang="zh-CN" altLang="en-US" sz="3600" b="1">
                <a:ln w="9525" cap="flat" cmpd="sng">
                  <a:solidFill>
                    <a:srgbClr val="FF99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明暗纹条件应用3：（0、3或5分）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par>
                                <p:cTn id="19" presetID="3" presetClass="entr" presetSubtype="1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par>
                                <p:cTn id="22" presetID="3" presetClass="entr" presetSubtype="1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9"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anim calcmode="lin" valueType="num">
                                      <p:cBhvr>
                                        <p:cTn id="29" dur="500" fill="hold"/>
                                        <p:tgtEl>
                                          <p:spTgt spid="34"/>
                                        </p:tgtEl>
                                        <p:attrNameLst>
                                          <p:attrName>ppt_x</p:attrName>
                                        </p:attrNameLst>
                                      </p:cBhvr>
                                      <p:tavLst>
                                        <p:tav tm="0">
                                          <p:val>
                                            <p:strVal val="0-#ppt_w/2"/>
                                          </p:val>
                                        </p:tav>
                                        <p:tav tm="100000">
                                          <p:val>
                                            <p:strVal val="#ppt_x"/>
                                          </p:val>
                                        </p:tav>
                                      </p:tavLst>
                                    </p:anim>
                                    <p:anim calcmode="lin" valueType="num">
                                      <p:cBhvr>
                                        <p:cTn id="30" dur="500" fill="hold"/>
                                        <p:tgtEl>
                                          <p:spTgt spid="3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3"/>
          <p:cNvSpPr txBox="1"/>
          <p:nvPr>
            <p:custDataLst>
              <p:tags r:id="rId1"/>
            </p:custDataLst>
          </p:nvPr>
        </p:nvSpPr>
        <p:spPr>
          <a:xfrm>
            <a:off x="467360" y="475933"/>
            <a:ext cx="8318500" cy="2030095"/>
          </a:xfrm>
          <a:prstGeom prst="rect">
            <a:avLst/>
          </a:prstGeom>
          <a:noFill/>
          <a:ln w="9525">
            <a:noFill/>
          </a:ln>
        </p:spPr>
        <p:txBody>
          <a:bodyPr wrap="square" anchor="t" anchorCtr="0">
            <a:spAutoFit/>
          </a:bodyPr>
          <a:lstStyle/>
          <a:p>
            <a:pPr algn="just">
              <a:lnSpc>
                <a:spcPct val="150000"/>
              </a:lnSpc>
            </a:pPr>
            <a:r>
              <a:rPr lang="zh-CN" alt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rPr>
              <a:t>课前测</a:t>
            </a:r>
            <a:r>
              <a:rPr lang="zh-CN" altLang="en-US"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：用劈尖干涉法可检测工件表面缺陷，当波长为</a:t>
            </a:r>
            <a:r>
              <a:rPr lang="zh-CN" altLang="en-US" sz="2800" b="1" i="1">
                <a:solidFill>
                  <a:schemeClr val="tx1"/>
                </a:solidFill>
                <a:latin typeface="Times New Roman" panose="02020603050405020304" pitchFamily="18" charset="0"/>
                <a:ea typeface="微软雅黑" panose="020B0503020204020204" charset="-122"/>
                <a:cs typeface="Times New Roman" panose="02020603050405020304" pitchFamily="18" charset="0"/>
              </a:rPr>
              <a:t>λ</a:t>
            </a:r>
            <a:r>
              <a:rPr lang="zh-CN" altLang="en-US"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的单色平行光垂直入射时，若观察到的干涉条纹如图所示，</a:t>
            </a:r>
            <a:r>
              <a:rPr lang="en-US" altLang="zh-CN"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则工件表面</a:t>
            </a:r>
            <a:r>
              <a:rPr lang="en-US" altLang="zh-CN"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p:txBody>
      </p:sp>
      <p:grpSp>
        <p:nvGrpSpPr>
          <p:cNvPr id="15" name="组合 40"/>
          <p:cNvGrpSpPr/>
          <p:nvPr/>
        </p:nvGrpSpPr>
        <p:grpSpPr>
          <a:xfrm>
            <a:off x="5652135" y="1916113"/>
            <a:ext cx="1814513" cy="2326800"/>
            <a:chOff x="3698843" y="1319312"/>
            <a:chExt cx="1814853" cy="2325535"/>
          </a:xfrm>
        </p:grpSpPr>
        <p:pic>
          <p:nvPicPr>
            <p:cNvPr id="10244" name="Picture 2"/>
            <p:cNvPicPr>
              <a:picLocks noChangeAspect="1"/>
            </p:cNvPicPr>
            <p:nvPr>
              <p:custDataLst>
                <p:tags r:id="rId5"/>
              </p:custDataLst>
            </p:nvPr>
          </p:nvPicPr>
          <p:blipFill>
            <a:blip r:embed="rId8"/>
            <a:srcRect l="13542" t="46240" r="57700" b="19720"/>
            <a:stretch>
              <a:fillRect/>
            </a:stretch>
          </p:blipFill>
          <p:spPr>
            <a:xfrm>
              <a:off x="3698843" y="1319312"/>
              <a:ext cx="1814853" cy="1706530"/>
            </a:xfrm>
            <a:prstGeom prst="rect">
              <a:avLst/>
            </a:prstGeom>
            <a:noFill/>
            <a:ln w="9525">
              <a:noFill/>
            </a:ln>
          </p:spPr>
        </p:pic>
        <p:sp>
          <p:nvSpPr>
            <p:cNvPr id="10245" name="TextBox 42"/>
            <p:cNvSpPr txBox="1"/>
            <p:nvPr>
              <p:custDataLst>
                <p:tags r:id="rId6"/>
              </p:custDataLst>
            </p:nvPr>
          </p:nvSpPr>
          <p:spPr>
            <a:xfrm>
              <a:off x="4094987" y="3123161"/>
              <a:ext cx="898058" cy="521686"/>
            </a:xfrm>
            <a:prstGeom prst="rect">
              <a:avLst/>
            </a:prstGeom>
            <a:noFill/>
            <a:ln w="9525">
              <a:noFill/>
            </a:ln>
          </p:spPr>
          <p:txBody>
            <a:bodyPr wrap="none" anchor="t" anchorCtr="0">
              <a:spAutoFit/>
            </a:bodyPr>
            <a:lstStyle/>
            <a:p>
              <a:r>
                <a:rPr lang="zh-CN" altLang="en-US" sz="2800" b="1" dirty="0">
                  <a:solidFill>
                    <a:srgbClr val="0033CC"/>
                  </a:solidFill>
                  <a:latin typeface="Times New Roman" panose="02020603050405020304" pitchFamily="18" charset="0"/>
                  <a:ea typeface="楷体" panose="02010609060101010101" pitchFamily="49" charset="-122"/>
                </a:rPr>
                <a:t>左图</a:t>
              </a:r>
            </a:p>
          </p:txBody>
        </p:sp>
      </p:grpSp>
      <p:grpSp>
        <p:nvGrpSpPr>
          <p:cNvPr id="10246" name="组合 2"/>
          <p:cNvGrpSpPr/>
          <p:nvPr/>
        </p:nvGrpSpPr>
        <p:grpSpPr>
          <a:xfrm>
            <a:off x="5457825" y="4364990"/>
            <a:ext cx="2078673" cy="2254541"/>
            <a:chOff x="3817" y="6164"/>
            <a:chExt cx="3273" cy="3552"/>
          </a:xfrm>
        </p:grpSpPr>
        <p:pic>
          <p:nvPicPr>
            <p:cNvPr id="10247" name="Picture 2"/>
            <p:cNvPicPr>
              <a:picLocks noChangeAspect="1"/>
            </p:cNvPicPr>
            <p:nvPr>
              <p:custDataLst>
                <p:tags r:id="rId3"/>
              </p:custDataLst>
            </p:nvPr>
          </p:nvPicPr>
          <p:blipFill>
            <a:blip r:embed="rId8"/>
            <a:srcRect l="49741" t="46240" r="18910" b="20853"/>
            <a:stretch>
              <a:fillRect/>
            </a:stretch>
          </p:blipFill>
          <p:spPr>
            <a:xfrm>
              <a:off x="3817" y="6164"/>
              <a:ext cx="3273" cy="2730"/>
            </a:xfrm>
            <a:prstGeom prst="rect">
              <a:avLst/>
            </a:prstGeom>
            <a:noFill/>
            <a:ln w="9525">
              <a:noFill/>
            </a:ln>
          </p:spPr>
        </p:pic>
        <p:sp>
          <p:nvSpPr>
            <p:cNvPr id="10248" name="TextBox 42"/>
            <p:cNvSpPr txBox="1"/>
            <p:nvPr>
              <p:custDataLst>
                <p:tags r:id="rId4"/>
              </p:custDataLst>
            </p:nvPr>
          </p:nvSpPr>
          <p:spPr>
            <a:xfrm>
              <a:off x="4624" y="8894"/>
              <a:ext cx="1414" cy="822"/>
            </a:xfrm>
            <a:prstGeom prst="rect">
              <a:avLst/>
            </a:prstGeom>
            <a:noFill/>
            <a:ln w="9525">
              <a:noFill/>
            </a:ln>
          </p:spPr>
          <p:txBody>
            <a:bodyPr wrap="none" anchor="t" anchorCtr="0">
              <a:spAutoFit/>
            </a:bodyPr>
            <a:lstStyle/>
            <a:p>
              <a:r>
                <a:rPr lang="zh-CN" altLang="en-US" sz="2800" b="1" dirty="0">
                  <a:solidFill>
                    <a:srgbClr val="0033CC"/>
                  </a:solidFill>
                  <a:latin typeface="Times New Roman" panose="02020603050405020304" pitchFamily="18" charset="0"/>
                  <a:ea typeface="楷体" panose="02010609060101010101" pitchFamily="49" charset="-122"/>
                </a:rPr>
                <a:t>右图</a:t>
              </a:r>
            </a:p>
          </p:txBody>
        </p:sp>
      </p:grpSp>
      <p:sp>
        <p:nvSpPr>
          <p:cNvPr id="10249" name="文本框 3"/>
          <p:cNvSpPr txBox="1"/>
          <p:nvPr>
            <p:custDataLst>
              <p:tags r:id="rId2"/>
            </p:custDataLst>
          </p:nvPr>
        </p:nvSpPr>
        <p:spPr>
          <a:xfrm>
            <a:off x="539750" y="2636520"/>
            <a:ext cx="5339715" cy="3107690"/>
          </a:xfrm>
          <a:prstGeom prst="rect">
            <a:avLst/>
          </a:prstGeom>
          <a:noFill/>
          <a:ln w="9525">
            <a:noFill/>
          </a:ln>
        </p:spPr>
        <p:txBody>
          <a:bodyPr wrap="square" anchor="t" anchorCtr="0">
            <a:spAutoFit/>
          </a:bodyPr>
          <a:lstStyle/>
          <a:p>
            <a:pPr>
              <a:lnSpc>
                <a:spcPct val="150000"/>
              </a:lnSpc>
            </a:pPr>
            <a:r>
              <a:rPr lang="zh-CN" altLang="en-US"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rPr>
              <a:t>（</a:t>
            </a:r>
            <a:r>
              <a:rPr lang="en-US" altLang="zh-CN"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rPr>
              <a:t>A</a:t>
            </a:r>
            <a:r>
              <a:rPr lang="zh-CN" altLang="en-US"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rPr>
              <a:t>）左图平整，右图不平整</a:t>
            </a:r>
          </a:p>
          <a:p>
            <a:pPr>
              <a:lnSpc>
                <a:spcPct val="150000"/>
              </a:lnSpc>
            </a:pPr>
            <a:r>
              <a:rPr lang="zh-CN" altLang="en-US"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rPr>
              <a:t>（</a:t>
            </a:r>
            <a:r>
              <a:rPr lang="en-US" altLang="zh-CN"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rPr>
              <a:t>B</a:t>
            </a:r>
            <a:r>
              <a:rPr lang="zh-CN" altLang="en-US"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rPr>
              <a:t>）左图不平整，右图平整</a:t>
            </a:r>
          </a:p>
          <a:p>
            <a:pPr>
              <a:lnSpc>
                <a:spcPct val="150000"/>
              </a:lnSpc>
            </a:pPr>
            <a:r>
              <a:rPr lang="zh-CN" altLang="en-US"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rPr>
              <a:t>（</a:t>
            </a:r>
            <a:r>
              <a:rPr lang="en-US" altLang="zh-CN"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rPr>
              <a:t>C</a:t>
            </a:r>
            <a:r>
              <a:rPr lang="zh-CN" altLang="en-US"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rPr>
              <a:t>）都平整</a:t>
            </a:r>
          </a:p>
          <a:p>
            <a:pPr>
              <a:lnSpc>
                <a:spcPct val="150000"/>
              </a:lnSpc>
            </a:pPr>
            <a:r>
              <a:rPr lang="zh-CN" altLang="en-US"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rPr>
              <a:t>（</a:t>
            </a:r>
            <a:r>
              <a:rPr lang="en-US" altLang="zh-CN"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rPr>
              <a:t>D</a:t>
            </a:r>
            <a:r>
              <a:rPr lang="zh-CN" altLang="en-US"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rPr>
              <a:t>）都不平整</a:t>
            </a:r>
          </a:p>
          <a:p>
            <a:endParaRPr lang="zh-CN" altLang="en-US"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宋体" panose="02010600030101010101" pitchFamily="2" charset="-122"/>
            </a:endParaRPr>
          </a:p>
        </p:txBody>
      </p:sp>
      <p:sp>
        <p:nvSpPr>
          <p:cNvPr id="2" name="文本框 1"/>
          <p:cNvSpPr txBox="1"/>
          <p:nvPr/>
        </p:nvSpPr>
        <p:spPr>
          <a:xfrm>
            <a:off x="827405" y="5732780"/>
            <a:ext cx="4572000" cy="521970"/>
          </a:xfrm>
          <a:prstGeom prst="rect">
            <a:avLst/>
          </a:prstGeom>
          <a:noFill/>
        </p:spPr>
        <p:txBody>
          <a:bodyPr wrap="square" rtlCol="0" anchor="t">
            <a:spAutoFit/>
          </a:bodyPr>
          <a:lstStyle/>
          <a:p>
            <a:r>
              <a:rPr lang="zh-CN" altLang="en-US" sz="2800" b="1">
                <a:solidFill>
                  <a:srgbClr val="C00000"/>
                </a:solidFill>
                <a:latin typeface="Times New Roman" panose="02020603050405020304" pitchFamily="18" charset="0"/>
                <a:cs typeface="Times New Roman" panose="02020603050405020304" pitchFamily="18" charset="0"/>
                <a:sym typeface="宋体" panose="02010600030101010101" pitchFamily="2" charset="-122"/>
              </a:rPr>
              <a:t>答案（</a:t>
            </a:r>
            <a:r>
              <a:rPr lang="en-US" altLang="zh-CN" sz="2800" b="1">
                <a:solidFill>
                  <a:srgbClr val="C00000"/>
                </a:solidFill>
                <a:latin typeface="Times New Roman" panose="02020603050405020304" pitchFamily="18" charset="0"/>
                <a:cs typeface="Times New Roman" panose="02020603050405020304" pitchFamily="18" charset="0"/>
                <a:sym typeface="宋体" panose="02010600030101010101" pitchFamily="2" charset="-122"/>
              </a:rPr>
              <a:t>A</a:t>
            </a:r>
            <a:r>
              <a:rPr lang="zh-CN" altLang="en-US" sz="2800" b="1">
                <a:solidFill>
                  <a:srgbClr val="C00000"/>
                </a:solidFill>
                <a:latin typeface="Times New Roman" panose="02020603050405020304" pitchFamily="18" charset="0"/>
                <a:cs typeface="Times New Roman" panose="02020603050405020304" pitchFamily="18" charset="0"/>
                <a:sym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882775" y="1236663"/>
            <a:ext cx="3365500" cy="738187"/>
            <a:chOff x="2965" y="1947"/>
            <a:chExt cx="5301" cy="1164"/>
          </a:xfrm>
        </p:grpSpPr>
        <p:sp>
          <p:nvSpPr>
            <p:cNvPr id="28674" name="矩形 1"/>
            <p:cNvSpPr/>
            <p:nvPr/>
          </p:nvSpPr>
          <p:spPr>
            <a:xfrm>
              <a:off x="2965" y="1947"/>
              <a:ext cx="1069" cy="1164"/>
            </a:xfrm>
            <a:prstGeom prst="rect">
              <a:avLst/>
            </a:prstGeom>
            <a:solidFill>
              <a:schemeClr val="bg1"/>
            </a:solidFill>
            <a:ln w="25400" cap="flat" cmpd="sng">
              <a:solidFill>
                <a:srgbClr val="FF3300"/>
              </a:solidFill>
              <a:prstDash val="solid"/>
              <a:round/>
              <a:headEnd type="none" w="med" len="med"/>
              <a:tailEnd type="triangle" w="med" len="lg"/>
            </a:ln>
          </p:spPr>
          <p:txBody>
            <a:bodyPr wrap="square" lIns="91440" tIns="45720" rIns="91440" bIns="45720" anchor="t" anchorCtr="0"/>
            <a:lstStyle/>
            <a:p>
              <a:pPr>
                <a:buClrTx/>
                <a:buFontTx/>
              </a:pPr>
              <a:endParaRPr lang="zh-CN" altLang="en-US">
                <a:latin typeface="Verdana" panose="020B0604030504040204" pitchFamily="34" charset="0"/>
                <a:ea typeface="宋体" panose="02010600030101010101" pitchFamily="2" charset="-122"/>
              </a:endParaRPr>
            </a:p>
          </p:txBody>
        </p:sp>
        <p:sp>
          <p:nvSpPr>
            <p:cNvPr id="28675" name="文本框 2"/>
            <p:cNvSpPr txBox="1"/>
            <p:nvPr/>
          </p:nvSpPr>
          <p:spPr>
            <a:xfrm>
              <a:off x="4760" y="1947"/>
              <a:ext cx="3506" cy="1113"/>
            </a:xfrm>
            <a:prstGeom prst="rect">
              <a:avLst/>
            </a:prstGeom>
            <a:noFill/>
            <a:ln w="28575" cap="flat" cmpd="sng">
              <a:solidFill>
                <a:srgbClr val="FF3300"/>
              </a:solidFill>
              <a:prstDash val="solid"/>
              <a:round/>
              <a:headEnd type="none" w="med" len="med"/>
              <a:tailEnd type="none" w="med" len="med"/>
            </a:ln>
          </p:spPr>
          <p:txBody>
            <a:bodyPr wrap="square" anchor="t" anchorCtr="0">
              <a:spAutoFit/>
            </a:bodyPr>
            <a:lstStyle/>
            <a:p>
              <a:r>
                <a:rPr lang="zh-CN" altLang="en-US" sz="2000" b="1" dirty="0">
                  <a:latin typeface="华文楷体" panose="02010600040101010101" charset="-122"/>
                  <a:ea typeface="华文楷体" panose="02010600040101010101" charset="-122"/>
                  <a:sym typeface="宋体" panose="02010600030101010101" pitchFamily="2" charset="-122"/>
                </a:rPr>
                <a:t>有无半波损失，根据实际情况确定</a:t>
              </a:r>
            </a:p>
          </p:txBody>
        </p:sp>
        <p:cxnSp>
          <p:nvCxnSpPr>
            <p:cNvPr id="28676" name="直接箭头连接符 3"/>
            <p:cNvCxnSpPr>
              <a:stCxn id="28675" idx="1"/>
              <a:endCxn id="28674" idx="3"/>
            </p:cNvCxnSpPr>
            <p:nvPr/>
          </p:nvCxnSpPr>
          <p:spPr>
            <a:xfrm flipH="1">
              <a:off x="4034" y="2504"/>
              <a:ext cx="726" cy="25"/>
            </a:xfrm>
            <a:prstGeom prst="straightConnector1">
              <a:avLst/>
            </a:prstGeom>
            <a:ln w="22225" cap="flat" cmpd="sng">
              <a:solidFill>
                <a:srgbClr val="FF3300"/>
              </a:solidFill>
              <a:prstDash val="solid"/>
              <a:round/>
              <a:headEnd type="none" w="med" len="med"/>
              <a:tailEnd type="arrow" w="med" len="lg"/>
            </a:ln>
          </p:spPr>
        </p:cxnSp>
      </p:grpSp>
      <p:sp>
        <p:nvSpPr>
          <p:cNvPr id="63509" name="Text Box 64"/>
          <p:cNvSpPr txBox="1"/>
          <p:nvPr/>
        </p:nvSpPr>
        <p:spPr>
          <a:xfrm>
            <a:off x="157163" y="146050"/>
            <a:ext cx="1609725" cy="460375"/>
          </a:xfrm>
          <a:prstGeom prst="rect">
            <a:avLst/>
          </a:prstGeom>
          <a:noFill/>
          <a:ln w="9525">
            <a:noFill/>
          </a:ln>
        </p:spPr>
        <p:txBody>
          <a:bodyPr wrap="square" anchor="t" anchorCtr="0">
            <a:spAutoFit/>
          </a:bodyPr>
          <a:lstStyle/>
          <a:p>
            <a:r>
              <a:rPr lang="zh-CN" altLang="en-US" sz="2400" b="1" dirty="0">
                <a:solidFill>
                  <a:srgbClr val="FF0000"/>
                </a:solidFill>
                <a:latin typeface="楷体" panose="02010609060101010101" pitchFamily="49" charset="-122"/>
                <a:ea typeface="楷体" panose="02010609060101010101" pitchFamily="49" charset="-122"/>
              </a:rPr>
              <a:t>一、原理</a:t>
            </a:r>
          </a:p>
        </p:txBody>
      </p:sp>
      <p:grpSp>
        <p:nvGrpSpPr>
          <p:cNvPr id="22" name="组合 21"/>
          <p:cNvGrpSpPr/>
          <p:nvPr/>
        </p:nvGrpSpPr>
        <p:grpSpPr>
          <a:xfrm>
            <a:off x="5313363" y="165100"/>
            <a:ext cx="3683000" cy="2219325"/>
            <a:chOff x="7796" y="2632"/>
            <a:chExt cx="5800" cy="3495"/>
          </a:xfrm>
        </p:grpSpPr>
        <p:grpSp>
          <p:nvGrpSpPr>
            <p:cNvPr id="28679" name="Group 4"/>
            <p:cNvGrpSpPr/>
            <p:nvPr/>
          </p:nvGrpSpPr>
          <p:grpSpPr>
            <a:xfrm>
              <a:off x="7796" y="2632"/>
              <a:ext cx="5800" cy="3495"/>
              <a:chOff x="3059" y="82"/>
              <a:chExt cx="2320" cy="1398"/>
            </a:xfrm>
          </p:grpSpPr>
          <p:grpSp>
            <p:nvGrpSpPr>
              <p:cNvPr id="28680" name="Group 5"/>
              <p:cNvGrpSpPr/>
              <p:nvPr/>
            </p:nvGrpSpPr>
            <p:grpSpPr>
              <a:xfrm>
                <a:off x="3059" y="82"/>
                <a:ext cx="2320" cy="1398"/>
                <a:chOff x="2929" y="529"/>
                <a:chExt cx="2320" cy="1488"/>
              </a:xfrm>
            </p:grpSpPr>
            <p:sp>
              <p:nvSpPr>
                <p:cNvPr id="28681" name="Rectangle 6"/>
                <p:cNvSpPr/>
                <p:nvPr/>
              </p:nvSpPr>
              <p:spPr>
                <a:xfrm>
                  <a:off x="2929" y="529"/>
                  <a:ext cx="2320" cy="1488"/>
                </a:xfrm>
                <a:prstGeom prst="rect">
                  <a:avLst/>
                </a:prstGeom>
                <a:solidFill>
                  <a:schemeClr val="bg1"/>
                </a:solidFill>
                <a:ln w="285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682" name="Rectangle 7" descr="宽上对角线"/>
                <p:cNvSpPr/>
                <p:nvPr/>
              </p:nvSpPr>
              <p:spPr>
                <a:xfrm>
                  <a:off x="3072" y="1488"/>
                  <a:ext cx="2016" cy="288"/>
                </a:xfrm>
                <a:prstGeom prst="rect">
                  <a:avLst/>
                </a:prstGeom>
                <a:blipFill rotWithShape="0">
                  <a:blip r:embed="rId2">
                    <a:alphaModFix amt="26999"/>
                  </a:blip>
                </a:blipFill>
                <a:ln w="28575" cap="flat" cmpd="sng">
                  <a:solidFill>
                    <a:srgbClr val="00808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683" name="Rectangle 8" descr="宽上对角线"/>
                <p:cNvSpPr/>
                <p:nvPr/>
              </p:nvSpPr>
              <p:spPr>
                <a:xfrm rot="-316683">
                  <a:off x="3049" y="1104"/>
                  <a:ext cx="2016" cy="288"/>
                </a:xfrm>
                <a:prstGeom prst="rect">
                  <a:avLst/>
                </a:prstGeom>
                <a:blipFill rotWithShape="0">
                  <a:blip r:embed="rId2">
                    <a:alphaModFix amt="26999"/>
                  </a:blip>
                </a:blipFill>
                <a:ln w="28575" cap="flat" cmpd="sng">
                  <a:solidFill>
                    <a:srgbClr val="00808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0249" name="Oval 9"/>
                <p:cNvSpPr>
                  <a:spLocks noChangeArrowheads="1"/>
                </p:cNvSpPr>
                <p:nvPr/>
              </p:nvSpPr>
              <p:spPr bwMode="auto">
                <a:xfrm>
                  <a:off x="4896" y="1296"/>
                  <a:ext cx="192" cy="192"/>
                </a:xfrm>
                <a:prstGeom prst="ellipse">
                  <a:avLst/>
                </a:prstGeom>
                <a:gradFill rotWithShape="0">
                  <a:gsLst>
                    <a:gs pos="0">
                      <a:schemeClr val="accent1"/>
                    </a:gs>
                    <a:gs pos="100000">
                      <a:schemeClr val="accent1">
                        <a:gamma/>
                        <a:shade val="56078"/>
                        <a:invGamma/>
                      </a:schemeClr>
                    </a:gs>
                  </a:gsLst>
                  <a:path path="shape">
                    <a:fillToRect l="50000" t="50000" r="50000" b="50000"/>
                  </a:path>
                </a:gradFill>
                <a:ln w="28575">
                  <a:solidFill>
                    <a:srgbClr val="003366"/>
                  </a:solidFill>
                  <a:rou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aphicFrame>
              <p:nvGraphicFramePr>
                <p:cNvPr id="28685" name="Object 1273"/>
                <p:cNvGraphicFramePr>
                  <a:graphicFrameLocks noChangeAspect="1"/>
                </p:cNvGraphicFramePr>
                <p:nvPr/>
              </p:nvGraphicFramePr>
              <p:xfrm>
                <a:off x="3260" y="1144"/>
                <a:ext cx="209" cy="258"/>
              </p:xfrm>
              <a:graphic>
                <a:graphicData uri="http://schemas.openxmlformats.org/presentationml/2006/ole">
                  <mc:AlternateContent xmlns:mc="http://schemas.openxmlformats.org/markup-compatibility/2006">
                    <mc:Choice xmlns:v="urn:schemas-microsoft-com:vml" Requires="v">
                      <p:oleObj r:id="rId3" imgW="152400" imgH="241300" progId="Equation.3">
                        <p:embed/>
                      </p:oleObj>
                    </mc:Choice>
                    <mc:Fallback>
                      <p:oleObj r:id="rId3" imgW="152400" imgH="241300" progId="Equation.3">
                        <p:embed/>
                        <p:pic>
                          <p:nvPicPr>
                            <p:cNvPr id="0" name="图片 3168"/>
                            <p:cNvPicPr/>
                            <p:nvPr/>
                          </p:nvPicPr>
                          <p:blipFill>
                            <a:blip r:embed="rId4"/>
                            <a:stretch>
                              <a:fillRect/>
                            </a:stretch>
                          </p:blipFill>
                          <p:spPr>
                            <a:xfrm>
                              <a:off x="3260" y="1144"/>
                              <a:ext cx="209" cy="258"/>
                            </a:xfrm>
                            <a:prstGeom prst="rect">
                              <a:avLst/>
                            </a:prstGeom>
                            <a:noFill/>
                            <a:ln w="38100">
                              <a:noFill/>
                              <a:miter/>
                            </a:ln>
                          </p:spPr>
                        </p:pic>
                      </p:oleObj>
                    </mc:Fallback>
                  </mc:AlternateContent>
                </a:graphicData>
              </a:graphic>
            </p:graphicFrame>
            <p:graphicFrame>
              <p:nvGraphicFramePr>
                <p:cNvPr id="28686" name="Object 1274"/>
                <p:cNvGraphicFramePr>
                  <a:graphicFrameLocks noChangeAspect="1"/>
                </p:cNvGraphicFramePr>
                <p:nvPr/>
              </p:nvGraphicFramePr>
              <p:xfrm>
                <a:off x="3250" y="1487"/>
                <a:ext cx="227" cy="244"/>
              </p:xfrm>
              <a:graphic>
                <a:graphicData uri="http://schemas.openxmlformats.org/presentationml/2006/ole">
                  <mc:AlternateContent xmlns:mc="http://schemas.openxmlformats.org/markup-compatibility/2006">
                    <mc:Choice xmlns:v="urn:schemas-microsoft-com:vml" Requires="v">
                      <p:oleObj r:id="rId5" imgW="165100" imgH="228600" progId="Equation.DSMT4">
                        <p:embed/>
                      </p:oleObj>
                    </mc:Choice>
                    <mc:Fallback>
                      <p:oleObj r:id="rId5" imgW="165100" imgH="228600" progId="Equation.DSMT4">
                        <p:embed/>
                        <p:pic>
                          <p:nvPicPr>
                            <p:cNvPr id="0" name="图片 3167"/>
                            <p:cNvPicPr/>
                            <p:nvPr/>
                          </p:nvPicPr>
                          <p:blipFill>
                            <a:blip r:embed="rId6"/>
                            <a:stretch>
                              <a:fillRect/>
                            </a:stretch>
                          </p:blipFill>
                          <p:spPr>
                            <a:xfrm>
                              <a:off x="3250" y="1487"/>
                              <a:ext cx="227" cy="244"/>
                            </a:xfrm>
                            <a:prstGeom prst="rect">
                              <a:avLst/>
                            </a:prstGeom>
                            <a:noFill/>
                            <a:ln w="38100">
                              <a:noFill/>
                              <a:miter/>
                            </a:ln>
                          </p:spPr>
                        </p:pic>
                      </p:oleObj>
                    </mc:Fallback>
                  </mc:AlternateContent>
                </a:graphicData>
              </a:graphic>
            </p:graphicFrame>
          </p:grpSp>
          <p:sp>
            <p:nvSpPr>
              <p:cNvPr id="28687" name="AutoShape 12"/>
              <p:cNvSpPr/>
              <p:nvPr/>
            </p:nvSpPr>
            <p:spPr>
              <a:xfrm flipH="1">
                <a:off x="3288" y="799"/>
                <a:ext cx="1905" cy="182"/>
              </a:xfrm>
              <a:prstGeom prst="rtTriangle">
                <a:avLst/>
              </a:prstGeom>
              <a:solidFill>
                <a:srgbClr val="8FCCD1">
                  <a:alpha val="39998"/>
                </a:srgbClr>
              </a:solidFill>
              <a:ln w="28575" cap="flat" cmpd="sng">
                <a:solidFill>
                  <a:srgbClr val="00808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28688" name="Group 13"/>
              <p:cNvGrpSpPr/>
              <p:nvPr/>
            </p:nvGrpSpPr>
            <p:grpSpPr>
              <a:xfrm>
                <a:off x="4930" y="164"/>
                <a:ext cx="288" cy="288"/>
                <a:chOff x="4752" y="672"/>
                <a:chExt cx="288" cy="288"/>
              </a:xfrm>
            </p:grpSpPr>
            <p:sp>
              <p:nvSpPr>
                <p:cNvPr id="28689" name="AutoShape 14"/>
                <p:cNvSpPr/>
                <p:nvPr/>
              </p:nvSpPr>
              <p:spPr>
                <a:xfrm>
                  <a:off x="4752" y="672"/>
                  <a:ext cx="288" cy="288"/>
                </a:xfrm>
                <a:prstGeom prst="wedgeRectCallout">
                  <a:avLst>
                    <a:gd name="adj1" fmla="val -51042"/>
                    <a:gd name="adj2" fmla="val 211111"/>
                  </a:avLst>
                </a:prstGeom>
                <a:gradFill rotWithShape="0">
                  <a:gsLst>
                    <a:gs pos="0">
                      <a:srgbClr val="FCDCED"/>
                    </a:gs>
                    <a:gs pos="100000">
                      <a:srgbClr val="FFFFFF"/>
                    </a:gs>
                  </a:gsLst>
                  <a:lin ang="5400000" scaled="1"/>
                  <a:tileRect/>
                </a:gradFill>
                <a:ln w="9525" cap="flat" cmpd="sng">
                  <a:solidFill>
                    <a:srgbClr val="CC00CC"/>
                  </a:solidFill>
                  <a:prstDash val="solid"/>
                  <a:miter/>
                  <a:headEnd type="none" w="med" len="med"/>
                  <a:tailEnd type="none" w="med" len="med"/>
                </a:ln>
              </p:spPr>
              <p:txBody>
                <a:bodyPr anchor="t" anchorCtr="0"/>
                <a:lstStyle/>
                <a:p>
                  <a:pPr algn="ctr"/>
                  <a:endParaRPr lang="zh-CN" altLang="zh-CN" sz="2800" b="1" dirty="0">
                    <a:solidFill>
                      <a:srgbClr val="1C1C1C"/>
                    </a:solidFill>
                    <a:latin typeface="Times New Roman" panose="02020603050405020304" pitchFamily="18" charset="0"/>
                    <a:ea typeface="黑体" panose="02010609060101010101" pitchFamily="49" charset="-122"/>
                  </a:endParaRPr>
                </a:p>
              </p:txBody>
            </p:sp>
            <p:graphicFrame>
              <p:nvGraphicFramePr>
                <p:cNvPr id="28690" name="Object 1275"/>
                <p:cNvGraphicFramePr>
                  <a:graphicFrameLocks noChangeAspect="1"/>
                </p:cNvGraphicFramePr>
                <p:nvPr/>
              </p:nvGraphicFramePr>
              <p:xfrm>
                <a:off x="4833" y="751"/>
                <a:ext cx="172" cy="177"/>
              </p:xfrm>
              <a:graphic>
                <a:graphicData uri="http://schemas.openxmlformats.org/presentationml/2006/ole">
                  <mc:AlternateContent xmlns:mc="http://schemas.openxmlformats.org/markup-compatibility/2006">
                    <mc:Choice xmlns:v="urn:schemas-microsoft-com:vml" Requires="v">
                      <p:oleObj r:id="rId7" imgW="127000" imgH="139700" progId="Equation.3">
                        <p:embed/>
                      </p:oleObj>
                    </mc:Choice>
                    <mc:Fallback>
                      <p:oleObj r:id="rId7" imgW="127000" imgH="139700" progId="Equation.3">
                        <p:embed/>
                        <p:pic>
                          <p:nvPicPr>
                            <p:cNvPr id="0" name="图片 3166"/>
                            <p:cNvPicPr/>
                            <p:nvPr/>
                          </p:nvPicPr>
                          <p:blipFill>
                            <a:blip r:embed="rId8"/>
                            <a:stretch>
                              <a:fillRect/>
                            </a:stretch>
                          </p:blipFill>
                          <p:spPr>
                            <a:xfrm>
                              <a:off x="4833" y="751"/>
                              <a:ext cx="172" cy="177"/>
                            </a:xfrm>
                            <a:prstGeom prst="rect">
                              <a:avLst/>
                            </a:prstGeom>
                            <a:noFill/>
                            <a:ln w="38100">
                              <a:noFill/>
                              <a:miter/>
                            </a:ln>
                          </p:spPr>
                        </p:pic>
                      </p:oleObj>
                    </mc:Fallback>
                  </mc:AlternateContent>
                </a:graphicData>
              </a:graphic>
            </p:graphicFrame>
          </p:grpSp>
        </p:grpSp>
        <p:sp>
          <p:nvSpPr>
            <p:cNvPr id="28691" name="Line 16"/>
            <p:cNvSpPr/>
            <p:nvPr/>
          </p:nvSpPr>
          <p:spPr>
            <a:xfrm>
              <a:off x="10272" y="2690"/>
              <a:ext cx="0" cy="2160"/>
            </a:xfrm>
            <a:prstGeom prst="line">
              <a:avLst/>
            </a:prstGeom>
            <a:ln w="28575" cap="flat" cmpd="sng">
              <a:solidFill>
                <a:srgbClr val="CC6600"/>
              </a:solidFill>
              <a:prstDash val="solid"/>
              <a:round/>
              <a:headEnd type="none" w="sm" len="lg"/>
              <a:tailEnd type="stealth" w="lg" len="lg"/>
            </a:ln>
          </p:spPr>
        </p:sp>
        <p:sp>
          <p:nvSpPr>
            <p:cNvPr id="28692" name="Line 17"/>
            <p:cNvSpPr/>
            <p:nvPr/>
          </p:nvSpPr>
          <p:spPr>
            <a:xfrm flipV="1">
              <a:off x="10512" y="2818"/>
              <a:ext cx="0" cy="1800"/>
            </a:xfrm>
            <a:prstGeom prst="line">
              <a:avLst/>
            </a:prstGeom>
            <a:ln w="28575" cap="flat" cmpd="sng">
              <a:solidFill>
                <a:srgbClr val="CC6600"/>
              </a:solidFill>
              <a:prstDash val="solid"/>
              <a:round/>
              <a:headEnd type="none" w="sm" len="lg"/>
              <a:tailEnd type="stealth" w="lg" len="lg"/>
            </a:ln>
          </p:spPr>
        </p:sp>
        <p:sp>
          <p:nvSpPr>
            <p:cNvPr id="28693" name="Line 18"/>
            <p:cNvSpPr/>
            <p:nvPr/>
          </p:nvSpPr>
          <p:spPr>
            <a:xfrm flipV="1">
              <a:off x="10752" y="2803"/>
              <a:ext cx="0" cy="2040"/>
            </a:xfrm>
            <a:prstGeom prst="line">
              <a:avLst/>
            </a:prstGeom>
            <a:ln w="28575" cap="flat" cmpd="sng">
              <a:solidFill>
                <a:srgbClr val="CC6600"/>
              </a:solidFill>
              <a:prstDash val="solid"/>
              <a:round/>
              <a:headEnd type="none" w="sm" len="lg"/>
              <a:tailEnd type="stealth" w="lg" len="lg"/>
            </a:ln>
          </p:spPr>
        </p:sp>
        <p:grpSp>
          <p:nvGrpSpPr>
            <p:cNvPr id="28694" name="Group 24"/>
            <p:cNvGrpSpPr/>
            <p:nvPr/>
          </p:nvGrpSpPr>
          <p:grpSpPr>
            <a:xfrm>
              <a:off x="9347" y="4730"/>
              <a:ext cx="515" cy="680"/>
              <a:chOff x="3787" y="935"/>
              <a:chExt cx="206" cy="272"/>
            </a:xfrm>
          </p:grpSpPr>
          <p:graphicFrame>
            <p:nvGraphicFramePr>
              <p:cNvPr id="28695" name="Object 1276"/>
              <p:cNvGraphicFramePr>
                <a:graphicFrameLocks noChangeAspect="1"/>
              </p:cNvGraphicFramePr>
              <p:nvPr/>
            </p:nvGraphicFramePr>
            <p:xfrm>
              <a:off x="3787" y="991"/>
              <a:ext cx="206" cy="216"/>
            </p:xfrm>
            <a:graphic>
              <a:graphicData uri="http://schemas.openxmlformats.org/presentationml/2006/ole">
                <mc:AlternateContent xmlns:mc="http://schemas.openxmlformats.org/markup-compatibility/2006">
                  <mc:Choice xmlns:v="urn:schemas-microsoft-com:vml" Requires="v">
                    <p:oleObj r:id="rId9" imgW="177800" imgH="177800" progId="Equation.3">
                      <p:embed/>
                    </p:oleObj>
                  </mc:Choice>
                  <mc:Fallback>
                    <p:oleObj r:id="rId9" imgW="177800" imgH="177800" progId="Equation.3">
                      <p:embed/>
                      <p:pic>
                        <p:nvPicPr>
                          <p:cNvPr id="0" name="图片 3171"/>
                          <p:cNvPicPr/>
                          <p:nvPr/>
                        </p:nvPicPr>
                        <p:blipFill>
                          <a:blip r:embed="rId10"/>
                          <a:stretch>
                            <a:fillRect/>
                          </a:stretch>
                        </p:blipFill>
                        <p:spPr>
                          <a:xfrm>
                            <a:off x="3787" y="991"/>
                            <a:ext cx="206" cy="216"/>
                          </a:xfrm>
                          <a:prstGeom prst="rect">
                            <a:avLst/>
                          </a:prstGeom>
                          <a:noFill/>
                          <a:ln w="38100">
                            <a:noFill/>
                            <a:miter/>
                          </a:ln>
                        </p:spPr>
                      </p:pic>
                    </p:oleObj>
                  </mc:Fallback>
                </mc:AlternateContent>
              </a:graphicData>
            </a:graphic>
          </p:graphicFrame>
          <p:sp>
            <p:nvSpPr>
              <p:cNvPr id="28696" name="Arc 26"/>
              <p:cNvSpPr/>
              <p:nvPr/>
            </p:nvSpPr>
            <p:spPr>
              <a:xfrm rot="2368673">
                <a:off x="3923" y="935"/>
                <a:ext cx="39" cy="91"/>
              </a:xfrm>
              <a:custGeom>
                <a:avLst/>
                <a:gdLst/>
                <a:ahLst/>
                <a:cxnLst>
                  <a:cxn ang="0">
                    <a:pos x="0" y="0"/>
                  </a:cxn>
                  <a:cxn ang="0">
                    <a:pos x="0" y="0"/>
                  </a:cxn>
                  <a:cxn ang="0">
                    <a:pos x="0" y="0"/>
                  </a:cxn>
                </a:cxnLst>
                <a:rect l="0" t="0" r="0" b="0"/>
                <a:pathLst>
                  <a:path w="18826" h="21600" fill="none">
                    <a:moveTo>
                      <a:pt x="-1" y="0"/>
                    </a:moveTo>
                    <a:cubicBezTo>
                      <a:pt x="7803" y="0"/>
                      <a:pt x="15000" y="4208"/>
                      <a:pt x="18825" y="11010"/>
                    </a:cubicBezTo>
                  </a:path>
                  <a:path w="18826" h="21600" stroke="0">
                    <a:moveTo>
                      <a:pt x="-1" y="0"/>
                    </a:moveTo>
                    <a:cubicBezTo>
                      <a:pt x="7803" y="0"/>
                      <a:pt x="15000" y="4208"/>
                      <a:pt x="18825" y="11010"/>
                    </a:cubicBezTo>
                    <a:lnTo>
                      <a:pt x="0" y="21600"/>
                    </a:lnTo>
                    <a:lnTo>
                      <a:pt x="-1" y="0"/>
                    </a:lnTo>
                    <a:close/>
                  </a:path>
                </a:pathLst>
              </a:custGeom>
              <a:noFill/>
              <a:ln w="28575" cap="flat" cmpd="sng">
                <a:solidFill>
                  <a:schemeClr val="tx1"/>
                </a:solidFill>
                <a:prstDash val="solid"/>
                <a:round/>
                <a:headEnd type="none" w="med" len="med"/>
                <a:tailEnd type="none" w="med" len="med"/>
              </a:ln>
            </p:spPr>
            <p:txBody>
              <a:bodyPr/>
              <a:lstStyle/>
              <a:p>
                <a:endParaRPr lang="zh-CN" altLang="en-US"/>
              </a:p>
            </p:txBody>
          </p:sp>
        </p:grpSp>
        <p:grpSp>
          <p:nvGrpSpPr>
            <p:cNvPr id="28697" name="组合 21"/>
            <p:cNvGrpSpPr/>
            <p:nvPr/>
          </p:nvGrpSpPr>
          <p:grpSpPr>
            <a:xfrm>
              <a:off x="11729" y="4015"/>
              <a:ext cx="1122" cy="1685"/>
              <a:chOff x="8604448" y="4200128"/>
              <a:chExt cx="713384" cy="1070322"/>
            </a:xfrm>
          </p:grpSpPr>
          <p:sp>
            <p:nvSpPr>
              <p:cNvPr id="28698" name="Line 33"/>
              <p:cNvSpPr/>
              <p:nvPr/>
            </p:nvSpPr>
            <p:spPr>
              <a:xfrm>
                <a:off x="8604448" y="4200128"/>
                <a:ext cx="0" cy="381000"/>
              </a:xfrm>
              <a:prstGeom prst="line">
                <a:avLst/>
              </a:prstGeom>
              <a:ln w="28575" cap="flat" cmpd="sng">
                <a:solidFill>
                  <a:srgbClr val="FF0066"/>
                </a:solidFill>
                <a:prstDash val="solid"/>
                <a:round/>
                <a:headEnd type="none" w="sm" len="lg"/>
                <a:tailEnd type="triangle" w="sm" len="lg"/>
              </a:ln>
            </p:spPr>
          </p:sp>
          <p:graphicFrame>
            <p:nvGraphicFramePr>
              <p:cNvPr id="28699" name="Object 1277"/>
              <p:cNvGraphicFramePr>
                <a:graphicFrameLocks noChangeAspect="1"/>
              </p:cNvGraphicFramePr>
              <p:nvPr/>
            </p:nvGraphicFramePr>
            <p:xfrm>
              <a:off x="8808244" y="4560837"/>
              <a:ext cx="509588" cy="709613"/>
            </p:xfrm>
            <a:graphic>
              <a:graphicData uri="http://schemas.openxmlformats.org/presentationml/2006/ole">
                <mc:AlternateContent xmlns:mc="http://schemas.openxmlformats.org/markup-compatibility/2006">
                  <mc:Choice xmlns:v="urn:schemas-microsoft-com:vml" Requires="v">
                    <p:oleObj r:id="rId11" imgW="165100" imgH="228600" progId="Equation.3">
                      <p:embed/>
                    </p:oleObj>
                  </mc:Choice>
                  <mc:Fallback>
                    <p:oleObj r:id="rId11" imgW="165100" imgH="228600" progId="Equation.3">
                      <p:embed/>
                      <p:pic>
                        <p:nvPicPr>
                          <p:cNvPr id="0" name="图片 3179"/>
                          <p:cNvPicPr/>
                          <p:nvPr/>
                        </p:nvPicPr>
                        <p:blipFill>
                          <a:blip r:embed="rId12"/>
                          <a:stretch>
                            <a:fillRect/>
                          </a:stretch>
                        </p:blipFill>
                        <p:spPr>
                          <a:xfrm>
                            <a:off x="8808244" y="4560837"/>
                            <a:ext cx="509588" cy="709613"/>
                          </a:xfrm>
                          <a:prstGeom prst="rect">
                            <a:avLst/>
                          </a:prstGeom>
                          <a:noFill/>
                          <a:ln w="38100">
                            <a:noFill/>
                            <a:miter/>
                          </a:ln>
                        </p:spPr>
                      </p:pic>
                    </p:oleObj>
                  </mc:Fallback>
                </mc:AlternateContent>
              </a:graphicData>
            </a:graphic>
          </p:graphicFrame>
          <p:sp>
            <p:nvSpPr>
              <p:cNvPr id="28700" name="Line 34"/>
              <p:cNvSpPr/>
              <p:nvPr/>
            </p:nvSpPr>
            <p:spPr>
              <a:xfrm>
                <a:off x="8604448" y="4725144"/>
                <a:ext cx="0" cy="381000"/>
              </a:xfrm>
              <a:prstGeom prst="line">
                <a:avLst/>
              </a:prstGeom>
              <a:ln w="28575" cap="flat" cmpd="sng">
                <a:solidFill>
                  <a:srgbClr val="FF0066"/>
                </a:solidFill>
                <a:prstDash val="solid"/>
                <a:round/>
                <a:headEnd type="triangle" w="sm" len="lg"/>
                <a:tailEnd type="none" w="sm" len="lg"/>
              </a:ln>
            </p:spPr>
          </p:sp>
        </p:grpSp>
        <p:sp>
          <p:nvSpPr>
            <p:cNvPr id="28701" name="Line 32"/>
            <p:cNvSpPr/>
            <p:nvPr/>
          </p:nvSpPr>
          <p:spPr>
            <a:xfrm>
              <a:off x="10254" y="4628"/>
              <a:ext cx="1800" cy="0"/>
            </a:xfrm>
            <a:prstGeom prst="line">
              <a:avLst/>
            </a:prstGeom>
            <a:ln w="28575" cap="flat" cmpd="sng">
              <a:solidFill>
                <a:srgbClr val="CC0099"/>
              </a:solidFill>
              <a:prstDash val="dash"/>
              <a:round/>
              <a:headEnd type="none" w="sm" len="lg"/>
              <a:tailEnd type="none" w="sm" len="lg"/>
            </a:ln>
          </p:spPr>
        </p:sp>
      </p:grpSp>
      <p:grpSp>
        <p:nvGrpSpPr>
          <p:cNvPr id="63515" name="Group 4"/>
          <p:cNvGrpSpPr/>
          <p:nvPr/>
        </p:nvGrpSpPr>
        <p:grpSpPr>
          <a:xfrm>
            <a:off x="222250" y="2205038"/>
            <a:ext cx="615950" cy="838200"/>
            <a:chOff x="113" y="1899"/>
            <a:chExt cx="389" cy="528"/>
          </a:xfrm>
        </p:grpSpPr>
        <p:graphicFrame>
          <p:nvGraphicFramePr>
            <p:cNvPr id="28703" name="Object 1278"/>
            <p:cNvGraphicFramePr>
              <a:graphicFrameLocks noChangeAspect="1"/>
            </p:cNvGraphicFramePr>
            <p:nvPr/>
          </p:nvGraphicFramePr>
          <p:xfrm>
            <a:off x="113" y="2038"/>
            <a:ext cx="227" cy="208"/>
          </p:xfrm>
          <a:graphic>
            <a:graphicData uri="http://schemas.openxmlformats.org/presentationml/2006/ole">
              <mc:AlternateContent xmlns:mc="http://schemas.openxmlformats.org/markup-compatibility/2006">
                <mc:Choice xmlns:v="urn:schemas-microsoft-com:vml" Requires="v">
                  <p:oleObj r:id="rId13" imgW="139700" imgH="101600" progId="Equation.3">
                    <p:embed/>
                  </p:oleObj>
                </mc:Choice>
                <mc:Fallback>
                  <p:oleObj r:id="rId13" imgW="139700" imgH="101600" progId="Equation.3">
                    <p:embed/>
                    <p:pic>
                      <p:nvPicPr>
                        <p:cNvPr id="0" name="图片 3175"/>
                        <p:cNvPicPr/>
                        <p:nvPr/>
                      </p:nvPicPr>
                      <p:blipFill>
                        <a:blip r:embed="rId14"/>
                        <a:stretch>
                          <a:fillRect/>
                        </a:stretch>
                      </p:blipFill>
                      <p:spPr>
                        <a:xfrm>
                          <a:off x="113" y="2038"/>
                          <a:ext cx="227" cy="208"/>
                        </a:xfrm>
                        <a:prstGeom prst="rect">
                          <a:avLst/>
                        </a:prstGeom>
                        <a:noFill/>
                        <a:ln w="38100">
                          <a:noFill/>
                          <a:miter/>
                        </a:ln>
                      </p:spPr>
                    </p:pic>
                  </p:oleObj>
                </mc:Fallback>
              </mc:AlternateContent>
            </a:graphicData>
          </a:graphic>
        </p:graphicFrame>
        <p:sp>
          <p:nvSpPr>
            <p:cNvPr id="28704" name="AutoShape 6"/>
            <p:cNvSpPr/>
            <p:nvPr/>
          </p:nvSpPr>
          <p:spPr>
            <a:xfrm>
              <a:off x="406" y="1899"/>
              <a:ext cx="96" cy="528"/>
            </a:xfrm>
            <a:prstGeom prst="leftBrace">
              <a:avLst>
                <a:gd name="adj1" fmla="val 45375"/>
                <a:gd name="adj2" fmla="val 50000"/>
              </a:avLst>
            </a:prstGeom>
            <a:noFill/>
            <a:ln w="28575" cap="flat" cmpd="sng">
              <a:solidFill>
                <a:srgbClr val="FF33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aphicFrame>
        <p:nvGraphicFramePr>
          <p:cNvPr id="63519" name="Object 1279"/>
          <p:cNvGraphicFramePr>
            <a:graphicFrameLocks noChangeAspect="1"/>
          </p:cNvGraphicFramePr>
          <p:nvPr/>
        </p:nvGraphicFramePr>
        <p:xfrm>
          <a:off x="838200" y="2581275"/>
          <a:ext cx="1174750" cy="890588"/>
        </p:xfrm>
        <a:graphic>
          <a:graphicData uri="http://schemas.openxmlformats.org/presentationml/2006/ole">
            <mc:AlternateContent xmlns:mc="http://schemas.openxmlformats.org/markup-compatibility/2006">
              <mc:Choice xmlns:v="urn:schemas-microsoft-com:vml" Requires="v">
                <p:oleObj r:id="rId15" imgW="711200" imgH="405765" progId="Equation.3">
                  <p:embed/>
                </p:oleObj>
              </mc:Choice>
              <mc:Fallback>
                <p:oleObj r:id="rId15" imgW="711200" imgH="405765" progId="Equation.3">
                  <p:embed/>
                  <p:pic>
                    <p:nvPicPr>
                      <p:cNvPr id="0" name="图片 3172"/>
                      <p:cNvPicPr/>
                      <p:nvPr/>
                    </p:nvPicPr>
                    <p:blipFill>
                      <a:blip r:embed="rId16"/>
                      <a:stretch>
                        <a:fillRect/>
                      </a:stretch>
                    </p:blipFill>
                    <p:spPr>
                      <a:xfrm>
                        <a:off x="838200" y="2581275"/>
                        <a:ext cx="1174750" cy="890588"/>
                      </a:xfrm>
                      <a:prstGeom prst="rect">
                        <a:avLst/>
                      </a:prstGeom>
                      <a:noFill/>
                      <a:ln w="38100">
                        <a:noFill/>
                        <a:miter/>
                      </a:ln>
                    </p:spPr>
                  </p:pic>
                </p:oleObj>
              </mc:Fallback>
            </mc:AlternateContent>
          </a:graphicData>
        </a:graphic>
      </p:graphicFrame>
      <p:sp>
        <p:nvSpPr>
          <p:cNvPr id="63520" name="Text Box 12"/>
          <p:cNvSpPr txBox="1"/>
          <p:nvPr/>
        </p:nvSpPr>
        <p:spPr>
          <a:xfrm>
            <a:off x="3994150" y="2786063"/>
            <a:ext cx="901700" cy="522287"/>
          </a:xfrm>
          <a:prstGeom prst="rect">
            <a:avLst/>
          </a:prstGeom>
          <a:noFill/>
          <a:ln w="9525">
            <a:noFill/>
          </a:ln>
        </p:spPr>
        <p:txBody>
          <a:bodyPr wrap="square" anchor="t" anchorCtr="0">
            <a:spAutoFit/>
          </a:bodyPr>
          <a:lstStyle/>
          <a:p>
            <a:pPr>
              <a:spcBef>
                <a:spcPct val="50000"/>
              </a:spcBef>
            </a:pPr>
            <a:r>
              <a:rPr lang="zh-CN" altLang="en-US" sz="2800" b="1" dirty="0">
                <a:solidFill>
                  <a:srgbClr val="9900CC"/>
                </a:solidFill>
                <a:latin typeface="华文楷体" panose="02010600040101010101" charset="-122"/>
                <a:ea typeface="华文楷体" panose="02010600040101010101" charset="-122"/>
              </a:rPr>
              <a:t>暗纹</a:t>
            </a:r>
          </a:p>
        </p:txBody>
      </p:sp>
      <p:graphicFrame>
        <p:nvGraphicFramePr>
          <p:cNvPr id="63521" name="Object 1280"/>
          <p:cNvGraphicFramePr>
            <a:graphicFrameLocks noChangeAspect="1"/>
          </p:cNvGraphicFramePr>
          <p:nvPr/>
        </p:nvGraphicFramePr>
        <p:xfrm>
          <a:off x="927100" y="2019300"/>
          <a:ext cx="623888" cy="446088"/>
        </p:xfrm>
        <a:graphic>
          <a:graphicData uri="http://schemas.openxmlformats.org/presentationml/2006/ole">
            <mc:AlternateContent xmlns:mc="http://schemas.openxmlformats.org/markup-compatibility/2006">
              <mc:Choice xmlns:v="urn:schemas-microsoft-com:vml" Requires="v">
                <p:oleObj r:id="rId17" imgW="266700" imgH="190500" progId="Equation.DSMT4">
                  <p:embed/>
                </p:oleObj>
              </mc:Choice>
              <mc:Fallback>
                <p:oleObj r:id="rId17" imgW="266700" imgH="190500" progId="Equation.DSMT4">
                  <p:embed/>
                  <p:pic>
                    <p:nvPicPr>
                      <p:cNvPr id="0" name="图片 3169"/>
                      <p:cNvPicPr/>
                      <p:nvPr/>
                    </p:nvPicPr>
                    <p:blipFill>
                      <a:blip r:embed="rId18"/>
                      <a:stretch>
                        <a:fillRect/>
                      </a:stretch>
                    </p:blipFill>
                    <p:spPr>
                      <a:xfrm>
                        <a:off x="927100" y="2019300"/>
                        <a:ext cx="623888" cy="446088"/>
                      </a:xfrm>
                      <a:prstGeom prst="rect">
                        <a:avLst/>
                      </a:prstGeom>
                      <a:noFill/>
                      <a:ln w="38100">
                        <a:noFill/>
                        <a:miter/>
                      </a:ln>
                    </p:spPr>
                  </p:pic>
                </p:oleObj>
              </mc:Fallback>
            </mc:AlternateContent>
          </a:graphicData>
        </a:graphic>
      </p:graphicFrame>
      <p:graphicFrame>
        <p:nvGraphicFramePr>
          <p:cNvPr id="63522" name="Object 1281"/>
          <p:cNvGraphicFramePr>
            <a:graphicFrameLocks noChangeAspect="1"/>
          </p:cNvGraphicFramePr>
          <p:nvPr/>
        </p:nvGraphicFramePr>
        <p:xfrm>
          <a:off x="2252663" y="2112963"/>
          <a:ext cx="1690687" cy="460375"/>
        </p:xfrm>
        <a:graphic>
          <a:graphicData uri="http://schemas.openxmlformats.org/presentationml/2006/ole">
            <mc:AlternateContent xmlns:mc="http://schemas.openxmlformats.org/markup-compatibility/2006">
              <mc:Choice xmlns:v="urn:schemas-microsoft-com:vml" Requires="v">
                <p:oleObj r:id="rId19" imgW="698500" imgH="190500" progId="Equation.DSMT4">
                  <p:embed/>
                </p:oleObj>
              </mc:Choice>
              <mc:Fallback>
                <p:oleObj r:id="rId19" imgW="698500" imgH="190500" progId="Equation.DSMT4">
                  <p:embed/>
                  <p:pic>
                    <p:nvPicPr>
                      <p:cNvPr id="0" name="图片 3170"/>
                      <p:cNvPicPr/>
                      <p:nvPr/>
                    </p:nvPicPr>
                    <p:blipFill>
                      <a:blip r:embed="rId20"/>
                      <a:stretch>
                        <a:fillRect/>
                      </a:stretch>
                    </p:blipFill>
                    <p:spPr>
                      <a:xfrm>
                        <a:off x="2252663" y="2112963"/>
                        <a:ext cx="1690687" cy="460375"/>
                      </a:xfrm>
                      <a:prstGeom prst="rect">
                        <a:avLst/>
                      </a:prstGeom>
                      <a:noFill/>
                      <a:ln w="38100">
                        <a:noFill/>
                        <a:miter/>
                      </a:ln>
                    </p:spPr>
                  </p:pic>
                </p:oleObj>
              </mc:Fallback>
            </mc:AlternateContent>
          </a:graphicData>
        </a:graphic>
      </p:graphicFrame>
      <p:sp>
        <p:nvSpPr>
          <p:cNvPr id="63523" name="Text Box 9"/>
          <p:cNvSpPr txBox="1"/>
          <p:nvPr/>
        </p:nvSpPr>
        <p:spPr>
          <a:xfrm>
            <a:off x="3994150" y="2020888"/>
            <a:ext cx="950913" cy="522287"/>
          </a:xfrm>
          <a:prstGeom prst="rect">
            <a:avLst/>
          </a:prstGeom>
          <a:noFill/>
          <a:ln w="9525">
            <a:noFill/>
          </a:ln>
        </p:spPr>
        <p:txBody>
          <a:bodyPr wrap="square" anchor="t" anchorCtr="0">
            <a:spAutoFit/>
          </a:bodyPr>
          <a:lstStyle/>
          <a:p>
            <a:pPr>
              <a:spcBef>
                <a:spcPct val="50000"/>
              </a:spcBef>
            </a:pPr>
            <a:r>
              <a:rPr lang="zh-CN" altLang="zh-CN" sz="2800" b="1" dirty="0">
                <a:solidFill>
                  <a:srgbClr val="9900CC"/>
                </a:solidFill>
                <a:latin typeface="华文楷体" panose="02010600040101010101" charset="-122"/>
                <a:ea typeface="华文楷体" panose="02010600040101010101" charset="-122"/>
              </a:rPr>
              <a:t>明纹</a:t>
            </a:r>
          </a:p>
        </p:txBody>
      </p:sp>
      <p:graphicFrame>
        <p:nvGraphicFramePr>
          <p:cNvPr id="63525" name="Object 1282"/>
          <p:cNvGraphicFramePr>
            <a:graphicFrameLocks noChangeAspect="1"/>
          </p:cNvGraphicFramePr>
          <p:nvPr/>
        </p:nvGraphicFramePr>
        <p:xfrm>
          <a:off x="698500" y="1423988"/>
          <a:ext cx="1184275" cy="454025"/>
        </p:xfrm>
        <a:graphic>
          <a:graphicData uri="http://schemas.openxmlformats.org/presentationml/2006/ole">
            <mc:AlternateContent xmlns:mc="http://schemas.openxmlformats.org/markup-compatibility/2006">
              <mc:Choice xmlns:v="urn:schemas-microsoft-com:vml" Requires="v">
                <p:oleObj r:id="rId21" imgW="596900" imgH="228600" progId="Equation.DSMT4">
                  <p:embed/>
                </p:oleObj>
              </mc:Choice>
              <mc:Fallback>
                <p:oleObj r:id="rId21" imgW="596900" imgH="228600" progId="Equation.DSMT4">
                  <p:embed/>
                  <p:pic>
                    <p:nvPicPr>
                      <p:cNvPr id="0" name="图片 3173"/>
                      <p:cNvPicPr/>
                      <p:nvPr/>
                    </p:nvPicPr>
                    <p:blipFill>
                      <a:blip r:embed="rId22"/>
                      <a:stretch>
                        <a:fillRect/>
                      </a:stretch>
                    </p:blipFill>
                    <p:spPr>
                      <a:xfrm>
                        <a:off x="698500" y="1423988"/>
                        <a:ext cx="1184275" cy="454025"/>
                      </a:xfrm>
                      <a:prstGeom prst="rect">
                        <a:avLst/>
                      </a:prstGeom>
                      <a:noFill/>
                      <a:ln w="38100">
                        <a:noFill/>
                        <a:miter/>
                      </a:ln>
                    </p:spPr>
                  </p:pic>
                </p:oleObj>
              </mc:Fallback>
            </mc:AlternateContent>
          </a:graphicData>
        </a:graphic>
      </p:graphicFrame>
      <p:graphicFrame>
        <p:nvGraphicFramePr>
          <p:cNvPr id="63526" name="Object 1284"/>
          <p:cNvGraphicFramePr>
            <a:graphicFrameLocks noChangeAspect="1"/>
          </p:cNvGraphicFramePr>
          <p:nvPr/>
        </p:nvGraphicFramePr>
        <p:xfrm>
          <a:off x="1882775" y="1192213"/>
          <a:ext cx="566738" cy="827087"/>
        </p:xfrm>
        <a:graphic>
          <a:graphicData uri="http://schemas.openxmlformats.org/presentationml/2006/ole">
            <mc:AlternateContent xmlns:mc="http://schemas.openxmlformats.org/markup-compatibility/2006">
              <mc:Choice xmlns:v="urn:schemas-microsoft-com:vml" Requires="v">
                <p:oleObj r:id="rId23" imgW="279400" imgH="406400" progId="Equation.DSMT4">
                  <p:embed/>
                </p:oleObj>
              </mc:Choice>
              <mc:Fallback>
                <p:oleObj r:id="rId23" imgW="279400" imgH="406400" progId="Equation.DSMT4">
                  <p:embed/>
                  <p:pic>
                    <p:nvPicPr>
                      <p:cNvPr id="0" name="图片 3174"/>
                      <p:cNvPicPr/>
                      <p:nvPr/>
                    </p:nvPicPr>
                    <p:blipFill>
                      <a:blip r:embed="rId24"/>
                      <a:stretch>
                        <a:fillRect/>
                      </a:stretch>
                    </p:blipFill>
                    <p:spPr>
                      <a:xfrm>
                        <a:off x="1882775" y="1192213"/>
                        <a:ext cx="566738" cy="827087"/>
                      </a:xfrm>
                      <a:prstGeom prst="rect">
                        <a:avLst/>
                      </a:prstGeom>
                      <a:noFill/>
                      <a:ln w="38100">
                        <a:noFill/>
                        <a:miter/>
                      </a:ln>
                    </p:spPr>
                  </p:pic>
                </p:oleObj>
              </mc:Fallback>
            </mc:AlternateContent>
          </a:graphicData>
        </a:graphic>
      </p:graphicFrame>
      <p:grpSp>
        <p:nvGrpSpPr>
          <p:cNvPr id="19" name="组合 18"/>
          <p:cNvGrpSpPr/>
          <p:nvPr/>
        </p:nvGrpSpPr>
        <p:grpSpPr>
          <a:xfrm>
            <a:off x="392113" y="606425"/>
            <a:ext cx="5286375" cy="585788"/>
            <a:chOff x="617" y="955"/>
            <a:chExt cx="8327" cy="923"/>
          </a:xfrm>
        </p:grpSpPr>
        <p:sp>
          <p:nvSpPr>
            <p:cNvPr id="28713" name="Text Box 39"/>
            <p:cNvSpPr txBox="1"/>
            <p:nvPr/>
          </p:nvSpPr>
          <p:spPr>
            <a:xfrm>
              <a:off x="617" y="1152"/>
              <a:ext cx="8327" cy="726"/>
            </a:xfrm>
            <a:prstGeom prst="rect">
              <a:avLst/>
            </a:prstGeom>
            <a:noFill/>
            <a:ln w="38100">
              <a:noFill/>
            </a:ln>
          </p:spPr>
          <p:txBody>
            <a:bodyPr wrap="square" lIns="92075" tIns="46038" rIns="92075" bIns="46038" anchor="t" anchorCtr="0">
              <a:spAutoFit/>
            </a:bodyPr>
            <a:lstStyle/>
            <a:p>
              <a:pPr eaLnBrk="0" hangingPunct="0"/>
              <a:r>
                <a:rPr lang="zh-CN" altLang="en-US" sz="2400" b="1" dirty="0">
                  <a:latin typeface="华文楷体" panose="02010600040101010101" charset="-122"/>
                  <a:ea typeface="华文楷体" panose="02010600040101010101" charset="-122"/>
                </a:rPr>
                <a:t>光入射的位置，劈尖薄膜的厚度为</a:t>
              </a:r>
              <a:endParaRPr lang="zh-CN" altLang="en-US" sz="2400" b="1" dirty="0">
                <a:solidFill>
                  <a:srgbClr val="CC0000"/>
                </a:solidFill>
                <a:latin typeface="华文楷体" panose="02010600040101010101" charset="-122"/>
                <a:ea typeface="华文楷体" panose="02010600040101010101" charset="-122"/>
              </a:endParaRPr>
            </a:p>
          </p:txBody>
        </p:sp>
        <p:graphicFrame>
          <p:nvGraphicFramePr>
            <p:cNvPr id="28714" name="Object 1285"/>
            <p:cNvGraphicFramePr>
              <a:graphicFrameLocks noChangeAspect="1"/>
            </p:cNvGraphicFramePr>
            <p:nvPr/>
          </p:nvGraphicFramePr>
          <p:xfrm>
            <a:off x="8076" y="955"/>
            <a:ext cx="572" cy="913"/>
          </p:xfrm>
          <a:graphic>
            <a:graphicData uri="http://schemas.openxmlformats.org/presentationml/2006/ole">
              <mc:AlternateContent xmlns:mc="http://schemas.openxmlformats.org/markup-compatibility/2006">
                <mc:Choice xmlns:v="urn:schemas-microsoft-com:vml" Requires="v">
                  <p:oleObj r:id="rId25" imgW="152400" imgH="241300" progId="Equation.3">
                    <p:embed/>
                  </p:oleObj>
                </mc:Choice>
                <mc:Fallback>
                  <p:oleObj r:id="rId25" imgW="152400" imgH="241300" progId="Equation.3">
                    <p:embed/>
                    <p:pic>
                      <p:nvPicPr>
                        <p:cNvPr id="0" name="图片 3176"/>
                        <p:cNvPicPr/>
                        <p:nvPr/>
                      </p:nvPicPr>
                      <p:blipFill>
                        <a:blip r:embed="rId26"/>
                        <a:stretch>
                          <a:fillRect/>
                        </a:stretch>
                      </p:blipFill>
                      <p:spPr>
                        <a:xfrm>
                          <a:off x="8076" y="955"/>
                          <a:ext cx="572" cy="913"/>
                        </a:xfrm>
                        <a:prstGeom prst="rect">
                          <a:avLst/>
                        </a:prstGeom>
                        <a:noFill/>
                        <a:ln w="38100">
                          <a:noFill/>
                          <a:miter/>
                        </a:ln>
                      </p:spPr>
                    </p:pic>
                  </p:oleObj>
                </mc:Fallback>
              </mc:AlternateContent>
            </a:graphicData>
          </a:graphic>
        </p:graphicFrame>
      </p:grpSp>
      <p:cxnSp>
        <p:nvCxnSpPr>
          <p:cNvPr id="6" name="直接连接符 1"/>
          <p:cNvCxnSpPr>
            <a:stCxn id="28675" idx="1"/>
            <a:endCxn id="28674" idx="3"/>
          </p:cNvCxnSpPr>
          <p:nvPr/>
        </p:nvCxnSpPr>
        <p:spPr>
          <a:xfrm>
            <a:off x="250825" y="5232400"/>
            <a:ext cx="2928938" cy="11113"/>
          </a:xfrm>
          <a:prstGeom prst="line">
            <a:avLst/>
          </a:prstGeom>
          <a:ln w="25400" cap="flat" cmpd="sng">
            <a:solidFill>
              <a:srgbClr val="000000"/>
            </a:solidFill>
            <a:prstDash val="solid"/>
            <a:round/>
            <a:headEnd type="none" w="med" len="med"/>
            <a:tailEnd type="none" w="med" len="lg"/>
          </a:ln>
        </p:spPr>
      </p:cxnSp>
      <p:cxnSp>
        <p:nvCxnSpPr>
          <p:cNvPr id="7" name="直接连接符 2"/>
          <p:cNvCxnSpPr>
            <a:stCxn id="28675" idx="1"/>
            <a:endCxn id="28674" idx="3"/>
          </p:cNvCxnSpPr>
          <p:nvPr/>
        </p:nvCxnSpPr>
        <p:spPr>
          <a:xfrm flipV="1">
            <a:off x="250825" y="4368800"/>
            <a:ext cx="2940050" cy="874713"/>
          </a:xfrm>
          <a:prstGeom prst="line">
            <a:avLst/>
          </a:prstGeom>
          <a:ln w="25400" cap="flat" cmpd="sng">
            <a:solidFill>
              <a:srgbClr val="000000"/>
            </a:solidFill>
            <a:prstDash val="solid"/>
            <a:round/>
            <a:headEnd type="none" w="med" len="med"/>
            <a:tailEnd type="none" w="med" len="lg"/>
          </a:ln>
        </p:spPr>
      </p:cxnSp>
      <p:cxnSp>
        <p:nvCxnSpPr>
          <p:cNvPr id="8" name="直接连接符 3"/>
          <p:cNvCxnSpPr>
            <a:stCxn id="28675" idx="1"/>
            <a:endCxn id="28674" idx="3"/>
          </p:cNvCxnSpPr>
          <p:nvPr/>
        </p:nvCxnSpPr>
        <p:spPr>
          <a:xfrm>
            <a:off x="3179763" y="4351338"/>
            <a:ext cx="14287" cy="922337"/>
          </a:xfrm>
          <a:prstGeom prst="line">
            <a:avLst/>
          </a:prstGeom>
          <a:ln w="25400" cap="flat" cmpd="sng">
            <a:solidFill>
              <a:srgbClr val="000000"/>
            </a:solidFill>
            <a:prstDash val="solid"/>
            <a:round/>
            <a:headEnd type="none" w="med" len="med"/>
            <a:tailEnd type="none" w="med" len="lg"/>
          </a:ln>
        </p:spPr>
      </p:cxnSp>
      <p:sp>
        <p:nvSpPr>
          <p:cNvPr id="9" name="Line 16"/>
          <p:cNvSpPr/>
          <p:nvPr/>
        </p:nvSpPr>
        <p:spPr>
          <a:xfrm>
            <a:off x="1714500" y="3759200"/>
            <a:ext cx="12700" cy="1038225"/>
          </a:xfrm>
          <a:prstGeom prst="line">
            <a:avLst/>
          </a:prstGeom>
          <a:ln w="28575" cap="flat" cmpd="sng">
            <a:solidFill>
              <a:srgbClr val="FF3300"/>
            </a:solidFill>
            <a:prstDash val="solid"/>
            <a:round/>
            <a:headEnd type="none" w="sm" len="lg"/>
            <a:tailEnd type="stealth" w="lg" len="lg"/>
          </a:ln>
        </p:spPr>
      </p:sp>
      <p:sp>
        <p:nvSpPr>
          <p:cNvPr id="10" name="Line 16"/>
          <p:cNvSpPr/>
          <p:nvPr/>
        </p:nvSpPr>
        <p:spPr>
          <a:xfrm>
            <a:off x="1724025" y="4797425"/>
            <a:ext cx="12700" cy="434975"/>
          </a:xfrm>
          <a:prstGeom prst="line">
            <a:avLst/>
          </a:prstGeom>
          <a:ln w="28575" cap="flat" cmpd="sng">
            <a:solidFill>
              <a:srgbClr val="FF3300"/>
            </a:solidFill>
            <a:prstDash val="solid"/>
            <a:round/>
            <a:headEnd type="none" w="sm" len="lg"/>
            <a:tailEnd type="stealth" w="lg" len="lg"/>
          </a:ln>
        </p:spPr>
      </p:sp>
      <p:graphicFrame>
        <p:nvGraphicFramePr>
          <p:cNvPr id="11" name="Object 1285"/>
          <p:cNvGraphicFramePr>
            <a:graphicFrameLocks noChangeAspect="1"/>
          </p:cNvGraphicFramePr>
          <p:nvPr/>
        </p:nvGraphicFramePr>
        <p:xfrm>
          <a:off x="1327150" y="4759325"/>
          <a:ext cx="311150" cy="496888"/>
        </p:xfrm>
        <a:graphic>
          <a:graphicData uri="http://schemas.openxmlformats.org/presentationml/2006/ole">
            <mc:AlternateContent xmlns:mc="http://schemas.openxmlformats.org/markup-compatibility/2006">
              <mc:Choice xmlns:v="urn:schemas-microsoft-com:vml" Requires="v">
                <p:oleObj r:id="rId25" imgW="152400" imgH="241300" progId="Equation.3">
                  <p:embed/>
                </p:oleObj>
              </mc:Choice>
              <mc:Fallback>
                <p:oleObj r:id="rId25" imgW="152400" imgH="241300" progId="Equation.3">
                  <p:embed/>
                  <p:pic>
                    <p:nvPicPr>
                      <p:cNvPr id="0" name="图片 3177"/>
                      <p:cNvPicPr/>
                      <p:nvPr/>
                    </p:nvPicPr>
                    <p:blipFill>
                      <a:blip r:embed="rId26"/>
                      <a:stretch>
                        <a:fillRect/>
                      </a:stretch>
                    </p:blipFill>
                    <p:spPr>
                      <a:xfrm>
                        <a:off x="1327150" y="4759325"/>
                        <a:ext cx="311150" cy="496888"/>
                      </a:xfrm>
                      <a:prstGeom prst="rect">
                        <a:avLst/>
                      </a:prstGeom>
                      <a:noFill/>
                      <a:ln w="38100">
                        <a:noFill/>
                        <a:miter/>
                      </a:ln>
                    </p:spPr>
                  </p:pic>
                </p:oleObj>
              </mc:Fallback>
            </mc:AlternateContent>
          </a:graphicData>
        </a:graphic>
      </p:graphicFrame>
      <p:graphicFrame>
        <p:nvGraphicFramePr>
          <p:cNvPr id="12" name="Object 1275"/>
          <p:cNvGraphicFramePr>
            <a:graphicFrameLocks noChangeAspect="1"/>
          </p:cNvGraphicFramePr>
          <p:nvPr/>
        </p:nvGraphicFramePr>
        <p:xfrm>
          <a:off x="2671763" y="4756150"/>
          <a:ext cx="273050" cy="280988"/>
        </p:xfrm>
        <a:graphic>
          <a:graphicData uri="http://schemas.openxmlformats.org/presentationml/2006/ole">
            <mc:AlternateContent xmlns:mc="http://schemas.openxmlformats.org/markup-compatibility/2006">
              <mc:Choice xmlns:v="urn:schemas-microsoft-com:vml" Requires="v">
                <p:oleObj r:id="rId27" imgW="127000" imgH="139700" progId="Equation.3">
                  <p:embed/>
                </p:oleObj>
              </mc:Choice>
              <mc:Fallback>
                <p:oleObj r:id="rId27" imgW="127000" imgH="139700" progId="Equation.3">
                  <p:embed/>
                  <p:pic>
                    <p:nvPicPr>
                      <p:cNvPr id="0" name="图片 3178"/>
                      <p:cNvPicPr/>
                      <p:nvPr/>
                    </p:nvPicPr>
                    <p:blipFill>
                      <a:blip r:embed="rId8"/>
                      <a:stretch>
                        <a:fillRect/>
                      </a:stretch>
                    </p:blipFill>
                    <p:spPr>
                      <a:xfrm>
                        <a:off x="2671763" y="4756150"/>
                        <a:ext cx="273050" cy="280988"/>
                      </a:xfrm>
                      <a:prstGeom prst="rect">
                        <a:avLst/>
                      </a:prstGeom>
                      <a:noFill/>
                      <a:ln w="38100">
                        <a:noFill/>
                        <a:miter/>
                      </a:ln>
                    </p:spPr>
                  </p:pic>
                </p:oleObj>
              </mc:Fallback>
            </mc:AlternateContent>
          </a:graphicData>
        </a:graphic>
      </p:graphicFrame>
      <p:graphicFrame>
        <p:nvGraphicFramePr>
          <p:cNvPr id="13" name="对象 10"/>
          <p:cNvGraphicFramePr/>
          <p:nvPr/>
        </p:nvGraphicFramePr>
        <p:xfrm>
          <a:off x="2706688" y="3857625"/>
          <a:ext cx="407987" cy="568325"/>
        </p:xfrm>
        <a:graphic>
          <a:graphicData uri="http://schemas.openxmlformats.org/presentationml/2006/ole">
            <mc:AlternateContent xmlns:mc="http://schemas.openxmlformats.org/markup-compatibility/2006">
              <mc:Choice xmlns:v="urn:schemas-microsoft-com:vml" Requires="v">
                <p:oleObj r:id="rId28" imgW="363220" imgH="370205" progId="Equation.DSMT4">
                  <p:embed/>
                </p:oleObj>
              </mc:Choice>
              <mc:Fallback>
                <p:oleObj r:id="rId28" imgW="363220" imgH="370205" progId="Equation.DSMT4">
                  <p:embed/>
                  <p:pic>
                    <p:nvPicPr>
                      <p:cNvPr id="0" name="图片 3185"/>
                      <p:cNvPicPr/>
                      <p:nvPr/>
                    </p:nvPicPr>
                    <p:blipFill>
                      <a:blip r:embed="rId29"/>
                      <a:stretch>
                        <a:fillRect/>
                      </a:stretch>
                    </p:blipFill>
                    <p:spPr>
                      <a:xfrm>
                        <a:off x="2706688" y="3857625"/>
                        <a:ext cx="407987" cy="568325"/>
                      </a:xfrm>
                      <a:prstGeom prst="rect">
                        <a:avLst/>
                      </a:prstGeom>
                      <a:noFill/>
                      <a:ln w="38100">
                        <a:noFill/>
                        <a:miter/>
                      </a:ln>
                    </p:spPr>
                  </p:pic>
                </p:oleObj>
              </mc:Fallback>
            </mc:AlternateContent>
          </a:graphicData>
        </a:graphic>
      </p:graphicFrame>
      <p:graphicFrame>
        <p:nvGraphicFramePr>
          <p:cNvPr id="14" name="对象 12"/>
          <p:cNvGraphicFramePr/>
          <p:nvPr/>
        </p:nvGraphicFramePr>
        <p:xfrm>
          <a:off x="2490788" y="5318125"/>
          <a:ext cx="454025" cy="568325"/>
        </p:xfrm>
        <a:graphic>
          <a:graphicData uri="http://schemas.openxmlformats.org/presentationml/2006/ole">
            <mc:AlternateContent xmlns:mc="http://schemas.openxmlformats.org/markup-compatibility/2006">
              <mc:Choice xmlns:v="urn:schemas-microsoft-com:vml" Requires="v">
                <p:oleObj r:id="rId28" imgW="363220" imgH="370205" progId="Equation.DSMT4">
                  <p:embed/>
                </p:oleObj>
              </mc:Choice>
              <mc:Fallback>
                <p:oleObj r:id="rId28" imgW="363220" imgH="370205" progId="Equation.DSMT4">
                  <p:embed/>
                  <p:pic>
                    <p:nvPicPr>
                      <p:cNvPr id="0" name="图片 3183"/>
                      <p:cNvPicPr/>
                      <p:nvPr/>
                    </p:nvPicPr>
                    <p:blipFill>
                      <a:blip r:embed="rId29"/>
                      <a:stretch>
                        <a:fillRect/>
                      </a:stretch>
                    </p:blipFill>
                    <p:spPr>
                      <a:xfrm>
                        <a:off x="2490788" y="5318125"/>
                        <a:ext cx="454025" cy="568325"/>
                      </a:xfrm>
                      <a:prstGeom prst="rect">
                        <a:avLst/>
                      </a:prstGeom>
                      <a:noFill/>
                      <a:ln w="38100">
                        <a:noFill/>
                        <a:miter/>
                      </a:ln>
                    </p:spPr>
                  </p:pic>
                </p:oleObj>
              </mc:Fallback>
            </mc:AlternateContent>
          </a:graphicData>
        </a:graphic>
      </p:graphicFrame>
      <p:sp>
        <p:nvSpPr>
          <p:cNvPr id="15" name="Line 16"/>
          <p:cNvSpPr/>
          <p:nvPr/>
        </p:nvSpPr>
        <p:spPr>
          <a:xfrm>
            <a:off x="1724025" y="4219575"/>
            <a:ext cx="11113" cy="554038"/>
          </a:xfrm>
          <a:prstGeom prst="line">
            <a:avLst/>
          </a:prstGeom>
          <a:ln w="28575" cap="flat" cmpd="sng">
            <a:solidFill>
              <a:schemeClr val="tx1"/>
            </a:solidFill>
            <a:prstDash val="solid"/>
            <a:round/>
            <a:headEnd type="arrow" w="sm" len="lg"/>
            <a:tailEnd type="none" w="lg" len="lg"/>
          </a:ln>
        </p:spPr>
      </p:sp>
      <p:sp>
        <p:nvSpPr>
          <p:cNvPr id="16" name="Line 16"/>
          <p:cNvSpPr/>
          <p:nvPr/>
        </p:nvSpPr>
        <p:spPr>
          <a:xfrm>
            <a:off x="1724025" y="4741863"/>
            <a:ext cx="12700" cy="434975"/>
          </a:xfrm>
          <a:prstGeom prst="line">
            <a:avLst/>
          </a:prstGeom>
          <a:ln w="28575" cap="flat" cmpd="sng">
            <a:solidFill>
              <a:schemeClr val="accent6">
                <a:lumMod val="60000"/>
                <a:lumOff val="40000"/>
              </a:schemeClr>
            </a:solidFill>
            <a:prstDash val="solid"/>
            <a:round/>
            <a:headEnd type="arrow" w="sm" len="lg"/>
            <a:tailEnd type="none" w="lg" len="lg"/>
          </a:ln>
        </p:spPr>
      </p:sp>
      <p:sp>
        <p:nvSpPr>
          <p:cNvPr id="17" name="文本框 16"/>
          <p:cNvSpPr txBox="1"/>
          <p:nvPr/>
        </p:nvSpPr>
        <p:spPr>
          <a:xfrm>
            <a:off x="1844675" y="4273550"/>
            <a:ext cx="411163" cy="368300"/>
          </a:xfrm>
          <a:prstGeom prst="rect">
            <a:avLst/>
          </a:prstGeom>
          <a:noFill/>
          <a:ln w="9525">
            <a:noFill/>
          </a:ln>
        </p:spPr>
        <p:txBody>
          <a:bodyPr wrap="none" anchor="t" anchorCtr="0">
            <a:spAutoFit/>
          </a:bodyPr>
          <a:lstStyle/>
          <a:p>
            <a:r>
              <a:rPr lang="zh-CN" altLang="en-US">
                <a:latin typeface="Calibri" panose="020F0502020204030204" charset="0"/>
                <a:ea typeface="宋体" panose="02010600030101010101" pitchFamily="2" charset="-122"/>
              </a:rPr>
              <a:t>①</a:t>
            </a:r>
          </a:p>
        </p:txBody>
      </p:sp>
      <p:sp>
        <p:nvSpPr>
          <p:cNvPr id="18" name="文本框 17"/>
          <p:cNvSpPr txBox="1"/>
          <p:nvPr/>
        </p:nvSpPr>
        <p:spPr>
          <a:xfrm>
            <a:off x="1841500" y="4797425"/>
            <a:ext cx="411163" cy="368300"/>
          </a:xfrm>
          <a:prstGeom prst="rect">
            <a:avLst/>
          </a:prstGeom>
          <a:noFill/>
          <a:ln w="9525">
            <a:noFill/>
          </a:ln>
        </p:spPr>
        <p:txBody>
          <a:bodyPr wrap="none" anchor="t" anchorCtr="0">
            <a:spAutoFit/>
          </a:bodyPr>
          <a:lstStyle/>
          <a:p>
            <a:r>
              <a:rPr lang="zh-CN" altLang="en-US">
                <a:latin typeface="Calibri" panose="020F0502020204030204" charset="0"/>
                <a:ea typeface="宋体" panose="02010600030101010101" pitchFamily="2" charset="-122"/>
              </a:rPr>
              <a:t>②</a:t>
            </a:r>
          </a:p>
        </p:txBody>
      </p:sp>
      <p:graphicFrame>
        <p:nvGraphicFramePr>
          <p:cNvPr id="20" name="对象 19"/>
          <p:cNvGraphicFramePr/>
          <p:nvPr/>
        </p:nvGraphicFramePr>
        <p:xfrm>
          <a:off x="2373313" y="2786063"/>
          <a:ext cx="1524000" cy="515937"/>
        </p:xfrm>
        <a:graphic>
          <a:graphicData uri="http://schemas.openxmlformats.org/presentationml/2006/ole">
            <mc:AlternateContent xmlns:mc="http://schemas.openxmlformats.org/markup-compatibility/2006">
              <mc:Choice xmlns:v="urn:schemas-microsoft-com:vml" Requires="v">
                <p:oleObj r:id="rId30" imgW="1756410" imgH="646430" progId="Equation.DSMT4">
                  <p:embed/>
                </p:oleObj>
              </mc:Choice>
              <mc:Fallback>
                <p:oleObj r:id="rId30" imgW="1756410" imgH="646430" progId="Equation.DSMT4">
                  <p:embed/>
                  <p:pic>
                    <p:nvPicPr>
                      <p:cNvPr id="0" name="图片 3181"/>
                      <p:cNvPicPr/>
                      <p:nvPr/>
                    </p:nvPicPr>
                    <p:blipFill>
                      <a:blip r:embed="rId31"/>
                      <a:stretch>
                        <a:fillRect/>
                      </a:stretch>
                    </p:blipFill>
                    <p:spPr>
                      <a:xfrm>
                        <a:off x="2373313" y="2786063"/>
                        <a:ext cx="1524000" cy="515937"/>
                      </a:xfrm>
                      <a:prstGeom prst="rect">
                        <a:avLst/>
                      </a:prstGeom>
                      <a:noFill/>
                      <a:ln w="38100">
                        <a:noFill/>
                        <a:miter/>
                      </a:ln>
                    </p:spPr>
                  </p:pic>
                </p:oleObj>
              </mc:Fallback>
            </mc:AlternateContent>
          </a:graphicData>
        </a:graphic>
      </p:graphicFrame>
      <p:grpSp>
        <p:nvGrpSpPr>
          <p:cNvPr id="23" name="Group 36"/>
          <p:cNvGrpSpPr/>
          <p:nvPr/>
        </p:nvGrpSpPr>
        <p:grpSpPr>
          <a:xfrm>
            <a:off x="3348038" y="3471863"/>
            <a:ext cx="2822575" cy="750887"/>
            <a:chOff x="2370" y="3230"/>
            <a:chExt cx="1766" cy="454"/>
          </a:xfrm>
        </p:grpSpPr>
        <p:graphicFrame>
          <p:nvGraphicFramePr>
            <p:cNvPr id="28730" name="Object 6"/>
            <p:cNvGraphicFramePr>
              <a:graphicFrameLocks noChangeAspect="1"/>
            </p:cNvGraphicFramePr>
            <p:nvPr/>
          </p:nvGraphicFramePr>
          <p:xfrm>
            <a:off x="3273" y="3230"/>
            <a:ext cx="863" cy="454"/>
          </p:xfrm>
          <a:graphic>
            <a:graphicData uri="http://schemas.openxmlformats.org/presentationml/2006/ole">
              <mc:AlternateContent xmlns:mc="http://schemas.openxmlformats.org/markup-compatibility/2006">
                <mc:Choice xmlns:v="urn:schemas-microsoft-com:vml" Requires="v">
                  <p:oleObj r:id="rId32" imgW="1180465" imgH="609600" progId="Equation.3">
                    <p:embed/>
                  </p:oleObj>
                </mc:Choice>
                <mc:Fallback>
                  <p:oleObj r:id="rId32" imgW="1180465" imgH="609600" progId="Equation.3">
                    <p:embed/>
                    <p:pic>
                      <p:nvPicPr>
                        <p:cNvPr id="0" name="图片 3186"/>
                        <p:cNvPicPr/>
                        <p:nvPr/>
                      </p:nvPicPr>
                      <p:blipFill>
                        <a:blip r:embed="rId33"/>
                        <a:stretch>
                          <a:fillRect/>
                        </a:stretch>
                      </p:blipFill>
                      <p:spPr>
                        <a:xfrm>
                          <a:off x="3273" y="3230"/>
                          <a:ext cx="863" cy="454"/>
                        </a:xfrm>
                        <a:prstGeom prst="rect">
                          <a:avLst/>
                        </a:prstGeom>
                        <a:noFill/>
                        <a:ln w="38100">
                          <a:noFill/>
                          <a:miter/>
                        </a:ln>
                      </p:spPr>
                    </p:pic>
                  </p:oleObj>
                </mc:Fallback>
              </mc:AlternateContent>
            </a:graphicData>
          </a:graphic>
        </p:graphicFrame>
        <p:sp>
          <p:nvSpPr>
            <p:cNvPr id="28731" name="Text Box 38"/>
            <p:cNvSpPr txBox="1"/>
            <p:nvPr/>
          </p:nvSpPr>
          <p:spPr>
            <a:xfrm>
              <a:off x="2370" y="3318"/>
              <a:ext cx="942" cy="278"/>
            </a:xfrm>
            <a:prstGeom prst="rect">
              <a:avLst/>
            </a:prstGeom>
            <a:noFill/>
            <a:ln w="9525">
              <a:noFill/>
            </a:ln>
          </p:spPr>
          <p:txBody>
            <a:bodyPr wrap="square" anchor="ctr" anchorCtr="0">
              <a:spAutoFit/>
            </a:bodyPr>
            <a:lstStyle/>
            <a:p>
              <a:pPr algn="ctr"/>
              <a:r>
                <a:rPr lang="zh-CN" altLang="zh-CN" sz="2400" b="1" dirty="0">
                  <a:latin typeface="华文楷体" panose="02010600040101010101" charset="-122"/>
                  <a:ea typeface="华文楷体" panose="02010600040101010101" charset="-122"/>
                </a:rPr>
                <a:t>明纹厚度：</a:t>
              </a:r>
            </a:p>
          </p:txBody>
        </p:sp>
      </p:grpSp>
      <p:grpSp>
        <p:nvGrpSpPr>
          <p:cNvPr id="26" name="组合 25"/>
          <p:cNvGrpSpPr/>
          <p:nvPr/>
        </p:nvGrpSpPr>
        <p:grpSpPr>
          <a:xfrm>
            <a:off x="6299200" y="3170238"/>
            <a:ext cx="2646363" cy="1200150"/>
            <a:chOff x="9441" y="4842"/>
            <a:chExt cx="4167" cy="1889"/>
          </a:xfrm>
        </p:grpSpPr>
        <p:sp>
          <p:nvSpPr>
            <p:cNvPr id="28733" name="Rectangle 39"/>
            <p:cNvSpPr/>
            <p:nvPr/>
          </p:nvSpPr>
          <p:spPr>
            <a:xfrm>
              <a:off x="9441" y="4844"/>
              <a:ext cx="4167" cy="1887"/>
            </a:xfrm>
            <a:prstGeom prst="rect">
              <a:avLst/>
            </a:prstGeom>
            <a:noFill/>
            <a:ln w="9525">
              <a:noFill/>
            </a:ln>
          </p:spPr>
          <p:txBody>
            <a:bodyPr wrap="square" anchor="ctr" anchorCtr="0">
              <a:spAutoFit/>
            </a:bodyPr>
            <a:lstStyle/>
            <a:p>
              <a:pPr>
                <a:lnSpc>
                  <a:spcPct val="150000"/>
                </a:lnSpc>
              </a:pPr>
              <a:r>
                <a:rPr lang="zh-CN" altLang="en-US" sz="2400" b="1" dirty="0">
                  <a:latin typeface="华文楷体" panose="02010600040101010101" charset="-122"/>
                  <a:ea typeface="华文楷体" panose="02010600040101010101" charset="-122"/>
                </a:rPr>
                <a:t>在厚度</a:t>
              </a:r>
              <a:r>
                <a:rPr lang="en-US" altLang="zh-CN" sz="2400" b="1" i="1" dirty="0">
                  <a:latin typeface="华文楷体" panose="02010600040101010101" charset="-122"/>
                  <a:ea typeface="华文楷体" panose="02010600040101010101" charset="-122"/>
                </a:rPr>
                <a:t>e</a:t>
              </a:r>
              <a:r>
                <a:rPr lang="zh-CN" altLang="en-US" sz="2400" b="1" dirty="0">
                  <a:latin typeface="华文楷体" panose="02010600040101010101" charset="-122"/>
                  <a:ea typeface="华文楷体" panose="02010600040101010101" charset="-122"/>
                </a:rPr>
                <a:t>为</a:t>
              </a:r>
              <a:r>
                <a:rPr lang="en-US" altLang="zh-CN" sz="2400" b="1" dirty="0">
                  <a:latin typeface="华文楷体" panose="02010600040101010101" charset="-122"/>
                  <a:ea typeface="华文楷体" panose="02010600040101010101" charset="-122"/>
                </a:rPr>
                <a:t>   </a:t>
              </a:r>
              <a:r>
                <a:rPr lang="zh-CN" altLang="zh-CN" sz="2400" b="1" dirty="0">
                  <a:latin typeface="华文楷体" panose="02010600040101010101" charset="-122"/>
                  <a:ea typeface="华文楷体" panose="02010600040101010101" charset="-122"/>
                </a:rPr>
                <a:t>、</a:t>
              </a:r>
              <a:r>
                <a:rPr lang="en-US" altLang="zh-CN" sz="2400" b="1" dirty="0">
                  <a:latin typeface="华文楷体" panose="02010600040101010101" charset="-122"/>
                  <a:ea typeface="华文楷体" panose="02010600040101010101" charset="-122"/>
                </a:rPr>
                <a:t>      </a:t>
              </a:r>
            </a:p>
            <a:p>
              <a:pPr>
                <a:lnSpc>
                  <a:spcPct val="150000"/>
                </a:lnSpc>
              </a:pPr>
              <a:r>
                <a:rPr lang="zh-CN" altLang="en-US" sz="2400" b="1" dirty="0">
                  <a:latin typeface="华文楷体" panose="02010600040101010101" charset="-122"/>
                  <a:ea typeface="华文楷体" panose="02010600040101010101" charset="-122"/>
                  <a:sym typeface="Symbol" panose="05050102010706020507" pitchFamily="18" charset="2"/>
                </a:rPr>
                <a:t>···处出现明纹。</a:t>
              </a:r>
              <a:r>
                <a:rPr lang="zh-CN" altLang="en-US" sz="2400" dirty="0">
                  <a:latin typeface="华文楷体" panose="02010600040101010101" charset="-122"/>
                  <a:ea typeface="华文楷体" panose="02010600040101010101" charset="-122"/>
                  <a:sym typeface="Symbol" panose="05050102010706020507" pitchFamily="18" charset="2"/>
                </a:rPr>
                <a:t> </a:t>
              </a:r>
            </a:p>
          </p:txBody>
        </p:sp>
        <p:graphicFrame>
          <p:nvGraphicFramePr>
            <p:cNvPr id="28734" name="Object 3"/>
            <p:cNvGraphicFramePr>
              <a:graphicFrameLocks noChangeAspect="1"/>
            </p:cNvGraphicFramePr>
            <p:nvPr/>
          </p:nvGraphicFramePr>
          <p:xfrm>
            <a:off x="11901" y="4842"/>
            <a:ext cx="665" cy="1140"/>
          </p:xfrm>
          <a:graphic>
            <a:graphicData uri="http://schemas.openxmlformats.org/presentationml/2006/ole">
              <mc:AlternateContent xmlns:mc="http://schemas.openxmlformats.org/markup-compatibility/2006">
                <mc:Choice xmlns:v="urn:schemas-microsoft-com:vml" Requires="v">
                  <p:oleObj r:id="rId34" imgW="228600" imgH="393700" progId="Equation.3">
                    <p:embed/>
                  </p:oleObj>
                </mc:Choice>
                <mc:Fallback>
                  <p:oleObj r:id="rId34" imgW="228600" imgH="393700" progId="Equation.3">
                    <p:embed/>
                    <p:pic>
                      <p:nvPicPr>
                        <p:cNvPr id="0" name="图片 3182"/>
                        <p:cNvPicPr/>
                        <p:nvPr/>
                      </p:nvPicPr>
                      <p:blipFill>
                        <a:blip r:embed="rId35"/>
                        <a:stretch>
                          <a:fillRect/>
                        </a:stretch>
                      </p:blipFill>
                      <p:spPr>
                        <a:xfrm>
                          <a:off x="11901" y="4842"/>
                          <a:ext cx="665" cy="1140"/>
                        </a:xfrm>
                        <a:prstGeom prst="rect">
                          <a:avLst/>
                        </a:prstGeom>
                        <a:noFill/>
                        <a:ln w="38100">
                          <a:noFill/>
                          <a:miter/>
                        </a:ln>
                      </p:spPr>
                    </p:pic>
                  </p:oleObj>
                </mc:Fallback>
              </mc:AlternateContent>
            </a:graphicData>
          </a:graphic>
        </p:graphicFrame>
        <p:graphicFrame>
          <p:nvGraphicFramePr>
            <p:cNvPr id="28735" name="Object 4"/>
            <p:cNvGraphicFramePr>
              <a:graphicFrameLocks noChangeAspect="1"/>
            </p:cNvGraphicFramePr>
            <p:nvPr/>
          </p:nvGraphicFramePr>
          <p:xfrm>
            <a:off x="12943" y="4888"/>
            <a:ext cx="665" cy="1095"/>
          </p:xfrm>
          <a:graphic>
            <a:graphicData uri="http://schemas.openxmlformats.org/presentationml/2006/ole">
              <mc:AlternateContent xmlns:mc="http://schemas.openxmlformats.org/markup-compatibility/2006">
                <mc:Choice xmlns:v="urn:schemas-microsoft-com:vml" Requires="v">
                  <p:oleObj r:id="rId36" imgW="228600" imgH="393700" progId="Equation.3">
                    <p:embed/>
                  </p:oleObj>
                </mc:Choice>
                <mc:Fallback>
                  <p:oleObj r:id="rId36" imgW="228600" imgH="393700" progId="Equation.3">
                    <p:embed/>
                    <p:pic>
                      <p:nvPicPr>
                        <p:cNvPr id="0" name="图片 3184"/>
                        <p:cNvPicPr/>
                        <p:nvPr/>
                      </p:nvPicPr>
                      <p:blipFill>
                        <a:blip r:embed="rId37"/>
                        <a:stretch>
                          <a:fillRect/>
                        </a:stretch>
                      </p:blipFill>
                      <p:spPr>
                        <a:xfrm>
                          <a:off x="12943" y="4888"/>
                          <a:ext cx="665" cy="1095"/>
                        </a:xfrm>
                        <a:prstGeom prst="rect">
                          <a:avLst/>
                        </a:prstGeom>
                        <a:noFill/>
                        <a:ln w="38100">
                          <a:noFill/>
                          <a:miter/>
                        </a:ln>
                      </p:spPr>
                    </p:pic>
                  </p:oleObj>
                </mc:Fallback>
              </mc:AlternateContent>
            </a:graphicData>
          </a:graphic>
        </p:graphicFrame>
      </p:grpSp>
      <p:grpSp>
        <p:nvGrpSpPr>
          <p:cNvPr id="27" name="Group 11"/>
          <p:cNvGrpSpPr/>
          <p:nvPr/>
        </p:nvGrpSpPr>
        <p:grpSpPr>
          <a:xfrm>
            <a:off x="3284538" y="4699000"/>
            <a:ext cx="2881312" cy="779463"/>
            <a:chOff x="2335" y="3108"/>
            <a:chExt cx="2007" cy="702"/>
          </a:xfrm>
        </p:grpSpPr>
        <p:graphicFrame>
          <p:nvGraphicFramePr>
            <p:cNvPr id="28737" name="Object 12"/>
            <p:cNvGraphicFramePr>
              <a:graphicFrameLocks noChangeAspect="1"/>
            </p:cNvGraphicFramePr>
            <p:nvPr/>
          </p:nvGraphicFramePr>
          <p:xfrm>
            <a:off x="3332" y="3108"/>
            <a:ext cx="1010" cy="702"/>
          </p:xfrm>
          <a:graphic>
            <a:graphicData uri="http://schemas.openxmlformats.org/presentationml/2006/ole">
              <mc:AlternateContent xmlns:mc="http://schemas.openxmlformats.org/markup-compatibility/2006">
                <mc:Choice xmlns:v="urn:schemas-microsoft-com:vml" Requires="v">
                  <p:oleObj r:id="rId38" imgW="876300" imgH="609600" progId="Equation.3">
                    <p:embed/>
                  </p:oleObj>
                </mc:Choice>
                <mc:Fallback>
                  <p:oleObj r:id="rId38" imgW="876300" imgH="609600" progId="Equation.3">
                    <p:embed/>
                    <p:pic>
                      <p:nvPicPr>
                        <p:cNvPr id="0" name="图片 3188"/>
                        <p:cNvPicPr/>
                        <p:nvPr/>
                      </p:nvPicPr>
                      <p:blipFill>
                        <a:blip r:embed="rId39"/>
                        <a:stretch>
                          <a:fillRect/>
                        </a:stretch>
                      </p:blipFill>
                      <p:spPr>
                        <a:xfrm>
                          <a:off x="3332" y="3108"/>
                          <a:ext cx="1010" cy="702"/>
                        </a:xfrm>
                        <a:prstGeom prst="rect">
                          <a:avLst/>
                        </a:prstGeom>
                        <a:noFill/>
                        <a:ln w="38100">
                          <a:noFill/>
                          <a:miter/>
                        </a:ln>
                      </p:spPr>
                    </p:pic>
                  </p:oleObj>
                </mc:Fallback>
              </mc:AlternateContent>
            </a:graphicData>
          </a:graphic>
        </p:graphicFrame>
        <p:sp>
          <p:nvSpPr>
            <p:cNvPr id="28738" name="Text Box 13"/>
            <p:cNvSpPr txBox="1"/>
            <p:nvPr/>
          </p:nvSpPr>
          <p:spPr>
            <a:xfrm>
              <a:off x="2335" y="3252"/>
              <a:ext cx="979" cy="415"/>
            </a:xfrm>
            <a:prstGeom prst="rect">
              <a:avLst/>
            </a:prstGeom>
            <a:noFill/>
            <a:ln w="9525">
              <a:noFill/>
            </a:ln>
          </p:spPr>
          <p:txBody>
            <a:bodyPr wrap="none" anchor="ctr" anchorCtr="0">
              <a:spAutoFit/>
            </a:bodyPr>
            <a:lstStyle/>
            <a:p>
              <a:pPr algn="ctr"/>
              <a:r>
                <a:rPr lang="zh-CN" altLang="en-US" sz="2400" b="1" dirty="0">
                  <a:latin typeface="华文楷体" panose="02010600040101010101" charset="-122"/>
                  <a:ea typeface="华文楷体" panose="02010600040101010101" charset="-122"/>
                </a:rPr>
                <a:t>暗纹厚度</a:t>
              </a:r>
            </a:p>
          </p:txBody>
        </p:sp>
      </p:grpSp>
      <p:grpSp>
        <p:nvGrpSpPr>
          <p:cNvPr id="28" name="组合 27"/>
          <p:cNvGrpSpPr/>
          <p:nvPr/>
        </p:nvGrpSpPr>
        <p:grpSpPr>
          <a:xfrm>
            <a:off x="6299200" y="4273550"/>
            <a:ext cx="2811463" cy="1568450"/>
            <a:chOff x="9181" y="4465"/>
            <a:chExt cx="4427" cy="2471"/>
          </a:xfrm>
        </p:grpSpPr>
        <p:sp>
          <p:nvSpPr>
            <p:cNvPr id="28740" name="Rectangle 39"/>
            <p:cNvSpPr/>
            <p:nvPr/>
          </p:nvSpPr>
          <p:spPr>
            <a:xfrm>
              <a:off x="9181" y="4465"/>
              <a:ext cx="4427" cy="2471"/>
            </a:xfrm>
            <a:prstGeom prst="rect">
              <a:avLst/>
            </a:prstGeom>
            <a:noFill/>
            <a:ln w="9525">
              <a:noFill/>
            </a:ln>
          </p:spPr>
          <p:txBody>
            <a:bodyPr wrap="square" anchor="ctr" anchorCtr="0">
              <a:spAutoFit/>
            </a:bodyPr>
            <a:lstStyle/>
            <a:p>
              <a:pPr>
                <a:lnSpc>
                  <a:spcPct val="200000"/>
                </a:lnSpc>
              </a:pPr>
              <a:r>
                <a:rPr lang="zh-CN" altLang="en-US" sz="2400" b="1" dirty="0">
                  <a:latin typeface="华文楷体" panose="02010600040101010101" charset="-122"/>
                  <a:ea typeface="华文楷体" panose="02010600040101010101" charset="-122"/>
                </a:rPr>
                <a:t>在厚度</a:t>
              </a:r>
              <a:r>
                <a:rPr lang="en-US" altLang="zh-CN" sz="2400" b="1" i="1" dirty="0">
                  <a:latin typeface="华文楷体" panose="02010600040101010101" charset="-122"/>
                  <a:ea typeface="华文楷体" panose="02010600040101010101" charset="-122"/>
                </a:rPr>
                <a:t>e</a:t>
              </a:r>
              <a:r>
                <a:rPr lang="zh-CN" altLang="en-US" sz="2400" b="1" dirty="0">
                  <a:latin typeface="华文楷体" panose="02010600040101010101" charset="-122"/>
                  <a:ea typeface="华文楷体" panose="02010600040101010101" charset="-122"/>
                </a:rPr>
                <a:t>为</a:t>
              </a:r>
              <a:r>
                <a:rPr lang="en-US" altLang="zh-CN" sz="2400" b="1" dirty="0">
                  <a:latin typeface="华文楷体" panose="02010600040101010101" charset="-122"/>
                  <a:ea typeface="华文楷体" panose="02010600040101010101" charset="-122"/>
                </a:rPr>
                <a:t> 0 </a:t>
              </a:r>
              <a:r>
                <a:rPr lang="zh-CN" altLang="zh-CN" sz="2400" b="1" dirty="0">
                  <a:latin typeface="华文楷体" panose="02010600040101010101" charset="-122"/>
                  <a:ea typeface="华文楷体" panose="02010600040101010101" charset="-122"/>
                </a:rPr>
                <a:t>、</a:t>
              </a:r>
              <a:r>
                <a:rPr lang="en-US" altLang="zh-CN" sz="2400" b="1" dirty="0">
                  <a:latin typeface="华文楷体" panose="02010600040101010101" charset="-122"/>
                  <a:ea typeface="华文楷体" panose="02010600040101010101" charset="-122"/>
                </a:rPr>
                <a:t>      </a:t>
              </a:r>
            </a:p>
            <a:p>
              <a:pPr>
                <a:lnSpc>
                  <a:spcPct val="200000"/>
                </a:lnSpc>
              </a:pPr>
              <a:r>
                <a:rPr lang="en-US" altLang="zh-CN" sz="2400" b="1" dirty="0">
                  <a:latin typeface="华文楷体" panose="02010600040101010101" charset="-122"/>
                  <a:ea typeface="华文楷体" panose="02010600040101010101" charset="-122"/>
                  <a:sym typeface="Symbol" panose="05050102010706020507" pitchFamily="18" charset="2"/>
                </a:rPr>
                <a:t>   </a:t>
              </a:r>
              <a:r>
                <a:rPr lang="zh-CN" altLang="en-US" sz="2400" b="1" dirty="0">
                  <a:latin typeface="华文楷体" panose="02010600040101010101" charset="-122"/>
                  <a:ea typeface="华文楷体" panose="02010600040101010101" charset="-122"/>
                  <a:sym typeface="Symbol" panose="05050102010706020507" pitchFamily="18" charset="2"/>
                </a:rPr>
                <a:t>··处出现明纹。</a:t>
              </a:r>
              <a:r>
                <a:rPr lang="zh-CN" altLang="en-US" sz="2400" dirty="0">
                  <a:latin typeface="华文楷体" panose="02010600040101010101" charset="-122"/>
                  <a:ea typeface="华文楷体" panose="02010600040101010101" charset="-122"/>
                  <a:sym typeface="Symbol" panose="05050102010706020507" pitchFamily="18" charset="2"/>
                </a:rPr>
                <a:t> </a:t>
              </a:r>
            </a:p>
          </p:txBody>
        </p:sp>
        <p:graphicFrame>
          <p:nvGraphicFramePr>
            <p:cNvPr id="28741" name="Object 3"/>
            <p:cNvGraphicFramePr>
              <a:graphicFrameLocks noChangeAspect="1"/>
            </p:cNvGraphicFramePr>
            <p:nvPr/>
          </p:nvGraphicFramePr>
          <p:xfrm>
            <a:off x="12652" y="4778"/>
            <a:ext cx="629" cy="1175"/>
          </p:xfrm>
          <a:graphic>
            <a:graphicData uri="http://schemas.openxmlformats.org/presentationml/2006/ole">
              <mc:AlternateContent xmlns:mc="http://schemas.openxmlformats.org/markup-compatibility/2006">
                <mc:Choice xmlns:v="urn:schemas-microsoft-com:vml" Requires="v">
                  <p:oleObj r:id="rId40" imgW="215900" imgH="405765" progId="Equation.3">
                    <p:embed/>
                  </p:oleObj>
                </mc:Choice>
                <mc:Fallback>
                  <p:oleObj r:id="rId40" imgW="215900" imgH="405765" progId="Equation.3">
                    <p:embed/>
                    <p:pic>
                      <p:nvPicPr>
                        <p:cNvPr id="0" name="图片 3180"/>
                        <p:cNvPicPr/>
                        <p:nvPr/>
                      </p:nvPicPr>
                      <p:blipFill>
                        <a:blip r:embed="rId41"/>
                        <a:stretch>
                          <a:fillRect/>
                        </a:stretch>
                      </p:blipFill>
                      <p:spPr>
                        <a:xfrm>
                          <a:off x="12652" y="4778"/>
                          <a:ext cx="629" cy="1175"/>
                        </a:xfrm>
                        <a:prstGeom prst="rect">
                          <a:avLst/>
                        </a:prstGeom>
                        <a:noFill/>
                        <a:ln w="38100">
                          <a:noFill/>
                          <a:miter/>
                        </a:ln>
                      </p:spPr>
                    </p:pic>
                  </p:oleObj>
                </mc:Fallback>
              </mc:AlternateContent>
            </a:graphicData>
          </a:graphic>
        </p:graphicFrame>
        <p:graphicFrame>
          <p:nvGraphicFramePr>
            <p:cNvPr id="28742" name="Object 4"/>
            <p:cNvGraphicFramePr>
              <a:graphicFrameLocks noChangeAspect="1"/>
            </p:cNvGraphicFramePr>
            <p:nvPr/>
          </p:nvGraphicFramePr>
          <p:xfrm>
            <a:off x="9387" y="5807"/>
            <a:ext cx="702" cy="1128"/>
          </p:xfrm>
          <a:graphic>
            <a:graphicData uri="http://schemas.openxmlformats.org/presentationml/2006/ole">
              <mc:AlternateContent xmlns:mc="http://schemas.openxmlformats.org/markup-compatibility/2006">
                <mc:Choice xmlns:v="urn:schemas-microsoft-com:vml" Requires="v">
                  <p:oleObj r:id="rId42" imgW="241300" imgH="405765" progId="Equation.3">
                    <p:embed/>
                  </p:oleObj>
                </mc:Choice>
                <mc:Fallback>
                  <p:oleObj r:id="rId42" imgW="241300" imgH="405765" progId="Equation.3">
                    <p:embed/>
                    <p:pic>
                      <p:nvPicPr>
                        <p:cNvPr id="0" name="图片 3187"/>
                        <p:cNvPicPr/>
                        <p:nvPr/>
                      </p:nvPicPr>
                      <p:blipFill>
                        <a:blip r:embed="rId43"/>
                        <a:stretch>
                          <a:fillRect/>
                        </a:stretch>
                      </p:blipFill>
                      <p:spPr>
                        <a:xfrm>
                          <a:off x="9387" y="5807"/>
                          <a:ext cx="702" cy="1128"/>
                        </a:xfrm>
                        <a:prstGeom prst="rect">
                          <a:avLst/>
                        </a:prstGeom>
                        <a:noFill/>
                        <a:ln w="38100">
                          <a:noFill/>
                          <a:miter/>
                        </a:ln>
                      </p:spPr>
                    </p:pic>
                  </p:oleObj>
                </mc:Fallback>
              </mc:AlternateContent>
            </a:graphicData>
          </a:graphic>
        </p:graphicFrame>
      </p:grpSp>
      <p:sp>
        <p:nvSpPr>
          <p:cNvPr id="34" name="文本框 33"/>
          <p:cNvSpPr txBox="1"/>
          <p:nvPr/>
        </p:nvSpPr>
        <p:spPr>
          <a:xfrm>
            <a:off x="3244850" y="6113463"/>
            <a:ext cx="5751513" cy="460375"/>
          </a:xfrm>
          <a:prstGeom prst="rect">
            <a:avLst/>
          </a:prstGeom>
          <a:noFill/>
          <a:ln w="9525">
            <a:noFill/>
          </a:ln>
        </p:spPr>
        <p:txBody>
          <a:bodyPr wrap="square" anchor="t" anchorCtr="0">
            <a:spAutoFit/>
          </a:bodyPr>
          <a:lstStyle/>
          <a:p>
            <a:r>
              <a:rPr lang="zh-CN" altLang="en-US" sz="2400" b="1" dirty="0">
                <a:latin typeface="华文楷体" panose="02010600040101010101" charset="-122"/>
                <a:ea typeface="华文楷体" panose="02010600040101010101" charset="-122"/>
              </a:rPr>
              <a:t>在棱边处</a:t>
            </a:r>
            <a:r>
              <a:rPr lang="en-US" altLang="zh-CN" sz="2400" b="1" i="1" dirty="0">
                <a:latin typeface="华文楷体" panose="02010600040101010101" charset="-122"/>
                <a:ea typeface="华文楷体" panose="02010600040101010101" charset="-122"/>
              </a:rPr>
              <a:t>e</a:t>
            </a:r>
            <a:r>
              <a:rPr lang="en-US" altLang="zh-CN" sz="2400" b="1" dirty="0">
                <a:latin typeface="华文楷体" panose="02010600040101010101" charset="-122"/>
                <a:ea typeface="华文楷体" panose="02010600040101010101" charset="-122"/>
              </a:rPr>
              <a:t> =0</a:t>
            </a:r>
            <a:r>
              <a:rPr lang="zh-CN" altLang="en-US" sz="2400" b="1" dirty="0">
                <a:latin typeface="华文楷体" panose="02010600040101010101" charset="-122"/>
                <a:ea typeface="华文楷体" panose="02010600040101010101" charset="-122"/>
              </a:rPr>
              <a:t>，由于半波损失而形成暗纹。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5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35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352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351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352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352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351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352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352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20"/>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2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2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2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2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9" grpId="0"/>
      <p:bldP spid="63509" grpId="1"/>
      <p:bldP spid="63520" grpId="0"/>
      <p:bldP spid="63520" grpId="1"/>
      <p:bldP spid="63523" grpId="0"/>
      <p:bldP spid="63523" grpId="1"/>
      <p:bldP spid="17" grpId="0"/>
      <p:bldP spid="17" grpId="1"/>
      <p:bldP spid="18" grpId="0"/>
      <p:bldP spid="18" grpId="1"/>
      <p:bldP spid="34" grpId="0"/>
      <p:bldP spid="34"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ext Box 64"/>
          <p:cNvSpPr txBox="1"/>
          <p:nvPr/>
        </p:nvSpPr>
        <p:spPr>
          <a:xfrm>
            <a:off x="415925" y="836613"/>
            <a:ext cx="1708150" cy="579437"/>
          </a:xfrm>
          <a:prstGeom prst="rect">
            <a:avLst/>
          </a:prstGeom>
          <a:noFill/>
          <a:ln w="9525">
            <a:noFill/>
          </a:ln>
        </p:spPr>
        <p:txBody>
          <a:bodyPr anchor="t" anchorCtr="0">
            <a:spAutoFit/>
          </a:bodyPr>
          <a:lstStyle/>
          <a:p>
            <a:r>
              <a:rPr lang="zh-CN" altLang="en-US" sz="3200" b="1" dirty="0">
                <a:solidFill>
                  <a:srgbClr val="FF0000"/>
                </a:solidFill>
                <a:latin typeface="楷体" panose="02010609060101010101" pitchFamily="49" charset="-122"/>
                <a:ea typeface="楷体" panose="02010609060101010101" pitchFamily="49" charset="-122"/>
              </a:rPr>
              <a:t>讨论</a:t>
            </a:r>
            <a:r>
              <a:rPr lang="en-US" altLang="zh-CN" sz="3200" b="1" dirty="0">
                <a:solidFill>
                  <a:srgbClr val="FF0000"/>
                </a:solidFill>
                <a:latin typeface="楷体" panose="02010609060101010101" pitchFamily="49" charset="-122"/>
                <a:ea typeface="楷体" panose="02010609060101010101" pitchFamily="49" charset="-122"/>
              </a:rPr>
              <a:t>:</a:t>
            </a:r>
            <a:endParaRPr lang="zh-CN" altLang="en-US" sz="3200" b="1" dirty="0">
              <a:solidFill>
                <a:srgbClr val="FF0000"/>
              </a:solidFill>
              <a:latin typeface="楷体" panose="02010609060101010101" pitchFamily="49" charset="-122"/>
              <a:ea typeface="楷体" panose="02010609060101010101" pitchFamily="49" charset="-122"/>
            </a:endParaRPr>
          </a:p>
        </p:txBody>
      </p:sp>
      <p:sp>
        <p:nvSpPr>
          <p:cNvPr id="71" name="Text Box 65"/>
          <p:cNvSpPr txBox="1"/>
          <p:nvPr/>
        </p:nvSpPr>
        <p:spPr>
          <a:xfrm>
            <a:off x="1793875" y="903288"/>
            <a:ext cx="2147888" cy="522287"/>
          </a:xfrm>
          <a:prstGeom prst="rect">
            <a:avLst/>
          </a:prstGeom>
          <a:noFill/>
          <a:ln w="9525">
            <a:noFill/>
          </a:ln>
        </p:spPr>
        <p:txBody>
          <a:bodyPr wrap="none" anchor="t" anchorCtr="0">
            <a:spAutoFit/>
          </a:bodyPr>
          <a:lstStyle/>
          <a:p>
            <a:r>
              <a:rPr lang="en-US" altLang="zh-CN" sz="2800" b="1" dirty="0">
                <a:solidFill>
                  <a:srgbClr val="CC0000"/>
                </a:solidFill>
                <a:latin typeface="Times New Roman" panose="02020603050405020304" pitchFamily="18" charset="0"/>
                <a:ea typeface="黑体" panose="02010609060101010101" pitchFamily="49" charset="-122"/>
              </a:rPr>
              <a:t>1</a:t>
            </a:r>
            <a:r>
              <a:rPr lang="zh-CN" altLang="en-US" sz="2800" b="1" dirty="0">
                <a:solidFill>
                  <a:srgbClr val="CC0000"/>
                </a:solidFill>
                <a:latin typeface="Times New Roman" panose="02020603050405020304" pitchFamily="18" charset="0"/>
                <a:ea typeface="黑体" panose="02010609060101010101" pitchFamily="49" charset="-122"/>
              </a:rPr>
              <a:t>）</a:t>
            </a:r>
            <a:r>
              <a:rPr lang="zh-CN" altLang="en-US" sz="2800" b="1" dirty="0">
                <a:solidFill>
                  <a:srgbClr val="0033CC"/>
                </a:solidFill>
                <a:latin typeface="楷体" panose="02010609060101010101" pitchFamily="49" charset="-122"/>
                <a:ea typeface="楷体" panose="02010609060101010101" pitchFamily="49" charset="-122"/>
              </a:rPr>
              <a:t>等厚干涉</a:t>
            </a:r>
          </a:p>
        </p:txBody>
      </p:sp>
      <p:grpSp>
        <p:nvGrpSpPr>
          <p:cNvPr id="29699" name="Group 44"/>
          <p:cNvGrpSpPr/>
          <p:nvPr/>
        </p:nvGrpSpPr>
        <p:grpSpPr>
          <a:xfrm>
            <a:off x="4870450" y="2276475"/>
            <a:ext cx="3889375" cy="3448050"/>
            <a:chOff x="1868" y="1508"/>
            <a:chExt cx="2146" cy="2013"/>
          </a:xfrm>
        </p:grpSpPr>
        <p:grpSp>
          <p:nvGrpSpPr>
            <p:cNvPr id="29700" name="Group 27"/>
            <p:cNvGrpSpPr/>
            <p:nvPr/>
          </p:nvGrpSpPr>
          <p:grpSpPr>
            <a:xfrm>
              <a:off x="1868" y="1837"/>
              <a:ext cx="2146" cy="978"/>
              <a:chOff x="2880" y="2064"/>
              <a:chExt cx="2783" cy="1267"/>
            </a:xfrm>
          </p:grpSpPr>
          <p:grpSp>
            <p:nvGrpSpPr>
              <p:cNvPr id="29701" name="Group 28"/>
              <p:cNvGrpSpPr/>
              <p:nvPr/>
            </p:nvGrpSpPr>
            <p:grpSpPr>
              <a:xfrm>
                <a:off x="2880" y="2064"/>
                <a:ext cx="2783" cy="1267"/>
                <a:chOff x="2736" y="1037"/>
                <a:chExt cx="2783" cy="1267"/>
              </a:xfrm>
            </p:grpSpPr>
            <p:sp>
              <p:nvSpPr>
                <p:cNvPr id="29702" name="AutoShape 29"/>
                <p:cNvSpPr/>
                <p:nvPr/>
              </p:nvSpPr>
              <p:spPr>
                <a:xfrm>
                  <a:off x="2847" y="1577"/>
                  <a:ext cx="2577" cy="727"/>
                </a:xfrm>
                <a:prstGeom prst="parallelogram">
                  <a:avLst>
                    <a:gd name="adj" fmla="val 56435"/>
                  </a:avLst>
                </a:prstGeom>
                <a:solidFill>
                  <a:srgbClr val="CCFFFF"/>
                </a:solidFill>
                <a:ln w="28575" cap="flat" cmpd="sng">
                  <a:solidFill>
                    <a:srgbClr val="00808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9703" name="AutoShape 30"/>
                <p:cNvSpPr/>
                <p:nvPr/>
              </p:nvSpPr>
              <p:spPr>
                <a:xfrm rot="-845873">
                  <a:off x="2736" y="1369"/>
                  <a:ext cx="2783" cy="587"/>
                </a:xfrm>
                <a:prstGeom prst="flowChartInputOutput">
                  <a:avLst/>
                </a:prstGeom>
                <a:solidFill>
                  <a:srgbClr val="CCECFF"/>
                </a:solidFill>
                <a:ln w="28575" cap="flat" cmpd="sng">
                  <a:solidFill>
                    <a:srgbClr val="00808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9704" name="Freeform 31"/>
                <p:cNvSpPr/>
                <p:nvPr/>
              </p:nvSpPr>
              <p:spPr>
                <a:xfrm>
                  <a:off x="5014" y="1037"/>
                  <a:ext cx="400" cy="1267"/>
                </a:xfrm>
                <a:custGeom>
                  <a:avLst/>
                  <a:gdLst/>
                  <a:ahLst/>
                  <a:cxnLst>
                    <a:cxn ang="0">
                      <a:pos x="0" y="739"/>
                    </a:cxn>
                    <a:cxn ang="0">
                      <a:pos x="0" y="1267"/>
                    </a:cxn>
                    <a:cxn ang="0">
                      <a:pos x="400" y="556"/>
                    </a:cxn>
                    <a:cxn ang="0">
                      <a:pos x="400" y="0"/>
                    </a:cxn>
                    <a:cxn ang="0">
                      <a:pos x="0" y="691"/>
                    </a:cxn>
                    <a:cxn ang="0">
                      <a:pos x="0" y="739"/>
                    </a:cxn>
                  </a:cxnLst>
                  <a:rect l="0" t="0" r="0" b="0"/>
                  <a:pathLst>
                    <a:path w="400" h="1267">
                      <a:moveTo>
                        <a:pt x="0" y="739"/>
                      </a:moveTo>
                      <a:lnTo>
                        <a:pt x="0" y="1267"/>
                      </a:lnTo>
                      <a:lnTo>
                        <a:pt x="400" y="556"/>
                      </a:lnTo>
                      <a:lnTo>
                        <a:pt x="400" y="0"/>
                      </a:lnTo>
                      <a:lnTo>
                        <a:pt x="0" y="691"/>
                      </a:lnTo>
                      <a:lnTo>
                        <a:pt x="0" y="739"/>
                      </a:lnTo>
                      <a:close/>
                    </a:path>
                  </a:pathLst>
                </a:custGeom>
                <a:solidFill>
                  <a:srgbClr val="CCFFFF"/>
                </a:solidFill>
                <a:ln w="28575" cap="flat" cmpd="sng">
                  <a:solidFill>
                    <a:srgbClr val="008080"/>
                  </a:solidFill>
                  <a:prstDash val="solid"/>
                  <a:round/>
                  <a:headEnd type="none" w="med" len="med"/>
                  <a:tailEnd type="none" w="med" len="med"/>
                </a:ln>
              </p:spPr>
              <p:txBody>
                <a:bodyPr/>
                <a:lstStyle/>
                <a:p>
                  <a:endParaRPr lang="zh-CN" altLang="en-US"/>
                </a:p>
              </p:txBody>
            </p:sp>
          </p:grpSp>
          <p:graphicFrame>
            <p:nvGraphicFramePr>
              <p:cNvPr id="29705" name="Object 1800"/>
              <p:cNvGraphicFramePr>
                <a:graphicFrameLocks noChangeAspect="1"/>
              </p:cNvGraphicFramePr>
              <p:nvPr/>
            </p:nvGraphicFramePr>
            <p:xfrm>
              <a:off x="4793" y="3056"/>
              <a:ext cx="191" cy="176"/>
            </p:xfrm>
            <a:graphic>
              <a:graphicData uri="http://schemas.openxmlformats.org/presentationml/2006/ole">
                <mc:AlternateContent xmlns:mc="http://schemas.openxmlformats.org/markup-compatibility/2006">
                  <mc:Choice xmlns:v="urn:schemas-microsoft-com:vml" Requires="v">
                    <p:oleObj r:id="rId3" imgW="304800" imgH="279400" progId="Equation.3">
                      <p:embed/>
                    </p:oleObj>
                  </mc:Choice>
                  <mc:Fallback>
                    <p:oleObj r:id="rId3" imgW="304800" imgH="279400" progId="Equation.3">
                      <p:embed/>
                      <p:pic>
                        <p:nvPicPr>
                          <p:cNvPr id="0" name="图片 3189"/>
                          <p:cNvPicPr/>
                          <p:nvPr/>
                        </p:nvPicPr>
                        <p:blipFill>
                          <a:blip r:embed="rId4"/>
                          <a:stretch>
                            <a:fillRect/>
                          </a:stretch>
                        </p:blipFill>
                        <p:spPr>
                          <a:xfrm>
                            <a:off x="4793" y="3056"/>
                            <a:ext cx="191" cy="176"/>
                          </a:xfrm>
                          <a:prstGeom prst="rect">
                            <a:avLst/>
                          </a:prstGeom>
                          <a:noFill/>
                          <a:ln w="38100">
                            <a:noFill/>
                            <a:miter/>
                          </a:ln>
                        </p:spPr>
                      </p:pic>
                    </p:oleObj>
                  </mc:Fallback>
                </mc:AlternateContent>
              </a:graphicData>
            </a:graphic>
          </p:graphicFrame>
        </p:grpSp>
        <p:grpSp>
          <p:nvGrpSpPr>
            <p:cNvPr id="29706" name="Group 34"/>
            <p:cNvGrpSpPr/>
            <p:nvPr/>
          </p:nvGrpSpPr>
          <p:grpSpPr>
            <a:xfrm>
              <a:off x="1902" y="2884"/>
              <a:ext cx="1685" cy="637"/>
              <a:chOff x="376" y="1888"/>
              <a:chExt cx="1272" cy="637"/>
            </a:xfrm>
          </p:grpSpPr>
          <p:sp>
            <p:nvSpPr>
              <p:cNvPr id="29707" name="Rectangle 35"/>
              <p:cNvSpPr/>
              <p:nvPr/>
            </p:nvSpPr>
            <p:spPr>
              <a:xfrm>
                <a:off x="376" y="1888"/>
                <a:ext cx="188" cy="637"/>
              </a:xfrm>
              <a:prstGeom prst="rect">
                <a:avLst/>
              </a:prstGeom>
              <a:gradFill rotWithShape="1">
                <a:gsLst>
                  <a:gs pos="0">
                    <a:srgbClr val="000000"/>
                  </a:gs>
                  <a:gs pos="50000">
                    <a:srgbClr val="FF9900"/>
                  </a:gs>
                  <a:gs pos="100000">
                    <a:srgbClr val="000000"/>
                  </a:gs>
                </a:gsLst>
                <a:lin ang="0" scaled="1"/>
                <a:tileRect/>
              </a:grad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9708" name="Rectangle 36"/>
              <p:cNvSpPr/>
              <p:nvPr/>
            </p:nvSpPr>
            <p:spPr>
              <a:xfrm>
                <a:off x="741" y="1888"/>
                <a:ext cx="189" cy="637"/>
              </a:xfrm>
              <a:prstGeom prst="rect">
                <a:avLst/>
              </a:prstGeom>
              <a:gradFill rotWithShape="1">
                <a:gsLst>
                  <a:gs pos="0">
                    <a:srgbClr val="000000"/>
                  </a:gs>
                  <a:gs pos="50000">
                    <a:srgbClr val="FF9900"/>
                  </a:gs>
                  <a:gs pos="100000">
                    <a:srgbClr val="000000"/>
                  </a:gs>
                </a:gsLst>
                <a:lin ang="0" scaled="1"/>
                <a:tileRect/>
              </a:grad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9709" name="Rectangle 37"/>
              <p:cNvSpPr/>
              <p:nvPr/>
            </p:nvSpPr>
            <p:spPr>
              <a:xfrm>
                <a:off x="553" y="1888"/>
                <a:ext cx="188" cy="637"/>
              </a:xfrm>
              <a:prstGeom prst="rect">
                <a:avLst/>
              </a:prstGeom>
              <a:gradFill rotWithShape="1">
                <a:gsLst>
                  <a:gs pos="0">
                    <a:srgbClr val="000000"/>
                  </a:gs>
                  <a:gs pos="50000">
                    <a:srgbClr val="FF9900"/>
                  </a:gs>
                  <a:gs pos="100000">
                    <a:srgbClr val="000000"/>
                  </a:gs>
                </a:gsLst>
                <a:lin ang="0" scaled="1"/>
                <a:tileRect/>
              </a:grad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9710" name="Rectangle 38"/>
              <p:cNvSpPr/>
              <p:nvPr/>
            </p:nvSpPr>
            <p:spPr>
              <a:xfrm>
                <a:off x="923" y="1888"/>
                <a:ext cx="188" cy="637"/>
              </a:xfrm>
              <a:prstGeom prst="rect">
                <a:avLst/>
              </a:prstGeom>
              <a:gradFill rotWithShape="1">
                <a:gsLst>
                  <a:gs pos="0">
                    <a:srgbClr val="000000"/>
                  </a:gs>
                  <a:gs pos="50000">
                    <a:srgbClr val="FF9900"/>
                  </a:gs>
                  <a:gs pos="100000">
                    <a:srgbClr val="000000"/>
                  </a:gs>
                </a:gsLst>
                <a:lin ang="0" scaled="1"/>
                <a:tileRect/>
              </a:grad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9711" name="Rectangle 39"/>
              <p:cNvSpPr/>
              <p:nvPr/>
            </p:nvSpPr>
            <p:spPr>
              <a:xfrm>
                <a:off x="1278" y="1888"/>
                <a:ext cx="188" cy="637"/>
              </a:xfrm>
              <a:prstGeom prst="rect">
                <a:avLst/>
              </a:prstGeom>
              <a:gradFill rotWithShape="1">
                <a:gsLst>
                  <a:gs pos="0">
                    <a:srgbClr val="000000"/>
                  </a:gs>
                  <a:gs pos="50000">
                    <a:srgbClr val="FF9900"/>
                  </a:gs>
                  <a:gs pos="100000">
                    <a:srgbClr val="000000"/>
                  </a:gs>
                </a:gsLst>
                <a:lin ang="0" scaled="1"/>
                <a:tileRect/>
              </a:grad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9712" name="Rectangle 40"/>
              <p:cNvSpPr/>
              <p:nvPr/>
            </p:nvSpPr>
            <p:spPr>
              <a:xfrm>
                <a:off x="1098" y="1888"/>
                <a:ext cx="187" cy="637"/>
              </a:xfrm>
              <a:prstGeom prst="rect">
                <a:avLst/>
              </a:prstGeom>
              <a:gradFill rotWithShape="1">
                <a:gsLst>
                  <a:gs pos="0">
                    <a:srgbClr val="000000"/>
                  </a:gs>
                  <a:gs pos="50000">
                    <a:srgbClr val="FF9900"/>
                  </a:gs>
                  <a:gs pos="100000">
                    <a:srgbClr val="000000"/>
                  </a:gs>
                </a:gsLst>
                <a:lin ang="0" scaled="1"/>
                <a:tileRect/>
              </a:grad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9713" name="Rectangle 41"/>
              <p:cNvSpPr/>
              <p:nvPr/>
            </p:nvSpPr>
            <p:spPr>
              <a:xfrm>
                <a:off x="1461" y="1888"/>
                <a:ext cx="187" cy="637"/>
              </a:xfrm>
              <a:prstGeom prst="rect">
                <a:avLst/>
              </a:prstGeom>
              <a:gradFill rotWithShape="1">
                <a:gsLst>
                  <a:gs pos="0">
                    <a:srgbClr val="000000"/>
                  </a:gs>
                  <a:gs pos="50000">
                    <a:srgbClr val="FF9900"/>
                  </a:gs>
                  <a:gs pos="100000">
                    <a:srgbClr val="000000"/>
                  </a:gs>
                </a:gsLst>
                <a:lin ang="0" scaled="1"/>
                <a:tileRect/>
              </a:grad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29714" name="Group 42"/>
            <p:cNvGrpSpPr/>
            <p:nvPr/>
          </p:nvGrpSpPr>
          <p:grpSpPr>
            <a:xfrm>
              <a:off x="1868" y="1843"/>
              <a:ext cx="2146" cy="978"/>
              <a:chOff x="2736" y="1037"/>
              <a:chExt cx="2783" cy="1267"/>
            </a:xfrm>
          </p:grpSpPr>
          <p:sp>
            <p:nvSpPr>
              <p:cNvPr id="29715" name="AutoShape 43"/>
              <p:cNvSpPr/>
              <p:nvPr/>
            </p:nvSpPr>
            <p:spPr>
              <a:xfrm>
                <a:off x="2847" y="1577"/>
                <a:ext cx="2577" cy="727"/>
              </a:xfrm>
              <a:prstGeom prst="parallelogram">
                <a:avLst>
                  <a:gd name="adj" fmla="val 56435"/>
                </a:avLst>
              </a:prstGeom>
              <a:solidFill>
                <a:srgbClr val="CCFFFF"/>
              </a:solidFill>
              <a:ln w="28575" cap="flat" cmpd="sng">
                <a:solidFill>
                  <a:srgbClr val="00808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9716" name="AutoShape 44"/>
              <p:cNvSpPr/>
              <p:nvPr/>
            </p:nvSpPr>
            <p:spPr>
              <a:xfrm rot="-845873">
                <a:off x="2736" y="1369"/>
                <a:ext cx="2783" cy="587"/>
              </a:xfrm>
              <a:prstGeom prst="flowChartInputOutput">
                <a:avLst/>
              </a:prstGeom>
              <a:solidFill>
                <a:schemeClr val="tx1">
                  <a:alpha val="50194"/>
                </a:schemeClr>
              </a:solidFill>
              <a:ln w="28575" cap="flat" cmpd="sng">
                <a:solidFill>
                  <a:srgbClr val="008080"/>
                </a:solidFill>
                <a:prstDash val="solid"/>
                <a:miter/>
                <a:headEnd type="none" w="med" len="med"/>
                <a:tailEnd type="none" w="med" len="med"/>
              </a:ln>
            </p:spPr>
            <p:txBody>
              <a:bodyPr wrap="none" anchor="ctr" anchorCtr="0"/>
              <a:lstStyle/>
              <a:p>
                <a:pPr algn="ctr"/>
                <a:endParaRPr lang="zh-CN" altLang="zh-CN" sz="2800" b="1" u="sng" dirty="0">
                  <a:latin typeface="Times New Roman" panose="02020603050405020304" pitchFamily="18" charset="0"/>
                  <a:ea typeface="黑体" panose="02010609060101010101" pitchFamily="49" charset="-122"/>
                </a:endParaRPr>
              </a:p>
            </p:txBody>
          </p:sp>
          <p:sp>
            <p:nvSpPr>
              <p:cNvPr id="29717" name="Freeform 45"/>
              <p:cNvSpPr/>
              <p:nvPr/>
            </p:nvSpPr>
            <p:spPr>
              <a:xfrm>
                <a:off x="5014" y="1037"/>
                <a:ext cx="400" cy="1267"/>
              </a:xfrm>
              <a:custGeom>
                <a:avLst/>
                <a:gdLst/>
                <a:ahLst/>
                <a:cxnLst>
                  <a:cxn ang="0">
                    <a:pos x="0" y="739"/>
                  </a:cxn>
                  <a:cxn ang="0">
                    <a:pos x="0" y="1267"/>
                  </a:cxn>
                  <a:cxn ang="0">
                    <a:pos x="400" y="556"/>
                  </a:cxn>
                  <a:cxn ang="0">
                    <a:pos x="400" y="0"/>
                  </a:cxn>
                  <a:cxn ang="0">
                    <a:pos x="0" y="691"/>
                  </a:cxn>
                  <a:cxn ang="0">
                    <a:pos x="0" y="739"/>
                  </a:cxn>
                </a:cxnLst>
                <a:rect l="0" t="0" r="0" b="0"/>
                <a:pathLst>
                  <a:path w="400" h="1267">
                    <a:moveTo>
                      <a:pt x="0" y="739"/>
                    </a:moveTo>
                    <a:lnTo>
                      <a:pt x="0" y="1267"/>
                    </a:lnTo>
                    <a:lnTo>
                      <a:pt x="400" y="556"/>
                    </a:lnTo>
                    <a:lnTo>
                      <a:pt x="400" y="0"/>
                    </a:lnTo>
                    <a:lnTo>
                      <a:pt x="0" y="691"/>
                    </a:lnTo>
                    <a:lnTo>
                      <a:pt x="0" y="739"/>
                    </a:lnTo>
                    <a:close/>
                  </a:path>
                </a:pathLst>
              </a:custGeom>
              <a:solidFill>
                <a:srgbClr val="CCECFF"/>
              </a:solidFill>
              <a:ln w="28575" cap="flat" cmpd="sng">
                <a:solidFill>
                  <a:srgbClr val="008080"/>
                </a:solidFill>
                <a:prstDash val="solid"/>
                <a:round/>
                <a:headEnd type="none" w="med" len="med"/>
                <a:tailEnd type="none" w="med" len="med"/>
              </a:ln>
            </p:spPr>
            <p:txBody>
              <a:bodyPr/>
              <a:lstStyle/>
              <a:p>
                <a:endParaRPr lang="zh-CN" altLang="en-US"/>
              </a:p>
            </p:txBody>
          </p:sp>
        </p:grpSp>
        <p:grpSp>
          <p:nvGrpSpPr>
            <p:cNvPr id="29718" name="Group 46"/>
            <p:cNvGrpSpPr/>
            <p:nvPr/>
          </p:nvGrpSpPr>
          <p:grpSpPr>
            <a:xfrm>
              <a:off x="2086" y="1866"/>
              <a:ext cx="1679" cy="884"/>
              <a:chOff x="3020" y="1303"/>
              <a:chExt cx="2171" cy="1145"/>
            </a:xfrm>
          </p:grpSpPr>
          <p:sp>
            <p:nvSpPr>
              <p:cNvPr id="29719" name="Freeform 47"/>
              <p:cNvSpPr/>
              <p:nvPr/>
            </p:nvSpPr>
            <p:spPr>
              <a:xfrm>
                <a:off x="3020" y="1722"/>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9900"/>
              </a:solidFill>
              <a:ln w="9525">
                <a:noFill/>
              </a:ln>
            </p:spPr>
            <p:txBody>
              <a:bodyPr/>
              <a:lstStyle/>
              <a:p>
                <a:endParaRPr lang="zh-CN" altLang="en-US"/>
              </a:p>
            </p:txBody>
          </p:sp>
          <p:sp>
            <p:nvSpPr>
              <p:cNvPr id="29720" name="Freeform 48"/>
              <p:cNvSpPr/>
              <p:nvPr/>
            </p:nvSpPr>
            <p:spPr>
              <a:xfrm>
                <a:off x="3288" y="1653"/>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9900"/>
              </a:solidFill>
              <a:ln w="9525">
                <a:noFill/>
              </a:ln>
            </p:spPr>
            <p:txBody>
              <a:bodyPr/>
              <a:lstStyle/>
              <a:p>
                <a:endParaRPr lang="zh-CN" altLang="en-US"/>
              </a:p>
            </p:txBody>
          </p:sp>
          <p:sp>
            <p:nvSpPr>
              <p:cNvPr id="29721" name="Freeform 49"/>
              <p:cNvSpPr/>
              <p:nvPr/>
            </p:nvSpPr>
            <p:spPr>
              <a:xfrm>
                <a:off x="3562" y="1584"/>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9900"/>
              </a:solidFill>
              <a:ln w="9525">
                <a:noFill/>
              </a:ln>
            </p:spPr>
            <p:txBody>
              <a:bodyPr/>
              <a:lstStyle/>
              <a:p>
                <a:endParaRPr lang="zh-CN" altLang="en-US"/>
              </a:p>
            </p:txBody>
          </p:sp>
          <p:sp>
            <p:nvSpPr>
              <p:cNvPr id="29722" name="Freeform 50"/>
              <p:cNvSpPr/>
              <p:nvPr/>
            </p:nvSpPr>
            <p:spPr>
              <a:xfrm>
                <a:off x="3843" y="1509"/>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9900"/>
              </a:solidFill>
              <a:ln w="9525">
                <a:noFill/>
              </a:ln>
            </p:spPr>
            <p:txBody>
              <a:bodyPr/>
              <a:lstStyle/>
              <a:p>
                <a:endParaRPr lang="zh-CN" altLang="en-US"/>
              </a:p>
            </p:txBody>
          </p:sp>
          <p:sp>
            <p:nvSpPr>
              <p:cNvPr id="29723" name="Freeform 51"/>
              <p:cNvSpPr/>
              <p:nvPr/>
            </p:nvSpPr>
            <p:spPr>
              <a:xfrm>
                <a:off x="4118" y="1447"/>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9900"/>
              </a:solidFill>
              <a:ln w="9525">
                <a:noFill/>
              </a:ln>
            </p:spPr>
            <p:txBody>
              <a:bodyPr/>
              <a:lstStyle/>
              <a:p>
                <a:endParaRPr lang="zh-CN" altLang="en-US"/>
              </a:p>
            </p:txBody>
          </p:sp>
          <p:sp>
            <p:nvSpPr>
              <p:cNvPr id="29724" name="Freeform 52"/>
              <p:cNvSpPr/>
              <p:nvPr/>
            </p:nvSpPr>
            <p:spPr>
              <a:xfrm>
                <a:off x="4392" y="1378"/>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9900"/>
              </a:solidFill>
              <a:ln w="9525">
                <a:noFill/>
              </a:ln>
            </p:spPr>
            <p:txBody>
              <a:bodyPr/>
              <a:lstStyle/>
              <a:p>
                <a:endParaRPr lang="zh-CN" altLang="en-US"/>
              </a:p>
            </p:txBody>
          </p:sp>
          <p:sp>
            <p:nvSpPr>
              <p:cNvPr id="29725" name="Freeform 53"/>
              <p:cNvSpPr/>
              <p:nvPr/>
            </p:nvSpPr>
            <p:spPr>
              <a:xfrm>
                <a:off x="4680" y="1303"/>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9900"/>
              </a:solidFill>
              <a:ln w="9525">
                <a:noFill/>
              </a:ln>
            </p:spPr>
            <p:txBody>
              <a:bodyPr/>
              <a:lstStyle/>
              <a:p>
                <a:endParaRPr lang="zh-CN" altLang="en-US"/>
              </a:p>
            </p:txBody>
          </p:sp>
        </p:grpSp>
        <p:grpSp>
          <p:nvGrpSpPr>
            <p:cNvPr id="29726" name="Group 54"/>
            <p:cNvGrpSpPr/>
            <p:nvPr/>
          </p:nvGrpSpPr>
          <p:grpSpPr>
            <a:xfrm>
              <a:off x="2199" y="1508"/>
              <a:ext cx="1474" cy="967"/>
              <a:chOff x="4013" y="56"/>
              <a:chExt cx="1474" cy="967"/>
            </a:xfrm>
          </p:grpSpPr>
          <p:grpSp>
            <p:nvGrpSpPr>
              <p:cNvPr id="29727" name="Group 55"/>
              <p:cNvGrpSpPr/>
              <p:nvPr/>
            </p:nvGrpSpPr>
            <p:grpSpPr>
              <a:xfrm>
                <a:off x="4468" y="56"/>
                <a:ext cx="1019" cy="797"/>
                <a:chOff x="3312" y="572"/>
                <a:chExt cx="1152" cy="1288"/>
              </a:xfrm>
            </p:grpSpPr>
            <p:sp>
              <p:nvSpPr>
                <p:cNvPr id="29728" name="Line 56"/>
                <p:cNvSpPr/>
                <p:nvPr/>
              </p:nvSpPr>
              <p:spPr>
                <a:xfrm>
                  <a:off x="3745" y="708"/>
                  <a:ext cx="0" cy="1152"/>
                </a:xfrm>
                <a:prstGeom prst="line">
                  <a:avLst/>
                </a:prstGeom>
                <a:ln w="28575" cap="flat" cmpd="sng">
                  <a:solidFill>
                    <a:srgbClr val="CC6600"/>
                  </a:solidFill>
                  <a:prstDash val="solid"/>
                  <a:round/>
                  <a:headEnd type="none" w="med" len="med"/>
                  <a:tailEnd type="stealth" w="med" len="lg"/>
                </a:ln>
              </p:spPr>
            </p:sp>
            <p:sp>
              <p:nvSpPr>
                <p:cNvPr id="29729" name="Line 57"/>
                <p:cNvSpPr/>
                <p:nvPr/>
              </p:nvSpPr>
              <p:spPr>
                <a:xfrm>
                  <a:off x="3984" y="640"/>
                  <a:ext cx="0" cy="1152"/>
                </a:xfrm>
                <a:prstGeom prst="line">
                  <a:avLst/>
                </a:prstGeom>
                <a:ln w="28575" cap="flat" cmpd="sng">
                  <a:solidFill>
                    <a:srgbClr val="CC6600"/>
                  </a:solidFill>
                  <a:prstDash val="solid"/>
                  <a:round/>
                  <a:headEnd type="none" w="med" len="med"/>
                  <a:tailEnd type="stealth" w="med" len="lg"/>
                </a:ln>
              </p:spPr>
            </p:sp>
            <p:sp>
              <p:nvSpPr>
                <p:cNvPr id="29730" name="Line 58"/>
                <p:cNvSpPr/>
                <p:nvPr/>
              </p:nvSpPr>
              <p:spPr>
                <a:xfrm>
                  <a:off x="4224" y="572"/>
                  <a:ext cx="0" cy="1152"/>
                </a:xfrm>
                <a:prstGeom prst="line">
                  <a:avLst/>
                </a:prstGeom>
                <a:ln w="28575" cap="flat" cmpd="sng">
                  <a:solidFill>
                    <a:srgbClr val="CC6600"/>
                  </a:solidFill>
                  <a:prstDash val="solid"/>
                  <a:round/>
                  <a:headEnd type="none" w="med" len="med"/>
                  <a:tailEnd type="stealth" w="med" len="lg"/>
                </a:ln>
              </p:spPr>
            </p:sp>
            <p:sp>
              <p:nvSpPr>
                <p:cNvPr id="29731" name="Line 59"/>
                <p:cNvSpPr/>
                <p:nvPr/>
              </p:nvSpPr>
              <p:spPr>
                <a:xfrm>
                  <a:off x="4464" y="572"/>
                  <a:ext cx="0" cy="1152"/>
                </a:xfrm>
                <a:prstGeom prst="line">
                  <a:avLst/>
                </a:prstGeom>
                <a:ln w="28575" cap="flat" cmpd="sng">
                  <a:solidFill>
                    <a:srgbClr val="CC6600"/>
                  </a:solidFill>
                  <a:prstDash val="solid"/>
                  <a:round/>
                  <a:headEnd type="none" w="med" len="med"/>
                  <a:tailEnd type="stealth" w="med" len="lg"/>
                </a:ln>
              </p:spPr>
            </p:sp>
            <p:graphicFrame>
              <p:nvGraphicFramePr>
                <p:cNvPr id="29732" name="Object 1801"/>
                <p:cNvGraphicFramePr>
                  <a:graphicFrameLocks noChangeAspect="1"/>
                </p:cNvGraphicFramePr>
                <p:nvPr/>
              </p:nvGraphicFramePr>
              <p:xfrm>
                <a:off x="3312" y="1008"/>
                <a:ext cx="191" cy="240"/>
              </p:xfrm>
              <a:graphic>
                <a:graphicData uri="http://schemas.openxmlformats.org/presentationml/2006/ole">
                  <mc:AlternateContent xmlns:mc="http://schemas.openxmlformats.org/markup-compatibility/2006">
                    <mc:Choice xmlns:v="urn:schemas-microsoft-com:vml" Requires="v">
                      <p:oleObj r:id="rId5" imgW="304800" imgH="381000" progId="Equation.3">
                        <p:embed/>
                      </p:oleObj>
                    </mc:Choice>
                    <mc:Fallback>
                      <p:oleObj r:id="rId5" imgW="304800" imgH="381000" progId="Equation.3">
                        <p:embed/>
                        <p:pic>
                          <p:nvPicPr>
                            <p:cNvPr id="0" name="图片 3192"/>
                            <p:cNvPicPr/>
                            <p:nvPr/>
                          </p:nvPicPr>
                          <p:blipFill>
                            <a:blip r:embed="rId6"/>
                            <a:stretch>
                              <a:fillRect/>
                            </a:stretch>
                          </p:blipFill>
                          <p:spPr>
                            <a:xfrm>
                              <a:off x="3312" y="1008"/>
                              <a:ext cx="191" cy="240"/>
                            </a:xfrm>
                            <a:prstGeom prst="rect">
                              <a:avLst/>
                            </a:prstGeom>
                            <a:noFill/>
                            <a:ln w="38100">
                              <a:noFill/>
                              <a:miter/>
                            </a:ln>
                          </p:spPr>
                        </p:pic>
                      </p:oleObj>
                    </mc:Fallback>
                  </mc:AlternateContent>
                </a:graphicData>
              </a:graphic>
            </p:graphicFrame>
          </p:grpSp>
          <p:sp>
            <p:nvSpPr>
              <p:cNvPr id="29733" name="Line 61"/>
              <p:cNvSpPr/>
              <p:nvPr/>
            </p:nvSpPr>
            <p:spPr>
              <a:xfrm>
                <a:off x="4013" y="310"/>
                <a:ext cx="0" cy="713"/>
              </a:xfrm>
              <a:prstGeom prst="line">
                <a:avLst/>
              </a:prstGeom>
              <a:ln w="28575" cap="flat" cmpd="sng">
                <a:solidFill>
                  <a:srgbClr val="CC6600"/>
                </a:solidFill>
                <a:prstDash val="solid"/>
                <a:round/>
                <a:headEnd type="none" w="med" len="med"/>
                <a:tailEnd type="stealth" w="med" len="lg"/>
              </a:ln>
            </p:spPr>
          </p:sp>
          <p:sp>
            <p:nvSpPr>
              <p:cNvPr id="29734" name="Line 62"/>
              <p:cNvSpPr/>
              <p:nvPr/>
            </p:nvSpPr>
            <p:spPr>
              <a:xfrm>
                <a:off x="4224" y="268"/>
                <a:ext cx="0" cy="713"/>
              </a:xfrm>
              <a:prstGeom prst="line">
                <a:avLst/>
              </a:prstGeom>
              <a:ln w="28575" cap="flat" cmpd="sng">
                <a:solidFill>
                  <a:srgbClr val="CC6600"/>
                </a:solidFill>
                <a:prstDash val="solid"/>
                <a:round/>
                <a:headEnd type="none" w="med" len="med"/>
                <a:tailEnd type="stealth" w="med" len="lg"/>
              </a:ln>
            </p:spPr>
          </p:sp>
          <p:sp>
            <p:nvSpPr>
              <p:cNvPr id="29735" name="Line 63"/>
              <p:cNvSpPr/>
              <p:nvPr/>
            </p:nvSpPr>
            <p:spPr>
              <a:xfrm>
                <a:off x="4437" y="226"/>
                <a:ext cx="0" cy="713"/>
              </a:xfrm>
              <a:prstGeom prst="line">
                <a:avLst/>
              </a:prstGeom>
              <a:ln w="28575" cap="flat" cmpd="sng">
                <a:solidFill>
                  <a:srgbClr val="CC6600"/>
                </a:solidFill>
                <a:prstDash val="solid"/>
                <a:round/>
                <a:headEnd type="none" w="med" len="med"/>
                <a:tailEnd type="stealth" w="med" len="lg"/>
              </a:ln>
            </p:spPr>
          </p:sp>
          <p:sp>
            <p:nvSpPr>
              <p:cNvPr id="29736" name="Line 64"/>
              <p:cNvSpPr/>
              <p:nvPr/>
            </p:nvSpPr>
            <p:spPr>
              <a:xfrm>
                <a:off x="4649" y="182"/>
                <a:ext cx="0" cy="713"/>
              </a:xfrm>
              <a:prstGeom prst="line">
                <a:avLst/>
              </a:prstGeom>
              <a:ln w="28575" cap="flat" cmpd="sng">
                <a:solidFill>
                  <a:srgbClr val="CC6600"/>
                </a:solidFill>
                <a:prstDash val="solid"/>
                <a:round/>
                <a:headEnd type="none" w="med" len="med"/>
                <a:tailEnd type="stealth" w="med" len="lg"/>
              </a:ln>
            </p:spPr>
          </p:sp>
        </p:grpSp>
        <p:grpSp>
          <p:nvGrpSpPr>
            <p:cNvPr id="29737" name="Group 65"/>
            <p:cNvGrpSpPr/>
            <p:nvPr/>
          </p:nvGrpSpPr>
          <p:grpSpPr>
            <a:xfrm>
              <a:off x="2436" y="2624"/>
              <a:ext cx="332" cy="216"/>
              <a:chOff x="894" y="1626"/>
              <a:chExt cx="332" cy="216"/>
            </a:xfrm>
          </p:grpSpPr>
          <p:graphicFrame>
            <p:nvGraphicFramePr>
              <p:cNvPr id="29738" name="Object 1802"/>
              <p:cNvGraphicFramePr>
                <a:graphicFrameLocks noChangeAspect="1"/>
              </p:cNvGraphicFramePr>
              <p:nvPr/>
            </p:nvGraphicFramePr>
            <p:xfrm>
              <a:off x="1020" y="1626"/>
              <a:ext cx="206" cy="216"/>
            </p:xfrm>
            <a:graphic>
              <a:graphicData uri="http://schemas.openxmlformats.org/presentationml/2006/ole">
                <mc:AlternateContent xmlns:mc="http://schemas.openxmlformats.org/markup-compatibility/2006">
                  <mc:Choice xmlns:v="urn:schemas-microsoft-com:vml" Requires="v">
                    <p:oleObj r:id="rId7" imgW="177800" imgH="177800" progId="Equation.3">
                      <p:embed/>
                    </p:oleObj>
                  </mc:Choice>
                  <mc:Fallback>
                    <p:oleObj r:id="rId7" imgW="177800" imgH="177800" progId="Equation.3">
                      <p:embed/>
                      <p:pic>
                        <p:nvPicPr>
                          <p:cNvPr id="0" name="图片 3193"/>
                          <p:cNvPicPr/>
                          <p:nvPr/>
                        </p:nvPicPr>
                        <p:blipFill>
                          <a:blip r:embed="rId8"/>
                          <a:stretch>
                            <a:fillRect/>
                          </a:stretch>
                        </p:blipFill>
                        <p:spPr>
                          <a:xfrm>
                            <a:off x="1020" y="1626"/>
                            <a:ext cx="206" cy="216"/>
                          </a:xfrm>
                          <a:prstGeom prst="rect">
                            <a:avLst/>
                          </a:prstGeom>
                          <a:noFill/>
                          <a:ln w="38100">
                            <a:noFill/>
                            <a:miter/>
                          </a:ln>
                        </p:spPr>
                      </p:pic>
                    </p:oleObj>
                  </mc:Fallback>
                </mc:AlternateContent>
              </a:graphicData>
            </a:graphic>
          </p:graphicFrame>
          <p:sp>
            <p:nvSpPr>
              <p:cNvPr id="29739" name="Arc 67"/>
              <p:cNvSpPr/>
              <p:nvPr/>
            </p:nvSpPr>
            <p:spPr>
              <a:xfrm>
                <a:off x="894" y="1683"/>
                <a:ext cx="45" cy="135"/>
              </a:xfrm>
              <a:custGeom>
                <a:avLst/>
                <a:gdLst/>
                <a:ahLst/>
                <a:cxnLst>
                  <a:cxn ang="0">
                    <a:pos x="0" y="0"/>
                  </a:cxn>
                  <a:cxn ang="0">
                    <a:pos x="0" y="0"/>
                  </a:cxn>
                  <a:cxn ang="0">
                    <a:pos x="0" y="0"/>
                  </a:cxn>
                </a:cxnLst>
                <a:rect l="0" t="0" r="0" b="0"/>
                <a:pathLst>
                  <a:path w="21600" h="32051" fill="none">
                    <a:moveTo>
                      <a:pt x="-1" y="0"/>
                    </a:moveTo>
                    <a:cubicBezTo>
                      <a:pt x="11929" y="0"/>
                      <a:pt x="21600" y="9670"/>
                      <a:pt x="21600" y="21600"/>
                    </a:cubicBezTo>
                    <a:cubicBezTo>
                      <a:pt x="21600" y="25255"/>
                      <a:pt x="20672" y="28851"/>
                      <a:pt x="18903" y="32051"/>
                    </a:cubicBezTo>
                  </a:path>
                  <a:path w="21600" h="32051" stroke="0">
                    <a:moveTo>
                      <a:pt x="-1" y="0"/>
                    </a:moveTo>
                    <a:cubicBezTo>
                      <a:pt x="11929" y="0"/>
                      <a:pt x="21600" y="9670"/>
                      <a:pt x="21600" y="21600"/>
                    </a:cubicBezTo>
                    <a:cubicBezTo>
                      <a:pt x="21600" y="25255"/>
                      <a:pt x="20672" y="28851"/>
                      <a:pt x="18903" y="32051"/>
                    </a:cubicBezTo>
                    <a:lnTo>
                      <a:pt x="0" y="21600"/>
                    </a:lnTo>
                    <a:lnTo>
                      <a:pt x="-1" y="0"/>
                    </a:lnTo>
                    <a:close/>
                  </a:path>
                </a:pathLst>
              </a:custGeom>
              <a:noFill/>
              <a:ln w="28575" cap="flat" cmpd="sng">
                <a:solidFill>
                  <a:srgbClr val="0000CC"/>
                </a:solidFill>
                <a:prstDash val="solid"/>
                <a:round/>
                <a:headEnd type="none" w="med" len="med"/>
                <a:tailEnd type="none" w="med" len="med"/>
              </a:ln>
            </p:spPr>
            <p:txBody>
              <a:bodyPr/>
              <a:lstStyle/>
              <a:p>
                <a:endParaRPr lang="zh-CN" altLang="en-US"/>
              </a:p>
            </p:txBody>
          </p:sp>
        </p:grpSp>
      </p:grpSp>
      <p:sp>
        <p:nvSpPr>
          <p:cNvPr id="29740" name="Line 15"/>
          <p:cNvSpPr/>
          <p:nvPr/>
        </p:nvSpPr>
        <p:spPr>
          <a:xfrm>
            <a:off x="7308850" y="3933825"/>
            <a:ext cx="0" cy="571500"/>
          </a:xfrm>
          <a:prstGeom prst="line">
            <a:avLst/>
          </a:prstGeom>
          <a:ln w="19050" cap="flat" cmpd="sng">
            <a:solidFill>
              <a:srgbClr val="FF0000"/>
            </a:solidFill>
            <a:prstDash val="dash"/>
            <a:round/>
            <a:headEnd type="none" w="med" len="med"/>
            <a:tailEnd type="none" w="med" len="lg"/>
          </a:ln>
        </p:spPr>
      </p:sp>
      <p:graphicFrame>
        <p:nvGraphicFramePr>
          <p:cNvPr id="29741" name="Object 1803"/>
          <p:cNvGraphicFramePr>
            <a:graphicFrameLocks noChangeAspect="1"/>
          </p:cNvGraphicFramePr>
          <p:nvPr/>
        </p:nvGraphicFramePr>
        <p:xfrm>
          <a:off x="7370763" y="3933825"/>
          <a:ext cx="420687" cy="549275"/>
        </p:xfrm>
        <a:graphic>
          <a:graphicData uri="http://schemas.openxmlformats.org/presentationml/2006/ole">
            <mc:AlternateContent xmlns:mc="http://schemas.openxmlformats.org/markup-compatibility/2006">
              <mc:Choice xmlns:v="urn:schemas-microsoft-com:vml" Requires="v">
                <p:oleObj r:id="rId9" imgW="165100" imgH="228600" progId="Equation.3">
                  <p:embed/>
                </p:oleObj>
              </mc:Choice>
              <mc:Fallback>
                <p:oleObj r:id="rId9" imgW="165100" imgH="228600" progId="Equation.3">
                  <p:embed/>
                  <p:pic>
                    <p:nvPicPr>
                      <p:cNvPr id="0" name="图片 3190"/>
                      <p:cNvPicPr/>
                      <p:nvPr/>
                    </p:nvPicPr>
                    <p:blipFill>
                      <a:blip r:embed="rId10"/>
                      <a:stretch>
                        <a:fillRect/>
                      </a:stretch>
                    </p:blipFill>
                    <p:spPr>
                      <a:xfrm>
                        <a:off x="7370763" y="3933825"/>
                        <a:ext cx="420687" cy="549275"/>
                      </a:xfrm>
                      <a:prstGeom prst="rect">
                        <a:avLst/>
                      </a:prstGeom>
                      <a:noFill/>
                      <a:ln w="38100">
                        <a:noFill/>
                        <a:miter/>
                      </a:ln>
                    </p:spPr>
                  </p:pic>
                </p:oleObj>
              </mc:Fallback>
            </mc:AlternateContent>
          </a:graphicData>
        </a:graphic>
      </p:graphicFrame>
      <p:sp>
        <p:nvSpPr>
          <p:cNvPr id="72" name="Text Box 39"/>
          <p:cNvSpPr txBox="1"/>
          <p:nvPr/>
        </p:nvSpPr>
        <p:spPr>
          <a:xfrm>
            <a:off x="428625" y="3702050"/>
            <a:ext cx="4643438" cy="2030413"/>
          </a:xfrm>
          <a:prstGeom prst="rect">
            <a:avLst/>
          </a:prstGeom>
          <a:noFill/>
          <a:ln w="38100">
            <a:noFill/>
          </a:ln>
        </p:spPr>
        <p:txBody>
          <a:bodyPr lIns="92075" tIns="46038" rIns="92075" bIns="46038" anchor="t" anchorCtr="0">
            <a:spAutoFit/>
          </a:bodyPr>
          <a:lstStyle/>
          <a:p>
            <a:pPr eaLnBrk="0" hangingPunct="0">
              <a:lnSpc>
                <a:spcPct val="150000"/>
              </a:lnSpc>
            </a:pPr>
            <a:r>
              <a:rPr lang="zh-CN" altLang="en-US" sz="2800" b="1" dirty="0">
                <a:latin typeface="楷体" panose="02010609060101010101" pitchFamily="49" charset="-122"/>
                <a:ea typeface="楷体" panose="02010609060101010101" pitchFamily="49" charset="-122"/>
              </a:rPr>
              <a:t>同一级条纹上的所有点，</a:t>
            </a:r>
            <a:endParaRPr lang="en-US" altLang="zh-CN" sz="2800" b="1" dirty="0">
              <a:latin typeface="楷体" panose="02010609060101010101" pitchFamily="49" charset="-122"/>
              <a:ea typeface="楷体" panose="02010609060101010101" pitchFamily="49" charset="-122"/>
            </a:endParaRPr>
          </a:p>
          <a:p>
            <a:pPr eaLnBrk="0" hangingPunct="0">
              <a:lnSpc>
                <a:spcPct val="150000"/>
              </a:lnSpc>
            </a:pPr>
            <a:r>
              <a:rPr lang="zh-CN" altLang="en-US" sz="2800" b="1" dirty="0">
                <a:latin typeface="楷体" panose="02010609060101010101" pitchFamily="49" charset="-122"/>
                <a:ea typeface="楷体" panose="02010609060101010101" pitchFamily="49" charset="-122"/>
              </a:rPr>
              <a:t>对应的劈尖厚度相同。 　                              </a:t>
            </a:r>
            <a:r>
              <a:rPr lang="en-US" altLang="zh-CN" sz="2800" b="1" dirty="0">
                <a:solidFill>
                  <a:srgbClr val="CC0000"/>
                </a:solidFill>
                <a:latin typeface="楷体" panose="02010609060101010101" pitchFamily="49" charset="-122"/>
                <a:ea typeface="楷体" panose="02010609060101010101" pitchFamily="49" charset="-122"/>
              </a:rPr>
              <a:t>                                                                  </a:t>
            </a:r>
          </a:p>
          <a:p>
            <a:pPr eaLnBrk="0" hangingPunct="0">
              <a:lnSpc>
                <a:spcPct val="150000"/>
              </a:lnSpc>
            </a:pPr>
            <a:r>
              <a:rPr lang="en-US" altLang="zh-CN" sz="2800" b="1" dirty="0">
                <a:solidFill>
                  <a:srgbClr val="CC0000"/>
                </a:solidFill>
                <a:latin typeface="楷体" panose="02010609060101010101" pitchFamily="49" charset="-122"/>
                <a:ea typeface="楷体" panose="02010609060101010101" pitchFamily="49" charset="-122"/>
              </a:rPr>
              <a:t>        —— </a:t>
            </a:r>
            <a:r>
              <a:rPr lang="zh-CN" altLang="en-US" sz="2800" b="1" dirty="0">
                <a:solidFill>
                  <a:srgbClr val="CC0000"/>
                </a:solidFill>
                <a:latin typeface="楷体" panose="02010609060101010101" pitchFamily="49" charset="-122"/>
                <a:ea typeface="楷体" panose="02010609060101010101" pitchFamily="49" charset="-122"/>
              </a:rPr>
              <a:t>等厚干涉</a:t>
            </a:r>
          </a:p>
        </p:txBody>
      </p:sp>
      <p:grpSp>
        <p:nvGrpSpPr>
          <p:cNvPr id="12" name="组合 3"/>
          <p:cNvGrpSpPr/>
          <p:nvPr/>
        </p:nvGrpSpPr>
        <p:grpSpPr>
          <a:xfrm>
            <a:off x="460375" y="1989138"/>
            <a:ext cx="4843463" cy="1092200"/>
            <a:chOff x="539750" y="1556792"/>
            <a:chExt cx="4843498" cy="1091899"/>
          </a:xfrm>
        </p:grpSpPr>
        <p:graphicFrame>
          <p:nvGraphicFramePr>
            <p:cNvPr id="29744" name="Object 1805"/>
            <p:cNvGraphicFramePr>
              <a:graphicFrameLocks noChangeAspect="1"/>
            </p:cNvGraphicFramePr>
            <p:nvPr/>
          </p:nvGraphicFramePr>
          <p:xfrm>
            <a:off x="611560" y="1823319"/>
            <a:ext cx="823912" cy="600075"/>
          </p:xfrm>
          <a:graphic>
            <a:graphicData uri="http://schemas.openxmlformats.org/presentationml/2006/ole">
              <mc:AlternateContent xmlns:mc="http://schemas.openxmlformats.org/markup-compatibility/2006">
                <mc:Choice xmlns:v="urn:schemas-microsoft-com:vml" Requires="v">
                  <p:oleObj r:id="rId11" imgW="304800" imgH="228600" progId="Equation.DSMT4">
                    <p:embed/>
                  </p:oleObj>
                </mc:Choice>
                <mc:Fallback>
                  <p:oleObj r:id="rId11" imgW="304800" imgH="228600" progId="Equation.DSMT4">
                    <p:embed/>
                    <p:pic>
                      <p:nvPicPr>
                        <p:cNvPr id="0" name="图片 3194"/>
                        <p:cNvPicPr/>
                        <p:nvPr/>
                      </p:nvPicPr>
                      <p:blipFill>
                        <a:blip r:embed="rId12"/>
                        <a:stretch>
                          <a:fillRect/>
                        </a:stretch>
                      </p:blipFill>
                      <p:spPr>
                        <a:xfrm>
                          <a:off x="611560" y="1823319"/>
                          <a:ext cx="823912" cy="600075"/>
                        </a:xfrm>
                        <a:prstGeom prst="rect">
                          <a:avLst/>
                        </a:prstGeom>
                        <a:noFill/>
                        <a:ln w="38100">
                          <a:noFill/>
                          <a:miter/>
                        </a:ln>
                      </p:spPr>
                    </p:pic>
                  </p:oleObj>
                </mc:Fallback>
              </mc:AlternateContent>
            </a:graphicData>
          </a:graphic>
        </p:graphicFrame>
        <p:grpSp>
          <p:nvGrpSpPr>
            <p:cNvPr id="29745" name="组合 10"/>
            <p:cNvGrpSpPr/>
            <p:nvPr/>
          </p:nvGrpSpPr>
          <p:grpSpPr>
            <a:xfrm>
              <a:off x="1647532" y="1630037"/>
              <a:ext cx="3392812" cy="966940"/>
              <a:chOff x="1763738" y="2863450"/>
              <a:chExt cx="3393174" cy="966940"/>
            </a:xfrm>
          </p:grpSpPr>
          <p:graphicFrame>
            <p:nvGraphicFramePr>
              <p:cNvPr id="29746" name="Object 1806"/>
              <p:cNvGraphicFramePr>
                <a:graphicFrameLocks noChangeAspect="1"/>
              </p:cNvGraphicFramePr>
              <p:nvPr/>
            </p:nvGraphicFramePr>
            <p:xfrm>
              <a:off x="1763738" y="2863450"/>
              <a:ext cx="1348552" cy="966940"/>
            </p:xfrm>
            <a:graphic>
              <a:graphicData uri="http://schemas.openxmlformats.org/presentationml/2006/ole">
                <mc:AlternateContent xmlns:mc="http://schemas.openxmlformats.org/markup-compatibility/2006">
                  <mc:Choice xmlns:v="urn:schemas-microsoft-com:vml" Requires="v">
                    <p:oleObj r:id="rId13" imgW="584200" imgH="393700" progId="Equation.DSMT4">
                      <p:embed/>
                    </p:oleObj>
                  </mc:Choice>
                  <mc:Fallback>
                    <p:oleObj r:id="rId13" imgW="584200" imgH="393700" progId="Equation.DSMT4">
                      <p:embed/>
                      <p:pic>
                        <p:nvPicPr>
                          <p:cNvPr id="0" name="图片 3191"/>
                          <p:cNvPicPr/>
                          <p:nvPr/>
                        </p:nvPicPr>
                        <p:blipFill>
                          <a:blip r:embed="rId14"/>
                          <a:stretch>
                            <a:fillRect/>
                          </a:stretch>
                        </p:blipFill>
                        <p:spPr>
                          <a:xfrm>
                            <a:off x="1763738" y="2863450"/>
                            <a:ext cx="1348552" cy="966940"/>
                          </a:xfrm>
                          <a:prstGeom prst="rect">
                            <a:avLst/>
                          </a:prstGeom>
                          <a:noFill/>
                          <a:ln w="38100">
                            <a:noFill/>
                            <a:miter/>
                          </a:ln>
                        </p:spPr>
                      </p:pic>
                    </p:oleObj>
                  </mc:Fallback>
                </mc:AlternateContent>
              </a:graphicData>
            </a:graphic>
          </p:graphicFrame>
          <p:graphicFrame>
            <p:nvGraphicFramePr>
              <p:cNvPr id="29747" name="Object 1807"/>
              <p:cNvGraphicFramePr>
                <a:graphicFrameLocks noChangeAspect="1"/>
              </p:cNvGraphicFramePr>
              <p:nvPr/>
            </p:nvGraphicFramePr>
            <p:xfrm>
              <a:off x="3465605" y="3091324"/>
              <a:ext cx="1691307" cy="461265"/>
            </p:xfrm>
            <a:graphic>
              <a:graphicData uri="http://schemas.openxmlformats.org/presentationml/2006/ole">
                <mc:AlternateContent xmlns:mc="http://schemas.openxmlformats.org/markup-compatibility/2006">
                  <mc:Choice xmlns:v="urn:schemas-microsoft-com:vml" Requires="v">
                    <p:oleObj r:id="rId15" imgW="698500" imgH="190500" progId="Equation.DSMT4">
                      <p:embed/>
                    </p:oleObj>
                  </mc:Choice>
                  <mc:Fallback>
                    <p:oleObj r:id="rId15" imgW="698500" imgH="190500" progId="Equation.DSMT4">
                      <p:embed/>
                      <p:pic>
                        <p:nvPicPr>
                          <p:cNvPr id="0" name="图片 3195"/>
                          <p:cNvPicPr/>
                          <p:nvPr/>
                        </p:nvPicPr>
                        <p:blipFill>
                          <a:blip r:embed="rId16"/>
                          <a:stretch>
                            <a:fillRect/>
                          </a:stretch>
                        </p:blipFill>
                        <p:spPr>
                          <a:xfrm>
                            <a:off x="3465605" y="3091324"/>
                            <a:ext cx="1691307" cy="461265"/>
                          </a:xfrm>
                          <a:prstGeom prst="rect">
                            <a:avLst/>
                          </a:prstGeom>
                          <a:noFill/>
                          <a:ln w="38100">
                            <a:noFill/>
                            <a:miter/>
                          </a:ln>
                        </p:spPr>
                      </p:pic>
                    </p:oleObj>
                  </mc:Fallback>
                </mc:AlternateContent>
              </a:graphicData>
            </a:graphic>
          </p:graphicFrame>
        </p:grpSp>
        <p:sp>
          <p:nvSpPr>
            <p:cNvPr id="3" name="矩形 2"/>
            <p:cNvSpPr/>
            <p:nvPr/>
          </p:nvSpPr>
          <p:spPr>
            <a:xfrm>
              <a:off x="539750" y="1556792"/>
              <a:ext cx="4843498" cy="109189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blinds(horizontal)">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4948238" y="1708150"/>
            <a:ext cx="3889375" cy="1727200"/>
            <a:chOff x="7793" y="2691"/>
            <a:chExt cx="6124" cy="2718"/>
          </a:xfrm>
        </p:grpSpPr>
        <p:grpSp>
          <p:nvGrpSpPr>
            <p:cNvPr id="31746" name="Group 42"/>
            <p:cNvGrpSpPr/>
            <p:nvPr/>
          </p:nvGrpSpPr>
          <p:grpSpPr>
            <a:xfrm>
              <a:off x="7792" y="2690"/>
              <a:ext cx="6125" cy="2718"/>
              <a:chOff x="2736" y="999"/>
              <a:chExt cx="2783" cy="1306"/>
            </a:xfrm>
          </p:grpSpPr>
          <p:sp>
            <p:nvSpPr>
              <p:cNvPr id="31747" name="AutoShape 43"/>
              <p:cNvSpPr/>
              <p:nvPr/>
            </p:nvSpPr>
            <p:spPr>
              <a:xfrm>
                <a:off x="2847" y="1577"/>
                <a:ext cx="2577" cy="727"/>
              </a:xfrm>
              <a:prstGeom prst="parallelogram">
                <a:avLst>
                  <a:gd name="adj" fmla="val 56435"/>
                </a:avLst>
              </a:prstGeom>
              <a:solidFill>
                <a:srgbClr val="CCFFFF"/>
              </a:solidFill>
              <a:ln w="19050" cap="flat" cmpd="sng">
                <a:solidFill>
                  <a:srgbClr val="008080"/>
                </a:solidFill>
                <a:prstDash val="lgDash"/>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1748" name="AutoShape 44"/>
              <p:cNvSpPr/>
              <p:nvPr/>
            </p:nvSpPr>
            <p:spPr>
              <a:xfrm rot="-845873">
                <a:off x="2736" y="1348"/>
                <a:ext cx="2783" cy="587"/>
              </a:xfrm>
              <a:prstGeom prst="flowChartInputOutput">
                <a:avLst/>
              </a:prstGeom>
              <a:solidFill>
                <a:srgbClr val="FF66FF">
                  <a:alpha val="10196"/>
                </a:srgbClr>
              </a:solidFill>
              <a:ln w="28575" cap="flat" cmpd="sng">
                <a:solidFill>
                  <a:srgbClr val="008080"/>
                </a:solidFill>
                <a:prstDash val="solid"/>
                <a:miter/>
                <a:headEnd type="none" w="med" len="med"/>
                <a:tailEnd type="none" w="med" len="med"/>
              </a:ln>
            </p:spPr>
            <p:txBody>
              <a:bodyPr wrap="none" anchor="ctr" anchorCtr="0"/>
              <a:lstStyle/>
              <a:p>
                <a:pPr algn="ctr"/>
                <a:endParaRPr lang="zh-CN" altLang="zh-CN" sz="2800" b="1" u="sng" dirty="0">
                  <a:latin typeface="Times New Roman" panose="02020603050405020304" pitchFamily="18" charset="0"/>
                  <a:ea typeface="黑体" panose="02010609060101010101" pitchFamily="49" charset="-122"/>
                </a:endParaRPr>
              </a:p>
            </p:txBody>
          </p:sp>
          <p:sp>
            <p:nvSpPr>
              <p:cNvPr id="31749" name="Freeform 45"/>
              <p:cNvSpPr/>
              <p:nvPr/>
            </p:nvSpPr>
            <p:spPr>
              <a:xfrm>
                <a:off x="5014" y="999"/>
                <a:ext cx="400" cy="1306"/>
              </a:xfrm>
              <a:custGeom>
                <a:avLst/>
                <a:gdLst/>
                <a:ahLst/>
                <a:cxnLst>
                  <a:cxn ang="0">
                    <a:pos x="0" y="739"/>
                  </a:cxn>
                  <a:cxn ang="0">
                    <a:pos x="0" y="1267"/>
                  </a:cxn>
                  <a:cxn ang="0">
                    <a:pos x="400" y="556"/>
                  </a:cxn>
                  <a:cxn ang="0">
                    <a:pos x="400" y="0"/>
                  </a:cxn>
                  <a:cxn ang="0">
                    <a:pos x="0" y="691"/>
                  </a:cxn>
                  <a:cxn ang="0">
                    <a:pos x="0" y="739"/>
                  </a:cxn>
                </a:cxnLst>
                <a:rect l="0" t="0" r="0" b="0"/>
                <a:pathLst>
                  <a:path w="400" h="1267">
                    <a:moveTo>
                      <a:pt x="0" y="739"/>
                    </a:moveTo>
                    <a:lnTo>
                      <a:pt x="0" y="1267"/>
                    </a:lnTo>
                    <a:lnTo>
                      <a:pt x="400" y="556"/>
                    </a:lnTo>
                    <a:lnTo>
                      <a:pt x="400" y="0"/>
                    </a:lnTo>
                    <a:lnTo>
                      <a:pt x="0" y="691"/>
                    </a:lnTo>
                    <a:lnTo>
                      <a:pt x="0" y="739"/>
                    </a:lnTo>
                    <a:close/>
                  </a:path>
                </a:pathLst>
              </a:custGeom>
              <a:solidFill>
                <a:srgbClr val="CCECFF"/>
              </a:solidFill>
              <a:ln w="28575" cap="flat" cmpd="sng">
                <a:solidFill>
                  <a:srgbClr val="008080"/>
                </a:solidFill>
                <a:prstDash val="solid"/>
                <a:round/>
                <a:headEnd type="none" w="med" len="med"/>
                <a:tailEnd type="none" w="med" len="med"/>
              </a:ln>
            </p:spPr>
            <p:txBody>
              <a:bodyPr/>
              <a:lstStyle/>
              <a:p>
                <a:endParaRPr lang="zh-CN" altLang="en-US"/>
              </a:p>
            </p:txBody>
          </p:sp>
        </p:grpSp>
        <p:grpSp>
          <p:nvGrpSpPr>
            <p:cNvPr id="31750" name="Group 46"/>
            <p:cNvGrpSpPr/>
            <p:nvPr/>
          </p:nvGrpSpPr>
          <p:grpSpPr>
            <a:xfrm>
              <a:off x="9006" y="2988"/>
              <a:ext cx="3565" cy="2082"/>
              <a:chOff x="3288" y="1378"/>
              <a:chExt cx="1615" cy="1001"/>
            </a:xfrm>
          </p:grpSpPr>
          <p:sp>
            <p:nvSpPr>
              <p:cNvPr id="31751" name="Freeform 48"/>
              <p:cNvSpPr/>
              <p:nvPr/>
            </p:nvSpPr>
            <p:spPr>
              <a:xfrm>
                <a:off x="3288" y="1653"/>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66FF"/>
              </a:solidFill>
              <a:ln w="9525">
                <a:noFill/>
              </a:ln>
            </p:spPr>
            <p:txBody>
              <a:bodyPr/>
              <a:lstStyle/>
              <a:p>
                <a:endParaRPr lang="zh-CN" altLang="en-US"/>
              </a:p>
            </p:txBody>
          </p:sp>
          <p:sp>
            <p:nvSpPr>
              <p:cNvPr id="31752" name="Freeform 50"/>
              <p:cNvSpPr/>
              <p:nvPr/>
            </p:nvSpPr>
            <p:spPr>
              <a:xfrm>
                <a:off x="3843" y="1509"/>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66FF"/>
              </a:solidFill>
              <a:ln w="9525">
                <a:noFill/>
              </a:ln>
            </p:spPr>
            <p:txBody>
              <a:bodyPr/>
              <a:lstStyle/>
              <a:p>
                <a:endParaRPr lang="zh-CN" altLang="en-US"/>
              </a:p>
            </p:txBody>
          </p:sp>
          <p:sp>
            <p:nvSpPr>
              <p:cNvPr id="31753" name="Freeform 52"/>
              <p:cNvSpPr/>
              <p:nvPr/>
            </p:nvSpPr>
            <p:spPr>
              <a:xfrm>
                <a:off x="4392" y="1378"/>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66FF"/>
              </a:solidFill>
              <a:ln w="9525">
                <a:noFill/>
              </a:ln>
            </p:spPr>
            <p:txBody>
              <a:bodyPr/>
              <a:lstStyle/>
              <a:p>
                <a:endParaRPr lang="zh-CN" altLang="en-US"/>
              </a:p>
            </p:txBody>
          </p:sp>
        </p:grpSp>
      </p:grpSp>
      <p:graphicFrame>
        <p:nvGraphicFramePr>
          <p:cNvPr id="15363" name="Object 1429"/>
          <p:cNvGraphicFramePr>
            <a:graphicFrameLocks noChangeAspect="1"/>
          </p:cNvGraphicFramePr>
          <p:nvPr/>
        </p:nvGraphicFramePr>
        <p:xfrm>
          <a:off x="936625" y="930275"/>
          <a:ext cx="2590800" cy="852488"/>
        </p:xfrm>
        <a:graphic>
          <a:graphicData uri="http://schemas.openxmlformats.org/presentationml/2006/ole">
            <mc:AlternateContent xmlns:mc="http://schemas.openxmlformats.org/markup-compatibility/2006">
              <mc:Choice xmlns:v="urn:schemas-microsoft-com:vml" Requires="v">
                <p:oleObj r:id="rId3" imgW="1231265" imgH="406400" progId="Equation.3">
                  <p:embed/>
                </p:oleObj>
              </mc:Choice>
              <mc:Fallback>
                <p:oleObj r:id="rId3" imgW="1231265" imgH="406400" progId="Equation.3">
                  <p:embed/>
                  <p:pic>
                    <p:nvPicPr>
                      <p:cNvPr id="0" name="图片 3197"/>
                      <p:cNvPicPr/>
                      <p:nvPr/>
                    </p:nvPicPr>
                    <p:blipFill>
                      <a:blip r:embed="rId4"/>
                      <a:stretch>
                        <a:fillRect/>
                      </a:stretch>
                    </p:blipFill>
                    <p:spPr>
                      <a:xfrm>
                        <a:off x="936625" y="930275"/>
                        <a:ext cx="2590800" cy="852488"/>
                      </a:xfrm>
                      <a:prstGeom prst="rect">
                        <a:avLst/>
                      </a:prstGeom>
                      <a:noFill/>
                      <a:ln w="28575" cap="flat" cmpd="sng">
                        <a:solidFill>
                          <a:srgbClr val="CC0000"/>
                        </a:solidFill>
                        <a:prstDash val="solid"/>
                        <a:miter/>
                        <a:headEnd type="none" w="med" len="med"/>
                        <a:tailEnd type="none" w="med" len="med"/>
                      </a:ln>
                    </p:spPr>
                  </p:pic>
                </p:oleObj>
              </mc:Fallback>
            </mc:AlternateContent>
          </a:graphicData>
        </a:graphic>
      </p:graphicFrame>
      <p:sp>
        <p:nvSpPr>
          <p:cNvPr id="12292" name="Text Box 4"/>
          <p:cNvSpPr txBox="1"/>
          <p:nvPr/>
        </p:nvSpPr>
        <p:spPr>
          <a:xfrm>
            <a:off x="212725" y="192088"/>
            <a:ext cx="5689600" cy="522287"/>
          </a:xfrm>
          <a:prstGeom prst="rect">
            <a:avLst/>
          </a:prstGeom>
          <a:noFill/>
          <a:ln w="9525">
            <a:noFill/>
          </a:ln>
        </p:spPr>
        <p:txBody>
          <a:bodyPr wrap="square" anchor="t" anchorCtr="0">
            <a:spAutoFit/>
          </a:bodyPr>
          <a:lstStyle/>
          <a:p>
            <a:pPr>
              <a:spcBef>
                <a:spcPct val="50000"/>
              </a:spcBef>
            </a:pPr>
            <a:r>
              <a:rPr lang="en-US" altLang="zh-CN" sz="2800" b="1" dirty="0">
                <a:solidFill>
                  <a:srgbClr val="CC0000"/>
                </a:solidFill>
                <a:latin typeface="Times New Roman" panose="02020603050405020304" pitchFamily="18" charset="0"/>
                <a:ea typeface="黑体" panose="02010609060101010101" pitchFamily="49" charset="-122"/>
              </a:rPr>
              <a:t>2</a:t>
            </a:r>
            <a:r>
              <a:rPr lang="zh-CN" altLang="en-US" sz="2800" b="1" dirty="0">
                <a:solidFill>
                  <a:srgbClr val="CC0000"/>
                </a:solidFill>
                <a:latin typeface="Times New Roman" panose="02020603050405020304" pitchFamily="18" charset="0"/>
                <a:ea typeface="黑体" panose="02010609060101010101" pitchFamily="49" charset="-122"/>
              </a:rPr>
              <a:t>）</a:t>
            </a:r>
            <a:r>
              <a:rPr lang="zh-CN" altLang="en-US" sz="2800" b="1" dirty="0">
                <a:solidFill>
                  <a:srgbClr val="0033CC"/>
                </a:solidFill>
                <a:latin typeface="楷体" panose="02010609060101010101" pitchFamily="49" charset="-122"/>
                <a:ea typeface="楷体" panose="02010609060101010101" pitchFamily="49" charset="-122"/>
              </a:rPr>
              <a:t>相邻明纹所对应的薄膜厚度差</a:t>
            </a:r>
          </a:p>
        </p:txBody>
      </p:sp>
      <p:sp>
        <p:nvSpPr>
          <p:cNvPr id="35" name="Text Box 2"/>
          <p:cNvSpPr txBox="1"/>
          <p:nvPr/>
        </p:nvSpPr>
        <p:spPr>
          <a:xfrm>
            <a:off x="260350" y="2000250"/>
            <a:ext cx="3332163" cy="522288"/>
          </a:xfrm>
          <a:prstGeom prst="rect">
            <a:avLst/>
          </a:prstGeom>
          <a:noFill/>
          <a:ln w="9525">
            <a:noFill/>
          </a:ln>
        </p:spPr>
        <p:txBody>
          <a:bodyPr wrap="square" anchor="t" anchorCtr="0">
            <a:spAutoFit/>
          </a:bodyPr>
          <a:lstStyle/>
          <a:p>
            <a:pPr>
              <a:spcBef>
                <a:spcPct val="50000"/>
              </a:spcBef>
            </a:pPr>
            <a:r>
              <a:rPr lang="en-US" altLang="zh-CN" sz="2800" b="1" dirty="0">
                <a:solidFill>
                  <a:srgbClr val="CC0000"/>
                </a:solidFill>
                <a:latin typeface="Times New Roman" panose="02020603050405020304" pitchFamily="18" charset="0"/>
                <a:ea typeface="黑体" panose="02010609060101010101" pitchFamily="49" charset="-122"/>
              </a:rPr>
              <a:t>3</a:t>
            </a:r>
            <a:r>
              <a:rPr lang="zh-CN" altLang="en-US" sz="2800" b="1" dirty="0">
                <a:solidFill>
                  <a:srgbClr val="CC0000"/>
                </a:solidFill>
                <a:latin typeface="Times New Roman" panose="02020603050405020304" pitchFamily="18" charset="0"/>
                <a:ea typeface="黑体" panose="02010609060101010101" pitchFamily="49" charset="-122"/>
              </a:rPr>
              <a:t>）</a:t>
            </a:r>
            <a:r>
              <a:rPr lang="zh-CN" altLang="en-US" sz="2800" b="1" dirty="0">
                <a:solidFill>
                  <a:srgbClr val="0033CC"/>
                </a:solidFill>
                <a:latin typeface="楷体" panose="02010609060101010101" pitchFamily="49" charset="-122"/>
                <a:ea typeface="楷体" panose="02010609060101010101" pitchFamily="49" charset="-122"/>
              </a:rPr>
              <a:t>相邻明纹的间距</a:t>
            </a:r>
          </a:p>
        </p:txBody>
      </p:sp>
      <p:graphicFrame>
        <p:nvGraphicFramePr>
          <p:cNvPr id="6" name="Object 1430"/>
          <p:cNvGraphicFramePr>
            <a:graphicFrameLocks noChangeAspect="1"/>
          </p:cNvGraphicFramePr>
          <p:nvPr/>
        </p:nvGraphicFramePr>
        <p:xfrm>
          <a:off x="3006725" y="2525713"/>
          <a:ext cx="1254125" cy="1111250"/>
        </p:xfrm>
        <a:graphic>
          <a:graphicData uri="http://schemas.openxmlformats.org/presentationml/2006/ole">
            <mc:AlternateContent xmlns:mc="http://schemas.openxmlformats.org/markup-compatibility/2006">
              <mc:Choice xmlns:v="urn:schemas-microsoft-com:vml" Requires="v">
                <p:oleObj r:id="rId5" imgW="444500" imgH="393700" progId="Equation.DSMT4">
                  <p:embed/>
                </p:oleObj>
              </mc:Choice>
              <mc:Fallback>
                <p:oleObj r:id="rId5" imgW="444500" imgH="393700" progId="Equation.DSMT4">
                  <p:embed/>
                  <p:pic>
                    <p:nvPicPr>
                      <p:cNvPr id="0" name="图片 3201"/>
                      <p:cNvPicPr/>
                      <p:nvPr/>
                    </p:nvPicPr>
                    <p:blipFill>
                      <a:blip r:embed="rId6"/>
                      <a:stretch>
                        <a:fillRect/>
                      </a:stretch>
                    </p:blipFill>
                    <p:spPr>
                      <a:xfrm>
                        <a:off x="3006725" y="2525713"/>
                        <a:ext cx="1254125" cy="1111250"/>
                      </a:xfrm>
                      <a:prstGeom prst="rect">
                        <a:avLst/>
                      </a:prstGeom>
                      <a:noFill/>
                      <a:ln w="38100">
                        <a:noFill/>
                        <a:miter/>
                      </a:ln>
                    </p:spPr>
                  </p:pic>
                </p:oleObj>
              </mc:Fallback>
            </mc:AlternateContent>
          </a:graphicData>
        </a:graphic>
      </p:graphicFrame>
      <p:graphicFrame>
        <p:nvGraphicFramePr>
          <p:cNvPr id="7" name="Object 1431"/>
          <p:cNvGraphicFramePr>
            <a:graphicFrameLocks noChangeAspect="1"/>
          </p:cNvGraphicFramePr>
          <p:nvPr/>
        </p:nvGraphicFramePr>
        <p:xfrm>
          <a:off x="276225" y="2620963"/>
          <a:ext cx="1149350" cy="981075"/>
        </p:xfrm>
        <a:graphic>
          <a:graphicData uri="http://schemas.openxmlformats.org/presentationml/2006/ole">
            <mc:AlternateContent xmlns:mc="http://schemas.openxmlformats.org/markup-compatibility/2006">
              <mc:Choice xmlns:v="urn:schemas-microsoft-com:vml" Requires="v">
                <p:oleObj r:id="rId7" imgW="571500" imgH="393700" progId="Equation.DSMT4">
                  <p:embed/>
                </p:oleObj>
              </mc:Choice>
              <mc:Fallback>
                <p:oleObj r:id="rId7" imgW="571500" imgH="393700" progId="Equation.DSMT4">
                  <p:embed/>
                  <p:pic>
                    <p:nvPicPr>
                      <p:cNvPr id="0" name="图片 3204"/>
                      <p:cNvPicPr/>
                      <p:nvPr/>
                    </p:nvPicPr>
                    <p:blipFill>
                      <a:blip r:embed="rId8"/>
                      <a:stretch>
                        <a:fillRect/>
                      </a:stretch>
                    </p:blipFill>
                    <p:spPr>
                      <a:xfrm>
                        <a:off x="276225" y="2620963"/>
                        <a:ext cx="1149350" cy="981075"/>
                      </a:xfrm>
                      <a:prstGeom prst="rect">
                        <a:avLst/>
                      </a:prstGeom>
                      <a:noFill/>
                      <a:ln w="38100">
                        <a:noFill/>
                        <a:miter/>
                      </a:ln>
                    </p:spPr>
                  </p:pic>
                </p:oleObj>
              </mc:Fallback>
            </mc:AlternateContent>
          </a:graphicData>
        </a:graphic>
      </p:graphicFrame>
      <p:graphicFrame>
        <p:nvGraphicFramePr>
          <p:cNvPr id="8" name="Object 1432"/>
          <p:cNvGraphicFramePr>
            <a:graphicFrameLocks noChangeAspect="1"/>
          </p:cNvGraphicFramePr>
          <p:nvPr/>
        </p:nvGraphicFramePr>
        <p:xfrm>
          <a:off x="1466850" y="2571750"/>
          <a:ext cx="1524000" cy="1017588"/>
        </p:xfrm>
        <a:graphic>
          <a:graphicData uri="http://schemas.openxmlformats.org/presentationml/2006/ole">
            <mc:AlternateContent xmlns:mc="http://schemas.openxmlformats.org/markup-compatibility/2006">
              <mc:Choice xmlns:v="urn:schemas-microsoft-com:vml" Requires="v">
                <p:oleObj r:id="rId9" imgW="660400" imgH="393700" progId="Equation.DSMT4">
                  <p:embed/>
                </p:oleObj>
              </mc:Choice>
              <mc:Fallback>
                <p:oleObj r:id="rId9" imgW="660400" imgH="393700" progId="Equation.DSMT4">
                  <p:embed/>
                  <p:pic>
                    <p:nvPicPr>
                      <p:cNvPr id="0" name="图片 3199"/>
                      <p:cNvPicPr/>
                      <p:nvPr/>
                    </p:nvPicPr>
                    <p:blipFill>
                      <a:blip r:embed="rId10"/>
                      <a:stretch>
                        <a:fillRect/>
                      </a:stretch>
                    </p:blipFill>
                    <p:spPr>
                      <a:xfrm>
                        <a:off x="1466850" y="2571750"/>
                        <a:ext cx="1524000" cy="1017588"/>
                      </a:xfrm>
                      <a:prstGeom prst="rect">
                        <a:avLst/>
                      </a:prstGeom>
                      <a:noFill/>
                      <a:ln w="38100">
                        <a:noFill/>
                        <a:miter/>
                      </a:ln>
                    </p:spPr>
                  </p:pic>
                </p:oleObj>
              </mc:Fallback>
            </mc:AlternateContent>
          </a:graphicData>
        </a:graphic>
      </p:graphicFrame>
      <p:graphicFrame>
        <p:nvGraphicFramePr>
          <p:cNvPr id="9" name="Object 1433"/>
          <p:cNvGraphicFramePr>
            <a:graphicFrameLocks noChangeAspect="1"/>
          </p:cNvGraphicFramePr>
          <p:nvPr/>
        </p:nvGraphicFramePr>
        <p:xfrm>
          <a:off x="5969000" y="4054475"/>
          <a:ext cx="1616075" cy="1025525"/>
        </p:xfrm>
        <a:graphic>
          <a:graphicData uri="http://schemas.openxmlformats.org/presentationml/2006/ole">
            <mc:AlternateContent xmlns:mc="http://schemas.openxmlformats.org/markup-compatibility/2006">
              <mc:Choice xmlns:v="urn:schemas-microsoft-com:vml" Requires="v">
                <p:oleObj r:id="rId11" imgW="635000" imgH="406400" progId="Equation.3">
                  <p:embed/>
                </p:oleObj>
              </mc:Choice>
              <mc:Fallback>
                <p:oleObj r:id="rId11" imgW="635000" imgH="406400" progId="Equation.3">
                  <p:embed/>
                  <p:pic>
                    <p:nvPicPr>
                      <p:cNvPr id="0" name="图片 3200"/>
                      <p:cNvPicPr/>
                      <p:nvPr/>
                    </p:nvPicPr>
                    <p:blipFill>
                      <a:blip r:embed="rId12"/>
                      <a:stretch>
                        <a:fillRect/>
                      </a:stretch>
                    </p:blipFill>
                    <p:spPr>
                      <a:xfrm>
                        <a:off x="5969000" y="4054475"/>
                        <a:ext cx="1616075" cy="1025525"/>
                      </a:xfrm>
                      <a:prstGeom prst="rect">
                        <a:avLst/>
                      </a:prstGeom>
                      <a:noFill/>
                      <a:ln w="28575" cap="flat" cmpd="sng">
                        <a:solidFill>
                          <a:srgbClr val="CC0000"/>
                        </a:solidFill>
                        <a:prstDash val="solid"/>
                        <a:miter/>
                        <a:headEnd type="none" w="med" len="med"/>
                        <a:tailEnd type="none" w="med" len="lg"/>
                      </a:ln>
                    </p:spPr>
                  </p:pic>
                </p:oleObj>
              </mc:Fallback>
            </mc:AlternateContent>
          </a:graphicData>
        </a:graphic>
      </p:graphicFrame>
      <p:grpSp>
        <p:nvGrpSpPr>
          <p:cNvPr id="11" name="Group 14"/>
          <p:cNvGrpSpPr/>
          <p:nvPr/>
        </p:nvGrpSpPr>
        <p:grpSpPr>
          <a:xfrm>
            <a:off x="6581775" y="2982913"/>
            <a:ext cx="530225" cy="614362"/>
            <a:chOff x="4475" y="1240"/>
            <a:chExt cx="334" cy="542"/>
          </a:xfrm>
        </p:grpSpPr>
        <p:sp>
          <p:nvSpPr>
            <p:cNvPr id="31762" name="Line 15"/>
            <p:cNvSpPr/>
            <p:nvPr/>
          </p:nvSpPr>
          <p:spPr>
            <a:xfrm>
              <a:off x="4475" y="1298"/>
              <a:ext cx="0" cy="328"/>
            </a:xfrm>
            <a:prstGeom prst="line">
              <a:avLst/>
            </a:prstGeom>
            <a:ln w="19050" cap="flat" cmpd="sng">
              <a:solidFill>
                <a:schemeClr val="tx1"/>
              </a:solidFill>
              <a:prstDash val="dash"/>
              <a:round/>
              <a:headEnd type="none" w="med" len="med"/>
              <a:tailEnd type="none" w="med" len="lg"/>
            </a:ln>
          </p:spPr>
        </p:sp>
        <p:graphicFrame>
          <p:nvGraphicFramePr>
            <p:cNvPr id="31763" name="Object 1436"/>
            <p:cNvGraphicFramePr>
              <a:graphicFrameLocks noChangeAspect="1"/>
            </p:cNvGraphicFramePr>
            <p:nvPr/>
          </p:nvGraphicFramePr>
          <p:xfrm>
            <a:off x="4495" y="1240"/>
            <a:ext cx="314" cy="542"/>
          </p:xfrm>
          <a:graphic>
            <a:graphicData uri="http://schemas.openxmlformats.org/presentationml/2006/ole">
              <mc:AlternateContent xmlns:mc="http://schemas.openxmlformats.org/markup-compatibility/2006">
                <mc:Choice xmlns:v="urn:schemas-microsoft-com:vml" Requires="v">
                  <p:oleObj r:id="rId13" imgW="152400" imgH="241300" progId="Equation.3">
                    <p:embed/>
                  </p:oleObj>
                </mc:Choice>
                <mc:Fallback>
                  <p:oleObj r:id="rId13" imgW="152400" imgH="241300" progId="Equation.3">
                    <p:embed/>
                    <p:pic>
                      <p:nvPicPr>
                        <p:cNvPr id="0" name="图片 3202"/>
                        <p:cNvPicPr/>
                        <p:nvPr/>
                      </p:nvPicPr>
                      <p:blipFill>
                        <a:blip r:embed="rId14"/>
                        <a:stretch>
                          <a:fillRect/>
                        </a:stretch>
                      </p:blipFill>
                      <p:spPr>
                        <a:xfrm>
                          <a:off x="4495" y="1240"/>
                          <a:ext cx="314" cy="542"/>
                        </a:xfrm>
                        <a:prstGeom prst="rect">
                          <a:avLst/>
                        </a:prstGeom>
                        <a:noFill/>
                        <a:ln w="38100">
                          <a:noFill/>
                          <a:miter/>
                        </a:ln>
                      </p:spPr>
                    </p:pic>
                  </p:oleObj>
                </mc:Fallback>
              </mc:AlternateContent>
            </a:graphicData>
          </a:graphic>
        </p:graphicFrame>
      </p:grpSp>
      <p:grpSp>
        <p:nvGrpSpPr>
          <p:cNvPr id="12" name="Group 17"/>
          <p:cNvGrpSpPr/>
          <p:nvPr/>
        </p:nvGrpSpPr>
        <p:grpSpPr>
          <a:xfrm>
            <a:off x="7397750" y="2844800"/>
            <a:ext cx="681038" cy="792163"/>
            <a:chOff x="5057" y="1157"/>
            <a:chExt cx="429" cy="649"/>
          </a:xfrm>
        </p:grpSpPr>
        <p:graphicFrame>
          <p:nvGraphicFramePr>
            <p:cNvPr id="31765" name="Object 1437"/>
            <p:cNvGraphicFramePr>
              <a:graphicFrameLocks noChangeAspect="1"/>
            </p:cNvGraphicFramePr>
            <p:nvPr/>
          </p:nvGraphicFramePr>
          <p:xfrm>
            <a:off x="5083" y="1253"/>
            <a:ext cx="403" cy="553"/>
          </p:xfrm>
          <a:graphic>
            <a:graphicData uri="http://schemas.openxmlformats.org/presentationml/2006/ole">
              <mc:AlternateContent xmlns:mc="http://schemas.openxmlformats.org/markup-compatibility/2006">
                <mc:Choice xmlns:v="urn:schemas-microsoft-com:vml" Requires="v">
                  <p:oleObj r:id="rId15" imgW="266700" imgH="228600" progId="Equation.3">
                    <p:embed/>
                  </p:oleObj>
                </mc:Choice>
                <mc:Fallback>
                  <p:oleObj r:id="rId15" imgW="266700" imgH="228600" progId="Equation.3">
                    <p:embed/>
                    <p:pic>
                      <p:nvPicPr>
                        <p:cNvPr id="0" name="图片 3196"/>
                        <p:cNvPicPr/>
                        <p:nvPr/>
                      </p:nvPicPr>
                      <p:blipFill>
                        <a:blip r:embed="rId16"/>
                        <a:stretch>
                          <a:fillRect/>
                        </a:stretch>
                      </p:blipFill>
                      <p:spPr>
                        <a:xfrm>
                          <a:off x="5083" y="1253"/>
                          <a:ext cx="403" cy="553"/>
                        </a:xfrm>
                        <a:prstGeom prst="rect">
                          <a:avLst/>
                        </a:prstGeom>
                        <a:noFill/>
                        <a:ln w="38100">
                          <a:noFill/>
                          <a:miter/>
                        </a:ln>
                      </p:spPr>
                    </p:pic>
                  </p:oleObj>
                </mc:Fallback>
              </mc:AlternateContent>
            </a:graphicData>
          </a:graphic>
        </p:graphicFrame>
        <p:sp>
          <p:nvSpPr>
            <p:cNvPr id="31766" name="Line 19"/>
            <p:cNvSpPr/>
            <p:nvPr/>
          </p:nvSpPr>
          <p:spPr>
            <a:xfrm flipV="1">
              <a:off x="5057" y="1157"/>
              <a:ext cx="0" cy="477"/>
            </a:xfrm>
            <a:prstGeom prst="line">
              <a:avLst/>
            </a:prstGeom>
            <a:ln w="19050" cap="flat" cmpd="sng">
              <a:solidFill>
                <a:schemeClr val="tx1"/>
              </a:solidFill>
              <a:prstDash val="dash"/>
              <a:round/>
              <a:headEnd type="none" w="med" len="med"/>
              <a:tailEnd type="none" w="med" len="lg"/>
            </a:ln>
          </p:spPr>
        </p:sp>
      </p:grpSp>
      <p:grpSp>
        <p:nvGrpSpPr>
          <p:cNvPr id="13" name="Group 20"/>
          <p:cNvGrpSpPr/>
          <p:nvPr/>
        </p:nvGrpSpPr>
        <p:grpSpPr>
          <a:xfrm>
            <a:off x="7400925" y="2773363"/>
            <a:ext cx="590550" cy="396875"/>
            <a:chOff x="2088" y="595"/>
            <a:chExt cx="372" cy="250"/>
          </a:xfrm>
        </p:grpSpPr>
        <p:sp>
          <p:nvSpPr>
            <p:cNvPr id="31768" name="Line 21"/>
            <p:cNvSpPr/>
            <p:nvPr/>
          </p:nvSpPr>
          <p:spPr>
            <a:xfrm>
              <a:off x="2088" y="637"/>
              <a:ext cx="0" cy="150"/>
            </a:xfrm>
            <a:prstGeom prst="line">
              <a:avLst/>
            </a:prstGeom>
            <a:ln w="38100" cap="flat" cmpd="sng">
              <a:solidFill>
                <a:srgbClr val="FF00FF"/>
              </a:solidFill>
              <a:prstDash val="solid"/>
              <a:round/>
              <a:headEnd type="none" w="med" len="med"/>
              <a:tailEnd type="none" w="med" len="lg"/>
            </a:ln>
          </p:spPr>
        </p:sp>
        <p:graphicFrame>
          <p:nvGraphicFramePr>
            <p:cNvPr id="31769" name="Object 1438"/>
            <p:cNvGraphicFramePr>
              <a:graphicFrameLocks noChangeAspect="1"/>
            </p:cNvGraphicFramePr>
            <p:nvPr/>
          </p:nvGraphicFramePr>
          <p:xfrm>
            <a:off x="2154" y="595"/>
            <a:ext cx="306" cy="250"/>
          </p:xfrm>
          <a:graphic>
            <a:graphicData uri="http://schemas.openxmlformats.org/presentationml/2006/ole">
              <mc:AlternateContent xmlns:mc="http://schemas.openxmlformats.org/markup-compatibility/2006">
                <mc:Choice xmlns:v="urn:schemas-microsoft-com:vml" Requires="v">
                  <p:oleObj r:id="rId17" imgW="215900" imgH="177800" progId="Equation.3">
                    <p:embed/>
                  </p:oleObj>
                </mc:Choice>
                <mc:Fallback>
                  <p:oleObj r:id="rId17" imgW="215900" imgH="177800" progId="Equation.3">
                    <p:embed/>
                    <p:pic>
                      <p:nvPicPr>
                        <p:cNvPr id="0" name="图片 3203"/>
                        <p:cNvPicPr/>
                        <p:nvPr/>
                      </p:nvPicPr>
                      <p:blipFill>
                        <a:blip r:embed="rId18"/>
                        <a:stretch>
                          <a:fillRect/>
                        </a:stretch>
                      </p:blipFill>
                      <p:spPr>
                        <a:xfrm>
                          <a:off x="2154" y="595"/>
                          <a:ext cx="306" cy="250"/>
                        </a:xfrm>
                        <a:prstGeom prst="rect">
                          <a:avLst/>
                        </a:prstGeom>
                        <a:noFill/>
                        <a:ln w="38100">
                          <a:noFill/>
                          <a:miter/>
                        </a:ln>
                      </p:spPr>
                    </p:pic>
                  </p:oleObj>
                </mc:Fallback>
              </mc:AlternateContent>
            </a:graphicData>
          </a:graphic>
        </p:graphicFrame>
      </p:grpSp>
      <p:sp>
        <p:nvSpPr>
          <p:cNvPr id="122" name="Line 23"/>
          <p:cNvSpPr/>
          <p:nvPr/>
        </p:nvSpPr>
        <p:spPr>
          <a:xfrm>
            <a:off x="6559550" y="3068638"/>
            <a:ext cx="835025" cy="11112"/>
          </a:xfrm>
          <a:prstGeom prst="line">
            <a:avLst/>
          </a:prstGeom>
          <a:ln w="38100" cap="flat" cmpd="sng">
            <a:solidFill>
              <a:srgbClr val="0000CC"/>
            </a:solidFill>
            <a:prstDash val="sysDot"/>
            <a:round/>
            <a:headEnd type="none" w="med" len="med"/>
            <a:tailEnd type="none" w="med" len="lg"/>
          </a:ln>
        </p:spPr>
      </p:sp>
      <p:grpSp>
        <p:nvGrpSpPr>
          <p:cNvPr id="14" name="组合 122"/>
          <p:cNvGrpSpPr/>
          <p:nvPr/>
        </p:nvGrpSpPr>
        <p:grpSpPr>
          <a:xfrm>
            <a:off x="6553200" y="2530475"/>
            <a:ext cx="850900" cy="520700"/>
            <a:chOff x="7026164" y="1989461"/>
            <a:chExt cx="808355" cy="521335"/>
          </a:xfrm>
        </p:grpSpPr>
        <p:sp>
          <p:nvSpPr>
            <p:cNvPr id="31772" name="Line 27"/>
            <p:cNvSpPr/>
            <p:nvPr/>
          </p:nvSpPr>
          <p:spPr>
            <a:xfrm flipV="1">
              <a:off x="7026164" y="2284101"/>
              <a:ext cx="808355" cy="226695"/>
            </a:xfrm>
            <a:prstGeom prst="line">
              <a:avLst/>
            </a:prstGeom>
            <a:ln w="63500" cap="flat" cmpd="sng">
              <a:solidFill>
                <a:srgbClr val="FF0000"/>
              </a:solidFill>
              <a:prstDash val="solid"/>
              <a:round/>
              <a:headEnd type="stealth" w="sm" len="sm"/>
              <a:tailEnd type="stealth" w="sm" len="sm"/>
            </a:ln>
          </p:spPr>
        </p:sp>
        <p:graphicFrame>
          <p:nvGraphicFramePr>
            <p:cNvPr id="31773" name="Object 1439"/>
            <p:cNvGraphicFramePr>
              <a:graphicFrameLocks noChangeAspect="1"/>
            </p:cNvGraphicFramePr>
            <p:nvPr/>
          </p:nvGraphicFramePr>
          <p:xfrm>
            <a:off x="7308776" y="1989461"/>
            <a:ext cx="246063" cy="431800"/>
          </p:xfrm>
          <a:graphic>
            <a:graphicData uri="http://schemas.openxmlformats.org/presentationml/2006/ole">
              <mc:AlternateContent xmlns:mc="http://schemas.openxmlformats.org/markup-compatibility/2006">
                <mc:Choice xmlns:v="urn:schemas-microsoft-com:vml" Requires="v">
                  <p:oleObj r:id="rId19" imgW="101600" imgH="177800" progId="Equation.3">
                    <p:embed/>
                  </p:oleObj>
                </mc:Choice>
                <mc:Fallback>
                  <p:oleObj r:id="rId19" imgW="101600" imgH="177800" progId="Equation.3">
                    <p:embed/>
                    <p:pic>
                      <p:nvPicPr>
                        <p:cNvPr id="0" name="图片 3198"/>
                        <p:cNvPicPr/>
                        <p:nvPr/>
                      </p:nvPicPr>
                      <p:blipFill>
                        <a:blip r:embed="rId20"/>
                        <a:stretch>
                          <a:fillRect/>
                        </a:stretch>
                      </p:blipFill>
                      <p:spPr>
                        <a:xfrm>
                          <a:off x="7308776" y="1989461"/>
                          <a:ext cx="246063" cy="431800"/>
                        </a:xfrm>
                        <a:prstGeom prst="rect">
                          <a:avLst/>
                        </a:prstGeom>
                        <a:noFill/>
                        <a:ln w="38100">
                          <a:noFill/>
                          <a:miter/>
                        </a:ln>
                      </p:spPr>
                    </p:pic>
                  </p:oleObj>
                </mc:Fallback>
              </mc:AlternateContent>
            </a:graphicData>
          </a:graphic>
        </p:graphicFrame>
      </p:grpSp>
      <p:sp>
        <p:nvSpPr>
          <p:cNvPr id="56" name="Rectangle 90"/>
          <p:cNvSpPr/>
          <p:nvPr/>
        </p:nvSpPr>
        <p:spPr>
          <a:xfrm>
            <a:off x="338138" y="3968750"/>
            <a:ext cx="4421187" cy="1198563"/>
          </a:xfrm>
          <a:prstGeom prst="rect">
            <a:avLst/>
          </a:prstGeom>
          <a:noFill/>
          <a:ln w="9525">
            <a:noFill/>
          </a:ln>
        </p:spPr>
        <p:txBody>
          <a:bodyPr wrap="square" anchor="ctr" anchorCtr="0">
            <a:spAutoFit/>
          </a:bodyPr>
          <a:lstStyle/>
          <a:p>
            <a:pPr>
              <a:lnSpc>
                <a:spcPct val="150000"/>
              </a:lnSpc>
            </a:pPr>
            <a:r>
              <a:rPr lang="en-US" altLang="zh-CN" sz="2400" b="1" dirty="0">
                <a:solidFill>
                  <a:srgbClr val="FF0000"/>
                </a:solidFill>
                <a:latin typeface="楷体_GB2312"/>
                <a:ea typeface="楷体_GB2312"/>
              </a:rPr>
              <a:t>4</a:t>
            </a:r>
            <a:r>
              <a:rPr lang="zh-CN" altLang="en-US" sz="2400" b="1" dirty="0">
                <a:solidFill>
                  <a:srgbClr val="FF0000"/>
                </a:solidFill>
                <a:latin typeface="楷体_GB2312"/>
                <a:ea typeface="楷体_GB2312"/>
              </a:rPr>
              <a:t>）</a:t>
            </a:r>
            <a:r>
              <a:rPr lang="zh-CN" altLang="en-US" sz="2400" b="1" dirty="0">
                <a:latin typeface="楷体_GB2312"/>
                <a:ea typeface="楷体_GB2312"/>
              </a:rPr>
              <a:t>条纹形状：平行于</a:t>
            </a:r>
            <a:r>
              <a:rPr lang="zh-CN" altLang="en-US" sz="2400" b="1" dirty="0">
                <a:latin typeface="楷体_GB2312"/>
                <a:ea typeface="楷体_GB2312"/>
                <a:sym typeface="Symbol" panose="05050102010706020507" pitchFamily="18" charset="2"/>
              </a:rPr>
              <a:t>棱边</a:t>
            </a:r>
            <a:r>
              <a:rPr lang="zh-CN" altLang="en-US" sz="2400" b="1" dirty="0">
                <a:latin typeface="楷体_GB2312"/>
                <a:ea typeface="楷体_GB2312"/>
              </a:rPr>
              <a:t>明暗相间均匀分布的直条纹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linds(horizontal)">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22"/>
                                        </p:tgtEl>
                                        <p:attrNameLst>
                                          <p:attrName>style.visibility</p:attrName>
                                        </p:attrNameLst>
                                      </p:cBhvr>
                                      <p:to>
                                        <p:strVal val="visible"/>
                                      </p:to>
                                    </p:set>
                                    <p:animEffect transition="in" filter="blinds(horizontal)">
                                      <p:cBhvr>
                                        <p:cTn id="25" dur="500"/>
                                        <p:tgtEl>
                                          <p:spTgt spid="12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5" fill="hold" nodeType="clickEffect">
                                  <p:stCondLst>
                                    <p:cond delay="0"/>
                                  </p:stCondLst>
                                  <p:childTnLst>
                                    <p:set>
                                      <p:cBhvr>
                                        <p:cTn id="34" dur="1" fill="hold">
                                          <p:stCondLst>
                                            <p:cond delay="0"/>
                                          </p:stCondLst>
                                        </p:cTn>
                                        <p:tgtEl>
                                          <p:spTgt spid="15363"/>
                                        </p:tgtEl>
                                        <p:attrNameLst>
                                          <p:attrName>style.visibility</p:attrName>
                                        </p:attrNameLst>
                                      </p:cBhvr>
                                      <p:to>
                                        <p:strVal val="visible"/>
                                      </p:to>
                                    </p:set>
                                    <p:animEffect transition="in" filter="blinds(vertical)">
                                      <p:cBhvr>
                                        <p:cTn id="35" dur="500"/>
                                        <p:tgtEl>
                                          <p:spTgt spid="15363"/>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blinds(horizontal)">
                                      <p:cBhvr>
                                        <p:cTn id="40" dur="500"/>
                                        <p:tgtEl>
                                          <p:spTgt spid="35"/>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wipe(left)">
                                      <p:cBhvr>
                                        <p:cTn id="49" dur="500"/>
                                        <p:tgtEl>
                                          <p:spTgt spid="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wipe(left)">
                                      <p:cBhvr>
                                        <p:cTn id="54" dur="500"/>
                                        <p:tgtEl>
                                          <p:spTgt spid="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wipe(left)">
                                      <p:cBhvr>
                                        <p:cTn id="59" dur="500"/>
                                        <p:tgtEl>
                                          <p:spTgt spid="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wipe(left)">
                                      <p:cBhvr>
                                        <p:cTn id="64" dur="500"/>
                                        <p:tgtEl>
                                          <p:spTgt spid="9"/>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56"/>
                                        </p:tgtEl>
                                        <p:attrNameLst>
                                          <p:attrName>style.visibility</p:attrName>
                                        </p:attrNameLst>
                                      </p:cBhvr>
                                      <p:to>
                                        <p:strVal val="visible"/>
                                      </p:to>
                                    </p:set>
                                    <p:animEffect transition="in" filter="blinds(horizontal)">
                                      <p:cBhvr>
                                        <p:cTn id="6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P spid="35" grpId="0"/>
      <p:bldP spid="5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descr="白色大理石"/>
          <p:cNvSpPr/>
          <p:nvPr/>
        </p:nvSpPr>
        <p:spPr>
          <a:xfrm>
            <a:off x="990600" y="5310188"/>
            <a:ext cx="7315200" cy="228600"/>
          </a:xfrm>
          <a:prstGeom prst="rect">
            <a:avLst/>
          </a:prstGeom>
          <a:blipFill rotWithShape="1">
            <a:blip r:embed="rId2"/>
          </a:blipFill>
          <a:ln w="28575" cap="flat" cmpd="sng">
            <a:solidFill>
              <a:schemeClr val="tx1"/>
            </a:solidFill>
            <a:prstDash val="solid"/>
            <a:miter/>
            <a:headEnd type="none" w="med" len="med"/>
            <a:tailEnd type="none" w="med" len="med"/>
          </a:ln>
        </p:spPr>
        <p:txBody>
          <a:bodyPr wrap="none" anchor="ctr" anchorCtr="0"/>
          <a:lstStyle/>
          <a:p>
            <a:endParaRPr lang="zh-CN" altLang="en-US" sz="3200" b="1" dirty="0">
              <a:latin typeface="Arial" panose="020B0604020202020204" pitchFamily="34" charset="0"/>
              <a:ea typeface="宋体" panose="02010600030101010101" pitchFamily="2" charset="-122"/>
            </a:endParaRPr>
          </a:p>
        </p:txBody>
      </p:sp>
      <p:sp>
        <p:nvSpPr>
          <p:cNvPr id="3" name="Rectangle 3"/>
          <p:cNvSpPr/>
          <p:nvPr/>
        </p:nvSpPr>
        <p:spPr>
          <a:xfrm rot="-115315">
            <a:off x="992188" y="4968875"/>
            <a:ext cx="7315200" cy="187325"/>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lstStyle/>
          <a:p>
            <a:endParaRPr lang="zh-CN" altLang="en-US" sz="3200" b="1" dirty="0">
              <a:latin typeface="Arial" panose="020B0604020202020204" pitchFamily="34" charset="0"/>
              <a:ea typeface="宋体" panose="02010600030101010101" pitchFamily="2" charset="-122"/>
            </a:endParaRPr>
          </a:p>
        </p:txBody>
      </p:sp>
      <p:sp>
        <p:nvSpPr>
          <p:cNvPr id="4" name="Rectangle 4"/>
          <p:cNvSpPr/>
          <p:nvPr/>
        </p:nvSpPr>
        <p:spPr>
          <a:xfrm>
            <a:off x="7981950" y="5062538"/>
            <a:ext cx="457200" cy="228600"/>
          </a:xfrm>
          <a:prstGeom prst="rect">
            <a:avLst/>
          </a:prstGeom>
          <a:solidFill>
            <a:srgbClr val="F3F3F7"/>
          </a:solidFill>
          <a:ln w="38100" cap="flat" cmpd="sng">
            <a:solidFill>
              <a:schemeClr val="tx1"/>
            </a:solidFill>
            <a:prstDash val="solid"/>
            <a:miter/>
            <a:headEnd type="none" w="med" len="med"/>
            <a:tailEnd type="none" w="med" len="med"/>
          </a:ln>
        </p:spPr>
        <p:txBody>
          <a:bodyPr wrap="none" anchor="ctr" anchorCtr="0"/>
          <a:lstStyle/>
          <a:p>
            <a:endParaRPr lang="zh-CN" altLang="en-US" sz="3200" b="1" dirty="0">
              <a:latin typeface="Arial" panose="020B0604020202020204" pitchFamily="34" charset="0"/>
              <a:ea typeface="宋体" panose="02010600030101010101" pitchFamily="2" charset="-122"/>
            </a:endParaRPr>
          </a:p>
        </p:txBody>
      </p:sp>
      <p:sp>
        <p:nvSpPr>
          <p:cNvPr id="5" name="AutoShape 27"/>
          <p:cNvSpPr/>
          <p:nvPr/>
        </p:nvSpPr>
        <p:spPr>
          <a:xfrm>
            <a:off x="2971800" y="5919788"/>
            <a:ext cx="2209800" cy="533400"/>
          </a:xfrm>
          <a:prstGeom prst="wedgeRoundRectCallout">
            <a:avLst>
              <a:gd name="adj1" fmla="val 106968"/>
              <a:gd name="adj2" fmla="val -188394"/>
              <a:gd name="adj3" fmla="val 16667"/>
            </a:avLst>
          </a:prstGeom>
          <a:solidFill>
            <a:srgbClr val="0FF114">
              <a:alpha val="56862"/>
            </a:srgbClr>
          </a:solidFill>
          <a:ln w="9525" cap="flat" cmpd="sng">
            <a:solidFill>
              <a:schemeClr val="tx1"/>
            </a:solidFill>
            <a:prstDash val="solid"/>
            <a:miter/>
            <a:headEnd type="none" w="med" len="med"/>
            <a:tailEnd type="none" w="med" len="med"/>
          </a:ln>
        </p:spPr>
        <p:txBody>
          <a:bodyPr anchor="t" anchorCtr="0"/>
          <a:lstStyle/>
          <a:p>
            <a:pPr algn="ctr"/>
            <a:r>
              <a:rPr lang="zh-CN" altLang="en-US" sz="2400" b="1" dirty="0">
                <a:latin typeface="楷体" panose="02010609060101010101" pitchFamily="49" charset="-122"/>
                <a:ea typeface="楷体" panose="02010609060101010101" pitchFamily="49" charset="-122"/>
              </a:rPr>
              <a:t>空气劈尖</a:t>
            </a:r>
          </a:p>
        </p:txBody>
      </p:sp>
      <p:sp>
        <p:nvSpPr>
          <p:cNvPr id="6" name="AutoShape 28"/>
          <p:cNvSpPr/>
          <p:nvPr/>
        </p:nvSpPr>
        <p:spPr>
          <a:xfrm>
            <a:off x="6172200" y="4243388"/>
            <a:ext cx="1600200" cy="457200"/>
          </a:xfrm>
          <a:prstGeom prst="wedgeRoundRectCallout">
            <a:avLst>
              <a:gd name="adj1" fmla="val -74903"/>
              <a:gd name="adj2" fmla="val 123611"/>
              <a:gd name="adj3" fmla="val 16667"/>
            </a:avLst>
          </a:prstGeom>
          <a:solidFill>
            <a:srgbClr val="0FF114">
              <a:alpha val="56862"/>
            </a:srgbClr>
          </a:solidFill>
          <a:ln w="9525" cap="flat" cmpd="sng">
            <a:solidFill>
              <a:schemeClr val="tx1"/>
            </a:solidFill>
            <a:prstDash val="solid"/>
            <a:miter/>
            <a:headEnd type="none" w="med" len="med"/>
            <a:tailEnd type="none" w="med" len="med"/>
          </a:ln>
        </p:spPr>
        <p:txBody>
          <a:bodyPr anchor="t" anchorCtr="0"/>
          <a:lstStyle/>
          <a:p>
            <a:pPr algn="ctr"/>
            <a:r>
              <a:rPr lang="zh-CN" altLang="en-US" sz="2400" b="1" dirty="0">
                <a:latin typeface="楷体" panose="02010609060101010101" pitchFamily="49" charset="-122"/>
                <a:ea typeface="楷体" panose="02010609060101010101" pitchFamily="49" charset="-122"/>
              </a:rPr>
              <a:t>标准样板</a:t>
            </a:r>
          </a:p>
        </p:txBody>
      </p:sp>
      <p:sp>
        <p:nvSpPr>
          <p:cNvPr id="7" name="AutoShape 29"/>
          <p:cNvSpPr/>
          <p:nvPr/>
        </p:nvSpPr>
        <p:spPr>
          <a:xfrm>
            <a:off x="5791200" y="5767388"/>
            <a:ext cx="2057400" cy="533400"/>
          </a:xfrm>
          <a:prstGeom prst="wedgeRoundRectCallout">
            <a:avLst>
              <a:gd name="adj1" fmla="val 5014"/>
              <a:gd name="adj2" fmla="val -136606"/>
              <a:gd name="adj3" fmla="val 16667"/>
            </a:avLst>
          </a:prstGeom>
          <a:solidFill>
            <a:srgbClr val="0FF114">
              <a:alpha val="56862"/>
            </a:srgbClr>
          </a:solidFill>
          <a:ln w="9525" cap="flat" cmpd="sng">
            <a:solidFill>
              <a:schemeClr val="tx1"/>
            </a:solidFill>
            <a:prstDash val="solid"/>
            <a:miter/>
            <a:headEnd type="none" w="med" len="med"/>
            <a:tailEnd type="none" w="med" len="med"/>
          </a:ln>
        </p:spPr>
        <p:txBody>
          <a:bodyPr anchor="t" anchorCtr="0"/>
          <a:lstStyle/>
          <a:p>
            <a:pPr algn="ctr"/>
            <a:r>
              <a:rPr lang="zh-CN" altLang="en-US" sz="2400" b="1" dirty="0">
                <a:latin typeface="楷体" panose="02010609060101010101" pitchFamily="49" charset="-122"/>
                <a:ea typeface="楷体" panose="02010609060101010101" pitchFamily="49" charset="-122"/>
              </a:rPr>
              <a:t>被检测平面</a:t>
            </a:r>
          </a:p>
        </p:txBody>
      </p:sp>
      <p:grpSp>
        <p:nvGrpSpPr>
          <p:cNvPr id="2" name="Group 32"/>
          <p:cNvGrpSpPr/>
          <p:nvPr/>
        </p:nvGrpSpPr>
        <p:grpSpPr>
          <a:xfrm>
            <a:off x="0" y="2497138"/>
            <a:ext cx="3505200" cy="1514475"/>
            <a:chOff x="2736" y="1037"/>
            <a:chExt cx="2783" cy="1267"/>
          </a:xfrm>
        </p:grpSpPr>
        <p:sp>
          <p:nvSpPr>
            <p:cNvPr id="33800" name="AutoShape 33"/>
            <p:cNvSpPr/>
            <p:nvPr/>
          </p:nvSpPr>
          <p:spPr>
            <a:xfrm>
              <a:off x="2847" y="1577"/>
              <a:ext cx="2577" cy="727"/>
            </a:xfrm>
            <a:prstGeom prst="parallelogram">
              <a:avLst>
                <a:gd name="adj" fmla="val 56435"/>
              </a:avLst>
            </a:prstGeom>
            <a:solidFill>
              <a:srgbClr val="00CCFF"/>
            </a:solidFill>
            <a:ln w="9525" cap="flat" cmpd="sng">
              <a:solidFill>
                <a:schemeClr val="tx1"/>
              </a:solidFill>
              <a:prstDash val="solid"/>
              <a:miter/>
              <a:headEnd type="none" w="med" len="med"/>
              <a:tailEnd type="none" w="med" len="med"/>
            </a:ln>
          </p:spPr>
          <p:txBody>
            <a:bodyPr wrap="none" anchor="ctr" anchorCtr="0"/>
            <a:lstStyle/>
            <a:p>
              <a:endParaRPr lang="zh-CN" altLang="en-US" sz="3200" b="1" dirty="0">
                <a:latin typeface="Arial" panose="020B0604020202020204" pitchFamily="34" charset="0"/>
                <a:ea typeface="宋体" panose="02010600030101010101" pitchFamily="2" charset="-122"/>
              </a:endParaRPr>
            </a:p>
          </p:txBody>
        </p:sp>
        <p:sp>
          <p:nvSpPr>
            <p:cNvPr id="33801" name="AutoShape 34"/>
            <p:cNvSpPr/>
            <p:nvPr/>
          </p:nvSpPr>
          <p:spPr>
            <a:xfrm rot="-845873">
              <a:off x="2736" y="1369"/>
              <a:ext cx="2783" cy="587"/>
            </a:xfrm>
            <a:prstGeom prst="flowChartInputOutput">
              <a:avLst/>
            </a:prstGeom>
            <a:solidFill>
              <a:srgbClr val="CCFFFF">
                <a:alpha val="50194"/>
              </a:srgbClr>
            </a:solidFill>
            <a:ln w="9525" cap="flat" cmpd="sng">
              <a:solidFill>
                <a:schemeClr val="tx1"/>
              </a:solidFill>
              <a:prstDash val="solid"/>
              <a:miter/>
              <a:headEnd type="none" w="med" len="med"/>
              <a:tailEnd type="none" w="med" len="med"/>
            </a:ln>
          </p:spPr>
          <p:txBody>
            <a:bodyPr wrap="none" anchor="ctr" anchorCtr="0"/>
            <a:lstStyle/>
            <a:p>
              <a:endParaRPr lang="zh-CN" altLang="en-US" sz="3200" b="1" dirty="0">
                <a:latin typeface="Arial" panose="020B0604020202020204" pitchFamily="34" charset="0"/>
                <a:ea typeface="宋体" panose="02010600030101010101" pitchFamily="2" charset="-122"/>
              </a:endParaRPr>
            </a:p>
          </p:txBody>
        </p:sp>
        <p:sp>
          <p:nvSpPr>
            <p:cNvPr id="33802" name="Freeform 35"/>
            <p:cNvSpPr/>
            <p:nvPr/>
          </p:nvSpPr>
          <p:spPr>
            <a:xfrm>
              <a:off x="5014" y="1037"/>
              <a:ext cx="400" cy="1267"/>
            </a:xfrm>
            <a:custGeom>
              <a:avLst/>
              <a:gdLst/>
              <a:ahLst/>
              <a:cxnLst>
                <a:cxn ang="0">
                  <a:pos x="0" y="739"/>
                </a:cxn>
                <a:cxn ang="0">
                  <a:pos x="0" y="1267"/>
                </a:cxn>
                <a:cxn ang="0">
                  <a:pos x="400" y="556"/>
                </a:cxn>
                <a:cxn ang="0">
                  <a:pos x="400" y="0"/>
                </a:cxn>
                <a:cxn ang="0">
                  <a:pos x="0" y="691"/>
                </a:cxn>
                <a:cxn ang="0">
                  <a:pos x="0" y="739"/>
                </a:cxn>
              </a:cxnLst>
              <a:rect l="0" t="0" r="0" b="0"/>
              <a:pathLst>
                <a:path w="400" h="1267">
                  <a:moveTo>
                    <a:pt x="0" y="739"/>
                  </a:moveTo>
                  <a:lnTo>
                    <a:pt x="0" y="1267"/>
                  </a:lnTo>
                  <a:lnTo>
                    <a:pt x="400" y="556"/>
                  </a:lnTo>
                  <a:lnTo>
                    <a:pt x="400" y="0"/>
                  </a:lnTo>
                  <a:lnTo>
                    <a:pt x="0" y="691"/>
                  </a:lnTo>
                  <a:lnTo>
                    <a:pt x="0" y="739"/>
                  </a:lnTo>
                  <a:close/>
                </a:path>
              </a:pathLst>
            </a:custGeom>
            <a:solidFill>
              <a:srgbClr val="CCFFFF">
                <a:alpha val="50194"/>
              </a:srgbClr>
            </a:solidFill>
            <a:ln w="9525" cap="flat" cmpd="sng">
              <a:solidFill>
                <a:schemeClr val="tx1"/>
              </a:solidFill>
              <a:prstDash val="solid"/>
              <a:round/>
              <a:headEnd type="none" w="med" len="med"/>
              <a:tailEnd type="none" w="med" len="med"/>
            </a:ln>
          </p:spPr>
          <p:txBody>
            <a:bodyPr/>
            <a:lstStyle/>
            <a:p>
              <a:endParaRPr lang="zh-CN" altLang="en-US"/>
            </a:p>
          </p:txBody>
        </p:sp>
      </p:grpSp>
      <p:grpSp>
        <p:nvGrpSpPr>
          <p:cNvPr id="8" name="Group 36"/>
          <p:cNvGrpSpPr/>
          <p:nvPr/>
        </p:nvGrpSpPr>
        <p:grpSpPr>
          <a:xfrm>
            <a:off x="838200" y="2152650"/>
            <a:ext cx="1465263" cy="1347788"/>
            <a:chOff x="815" y="1127"/>
            <a:chExt cx="636" cy="849"/>
          </a:xfrm>
        </p:grpSpPr>
        <p:sp>
          <p:nvSpPr>
            <p:cNvPr id="33804" name="Line 37"/>
            <p:cNvSpPr/>
            <p:nvPr/>
          </p:nvSpPr>
          <p:spPr>
            <a:xfrm>
              <a:off x="815" y="1263"/>
              <a:ext cx="0" cy="713"/>
            </a:xfrm>
            <a:prstGeom prst="line">
              <a:avLst/>
            </a:prstGeom>
            <a:ln w="38100" cap="flat" cmpd="sng">
              <a:solidFill>
                <a:srgbClr val="FF3300"/>
              </a:solidFill>
              <a:prstDash val="solid"/>
              <a:round/>
              <a:headEnd type="none" w="med" len="med"/>
              <a:tailEnd type="stealth" w="med" len="lg"/>
            </a:ln>
          </p:spPr>
        </p:sp>
        <p:sp>
          <p:nvSpPr>
            <p:cNvPr id="33805" name="Line 38"/>
            <p:cNvSpPr/>
            <p:nvPr/>
          </p:nvSpPr>
          <p:spPr>
            <a:xfrm>
              <a:off x="1026" y="1218"/>
              <a:ext cx="0" cy="713"/>
            </a:xfrm>
            <a:prstGeom prst="line">
              <a:avLst/>
            </a:prstGeom>
            <a:ln w="38100" cap="flat" cmpd="sng">
              <a:solidFill>
                <a:srgbClr val="FF3300"/>
              </a:solidFill>
              <a:prstDash val="solid"/>
              <a:round/>
              <a:headEnd type="none" w="med" len="med"/>
              <a:tailEnd type="stealth" w="med" len="lg"/>
            </a:ln>
          </p:spPr>
        </p:sp>
        <p:sp>
          <p:nvSpPr>
            <p:cNvPr id="33806" name="Line 39"/>
            <p:cNvSpPr/>
            <p:nvPr/>
          </p:nvSpPr>
          <p:spPr>
            <a:xfrm>
              <a:off x="1239" y="1173"/>
              <a:ext cx="0" cy="713"/>
            </a:xfrm>
            <a:prstGeom prst="line">
              <a:avLst/>
            </a:prstGeom>
            <a:ln w="38100" cap="flat" cmpd="sng">
              <a:solidFill>
                <a:srgbClr val="FF3300"/>
              </a:solidFill>
              <a:prstDash val="solid"/>
              <a:round/>
              <a:headEnd type="none" w="med" len="med"/>
              <a:tailEnd type="stealth" w="med" len="lg"/>
            </a:ln>
          </p:spPr>
        </p:sp>
        <p:sp>
          <p:nvSpPr>
            <p:cNvPr id="33807" name="Line 40"/>
            <p:cNvSpPr/>
            <p:nvPr/>
          </p:nvSpPr>
          <p:spPr>
            <a:xfrm>
              <a:off x="1451" y="1127"/>
              <a:ext cx="0" cy="713"/>
            </a:xfrm>
            <a:prstGeom prst="line">
              <a:avLst/>
            </a:prstGeom>
            <a:ln w="38100" cap="flat" cmpd="sng">
              <a:solidFill>
                <a:srgbClr val="FF3300"/>
              </a:solidFill>
              <a:prstDash val="solid"/>
              <a:round/>
              <a:headEnd type="none" w="med" len="med"/>
              <a:tailEnd type="stealth" w="med" len="lg"/>
            </a:ln>
          </p:spPr>
        </p:sp>
      </p:grpSp>
      <p:grpSp>
        <p:nvGrpSpPr>
          <p:cNvPr id="9" name="Group 41"/>
          <p:cNvGrpSpPr/>
          <p:nvPr/>
        </p:nvGrpSpPr>
        <p:grpSpPr>
          <a:xfrm>
            <a:off x="228600" y="2514600"/>
            <a:ext cx="2965450" cy="1474788"/>
            <a:chOff x="3020" y="1303"/>
            <a:chExt cx="2171" cy="1145"/>
          </a:xfrm>
        </p:grpSpPr>
        <p:sp>
          <p:nvSpPr>
            <p:cNvPr id="33809" name="Freeform 42"/>
            <p:cNvSpPr/>
            <p:nvPr/>
          </p:nvSpPr>
          <p:spPr>
            <a:xfrm>
              <a:off x="3020" y="1722"/>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3300"/>
            </a:solidFill>
            <a:ln w="9525">
              <a:noFill/>
            </a:ln>
          </p:spPr>
          <p:txBody>
            <a:bodyPr/>
            <a:lstStyle/>
            <a:p>
              <a:endParaRPr lang="zh-CN" altLang="en-US"/>
            </a:p>
          </p:txBody>
        </p:sp>
        <p:sp>
          <p:nvSpPr>
            <p:cNvPr id="33810" name="Freeform 43"/>
            <p:cNvSpPr/>
            <p:nvPr/>
          </p:nvSpPr>
          <p:spPr>
            <a:xfrm>
              <a:off x="3288" y="1653"/>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3300"/>
            </a:solidFill>
            <a:ln w="9525">
              <a:noFill/>
            </a:ln>
          </p:spPr>
          <p:txBody>
            <a:bodyPr/>
            <a:lstStyle/>
            <a:p>
              <a:endParaRPr lang="zh-CN" altLang="en-US"/>
            </a:p>
          </p:txBody>
        </p:sp>
        <p:sp>
          <p:nvSpPr>
            <p:cNvPr id="33811" name="Freeform 44"/>
            <p:cNvSpPr/>
            <p:nvPr/>
          </p:nvSpPr>
          <p:spPr>
            <a:xfrm>
              <a:off x="3562" y="1584"/>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3300"/>
            </a:solidFill>
            <a:ln w="9525">
              <a:noFill/>
            </a:ln>
          </p:spPr>
          <p:txBody>
            <a:bodyPr/>
            <a:lstStyle/>
            <a:p>
              <a:endParaRPr lang="zh-CN" altLang="en-US"/>
            </a:p>
          </p:txBody>
        </p:sp>
        <p:sp>
          <p:nvSpPr>
            <p:cNvPr id="33812" name="Freeform 45"/>
            <p:cNvSpPr/>
            <p:nvPr/>
          </p:nvSpPr>
          <p:spPr>
            <a:xfrm>
              <a:off x="3843" y="1509"/>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3300"/>
            </a:solidFill>
            <a:ln w="9525">
              <a:noFill/>
            </a:ln>
          </p:spPr>
          <p:txBody>
            <a:bodyPr/>
            <a:lstStyle/>
            <a:p>
              <a:endParaRPr lang="zh-CN" altLang="en-US"/>
            </a:p>
          </p:txBody>
        </p:sp>
        <p:sp>
          <p:nvSpPr>
            <p:cNvPr id="33813" name="Freeform 46"/>
            <p:cNvSpPr/>
            <p:nvPr/>
          </p:nvSpPr>
          <p:spPr>
            <a:xfrm>
              <a:off x="4118" y="1447"/>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3300"/>
            </a:solidFill>
            <a:ln w="9525">
              <a:noFill/>
            </a:ln>
          </p:spPr>
          <p:txBody>
            <a:bodyPr/>
            <a:lstStyle/>
            <a:p>
              <a:endParaRPr lang="zh-CN" altLang="en-US"/>
            </a:p>
          </p:txBody>
        </p:sp>
        <p:sp>
          <p:nvSpPr>
            <p:cNvPr id="33814" name="Freeform 47"/>
            <p:cNvSpPr/>
            <p:nvPr/>
          </p:nvSpPr>
          <p:spPr>
            <a:xfrm>
              <a:off x="4392" y="1378"/>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3300"/>
            </a:solidFill>
            <a:ln w="9525">
              <a:noFill/>
            </a:ln>
          </p:spPr>
          <p:txBody>
            <a:bodyPr/>
            <a:lstStyle/>
            <a:p>
              <a:endParaRPr lang="zh-CN" altLang="en-US"/>
            </a:p>
          </p:txBody>
        </p:sp>
        <p:sp>
          <p:nvSpPr>
            <p:cNvPr id="33815" name="Freeform 48"/>
            <p:cNvSpPr/>
            <p:nvPr/>
          </p:nvSpPr>
          <p:spPr>
            <a:xfrm>
              <a:off x="4680" y="1303"/>
              <a:ext cx="511" cy="726"/>
            </a:xfrm>
            <a:custGeom>
              <a:avLst/>
              <a:gdLst/>
              <a:ahLst/>
              <a:cxnLst>
                <a:cxn ang="0">
                  <a:pos x="384" y="40"/>
                </a:cxn>
                <a:cxn ang="0">
                  <a:pos x="0" y="726"/>
                </a:cxn>
                <a:cxn ang="0">
                  <a:pos x="162" y="688"/>
                </a:cxn>
                <a:cxn ang="0">
                  <a:pos x="141" y="689"/>
                </a:cxn>
                <a:cxn ang="0">
                  <a:pos x="511" y="0"/>
                </a:cxn>
                <a:cxn ang="0">
                  <a:pos x="384" y="40"/>
                </a:cxn>
              </a:cxnLst>
              <a:rect l="0" t="0" r="0" b="0"/>
              <a:pathLst>
                <a:path w="511" h="726">
                  <a:moveTo>
                    <a:pt x="384" y="40"/>
                  </a:moveTo>
                  <a:lnTo>
                    <a:pt x="0" y="726"/>
                  </a:lnTo>
                  <a:lnTo>
                    <a:pt x="162" y="688"/>
                  </a:lnTo>
                  <a:lnTo>
                    <a:pt x="141" y="689"/>
                  </a:lnTo>
                  <a:lnTo>
                    <a:pt x="511" y="0"/>
                  </a:lnTo>
                  <a:lnTo>
                    <a:pt x="384" y="40"/>
                  </a:lnTo>
                  <a:close/>
                </a:path>
              </a:pathLst>
            </a:custGeom>
            <a:solidFill>
              <a:srgbClr val="FF3300"/>
            </a:solidFill>
            <a:ln w="9525">
              <a:noFill/>
            </a:ln>
          </p:spPr>
          <p:txBody>
            <a:bodyPr/>
            <a:lstStyle/>
            <a:p>
              <a:endParaRPr lang="zh-CN" altLang="en-US"/>
            </a:p>
          </p:txBody>
        </p:sp>
      </p:grpSp>
      <p:grpSp>
        <p:nvGrpSpPr>
          <p:cNvPr id="10" name="Group 70"/>
          <p:cNvGrpSpPr/>
          <p:nvPr/>
        </p:nvGrpSpPr>
        <p:grpSpPr>
          <a:xfrm>
            <a:off x="3048000" y="4014788"/>
            <a:ext cx="2971800" cy="1295400"/>
            <a:chOff x="1920" y="2592"/>
            <a:chExt cx="1872" cy="816"/>
          </a:xfrm>
        </p:grpSpPr>
        <p:grpSp>
          <p:nvGrpSpPr>
            <p:cNvPr id="33817" name="Group 52"/>
            <p:cNvGrpSpPr/>
            <p:nvPr/>
          </p:nvGrpSpPr>
          <p:grpSpPr>
            <a:xfrm>
              <a:off x="1920" y="2592"/>
              <a:ext cx="0" cy="816"/>
              <a:chOff x="3312" y="2592"/>
              <a:chExt cx="0" cy="816"/>
            </a:xfrm>
          </p:grpSpPr>
          <p:sp>
            <p:nvSpPr>
              <p:cNvPr id="33818" name="Line 53"/>
              <p:cNvSpPr/>
              <p:nvPr/>
            </p:nvSpPr>
            <p:spPr>
              <a:xfrm rot="-5408104" flipH="1">
                <a:off x="3005" y="2910"/>
                <a:ext cx="565" cy="0"/>
              </a:xfrm>
              <a:prstGeom prst="line">
                <a:avLst/>
              </a:prstGeom>
              <a:ln w="50800" cap="flat" cmpd="sng">
                <a:solidFill>
                  <a:srgbClr val="FF3300"/>
                </a:solidFill>
                <a:prstDash val="solid"/>
                <a:round/>
                <a:headEnd type="none" w="med" len="med"/>
                <a:tailEnd type="stealth" w="lg" len="lg"/>
              </a:ln>
            </p:spPr>
          </p:sp>
          <p:sp>
            <p:nvSpPr>
              <p:cNvPr id="33819" name="Line 54"/>
              <p:cNvSpPr/>
              <p:nvPr/>
            </p:nvSpPr>
            <p:spPr>
              <a:xfrm>
                <a:off x="3312" y="2592"/>
                <a:ext cx="0" cy="816"/>
              </a:xfrm>
              <a:prstGeom prst="line">
                <a:avLst/>
              </a:prstGeom>
              <a:ln w="50800" cap="flat" cmpd="sng">
                <a:solidFill>
                  <a:srgbClr val="FF0000"/>
                </a:solidFill>
                <a:prstDash val="solid"/>
                <a:round/>
                <a:headEnd type="none" w="med" len="med"/>
                <a:tailEnd type="none" w="med" len="med"/>
              </a:ln>
            </p:spPr>
          </p:sp>
        </p:grpSp>
        <p:grpSp>
          <p:nvGrpSpPr>
            <p:cNvPr id="33820" name="Group 55"/>
            <p:cNvGrpSpPr/>
            <p:nvPr/>
          </p:nvGrpSpPr>
          <p:grpSpPr>
            <a:xfrm>
              <a:off x="2856" y="2592"/>
              <a:ext cx="0" cy="816"/>
              <a:chOff x="3312" y="2592"/>
              <a:chExt cx="0" cy="816"/>
            </a:xfrm>
          </p:grpSpPr>
          <p:sp>
            <p:nvSpPr>
              <p:cNvPr id="33821" name="Line 56"/>
              <p:cNvSpPr/>
              <p:nvPr/>
            </p:nvSpPr>
            <p:spPr>
              <a:xfrm rot="-5408104" flipH="1">
                <a:off x="3005" y="2910"/>
                <a:ext cx="565" cy="0"/>
              </a:xfrm>
              <a:prstGeom prst="line">
                <a:avLst/>
              </a:prstGeom>
              <a:ln w="50800" cap="flat" cmpd="sng">
                <a:solidFill>
                  <a:srgbClr val="FF3300"/>
                </a:solidFill>
                <a:prstDash val="solid"/>
                <a:round/>
                <a:headEnd type="none" w="med" len="med"/>
                <a:tailEnd type="stealth" w="lg" len="lg"/>
              </a:ln>
            </p:spPr>
          </p:sp>
          <p:sp>
            <p:nvSpPr>
              <p:cNvPr id="33822" name="Line 57"/>
              <p:cNvSpPr/>
              <p:nvPr/>
            </p:nvSpPr>
            <p:spPr>
              <a:xfrm>
                <a:off x="3312" y="2592"/>
                <a:ext cx="0" cy="816"/>
              </a:xfrm>
              <a:prstGeom prst="line">
                <a:avLst/>
              </a:prstGeom>
              <a:ln w="50800" cap="flat" cmpd="sng">
                <a:solidFill>
                  <a:srgbClr val="FF0000"/>
                </a:solidFill>
                <a:prstDash val="solid"/>
                <a:round/>
                <a:headEnd type="none" w="med" len="med"/>
                <a:tailEnd type="none" w="med" len="med"/>
              </a:ln>
            </p:spPr>
          </p:sp>
        </p:grpSp>
        <p:grpSp>
          <p:nvGrpSpPr>
            <p:cNvPr id="33823" name="Group 58"/>
            <p:cNvGrpSpPr/>
            <p:nvPr/>
          </p:nvGrpSpPr>
          <p:grpSpPr>
            <a:xfrm>
              <a:off x="3792" y="2592"/>
              <a:ext cx="0" cy="816"/>
              <a:chOff x="3312" y="2592"/>
              <a:chExt cx="0" cy="816"/>
            </a:xfrm>
          </p:grpSpPr>
          <p:sp>
            <p:nvSpPr>
              <p:cNvPr id="33824" name="Line 59"/>
              <p:cNvSpPr/>
              <p:nvPr/>
            </p:nvSpPr>
            <p:spPr>
              <a:xfrm rot="-5408104" flipH="1">
                <a:off x="3005" y="2910"/>
                <a:ext cx="565" cy="0"/>
              </a:xfrm>
              <a:prstGeom prst="line">
                <a:avLst/>
              </a:prstGeom>
              <a:ln w="50800" cap="flat" cmpd="sng">
                <a:solidFill>
                  <a:srgbClr val="FF3300"/>
                </a:solidFill>
                <a:prstDash val="solid"/>
                <a:round/>
                <a:headEnd type="none" w="med" len="med"/>
                <a:tailEnd type="stealth" w="lg" len="lg"/>
              </a:ln>
            </p:spPr>
          </p:sp>
          <p:sp>
            <p:nvSpPr>
              <p:cNvPr id="33825" name="Line 60"/>
              <p:cNvSpPr/>
              <p:nvPr/>
            </p:nvSpPr>
            <p:spPr>
              <a:xfrm>
                <a:off x="3312" y="2592"/>
                <a:ext cx="0" cy="816"/>
              </a:xfrm>
              <a:prstGeom prst="line">
                <a:avLst/>
              </a:prstGeom>
              <a:ln w="50800" cap="flat" cmpd="sng">
                <a:solidFill>
                  <a:srgbClr val="FF0000"/>
                </a:solidFill>
                <a:prstDash val="solid"/>
                <a:round/>
                <a:headEnd type="none" w="med" len="med"/>
                <a:tailEnd type="none" w="med" len="med"/>
              </a:ln>
            </p:spPr>
          </p:sp>
        </p:grpSp>
      </p:grpSp>
      <p:grpSp>
        <p:nvGrpSpPr>
          <p:cNvPr id="14" name="Group 69"/>
          <p:cNvGrpSpPr/>
          <p:nvPr/>
        </p:nvGrpSpPr>
        <p:grpSpPr>
          <a:xfrm>
            <a:off x="3046413" y="4167188"/>
            <a:ext cx="2971800" cy="312737"/>
            <a:chOff x="1919" y="2688"/>
            <a:chExt cx="1872" cy="197"/>
          </a:xfrm>
        </p:grpSpPr>
        <p:sp>
          <p:nvSpPr>
            <p:cNvPr id="33827" name="Line 64"/>
            <p:cNvSpPr/>
            <p:nvPr/>
          </p:nvSpPr>
          <p:spPr>
            <a:xfrm rot="-5408104" flipH="1">
              <a:off x="1796" y="2762"/>
              <a:ext cx="197" cy="0"/>
            </a:xfrm>
            <a:prstGeom prst="line">
              <a:avLst/>
            </a:prstGeom>
            <a:ln w="50800" cap="flat" cmpd="sng">
              <a:solidFill>
                <a:srgbClr val="FF3300"/>
              </a:solidFill>
              <a:prstDash val="solid"/>
              <a:round/>
              <a:headEnd type="stealth" w="lg" len="lg"/>
              <a:tailEnd type="none" w="lg" len="lg"/>
            </a:ln>
          </p:spPr>
        </p:sp>
        <p:sp>
          <p:nvSpPr>
            <p:cNvPr id="33828" name="Line 65"/>
            <p:cNvSpPr/>
            <p:nvPr/>
          </p:nvSpPr>
          <p:spPr>
            <a:xfrm rot="-5408104" flipH="1">
              <a:off x="2732" y="2762"/>
              <a:ext cx="197" cy="0"/>
            </a:xfrm>
            <a:prstGeom prst="line">
              <a:avLst/>
            </a:prstGeom>
            <a:ln w="50800" cap="flat" cmpd="sng">
              <a:solidFill>
                <a:srgbClr val="FF3300"/>
              </a:solidFill>
              <a:prstDash val="solid"/>
              <a:round/>
              <a:headEnd type="stealth" w="lg" len="lg"/>
              <a:tailEnd type="none" w="lg" len="lg"/>
            </a:ln>
          </p:spPr>
        </p:sp>
        <p:sp>
          <p:nvSpPr>
            <p:cNvPr id="33829" name="Line 67"/>
            <p:cNvSpPr/>
            <p:nvPr/>
          </p:nvSpPr>
          <p:spPr>
            <a:xfrm rot="-5408104" flipH="1">
              <a:off x="3668" y="2762"/>
              <a:ext cx="197" cy="0"/>
            </a:xfrm>
            <a:prstGeom prst="line">
              <a:avLst/>
            </a:prstGeom>
            <a:ln w="50800" cap="flat" cmpd="sng">
              <a:solidFill>
                <a:srgbClr val="FF3300"/>
              </a:solidFill>
              <a:prstDash val="solid"/>
              <a:round/>
              <a:headEnd type="stealth" w="lg" len="lg"/>
              <a:tailEnd type="none" w="lg" len="lg"/>
            </a:ln>
          </p:spPr>
        </p:sp>
      </p:grpSp>
      <p:sp>
        <p:nvSpPr>
          <p:cNvPr id="39" name="Text Box 2"/>
          <p:cNvSpPr txBox="1"/>
          <p:nvPr/>
        </p:nvSpPr>
        <p:spPr>
          <a:xfrm>
            <a:off x="333375" y="1089025"/>
            <a:ext cx="5422900" cy="523875"/>
          </a:xfrm>
          <a:prstGeom prst="rect">
            <a:avLst/>
          </a:prstGeom>
          <a:noFill/>
          <a:ln w="9525">
            <a:noFill/>
          </a:ln>
        </p:spPr>
        <p:txBody>
          <a:bodyPr anchor="t" anchorCtr="0">
            <a:spAutoFit/>
          </a:bodyPr>
          <a:lstStyle/>
          <a:p>
            <a:pPr>
              <a:spcBef>
                <a:spcPct val="50000"/>
              </a:spcBef>
            </a:pPr>
            <a:r>
              <a:rPr lang="zh-CN" altLang="en-US" sz="2800" b="1" dirty="0">
                <a:solidFill>
                  <a:srgbClr val="9900CC"/>
                </a:solidFill>
                <a:latin typeface="楷体" panose="02010609060101010101" pitchFamily="49" charset="-122"/>
                <a:ea typeface="楷体" panose="02010609060101010101" pitchFamily="49" charset="-122"/>
              </a:rPr>
              <a:t>检验工件表面的平整度</a:t>
            </a:r>
          </a:p>
        </p:txBody>
      </p:sp>
      <p:pic>
        <p:nvPicPr>
          <p:cNvPr id="40" name="Picture 2"/>
          <p:cNvPicPr>
            <a:picLocks noChangeAspect="1"/>
          </p:cNvPicPr>
          <p:nvPr/>
        </p:nvPicPr>
        <p:blipFill>
          <a:blip r:embed="rId3"/>
          <a:srcRect l="49741" t="46240" r="18910" b="20853"/>
          <a:stretch>
            <a:fillRect/>
          </a:stretch>
        </p:blipFill>
        <p:spPr>
          <a:xfrm>
            <a:off x="6042025" y="1828800"/>
            <a:ext cx="2695575" cy="2247900"/>
          </a:xfrm>
          <a:prstGeom prst="rect">
            <a:avLst/>
          </a:prstGeom>
          <a:noFill/>
          <a:ln w="9525">
            <a:noFill/>
          </a:ln>
        </p:spPr>
      </p:pic>
      <p:grpSp>
        <p:nvGrpSpPr>
          <p:cNvPr id="15" name="组合 40"/>
          <p:cNvGrpSpPr/>
          <p:nvPr/>
        </p:nvGrpSpPr>
        <p:grpSpPr>
          <a:xfrm>
            <a:off x="3698875" y="1454150"/>
            <a:ext cx="2473325" cy="2606675"/>
            <a:chOff x="3698843" y="1038883"/>
            <a:chExt cx="2473357" cy="2606141"/>
          </a:xfrm>
        </p:grpSpPr>
        <p:pic>
          <p:nvPicPr>
            <p:cNvPr id="33833" name="Picture 2"/>
            <p:cNvPicPr>
              <a:picLocks noChangeAspect="1"/>
            </p:cNvPicPr>
            <p:nvPr/>
          </p:nvPicPr>
          <p:blipFill>
            <a:blip r:embed="rId3"/>
            <a:srcRect l="13542" t="46240" r="57700" b="19720"/>
            <a:stretch>
              <a:fillRect/>
            </a:stretch>
          </p:blipFill>
          <p:spPr>
            <a:xfrm>
              <a:off x="3698843" y="1319312"/>
              <a:ext cx="2473357" cy="2325712"/>
            </a:xfrm>
            <a:prstGeom prst="rect">
              <a:avLst/>
            </a:prstGeom>
            <a:noFill/>
            <a:ln w="9525">
              <a:noFill/>
            </a:ln>
          </p:spPr>
        </p:pic>
        <p:sp>
          <p:nvSpPr>
            <p:cNvPr id="33834" name="TextBox 42"/>
            <p:cNvSpPr txBox="1"/>
            <p:nvPr/>
          </p:nvSpPr>
          <p:spPr>
            <a:xfrm>
              <a:off x="4355976" y="1038883"/>
              <a:ext cx="906017" cy="523220"/>
            </a:xfrm>
            <a:prstGeom prst="rect">
              <a:avLst/>
            </a:prstGeom>
            <a:noFill/>
            <a:ln w="9525">
              <a:noFill/>
            </a:ln>
          </p:spPr>
          <p:txBody>
            <a:bodyPr wrap="none" anchor="t" anchorCtr="0">
              <a:spAutoFit/>
            </a:bodyPr>
            <a:lstStyle/>
            <a:p>
              <a:r>
                <a:rPr lang="zh-CN" altLang="en-US" sz="2800" b="1" dirty="0">
                  <a:solidFill>
                    <a:srgbClr val="0033CC"/>
                  </a:solidFill>
                  <a:latin typeface="楷体" panose="02010609060101010101" pitchFamily="49" charset="-122"/>
                  <a:ea typeface="楷体" panose="02010609060101010101" pitchFamily="49" charset="-122"/>
                </a:rPr>
                <a:t>平整</a:t>
              </a:r>
            </a:p>
          </p:txBody>
        </p:sp>
      </p:grpSp>
      <p:sp>
        <p:nvSpPr>
          <p:cNvPr id="44" name="TextBox 43"/>
          <p:cNvSpPr txBox="1"/>
          <p:nvPr/>
        </p:nvSpPr>
        <p:spPr>
          <a:xfrm>
            <a:off x="6659563" y="1449388"/>
            <a:ext cx="1266825" cy="523875"/>
          </a:xfrm>
          <a:prstGeom prst="rect">
            <a:avLst/>
          </a:prstGeom>
          <a:noFill/>
          <a:ln w="9525">
            <a:noFill/>
          </a:ln>
        </p:spPr>
        <p:txBody>
          <a:bodyPr wrap="none" anchor="t" anchorCtr="0">
            <a:spAutoFit/>
          </a:bodyPr>
          <a:lstStyle/>
          <a:p>
            <a:r>
              <a:rPr lang="zh-CN" altLang="en-US" sz="2800" b="1" dirty="0">
                <a:solidFill>
                  <a:srgbClr val="0033CC"/>
                </a:solidFill>
                <a:latin typeface="楷体" panose="02010609060101010101" pitchFamily="49" charset="-122"/>
                <a:ea typeface="楷体" panose="02010609060101010101" pitchFamily="49" charset="-122"/>
              </a:rPr>
              <a:t>不平整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ppt_x</p:attrName>
                                        </p:attrNameLst>
                                      </p:cBhvr>
                                      <p:tavLst>
                                        <p:tav tm="0">
                                          <p:val>
                                            <p:strVal val="1+#ppt_w/2"/>
                                          </p:val>
                                        </p:tav>
                                        <p:tav tm="100000">
                                          <p:val>
                                            <p:strVal val="#ppt_x"/>
                                          </p:val>
                                        </p:tav>
                                      </p:tavLst>
                                    </p:anim>
                                    <p:anim calcmode="lin" valueType="num">
                                      <p:cBhvr>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500" fill="hold"/>
                                        <p:tgtEl>
                                          <p:spTgt spid="6"/>
                                        </p:tgtEl>
                                        <p:attrNameLst>
                                          <p:attrName>ppt_w</p:attrName>
                                        </p:attrNameLst>
                                      </p:cBhvr>
                                      <p:tavLst>
                                        <p:tav tm="0">
                                          <p:val>
                                            <p:fltVal val="0"/>
                                          </p:val>
                                        </p:tav>
                                        <p:tav tm="100000">
                                          <p:val>
                                            <p:strVal val="#ppt_w"/>
                                          </p:val>
                                        </p:tav>
                                      </p:tavLst>
                                    </p:anim>
                                    <p:anim calcmode="lin" valueType="num">
                                      <p:cBhvr>
                                        <p:cTn id="30"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1000" fill="hold"/>
                                        <p:tgtEl>
                                          <p:spTgt spid="5"/>
                                        </p:tgtEl>
                                        <p:attrNameLst>
                                          <p:attrName>ppt_x</p:attrName>
                                        </p:attrNameLst>
                                      </p:cBhvr>
                                      <p:tavLst>
                                        <p:tav tm="0">
                                          <p:val>
                                            <p:strVal val="#ppt_x"/>
                                          </p:val>
                                        </p:tav>
                                        <p:tav tm="100000">
                                          <p:val>
                                            <p:strVal val="#ppt_x"/>
                                          </p:val>
                                        </p:tav>
                                      </p:tavLst>
                                    </p:anim>
                                    <p:anim calcmode="lin" valueType="num">
                                      <p:cBhvr>
                                        <p:cTn id="36"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p:cTn id="41" dur="1000" fill="hold"/>
                                        <p:tgtEl>
                                          <p:spTgt spid="2"/>
                                        </p:tgtEl>
                                        <p:attrNameLst>
                                          <p:attrName>ppt_w</p:attrName>
                                        </p:attrNameLst>
                                      </p:cBhvr>
                                      <p:tavLst>
                                        <p:tav tm="0">
                                          <p:val>
                                            <p:fltVal val="0"/>
                                          </p:val>
                                        </p:tav>
                                        <p:tav tm="100000">
                                          <p:val>
                                            <p:strVal val="#ppt_w"/>
                                          </p:val>
                                        </p:tav>
                                      </p:tavLst>
                                    </p:anim>
                                    <p:anim calcmode="lin" valueType="num">
                                      <p:cBhvr>
                                        <p:cTn id="42" dur="1000" fill="hold"/>
                                        <p:tgtEl>
                                          <p:spTgt spid="2"/>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1"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p:cTn id="47" dur="1000" fill="hold"/>
                                        <p:tgtEl>
                                          <p:spTgt spid="8"/>
                                        </p:tgtEl>
                                        <p:attrNameLst>
                                          <p:attrName>ppt_x</p:attrName>
                                        </p:attrNameLst>
                                      </p:cBhvr>
                                      <p:tavLst>
                                        <p:tav tm="0">
                                          <p:val>
                                            <p:strVal val="#ppt_x"/>
                                          </p:val>
                                        </p:tav>
                                        <p:tav tm="100000">
                                          <p:val>
                                            <p:strVal val="#ppt_x"/>
                                          </p:val>
                                        </p:tav>
                                      </p:tavLst>
                                    </p:anim>
                                    <p:anim calcmode="lin" valueType="num">
                                      <p:cBhvr>
                                        <p:cTn id="48" dur="1000" fill="hold"/>
                                        <p:tgtEl>
                                          <p:spTgt spid="8"/>
                                        </p:tgtEl>
                                        <p:attrNameLst>
                                          <p:attrName>ppt_y</p:attrName>
                                        </p:attrNameLst>
                                      </p:cBhvr>
                                      <p:tavLst>
                                        <p:tav tm="0">
                                          <p:val>
                                            <p:strVal val="0-#ppt_h/2"/>
                                          </p:val>
                                        </p:tav>
                                        <p:tav tm="100000">
                                          <p:val>
                                            <p:strVal val="#ppt_y"/>
                                          </p:val>
                                        </p:tav>
                                      </p:tavLst>
                                    </p:anim>
                                  </p:childTnLst>
                                </p:cTn>
                              </p:par>
                              <p:par>
                                <p:cTn id="49" presetID="2" presetClass="entr" presetSubtype="1"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p:cTn id="51" dur="1000" fill="hold"/>
                                        <p:tgtEl>
                                          <p:spTgt spid="10"/>
                                        </p:tgtEl>
                                        <p:attrNameLst>
                                          <p:attrName>ppt_x</p:attrName>
                                        </p:attrNameLst>
                                      </p:cBhvr>
                                      <p:tavLst>
                                        <p:tav tm="0">
                                          <p:val>
                                            <p:strVal val="#ppt_x"/>
                                          </p:val>
                                        </p:tav>
                                        <p:tav tm="100000">
                                          <p:val>
                                            <p:strVal val="#ppt_x"/>
                                          </p:val>
                                        </p:tav>
                                      </p:tavLst>
                                    </p:anim>
                                    <p:anim calcmode="lin" valueType="num">
                                      <p:cBhvr>
                                        <p:cTn id="52" dur="1000" fill="hold"/>
                                        <p:tgtEl>
                                          <p:spTgt spid="10"/>
                                        </p:tgtEl>
                                        <p:attrNameLst>
                                          <p:attrName>ppt_y</p:attrName>
                                        </p:attrNameLst>
                                      </p:cBhvr>
                                      <p:tavLst>
                                        <p:tav tm="0">
                                          <p:val>
                                            <p:strVal val="0-#ppt_h/2"/>
                                          </p:val>
                                        </p:tav>
                                        <p:tav tm="100000">
                                          <p:val>
                                            <p:strVal val="#ppt_y"/>
                                          </p:val>
                                        </p:tav>
                                      </p:tavLst>
                                    </p:anim>
                                  </p:childTnLst>
                                </p:cTn>
                              </p:par>
                            </p:childTnLst>
                          </p:cTn>
                        </p:par>
                        <p:par>
                          <p:cTn id="53" fill="hold">
                            <p:stCondLst>
                              <p:cond delay="1000"/>
                            </p:stCondLst>
                            <p:childTnLst>
                              <p:par>
                                <p:cTn id="54" presetID="12" presetClass="entr" presetSubtype="4" fill="hold" nodeType="afterEffect">
                                  <p:stCondLst>
                                    <p:cond delay="500"/>
                                  </p:stCondLst>
                                  <p:childTnLst>
                                    <p:set>
                                      <p:cBhvr>
                                        <p:cTn id="55" dur="1" fill="hold">
                                          <p:stCondLst>
                                            <p:cond delay="0"/>
                                          </p:stCondLst>
                                        </p:cTn>
                                        <p:tgtEl>
                                          <p:spTgt spid="14"/>
                                        </p:tgtEl>
                                        <p:attrNameLst>
                                          <p:attrName>style.visibility</p:attrName>
                                        </p:attrNameLst>
                                      </p:cBhvr>
                                      <p:to>
                                        <p:strVal val="visible"/>
                                      </p:to>
                                    </p:set>
                                    <p:animEffect transition="in" filter="slide(fromBottom)">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wipe(left)">
                                      <p:cBhvr>
                                        <p:cTn id="61" dur="500"/>
                                        <p:tgtEl>
                                          <p:spTgt spid="9"/>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1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44"/>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bldLvl="0" animBg="1"/>
      <p:bldP spid="7" grpId="0" bldLvl="0" animBg="1"/>
      <p:bldP spid="39" grpId="0"/>
      <p:bldP spid="4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65" name="Text Box 17"/>
          <p:cNvSpPr txBox="1">
            <a:spLocks noChangeArrowheads="1"/>
          </p:cNvSpPr>
          <p:nvPr/>
        </p:nvSpPr>
        <p:spPr bwMode="auto">
          <a:xfrm>
            <a:off x="396875" y="5418138"/>
            <a:ext cx="4076700" cy="479425"/>
          </a:xfrm>
          <a:prstGeom prst="rect">
            <a:avLst/>
          </a:prstGeom>
          <a:noFill/>
          <a:ln>
            <a:noFill/>
          </a:ln>
          <a:effectLst/>
        </p:spPr>
        <p:txBody>
          <a:bodyPr>
            <a:spAutoFit/>
          </a:bodyPr>
          <a:lstStyle/>
          <a:p>
            <a:pPr marR="0" algn="just" defTabSz="914400" fontAlgn="auto">
              <a:lnSpc>
                <a:spcPct val="90000"/>
              </a:lnSpc>
              <a:spcBef>
                <a:spcPct val="30000"/>
              </a:spcBef>
              <a:spcAft>
                <a:spcPts val="0"/>
              </a:spcAft>
              <a:buClrTx/>
              <a:buSzTx/>
              <a:buFontTx/>
              <a:buNone/>
              <a:defRPr/>
            </a:pPr>
            <a:r>
              <a:rPr kumimoji="1" lang="zh-CN" altLang="en-US" sz="2800" b="1" kern="1200" cap="none" spc="0" normalizeH="0" baseline="0" noProof="0" dirty="0">
                <a:effectLst>
                  <a:outerShdw blurRad="38100" dist="38100" dir="2700000" algn="tl">
                    <a:srgbClr val="C0C0C0"/>
                  </a:outerShdw>
                </a:effectLst>
                <a:latin typeface="楷体" panose="02010609060101010101" pitchFamily="49" charset="-122"/>
                <a:ea typeface="楷体" panose="02010609060101010101" pitchFamily="49" charset="-122"/>
                <a:cs typeface="+mn-cs"/>
              </a:rPr>
              <a:t>向</a:t>
            </a:r>
            <a:r>
              <a:rPr kumimoji="1" lang="zh-CN" altLang="en-US" sz="2800" b="1" kern="1200" cap="none" spc="0" normalizeH="0" baseline="0" noProof="0" dirty="0">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cs typeface="+mn-cs"/>
              </a:rPr>
              <a:t>劈尖</a:t>
            </a:r>
            <a:r>
              <a:rPr kumimoji="1" lang="zh-CN" altLang="en-US" sz="2800" b="1" kern="1200" cap="none" spc="0" normalizeH="0" baseline="0" noProof="0" dirty="0">
                <a:effectLst>
                  <a:outerShdw blurRad="38100" dist="38100" dir="2700000" algn="tl">
                    <a:srgbClr val="C0C0C0"/>
                  </a:outerShdw>
                </a:effectLst>
                <a:latin typeface="楷体" panose="02010609060101010101" pitchFamily="49" charset="-122"/>
                <a:ea typeface="楷体" panose="02010609060101010101" pitchFamily="49" charset="-122"/>
                <a:cs typeface="+mn-cs"/>
              </a:rPr>
              <a:t>方向弯曲</a:t>
            </a:r>
            <a:r>
              <a:rPr kumimoji="1" lang="en-US" altLang="zh-CN" sz="2800" b="1" kern="1200" cap="none" spc="0" normalizeH="0" baseline="0" noProof="0" dirty="0">
                <a:effectLst>
                  <a:outerShdw blurRad="38100" dist="38100" dir="2700000" algn="tl">
                    <a:srgbClr val="C0C0C0"/>
                  </a:outerShdw>
                </a:effectLst>
                <a:latin typeface="楷体" panose="02010609060101010101" pitchFamily="49" charset="-122"/>
                <a:ea typeface="楷体" panose="02010609060101010101" pitchFamily="49" charset="-122"/>
                <a:cs typeface="+mn-cs"/>
              </a:rPr>
              <a:t>,</a:t>
            </a:r>
            <a:r>
              <a:rPr kumimoji="1" lang="zh-CN" altLang="en-US" sz="2800" b="1" kern="1200" cap="none" spc="0" normalizeH="0" baseline="0" noProof="0" dirty="0">
                <a:effectLst>
                  <a:outerShdw blurRad="38100" dist="38100" dir="2700000" algn="tl">
                    <a:srgbClr val="C0C0C0"/>
                  </a:outerShdw>
                </a:effectLst>
                <a:latin typeface="楷体" panose="02010609060101010101" pitchFamily="49" charset="-122"/>
                <a:ea typeface="楷体" panose="02010609060101010101" pitchFamily="49" charset="-122"/>
                <a:cs typeface="+mn-cs"/>
              </a:rPr>
              <a:t>下陷。</a:t>
            </a:r>
          </a:p>
        </p:txBody>
      </p:sp>
      <p:grpSp>
        <p:nvGrpSpPr>
          <p:cNvPr id="3" name="Group 99"/>
          <p:cNvGrpSpPr/>
          <p:nvPr/>
        </p:nvGrpSpPr>
        <p:grpSpPr>
          <a:xfrm>
            <a:off x="739775" y="4022725"/>
            <a:ext cx="2209800" cy="768350"/>
            <a:chOff x="349" y="1502"/>
            <a:chExt cx="1392" cy="484"/>
          </a:xfrm>
        </p:grpSpPr>
        <p:sp>
          <p:nvSpPr>
            <p:cNvPr id="34819" name="Line 12"/>
            <p:cNvSpPr/>
            <p:nvPr/>
          </p:nvSpPr>
          <p:spPr>
            <a:xfrm flipV="1">
              <a:off x="349" y="1502"/>
              <a:ext cx="1392" cy="480"/>
            </a:xfrm>
            <a:prstGeom prst="line">
              <a:avLst/>
            </a:prstGeom>
            <a:ln w="38100" cap="flat" cmpd="sng">
              <a:solidFill>
                <a:schemeClr val="tx1"/>
              </a:solidFill>
              <a:prstDash val="solid"/>
              <a:round/>
              <a:headEnd type="none" w="med" len="med"/>
              <a:tailEnd type="none" w="med" len="med"/>
            </a:ln>
          </p:spPr>
        </p:sp>
        <p:sp>
          <p:nvSpPr>
            <p:cNvPr id="34820" name="Line 13"/>
            <p:cNvSpPr/>
            <p:nvPr/>
          </p:nvSpPr>
          <p:spPr>
            <a:xfrm>
              <a:off x="370" y="1986"/>
              <a:ext cx="1344" cy="0"/>
            </a:xfrm>
            <a:prstGeom prst="line">
              <a:avLst/>
            </a:prstGeom>
            <a:ln w="31750" cap="flat" cmpd="sng">
              <a:solidFill>
                <a:schemeClr val="tx1"/>
              </a:solidFill>
              <a:prstDash val="solid"/>
              <a:round/>
              <a:headEnd type="none" w="med" len="med"/>
              <a:tailEnd type="none" w="med" len="med"/>
            </a:ln>
          </p:spPr>
        </p:sp>
      </p:grpSp>
      <p:grpSp>
        <p:nvGrpSpPr>
          <p:cNvPr id="34821" name="Group 76"/>
          <p:cNvGrpSpPr/>
          <p:nvPr/>
        </p:nvGrpSpPr>
        <p:grpSpPr>
          <a:xfrm>
            <a:off x="1398588" y="1412875"/>
            <a:ext cx="2133600" cy="2133600"/>
            <a:chOff x="2160" y="336"/>
            <a:chExt cx="1344" cy="1248"/>
          </a:xfrm>
        </p:grpSpPr>
        <p:sp>
          <p:nvSpPr>
            <p:cNvPr id="34822" name="Oval 26"/>
            <p:cNvSpPr/>
            <p:nvPr/>
          </p:nvSpPr>
          <p:spPr>
            <a:xfrm>
              <a:off x="2160" y="336"/>
              <a:ext cx="1344" cy="1248"/>
            </a:xfrm>
            <a:prstGeom prst="ellipse">
              <a:avLst/>
            </a:prstGeom>
            <a:noFill/>
            <a:ln w="38100" cap="flat" cmpd="sng">
              <a:solidFill>
                <a:schemeClr val="tx1"/>
              </a:solidFill>
              <a:prstDash val="solid"/>
              <a:round/>
              <a:headEnd type="none" w="med" len="med"/>
              <a:tailEnd type="none" w="med" len="med"/>
            </a:ln>
          </p:spPr>
          <p:txBody>
            <a:bodyPr wrap="none" anchor="ctr" anchorCtr="0"/>
            <a:lstStyle/>
            <a:p>
              <a:endParaRPr lang="zh-CN" altLang="en-US" sz="3200" b="1" dirty="0">
                <a:latin typeface="Arial" panose="020B0604020202020204" pitchFamily="34" charset="0"/>
                <a:ea typeface="宋体" panose="02010600030101010101" pitchFamily="2" charset="-122"/>
              </a:endParaRPr>
            </a:p>
          </p:txBody>
        </p:sp>
        <p:sp>
          <p:nvSpPr>
            <p:cNvPr id="34823" name="Line 28"/>
            <p:cNvSpPr/>
            <p:nvPr/>
          </p:nvSpPr>
          <p:spPr>
            <a:xfrm>
              <a:off x="2832" y="336"/>
              <a:ext cx="0" cy="480"/>
            </a:xfrm>
            <a:prstGeom prst="line">
              <a:avLst/>
            </a:prstGeom>
            <a:ln w="38100" cap="flat" cmpd="sng">
              <a:solidFill>
                <a:srgbClr val="FF0000"/>
              </a:solidFill>
              <a:prstDash val="solid"/>
              <a:round/>
              <a:headEnd type="none" w="med" len="med"/>
              <a:tailEnd type="none" w="med" len="med"/>
            </a:ln>
          </p:spPr>
        </p:sp>
        <p:sp>
          <p:nvSpPr>
            <p:cNvPr id="34824" name="Line 29"/>
            <p:cNvSpPr/>
            <p:nvPr/>
          </p:nvSpPr>
          <p:spPr>
            <a:xfrm>
              <a:off x="2832" y="1104"/>
              <a:ext cx="0" cy="480"/>
            </a:xfrm>
            <a:prstGeom prst="line">
              <a:avLst/>
            </a:prstGeom>
            <a:ln w="38100" cap="flat" cmpd="sng">
              <a:solidFill>
                <a:srgbClr val="FF0000"/>
              </a:solidFill>
              <a:prstDash val="solid"/>
              <a:round/>
              <a:headEnd type="none" w="med" len="med"/>
              <a:tailEnd type="none" w="med" len="med"/>
            </a:ln>
          </p:spPr>
        </p:sp>
        <p:sp>
          <p:nvSpPr>
            <p:cNvPr id="34825" name="Arc 30"/>
            <p:cNvSpPr/>
            <p:nvPr/>
          </p:nvSpPr>
          <p:spPr>
            <a:xfrm flipH="1">
              <a:off x="2669" y="805"/>
              <a:ext cx="431" cy="311"/>
            </a:xfrm>
            <a:custGeom>
              <a:avLst/>
              <a:gdLst/>
              <a:ahLst/>
              <a:cxnLst>
                <a:cxn ang="0">
                  <a:pos x="0" y="0"/>
                </a:cxn>
                <a:cxn ang="0">
                  <a:pos x="0" y="0"/>
                </a:cxn>
                <a:cxn ang="0">
                  <a:pos x="0" y="0"/>
                </a:cxn>
              </a:cxnLst>
              <a:rect l="0" t="0" r="0" b="0"/>
              <a:pathLst>
                <a:path w="21600" h="34658" fill="none">
                  <a:moveTo>
                    <a:pt x="13307" y="0"/>
                  </a:moveTo>
                  <a:cubicBezTo>
                    <a:pt x="18541" y="4094"/>
                    <a:pt x="21600" y="10369"/>
                    <a:pt x="21600" y="17014"/>
                  </a:cubicBezTo>
                  <a:cubicBezTo>
                    <a:pt x="21600" y="24030"/>
                    <a:pt x="18191" y="30610"/>
                    <a:pt x="12459" y="34657"/>
                  </a:cubicBezTo>
                </a:path>
                <a:path w="21600" h="34658" stroke="0">
                  <a:moveTo>
                    <a:pt x="13307" y="0"/>
                  </a:moveTo>
                  <a:cubicBezTo>
                    <a:pt x="18541" y="4094"/>
                    <a:pt x="21600" y="10369"/>
                    <a:pt x="21600" y="17014"/>
                  </a:cubicBezTo>
                  <a:cubicBezTo>
                    <a:pt x="21600" y="24030"/>
                    <a:pt x="18191" y="30610"/>
                    <a:pt x="12459" y="34657"/>
                  </a:cubicBezTo>
                  <a:lnTo>
                    <a:pt x="0" y="17014"/>
                  </a:lnTo>
                  <a:lnTo>
                    <a:pt x="13307" y="0"/>
                  </a:lnTo>
                  <a:close/>
                </a:path>
              </a:pathLst>
            </a:custGeom>
            <a:noFill/>
            <a:ln w="38100" cap="flat" cmpd="sng">
              <a:solidFill>
                <a:srgbClr val="FF0000"/>
              </a:solidFill>
              <a:prstDash val="solid"/>
              <a:round/>
              <a:headEnd type="none" w="med" len="med"/>
              <a:tailEnd type="none" w="med" len="med"/>
            </a:ln>
          </p:spPr>
          <p:txBody>
            <a:bodyPr/>
            <a:lstStyle/>
            <a:p>
              <a:endParaRPr lang="zh-CN" altLang="en-US"/>
            </a:p>
          </p:txBody>
        </p:sp>
        <p:sp>
          <p:nvSpPr>
            <p:cNvPr id="34826" name="Line 31"/>
            <p:cNvSpPr/>
            <p:nvPr/>
          </p:nvSpPr>
          <p:spPr>
            <a:xfrm>
              <a:off x="3072" y="384"/>
              <a:ext cx="0" cy="432"/>
            </a:xfrm>
            <a:prstGeom prst="line">
              <a:avLst/>
            </a:prstGeom>
            <a:ln w="38100" cap="flat" cmpd="sng">
              <a:solidFill>
                <a:schemeClr val="tx1"/>
              </a:solidFill>
              <a:prstDash val="solid"/>
              <a:round/>
              <a:headEnd type="none" w="med" len="med"/>
              <a:tailEnd type="none" w="med" len="med"/>
            </a:ln>
          </p:spPr>
        </p:sp>
        <p:sp>
          <p:nvSpPr>
            <p:cNvPr id="34827" name="Line 32"/>
            <p:cNvSpPr/>
            <p:nvPr/>
          </p:nvSpPr>
          <p:spPr>
            <a:xfrm>
              <a:off x="3072" y="1104"/>
              <a:ext cx="0" cy="432"/>
            </a:xfrm>
            <a:prstGeom prst="line">
              <a:avLst/>
            </a:prstGeom>
            <a:ln w="38100" cap="flat" cmpd="sng">
              <a:solidFill>
                <a:schemeClr val="tx1"/>
              </a:solidFill>
              <a:prstDash val="solid"/>
              <a:round/>
              <a:headEnd type="none" w="med" len="med"/>
              <a:tailEnd type="none" w="med" len="med"/>
            </a:ln>
          </p:spPr>
        </p:sp>
        <p:sp>
          <p:nvSpPr>
            <p:cNvPr id="34828" name="Arc 33"/>
            <p:cNvSpPr/>
            <p:nvPr/>
          </p:nvSpPr>
          <p:spPr>
            <a:xfrm flipH="1">
              <a:off x="2958" y="805"/>
              <a:ext cx="288" cy="311"/>
            </a:xfrm>
            <a:custGeom>
              <a:avLst/>
              <a:gdLst/>
              <a:ahLst/>
              <a:cxnLst>
                <a:cxn ang="0">
                  <a:pos x="0" y="0"/>
                </a:cxn>
                <a:cxn ang="0">
                  <a:pos x="0" y="0"/>
                </a:cxn>
                <a:cxn ang="0">
                  <a:pos x="0" y="0"/>
                </a:cxn>
              </a:cxnLst>
              <a:rect l="0" t="0" r="0" b="0"/>
              <a:pathLst>
                <a:path w="21600" h="34658" fill="none">
                  <a:moveTo>
                    <a:pt x="13307" y="0"/>
                  </a:moveTo>
                  <a:cubicBezTo>
                    <a:pt x="18541" y="4094"/>
                    <a:pt x="21600" y="10369"/>
                    <a:pt x="21600" y="17014"/>
                  </a:cubicBezTo>
                  <a:cubicBezTo>
                    <a:pt x="21600" y="24030"/>
                    <a:pt x="18191" y="30610"/>
                    <a:pt x="12459" y="34657"/>
                  </a:cubicBezTo>
                </a:path>
                <a:path w="21600" h="34658" stroke="0">
                  <a:moveTo>
                    <a:pt x="13307" y="0"/>
                  </a:moveTo>
                  <a:cubicBezTo>
                    <a:pt x="18541" y="4094"/>
                    <a:pt x="21600" y="10369"/>
                    <a:pt x="21600" y="17014"/>
                  </a:cubicBezTo>
                  <a:cubicBezTo>
                    <a:pt x="21600" y="24030"/>
                    <a:pt x="18191" y="30610"/>
                    <a:pt x="12459" y="34657"/>
                  </a:cubicBezTo>
                  <a:lnTo>
                    <a:pt x="0" y="17014"/>
                  </a:lnTo>
                  <a:lnTo>
                    <a:pt x="13307" y="0"/>
                  </a:lnTo>
                  <a:close/>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4829" name="Line 34"/>
            <p:cNvSpPr/>
            <p:nvPr/>
          </p:nvSpPr>
          <p:spPr>
            <a:xfrm>
              <a:off x="2400" y="480"/>
              <a:ext cx="0" cy="336"/>
            </a:xfrm>
            <a:prstGeom prst="line">
              <a:avLst/>
            </a:prstGeom>
            <a:ln w="38100" cap="flat" cmpd="sng">
              <a:solidFill>
                <a:schemeClr val="tx1"/>
              </a:solidFill>
              <a:prstDash val="solid"/>
              <a:round/>
              <a:headEnd type="none" w="med" len="med"/>
              <a:tailEnd type="none" w="med" len="med"/>
            </a:ln>
          </p:spPr>
        </p:sp>
        <p:sp>
          <p:nvSpPr>
            <p:cNvPr id="34830" name="Line 35"/>
            <p:cNvSpPr/>
            <p:nvPr/>
          </p:nvSpPr>
          <p:spPr>
            <a:xfrm>
              <a:off x="2400" y="1104"/>
              <a:ext cx="0" cy="336"/>
            </a:xfrm>
            <a:prstGeom prst="line">
              <a:avLst/>
            </a:prstGeom>
            <a:ln w="38100" cap="flat" cmpd="sng">
              <a:solidFill>
                <a:schemeClr val="tx1"/>
              </a:solidFill>
              <a:prstDash val="solid"/>
              <a:round/>
              <a:headEnd type="none" w="med" len="med"/>
              <a:tailEnd type="none" w="med" len="med"/>
            </a:ln>
          </p:spPr>
        </p:sp>
        <p:sp>
          <p:nvSpPr>
            <p:cNvPr id="34831" name="Arc 36"/>
            <p:cNvSpPr/>
            <p:nvPr/>
          </p:nvSpPr>
          <p:spPr>
            <a:xfrm flipH="1">
              <a:off x="2352" y="805"/>
              <a:ext cx="120" cy="311"/>
            </a:xfrm>
            <a:custGeom>
              <a:avLst/>
              <a:gdLst/>
              <a:ahLst/>
              <a:cxnLst>
                <a:cxn ang="0">
                  <a:pos x="0" y="0"/>
                </a:cxn>
                <a:cxn ang="0">
                  <a:pos x="0" y="0"/>
                </a:cxn>
                <a:cxn ang="0">
                  <a:pos x="0" y="0"/>
                </a:cxn>
              </a:cxnLst>
              <a:rect l="0" t="0" r="0" b="0"/>
              <a:pathLst>
                <a:path w="21600" h="34658" fill="none">
                  <a:moveTo>
                    <a:pt x="13307" y="0"/>
                  </a:moveTo>
                  <a:cubicBezTo>
                    <a:pt x="18541" y="4094"/>
                    <a:pt x="21600" y="10369"/>
                    <a:pt x="21600" y="17014"/>
                  </a:cubicBezTo>
                  <a:cubicBezTo>
                    <a:pt x="21600" y="24030"/>
                    <a:pt x="18191" y="30610"/>
                    <a:pt x="12459" y="34657"/>
                  </a:cubicBezTo>
                </a:path>
                <a:path w="21600" h="34658" stroke="0">
                  <a:moveTo>
                    <a:pt x="13307" y="0"/>
                  </a:moveTo>
                  <a:cubicBezTo>
                    <a:pt x="18541" y="4094"/>
                    <a:pt x="21600" y="10369"/>
                    <a:pt x="21600" y="17014"/>
                  </a:cubicBezTo>
                  <a:cubicBezTo>
                    <a:pt x="21600" y="24030"/>
                    <a:pt x="18191" y="30610"/>
                    <a:pt x="12459" y="34657"/>
                  </a:cubicBezTo>
                  <a:lnTo>
                    <a:pt x="0" y="17014"/>
                  </a:lnTo>
                  <a:lnTo>
                    <a:pt x="13307" y="0"/>
                  </a:lnTo>
                  <a:close/>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4832" name="Line 37"/>
            <p:cNvSpPr/>
            <p:nvPr/>
          </p:nvSpPr>
          <p:spPr>
            <a:xfrm>
              <a:off x="2592" y="384"/>
              <a:ext cx="0" cy="432"/>
            </a:xfrm>
            <a:prstGeom prst="line">
              <a:avLst/>
            </a:prstGeom>
            <a:ln w="38100" cap="flat" cmpd="sng">
              <a:solidFill>
                <a:schemeClr val="tx1"/>
              </a:solidFill>
              <a:prstDash val="solid"/>
              <a:round/>
              <a:headEnd type="none" w="med" len="med"/>
              <a:tailEnd type="none" w="med" len="med"/>
            </a:ln>
          </p:spPr>
        </p:sp>
        <p:sp>
          <p:nvSpPr>
            <p:cNvPr id="34833" name="Line 38"/>
            <p:cNvSpPr/>
            <p:nvPr/>
          </p:nvSpPr>
          <p:spPr>
            <a:xfrm>
              <a:off x="2592" y="1104"/>
              <a:ext cx="0" cy="432"/>
            </a:xfrm>
            <a:prstGeom prst="line">
              <a:avLst/>
            </a:prstGeom>
            <a:ln w="38100" cap="flat" cmpd="sng">
              <a:solidFill>
                <a:schemeClr val="tx1"/>
              </a:solidFill>
              <a:prstDash val="solid"/>
              <a:round/>
              <a:headEnd type="none" w="med" len="med"/>
              <a:tailEnd type="none" w="med" len="med"/>
            </a:ln>
          </p:spPr>
        </p:sp>
        <p:sp>
          <p:nvSpPr>
            <p:cNvPr id="34834" name="Arc 39"/>
            <p:cNvSpPr/>
            <p:nvPr/>
          </p:nvSpPr>
          <p:spPr>
            <a:xfrm flipH="1">
              <a:off x="2496" y="805"/>
              <a:ext cx="240" cy="311"/>
            </a:xfrm>
            <a:custGeom>
              <a:avLst/>
              <a:gdLst/>
              <a:ahLst/>
              <a:cxnLst>
                <a:cxn ang="0">
                  <a:pos x="0" y="0"/>
                </a:cxn>
                <a:cxn ang="0">
                  <a:pos x="0" y="0"/>
                </a:cxn>
                <a:cxn ang="0">
                  <a:pos x="0" y="0"/>
                </a:cxn>
              </a:cxnLst>
              <a:rect l="0" t="0" r="0" b="0"/>
              <a:pathLst>
                <a:path w="21600" h="34658" fill="none">
                  <a:moveTo>
                    <a:pt x="13307" y="0"/>
                  </a:moveTo>
                  <a:cubicBezTo>
                    <a:pt x="18541" y="4094"/>
                    <a:pt x="21600" y="10369"/>
                    <a:pt x="21600" y="17014"/>
                  </a:cubicBezTo>
                  <a:cubicBezTo>
                    <a:pt x="21600" y="24030"/>
                    <a:pt x="18191" y="30610"/>
                    <a:pt x="12459" y="34657"/>
                  </a:cubicBezTo>
                </a:path>
                <a:path w="21600" h="34658" stroke="0">
                  <a:moveTo>
                    <a:pt x="13307" y="0"/>
                  </a:moveTo>
                  <a:cubicBezTo>
                    <a:pt x="18541" y="4094"/>
                    <a:pt x="21600" y="10369"/>
                    <a:pt x="21600" y="17014"/>
                  </a:cubicBezTo>
                  <a:cubicBezTo>
                    <a:pt x="21600" y="24030"/>
                    <a:pt x="18191" y="30610"/>
                    <a:pt x="12459" y="34657"/>
                  </a:cubicBezTo>
                  <a:lnTo>
                    <a:pt x="0" y="17014"/>
                  </a:lnTo>
                  <a:lnTo>
                    <a:pt x="13307" y="0"/>
                  </a:lnTo>
                  <a:close/>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4835" name="Line 40"/>
            <p:cNvSpPr/>
            <p:nvPr/>
          </p:nvSpPr>
          <p:spPr>
            <a:xfrm>
              <a:off x="3312" y="528"/>
              <a:ext cx="0" cy="288"/>
            </a:xfrm>
            <a:prstGeom prst="line">
              <a:avLst/>
            </a:prstGeom>
            <a:ln w="38100" cap="flat" cmpd="sng">
              <a:solidFill>
                <a:schemeClr val="tx1"/>
              </a:solidFill>
              <a:prstDash val="solid"/>
              <a:round/>
              <a:headEnd type="none" w="med" len="med"/>
              <a:tailEnd type="none" w="med" len="med"/>
            </a:ln>
          </p:spPr>
        </p:sp>
        <p:sp>
          <p:nvSpPr>
            <p:cNvPr id="34836" name="Line 41"/>
            <p:cNvSpPr/>
            <p:nvPr/>
          </p:nvSpPr>
          <p:spPr>
            <a:xfrm>
              <a:off x="3312" y="1104"/>
              <a:ext cx="0" cy="288"/>
            </a:xfrm>
            <a:prstGeom prst="line">
              <a:avLst/>
            </a:prstGeom>
            <a:ln w="38100" cap="flat" cmpd="sng">
              <a:solidFill>
                <a:schemeClr val="tx1"/>
              </a:solidFill>
              <a:prstDash val="solid"/>
              <a:round/>
              <a:headEnd type="none" w="med" len="med"/>
              <a:tailEnd type="none" w="med" len="med"/>
            </a:ln>
          </p:spPr>
        </p:sp>
        <p:sp>
          <p:nvSpPr>
            <p:cNvPr id="34837" name="Arc 75"/>
            <p:cNvSpPr/>
            <p:nvPr/>
          </p:nvSpPr>
          <p:spPr>
            <a:xfrm flipH="1">
              <a:off x="3264" y="810"/>
              <a:ext cx="120" cy="311"/>
            </a:xfrm>
            <a:custGeom>
              <a:avLst/>
              <a:gdLst/>
              <a:ahLst/>
              <a:cxnLst>
                <a:cxn ang="0">
                  <a:pos x="0" y="0"/>
                </a:cxn>
                <a:cxn ang="0">
                  <a:pos x="0" y="0"/>
                </a:cxn>
                <a:cxn ang="0">
                  <a:pos x="0" y="0"/>
                </a:cxn>
              </a:cxnLst>
              <a:rect l="0" t="0" r="0" b="0"/>
              <a:pathLst>
                <a:path w="21600" h="34658" fill="none">
                  <a:moveTo>
                    <a:pt x="13307" y="0"/>
                  </a:moveTo>
                  <a:cubicBezTo>
                    <a:pt x="18541" y="4094"/>
                    <a:pt x="21600" y="10369"/>
                    <a:pt x="21600" y="17014"/>
                  </a:cubicBezTo>
                  <a:cubicBezTo>
                    <a:pt x="21600" y="24030"/>
                    <a:pt x="18191" y="30610"/>
                    <a:pt x="12459" y="34657"/>
                  </a:cubicBezTo>
                </a:path>
                <a:path w="21600" h="34658" stroke="0">
                  <a:moveTo>
                    <a:pt x="13307" y="0"/>
                  </a:moveTo>
                  <a:cubicBezTo>
                    <a:pt x="18541" y="4094"/>
                    <a:pt x="21600" y="10369"/>
                    <a:pt x="21600" y="17014"/>
                  </a:cubicBezTo>
                  <a:cubicBezTo>
                    <a:pt x="21600" y="24030"/>
                    <a:pt x="18191" y="30610"/>
                    <a:pt x="12459" y="34657"/>
                  </a:cubicBezTo>
                  <a:lnTo>
                    <a:pt x="0" y="17014"/>
                  </a:lnTo>
                  <a:lnTo>
                    <a:pt x="13307" y="0"/>
                  </a:lnTo>
                  <a:close/>
                </a:path>
              </a:pathLst>
            </a:custGeom>
            <a:noFill/>
            <a:ln w="38100" cap="flat" cmpd="sng">
              <a:solidFill>
                <a:schemeClr val="tx1"/>
              </a:solidFill>
              <a:prstDash val="solid"/>
              <a:round/>
              <a:headEnd type="none" w="med" len="med"/>
              <a:tailEnd type="none" w="med" len="med"/>
            </a:ln>
          </p:spPr>
          <p:txBody>
            <a:bodyPr/>
            <a:lstStyle/>
            <a:p>
              <a:endParaRPr lang="zh-CN" altLang="en-US"/>
            </a:p>
          </p:txBody>
        </p:sp>
      </p:grpSp>
      <p:grpSp>
        <p:nvGrpSpPr>
          <p:cNvPr id="5" name="Group 79"/>
          <p:cNvGrpSpPr/>
          <p:nvPr/>
        </p:nvGrpSpPr>
        <p:grpSpPr>
          <a:xfrm flipH="1">
            <a:off x="5143500" y="1412875"/>
            <a:ext cx="2133600" cy="2133600"/>
            <a:chOff x="2160" y="336"/>
            <a:chExt cx="1344" cy="1248"/>
          </a:xfrm>
        </p:grpSpPr>
        <p:sp>
          <p:nvSpPr>
            <p:cNvPr id="34839" name="Oval 80"/>
            <p:cNvSpPr/>
            <p:nvPr/>
          </p:nvSpPr>
          <p:spPr>
            <a:xfrm>
              <a:off x="2160" y="336"/>
              <a:ext cx="1344" cy="1248"/>
            </a:xfrm>
            <a:prstGeom prst="ellipse">
              <a:avLst/>
            </a:prstGeom>
            <a:noFill/>
            <a:ln w="38100" cap="flat" cmpd="sng">
              <a:solidFill>
                <a:schemeClr val="tx1"/>
              </a:solidFill>
              <a:prstDash val="solid"/>
              <a:round/>
              <a:headEnd type="none" w="med" len="med"/>
              <a:tailEnd type="none" w="med" len="med"/>
            </a:ln>
          </p:spPr>
          <p:txBody>
            <a:bodyPr wrap="none" anchor="ctr" anchorCtr="0"/>
            <a:lstStyle/>
            <a:p>
              <a:endParaRPr lang="zh-CN" altLang="en-US" sz="3200" b="1" dirty="0">
                <a:latin typeface="Arial" panose="020B0604020202020204" pitchFamily="34" charset="0"/>
                <a:ea typeface="宋体" panose="02010600030101010101" pitchFamily="2" charset="-122"/>
              </a:endParaRPr>
            </a:p>
          </p:txBody>
        </p:sp>
        <p:sp>
          <p:nvSpPr>
            <p:cNvPr id="34840" name="Line 81"/>
            <p:cNvSpPr/>
            <p:nvPr/>
          </p:nvSpPr>
          <p:spPr>
            <a:xfrm>
              <a:off x="2832" y="336"/>
              <a:ext cx="0" cy="480"/>
            </a:xfrm>
            <a:prstGeom prst="line">
              <a:avLst/>
            </a:prstGeom>
            <a:ln w="38100" cap="flat" cmpd="sng">
              <a:solidFill>
                <a:srgbClr val="FF0000"/>
              </a:solidFill>
              <a:prstDash val="solid"/>
              <a:round/>
              <a:headEnd type="none" w="med" len="med"/>
              <a:tailEnd type="none" w="med" len="med"/>
            </a:ln>
          </p:spPr>
        </p:sp>
        <p:sp>
          <p:nvSpPr>
            <p:cNvPr id="34841" name="Line 82"/>
            <p:cNvSpPr/>
            <p:nvPr/>
          </p:nvSpPr>
          <p:spPr>
            <a:xfrm>
              <a:off x="2832" y="1104"/>
              <a:ext cx="0" cy="480"/>
            </a:xfrm>
            <a:prstGeom prst="line">
              <a:avLst/>
            </a:prstGeom>
            <a:ln w="38100" cap="flat" cmpd="sng">
              <a:solidFill>
                <a:srgbClr val="FF0000"/>
              </a:solidFill>
              <a:prstDash val="solid"/>
              <a:round/>
              <a:headEnd type="none" w="med" len="med"/>
              <a:tailEnd type="none" w="med" len="med"/>
            </a:ln>
          </p:spPr>
        </p:sp>
        <p:sp>
          <p:nvSpPr>
            <p:cNvPr id="34842" name="Arc 83"/>
            <p:cNvSpPr/>
            <p:nvPr/>
          </p:nvSpPr>
          <p:spPr>
            <a:xfrm flipH="1">
              <a:off x="2676" y="805"/>
              <a:ext cx="417" cy="311"/>
            </a:xfrm>
            <a:custGeom>
              <a:avLst/>
              <a:gdLst/>
              <a:ahLst/>
              <a:cxnLst>
                <a:cxn ang="0">
                  <a:pos x="0" y="0"/>
                </a:cxn>
                <a:cxn ang="0">
                  <a:pos x="0" y="0"/>
                </a:cxn>
                <a:cxn ang="0">
                  <a:pos x="0" y="0"/>
                </a:cxn>
              </a:cxnLst>
              <a:rect l="0" t="0" r="0" b="0"/>
              <a:pathLst>
                <a:path w="21600" h="34658" fill="none">
                  <a:moveTo>
                    <a:pt x="13307" y="0"/>
                  </a:moveTo>
                  <a:cubicBezTo>
                    <a:pt x="18541" y="4094"/>
                    <a:pt x="21600" y="10369"/>
                    <a:pt x="21600" y="17014"/>
                  </a:cubicBezTo>
                  <a:cubicBezTo>
                    <a:pt x="21600" y="24030"/>
                    <a:pt x="18191" y="30610"/>
                    <a:pt x="12459" y="34657"/>
                  </a:cubicBezTo>
                </a:path>
                <a:path w="21600" h="34658" stroke="0">
                  <a:moveTo>
                    <a:pt x="13307" y="0"/>
                  </a:moveTo>
                  <a:cubicBezTo>
                    <a:pt x="18541" y="4094"/>
                    <a:pt x="21600" y="10369"/>
                    <a:pt x="21600" y="17014"/>
                  </a:cubicBezTo>
                  <a:cubicBezTo>
                    <a:pt x="21600" y="24030"/>
                    <a:pt x="18191" y="30610"/>
                    <a:pt x="12459" y="34657"/>
                  </a:cubicBezTo>
                  <a:lnTo>
                    <a:pt x="0" y="17014"/>
                  </a:lnTo>
                  <a:lnTo>
                    <a:pt x="13307" y="0"/>
                  </a:lnTo>
                  <a:close/>
                </a:path>
              </a:pathLst>
            </a:custGeom>
            <a:noFill/>
            <a:ln w="38100" cap="flat" cmpd="sng">
              <a:solidFill>
                <a:srgbClr val="FF0000"/>
              </a:solidFill>
              <a:prstDash val="solid"/>
              <a:round/>
              <a:headEnd type="none" w="med" len="med"/>
              <a:tailEnd type="none" w="med" len="med"/>
            </a:ln>
          </p:spPr>
          <p:txBody>
            <a:bodyPr/>
            <a:lstStyle/>
            <a:p>
              <a:endParaRPr lang="zh-CN" altLang="en-US"/>
            </a:p>
          </p:txBody>
        </p:sp>
        <p:sp>
          <p:nvSpPr>
            <p:cNvPr id="34843" name="Line 84"/>
            <p:cNvSpPr/>
            <p:nvPr/>
          </p:nvSpPr>
          <p:spPr>
            <a:xfrm>
              <a:off x="3072" y="384"/>
              <a:ext cx="0" cy="432"/>
            </a:xfrm>
            <a:prstGeom prst="line">
              <a:avLst/>
            </a:prstGeom>
            <a:ln w="38100" cap="flat" cmpd="sng">
              <a:solidFill>
                <a:schemeClr val="tx1"/>
              </a:solidFill>
              <a:prstDash val="solid"/>
              <a:round/>
              <a:headEnd type="none" w="med" len="med"/>
              <a:tailEnd type="none" w="med" len="med"/>
            </a:ln>
          </p:spPr>
        </p:sp>
        <p:sp>
          <p:nvSpPr>
            <p:cNvPr id="34844" name="Line 85"/>
            <p:cNvSpPr/>
            <p:nvPr/>
          </p:nvSpPr>
          <p:spPr>
            <a:xfrm>
              <a:off x="3072" y="1104"/>
              <a:ext cx="0" cy="432"/>
            </a:xfrm>
            <a:prstGeom prst="line">
              <a:avLst/>
            </a:prstGeom>
            <a:ln w="38100" cap="flat" cmpd="sng">
              <a:solidFill>
                <a:schemeClr val="tx1"/>
              </a:solidFill>
              <a:prstDash val="solid"/>
              <a:round/>
              <a:headEnd type="none" w="med" len="med"/>
              <a:tailEnd type="none" w="med" len="med"/>
            </a:ln>
          </p:spPr>
        </p:sp>
        <p:sp>
          <p:nvSpPr>
            <p:cNvPr id="34845" name="Arc 86"/>
            <p:cNvSpPr/>
            <p:nvPr/>
          </p:nvSpPr>
          <p:spPr>
            <a:xfrm flipH="1">
              <a:off x="2958" y="805"/>
              <a:ext cx="288" cy="311"/>
            </a:xfrm>
            <a:custGeom>
              <a:avLst/>
              <a:gdLst/>
              <a:ahLst/>
              <a:cxnLst>
                <a:cxn ang="0">
                  <a:pos x="0" y="0"/>
                </a:cxn>
                <a:cxn ang="0">
                  <a:pos x="0" y="0"/>
                </a:cxn>
                <a:cxn ang="0">
                  <a:pos x="0" y="0"/>
                </a:cxn>
              </a:cxnLst>
              <a:rect l="0" t="0" r="0" b="0"/>
              <a:pathLst>
                <a:path w="21600" h="34658" fill="none">
                  <a:moveTo>
                    <a:pt x="13307" y="0"/>
                  </a:moveTo>
                  <a:cubicBezTo>
                    <a:pt x="18541" y="4094"/>
                    <a:pt x="21600" y="10369"/>
                    <a:pt x="21600" y="17014"/>
                  </a:cubicBezTo>
                  <a:cubicBezTo>
                    <a:pt x="21600" y="24030"/>
                    <a:pt x="18191" y="30610"/>
                    <a:pt x="12459" y="34657"/>
                  </a:cubicBezTo>
                </a:path>
                <a:path w="21600" h="34658" stroke="0">
                  <a:moveTo>
                    <a:pt x="13307" y="0"/>
                  </a:moveTo>
                  <a:cubicBezTo>
                    <a:pt x="18541" y="4094"/>
                    <a:pt x="21600" y="10369"/>
                    <a:pt x="21600" y="17014"/>
                  </a:cubicBezTo>
                  <a:cubicBezTo>
                    <a:pt x="21600" y="24030"/>
                    <a:pt x="18191" y="30610"/>
                    <a:pt x="12459" y="34657"/>
                  </a:cubicBezTo>
                  <a:lnTo>
                    <a:pt x="0" y="17014"/>
                  </a:lnTo>
                  <a:lnTo>
                    <a:pt x="13307" y="0"/>
                  </a:lnTo>
                  <a:close/>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4846" name="Line 87"/>
            <p:cNvSpPr/>
            <p:nvPr/>
          </p:nvSpPr>
          <p:spPr>
            <a:xfrm>
              <a:off x="2400" y="480"/>
              <a:ext cx="0" cy="336"/>
            </a:xfrm>
            <a:prstGeom prst="line">
              <a:avLst/>
            </a:prstGeom>
            <a:ln w="38100" cap="flat" cmpd="sng">
              <a:solidFill>
                <a:schemeClr val="tx1"/>
              </a:solidFill>
              <a:prstDash val="solid"/>
              <a:round/>
              <a:headEnd type="none" w="med" len="med"/>
              <a:tailEnd type="none" w="med" len="med"/>
            </a:ln>
          </p:spPr>
        </p:sp>
        <p:sp>
          <p:nvSpPr>
            <p:cNvPr id="34847" name="Line 88"/>
            <p:cNvSpPr/>
            <p:nvPr/>
          </p:nvSpPr>
          <p:spPr>
            <a:xfrm>
              <a:off x="2400" y="1104"/>
              <a:ext cx="0" cy="336"/>
            </a:xfrm>
            <a:prstGeom prst="line">
              <a:avLst/>
            </a:prstGeom>
            <a:ln w="38100" cap="flat" cmpd="sng">
              <a:solidFill>
                <a:schemeClr val="tx1"/>
              </a:solidFill>
              <a:prstDash val="solid"/>
              <a:round/>
              <a:headEnd type="none" w="med" len="med"/>
              <a:tailEnd type="none" w="med" len="med"/>
            </a:ln>
          </p:spPr>
        </p:sp>
        <p:sp>
          <p:nvSpPr>
            <p:cNvPr id="34848" name="Arc 89"/>
            <p:cNvSpPr/>
            <p:nvPr/>
          </p:nvSpPr>
          <p:spPr>
            <a:xfrm flipH="1">
              <a:off x="2352" y="805"/>
              <a:ext cx="120" cy="311"/>
            </a:xfrm>
            <a:custGeom>
              <a:avLst/>
              <a:gdLst/>
              <a:ahLst/>
              <a:cxnLst>
                <a:cxn ang="0">
                  <a:pos x="0" y="0"/>
                </a:cxn>
                <a:cxn ang="0">
                  <a:pos x="0" y="0"/>
                </a:cxn>
                <a:cxn ang="0">
                  <a:pos x="0" y="0"/>
                </a:cxn>
              </a:cxnLst>
              <a:rect l="0" t="0" r="0" b="0"/>
              <a:pathLst>
                <a:path w="21600" h="34658" fill="none">
                  <a:moveTo>
                    <a:pt x="13307" y="0"/>
                  </a:moveTo>
                  <a:cubicBezTo>
                    <a:pt x="18541" y="4094"/>
                    <a:pt x="21600" y="10369"/>
                    <a:pt x="21600" y="17014"/>
                  </a:cubicBezTo>
                  <a:cubicBezTo>
                    <a:pt x="21600" y="24030"/>
                    <a:pt x="18191" y="30610"/>
                    <a:pt x="12459" y="34657"/>
                  </a:cubicBezTo>
                </a:path>
                <a:path w="21600" h="34658" stroke="0">
                  <a:moveTo>
                    <a:pt x="13307" y="0"/>
                  </a:moveTo>
                  <a:cubicBezTo>
                    <a:pt x="18541" y="4094"/>
                    <a:pt x="21600" y="10369"/>
                    <a:pt x="21600" y="17014"/>
                  </a:cubicBezTo>
                  <a:cubicBezTo>
                    <a:pt x="21600" y="24030"/>
                    <a:pt x="18191" y="30610"/>
                    <a:pt x="12459" y="34657"/>
                  </a:cubicBezTo>
                  <a:lnTo>
                    <a:pt x="0" y="17014"/>
                  </a:lnTo>
                  <a:lnTo>
                    <a:pt x="13307" y="0"/>
                  </a:lnTo>
                  <a:close/>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4849" name="Line 90"/>
            <p:cNvSpPr/>
            <p:nvPr/>
          </p:nvSpPr>
          <p:spPr>
            <a:xfrm>
              <a:off x="2592" y="384"/>
              <a:ext cx="0" cy="432"/>
            </a:xfrm>
            <a:prstGeom prst="line">
              <a:avLst/>
            </a:prstGeom>
            <a:ln w="38100" cap="flat" cmpd="sng">
              <a:solidFill>
                <a:schemeClr val="tx1"/>
              </a:solidFill>
              <a:prstDash val="solid"/>
              <a:round/>
              <a:headEnd type="none" w="med" len="med"/>
              <a:tailEnd type="none" w="med" len="med"/>
            </a:ln>
          </p:spPr>
        </p:sp>
        <p:sp>
          <p:nvSpPr>
            <p:cNvPr id="34850" name="Line 91"/>
            <p:cNvSpPr/>
            <p:nvPr/>
          </p:nvSpPr>
          <p:spPr>
            <a:xfrm>
              <a:off x="2592" y="1104"/>
              <a:ext cx="0" cy="432"/>
            </a:xfrm>
            <a:prstGeom prst="line">
              <a:avLst/>
            </a:prstGeom>
            <a:ln w="38100" cap="flat" cmpd="sng">
              <a:solidFill>
                <a:schemeClr val="tx1"/>
              </a:solidFill>
              <a:prstDash val="solid"/>
              <a:round/>
              <a:headEnd type="none" w="med" len="med"/>
              <a:tailEnd type="none" w="med" len="med"/>
            </a:ln>
          </p:spPr>
        </p:sp>
        <p:sp>
          <p:nvSpPr>
            <p:cNvPr id="34851" name="Arc 92"/>
            <p:cNvSpPr/>
            <p:nvPr/>
          </p:nvSpPr>
          <p:spPr>
            <a:xfrm flipH="1">
              <a:off x="2496" y="805"/>
              <a:ext cx="240" cy="311"/>
            </a:xfrm>
            <a:custGeom>
              <a:avLst/>
              <a:gdLst/>
              <a:ahLst/>
              <a:cxnLst>
                <a:cxn ang="0">
                  <a:pos x="0" y="0"/>
                </a:cxn>
                <a:cxn ang="0">
                  <a:pos x="0" y="0"/>
                </a:cxn>
                <a:cxn ang="0">
                  <a:pos x="0" y="0"/>
                </a:cxn>
              </a:cxnLst>
              <a:rect l="0" t="0" r="0" b="0"/>
              <a:pathLst>
                <a:path w="21600" h="34658" fill="none">
                  <a:moveTo>
                    <a:pt x="13307" y="0"/>
                  </a:moveTo>
                  <a:cubicBezTo>
                    <a:pt x="18541" y="4094"/>
                    <a:pt x="21600" y="10369"/>
                    <a:pt x="21600" y="17014"/>
                  </a:cubicBezTo>
                  <a:cubicBezTo>
                    <a:pt x="21600" y="24030"/>
                    <a:pt x="18191" y="30610"/>
                    <a:pt x="12459" y="34657"/>
                  </a:cubicBezTo>
                </a:path>
                <a:path w="21600" h="34658" stroke="0">
                  <a:moveTo>
                    <a:pt x="13307" y="0"/>
                  </a:moveTo>
                  <a:cubicBezTo>
                    <a:pt x="18541" y="4094"/>
                    <a:pt x="21600" y="10369"/>
                    <a:pt x="21600" y="17014"/>
                  </a:cubicBezTo>
                  <a:cubicBezTo>
                    <a:pt x="21600" y="24030"/>
                    <a:pt x="18191" y="30610"/>
                    <a:pt x="12459" y="34657"/>
                  </a:cubicBezTo>
                  <a:lnTo>
                    <a:pt x="0" y="17014"/>
                  </a:lnTo>
                  <a:lnTo>
                    <a:pt x="13307" y="0"/>
                  </a:lnTo>
                  <a:close/>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4852" name="Line 93"/>
            <p:cNvSpPr/>
            <p:nvPr/>
          </p:nvSpPr>
          <p:spPr>
            <a:xfrm>
              <a:off x="3312" y="528"/>
              <a:ext cx="0" cy="288"/>
            </a:xfrm>
            <a:prstGeom prst="line">
              <a:avLst/>
            </a:prstGeom>
            <a:ln w="38100" cap="flat" cmpd="sng">
              <a:solidFill>
                <a:schemeClr val="tx1"/>
              </a:solidFill>
              <a:prstDash val="solid"/>
              <a:round/>
              <a:headEnd type="none" w="med" len="med"/>
              <a:tailEnd type="none" w="med" len="med"/>
            </a:ln>
          </p:spPr>
        </p:sp>
        <p:sp>
          <p:nvSpPr>
            <p:cNvPr id="34853" name="Line 94"/>
            <p:cNvSpPr/>
            <p:nvPr/>
          </p:nvSpPr>
          <p:spPr>
            <a:xfrm>
              <a:off x="3312" y="1104"/>
              <a:ext cx="0" cy="288"/>
            </a:xfrm>
            <a:prstGeom prst="line">
              <a:avLst/>
            </a:prstGeom>
            <a:ln w="38100" cap="flat" cmpd="sng">
              <a:solidFill>
                <a:schemeClr val="tx1"/>
              </a:solidFill>
              <a:prstDash val="solid"/>
              <a:round/>
              <a:headEnd type="none" w="med" len="med"/>
              <a:tailEnd type="none" w="med" len="med"/>
            </a:ln>
          </p:spPr>
        </p:sp>
        <p:sp>
          <p:nvSpPr>
            <p:cNvPr id="34854" name="Arc 95"/>
            <p:cNvSpPr/>
            <p:nvPr/>
          </p:nvSpPr>
          <p:spPr>
            <a:xfrm flipH="1">
              <a:off x="3264" y="810"/>
              <a:ext cx="120" cy="311"/>
            </a:xfrm>
            <a:custGeom>
              <a:avLst/>
              <a:gdLst/>
              <a:ahLst/>
              <a:cxnLst>
                <a:cxn ang="0">
                  <a:pos x="0" y="0"/>
                </a:cxn>
                <a:cxn ang="0">
                  <a:pos x="0" y="0"/>
                </a:cxn>
                <a:cxn ang="0">
                  <a:pos x="0" y="0"/>
                </a:cxn>
              </a:cxnLst>
              <a:rect l="0" t="0" r="0" b="0"/>
              <a:pathLst>
                <a:path w="21600" h="34658" fill="none">
                  <a:moveTo>
                    <a:pt x="13307" y="0"/>
                  </a:moveTo>
                  <a:cubicBezTo>
                    <a:pt x="18541" y="4094"/>
                    <a:pt x="21600" y="10369"/>
                    <a:pt x="21600" y="17014"/>
                  </a:cubicBezTo>
                  <a:cubicBezTo>
                    <a:pt x="21600" y="24030"/>
                    <a:pt x="18191" y="30610"/>
                    <a:pt x="12459" y="34657"/>
                  </a:cubicBezTo>
                </a:path>
                <a:path w="21600" h="34658" stroke="0">
                  <a:moveTo>
                    <a:pt x="13307" y="0"/>
                  </a:moveTo>
                  <a:cubicBezTo>
                    <a:pt x="18541" y="4094"/>
                    <a:pt x="21600" y="10369"/>
                    <a:pt x="21600" y="17014"/>
                  </a:cubicBezTo>
                  <a:cubicBezTo>
                    <a:pt x="21600" y="24030"/>
                    <a:pt x="18191" y="30610"/>
                    <a:pt x="12459" y="34657"/>
                  </a:cubicBezTo>
                  <a:lnTo>
                    <a:pt x="0" y="17014"/>
                  </a:lnTo>
                  <a:lnTo>
                    <a:pt x="13307" y="0"/>
                  </a:lnTo>
                  <a:close/>
                </a:path>
              </a:pathLst>
            </a:custGeom>
            <a:noFill/>
            <a:ln w="38100" cap="flat" cmpd="sng">
              <a:solidFill>
                <a:schemeClr val="tx1"/>
              </a:solidFill>
              <a:prstDash val="solid"/>
              <a:round/>
              <a:headEnd type="none" w="med" len="med"/>
              <a:tailEnd type="none" w="med" len="med"/>
            </a:ln>
          </p:spPr>
          <p:txBody>
            <a:bodyPr/>
            <a:lstStyle/>
            <a:p>
              <a:endParaRPr lang="zh-CN" altLang="en-US"/>
            </a:p>
          </p:txBody>
        </p:sp>
      </p:grpSp>
      <p:sp>
        <p:nvSpPr>
          <p:cNvPr id="78945" name="Arc 97"/>
          <p:cNvSpPr/>
          <p:nvPr/>
        </p:nvSpPr>
        <p:spPr>
          <a:xfrm>
            <a:off x="2009775" y="4625975"/>
            <a:ext cx="433388" cy="280988"/>
          </a:xfrm>
          <a:custGeom>
            <a:avLst/>
            <a:gdLst/>
            <a:ahLst/>
            <a:cxnLst>
              <a:cxn ang="0">
                <a:pos x="2147483647" y="2147483647"/>
              </a:cxn>
              <a:cxn ang="0">
                <a:pos x="0" y="2147483647"/>
              </a:cxn>
              <a:cxn ang="0">
                <a:pos x="2147483647" y="0"/>
              </a:cxn>
            </a:cxnLst>
            <a:rect l="0" t="0" r="0" b="0"/>
            <a:pathLst>
              <a:path w="35610" h="21600" fill="none">
                <a:moveTo>
                  <a:pt x="35609" y="12218"/>
                </a:moveTo>
                <a:cubicBezTo>
                  <a:pt x="31581" y="18090"/>
                  <a:pt x="24918" y="21599"/>
                  <a:pt x="17798" y="21600"/>
                </a:cubicBezTo>
                <a:cubicBezTo>
                  <a:pt x="10686" y="21600"/>
                  <a:pt x="4029" y="18099"/>
                  <a:pt x="0" y="12238"/>
                </a:cubicBezTo>
              </a:path>
              <a:path w="35610" h="21600" stroke="0">
                <a:moveTo>
                  <a:pt x="35609" y="12218"/>
                </a:moveTo>
                <a:cubicBezTo>
                  <a:pt x="31581" y="18090"/>
                  <a:pt x="24918" y="21599"/>
                  <a:pt x="17798" y="21600"/>
                </a:cubicBezTo>
                <a:cubicBezTo>
                  <a:pt x="10686" y="21600"/>
                  <a:pt x="4029" y="18099"/>
                  <a:pt x="0" y="12238"/>
                </a:cubicBezTo>
                <a:lnTo>
                  <a:pt x="17798" y="0"/>
                </a:lnTo>
                <a:lnTo>
                  <a:pt x="35609" y="12218"/>
                </a:lnTo>
                <a:close/>
              </a:path>
            </a:pathLst>
          </a:custGeom>
          <a:solidFill>
            <a:schemeClr val="bg1"/>
          </a:solidFill>
          <a:ln w="38100" cap="flat" cmpd="sng">
            <a:solidFill>
              <a:schemeClr val="tx1"/>
            </a:solidFill>
            <a:prstDash val="solid"/>
            <a:round/>
            <a:headEnd type="none" w="med" len="med"/>
            <a:tailEnd type="none" w="med" len="med"/>
          </a:ln>
        </p:spPr>
        <p:txBody>
          <a:bodyPr/>
          <a:lstStyle/>
          <a:p>
            <a:endParaRPr lang="zh-CN" altLang="en-US"/>
          </a:p>
        </p:txBody>
      </p:sp>
      <p:sp>
        <p:nvSpPr>
          <p:cNvPr id="15373" name="Line 72"/>
          <p:cNvSpPr/>
          <p:nvPr/>
        </p:nvSpPr>
        <p:spPr>
          <a:xfrm flipH="1" flipV="1">
            <a:off x="2206625" y="4265613"/>
            <a:ext cx="0" cy="641350"/>
          </a:xfrm>
          <a:prstGeom prst="line">
            <a:avLst/>
          </a:prstGeom>
          <a:ln w="38100" cap="flat" cmpd="sng">
            <a:solidFill>
              <a:schemeClr val="tx1"/>
            </a:solidFill>
            <a:prstDash val="sysDot"/>
            <a:round/>
            <a:headEnd type="none" w="med" len="med"/>
            <a:tailEnd type="none" w="med" len="med"/>
          </a:ln>
        </p:spPr>
      </p:sp>
      <p:sp>
        <p:nvSpPr>
          <p:cNvPr id="2" name="矩形 1"/>
          <p:cNvSpPr/>
          <p:nvPr/>
        </p:nvSpPr>
        <p:spPr>
          <a:xfrm>
            <a:off x="4497388" y="5418138"/>
            <a:ext cx="4251325" cy="479425"/>
          </a:xfrm>
          <a:prstGeom prst="rect">
            <a:avLst/>
          </a:prstGeom>
        </p:spPr>
        <p:txBody>
          <a:bodyPr>
            <a:spAutoFit/>
          </a:bodyPr>
          <a:lstStyle/>
          <a:p>
            <a:pPr marL="0" marR="0" lvl="0" indent="0" algn="just" defTabSz="914400" rtl="0" eaLnBrk="1" fontAlgn="auto" latinLnBrk="0" hangingPunct="1">
              <a:lnSpc>
                <a:spcPct val="90000"/>
              </a:lnSpc>
              <a:spcBef>
                <a:spcPct val="30000"/>
              </a:spcBef>
              <a:spcAft>
                <a:spcPts val="0"/>
              </a:spcAft>
              <a:buClrTx/>
              <a:buSzTx/>
              <a:buFontTx/>
              <a:buNone/>
              <a:defRPr/>
            </a:pPr>
            <a:r>
              <a:rPr kumimoji="1"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楷体" panose="02010609060101010101" pitchFamily="49" charset="-122"/>
                <a:ea typeface="楷体" panose="02010609060101010101" pitchFamily="49" charset="-122"/>
                <a:cs typeface="+mn-cs"/>
              </a:rPr>
              <a:t>向</a:t>
            </a:r>
            <a:r>
              <a:rPr kumimoji="1"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楷体" panose="02010609060101010101" pitchFamily="49" charset="-122"/>
                <a:ea typeface="楷体" panose="02010609060101010101" pitchFamily="49" charset="-122"/>
                <a:cs typeface="+mn-cs"/>
              </a:rPr>
              <a:t>劈尖反方向</a:t>
            </a:r>
            <a:r>
              <a:rPr kumimoji="1"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楷体" panose="02010609060101010101" pitchFamily="49" charset="-122"/>
                <a:ea typeface="楷体" panose="02010609060101010101" pitchFamily="49" charset="-122"/>
                <a:cs typeface="+mn-cs"/>
              </a:rPr>
              <a:t>弯曲，上凸。</a:t>
            </a:r>
          </a:p>
        </p:txBody>
      </p:sp>
      <p:grpSp>
        <p:nvGrpSpPr>
          <p:cNvPr id="6" name="组合 2"/>
          <p:cNvGrpSpPr/>
          <p:nvPr/>
        </p:nvGrpSpPr>
        <p:grpSpPr>
          <a:xfrm>
            <a:off x="2462213" y="3535363"/>
            <a:ext cx="431800" cy="1257300"/>
            <a:chOff x="2483768" y="2780928"/>
            <a:chExt cx="432048" cy="1257672"/>
          </a:xfrm>
        </p:grpSpPr>
        <p:grpSp>
          <p:nvGrpSpPr>
            <p:cNvPr id="34859" name="Group 98"/>
            <p:cNvGrpSpPr/>
            <p:nvPr/>
          </p:nvGrpSpPr>
          <p:grpSpPr>
            <a:xfrm>
              <a:off x="2495128" y="3429000"/>
              <a:ext cx="420688" cy="609600"/>
              <a:chOff x="1440" y="1602"/>
              <a:chExt cx="265" cy="384"/>
            </a:xfrm>
          </p:grpSpPr>
          <p:sp>
            <p:nvSpPr>
              <p:cNvPr id="34860" name="Line 61"/>
              <p:cNvSpPr/>
              <p:nvPr/>
            </p:nvSpPr>
            <p:spPr>
              <a:xfrm flipV="1">
                <a:off x="1440" y="1602"/>
                <a:ext cx="0" cy="384"/>
              </a:xfrm>
              <a:prstGeom prst="line">
                <a:avLst/>
              </a:prstGeom>
              <a:ln w="38100" cap="flat" cmpd="sng">
                <a:solidFill>
                  <a:schemeClr val="tx1"/>
                </a:solidFill>
                <a:prstDash val="sysDot"/>
                <a:round/>
                <a:headEnd type="none" w="med" len="med"/>
                <a:tailEnd type="none" w="med" len="med"/>
              </a:ln>
            </p:spPr>
          </p:sp>
          <p:sp>
            <p:nvSpPr>
              <p:cNvPr id="34861" name="Rectangle 71"/>
              <p:cNvSpPr/>
              <p:nvPr/>
            </p:nvSpPr>
            <p:spPr>
              <a:xfrm>
                <a:off x="1464" y="1602"/>
                <a:ext cx="241" cy="327"/>
              </a:xfrm>
              <a:prstGeom prst="rect">
                <a:avLst/>
              </a:prstGeom>
              <a:noFill/>
              <a:ln w="9525">
                <a:noFill/>
              </a:ln>
            </p:spPr>
            <p:txBody>
              <a:bodyPr wrap="none" anchor="t" anchorCtr="0">
                <a:spAutoFit/>
              </a:bodyPr>
              <a:lstStyle/>
              <a:p>
                <a:r>
                  <a:rPr lang="en-US" altLang="zh-CN" sz="2800" b="1" dirty="0">
                    <a:latin typeface="Times New Roman" panose="02020603050405020304" pitchFamily="18" charset="0"/>
                    <a:ea typeface="宋体" panose="02010600030101010101" pitchFamily="2" charset="-122"/>
                  </a:rPr>
                  <a:t>h</a:t>
                </a:r>
              </a:p>
            </p:txBody>
          </p:sp>
        </p:grpSp>
        <p:sp>
          <p:nvSpPr>
            <p:cNvPr id="34862" name="Line 61"/>
            <p:cNvSpPr/>
            <p:nvPr/>
          </p:nvSpPr>
          <p:spPr>
            <a:xfrm flipV="1">
              <a:off x="2483768" y="2780928"/>
              <a:ext cx="0" cy="609600"/>
            </a:xfrm>
            <a:prstGeom prst="line">
              <a:avLst/>
            </a:prstGeom>
            <a:ln w="38100" cap="flat" cmpd="sng">
              <a:solidFill>
                <a:srgbClr val="FF0000"/>
              </a:solidFill>
              <a:prstDash val="sysDot"/>
              <a:round/>
              <a:headEnd type="none" w="med" len="med"/>
              <a:tailEnd type="none" w="med" len="med"/>
            </a:ln>
          </p:spPr>
        </p:sp>
      </p:grpSp>
      <p:sp>
        <p:nvSpPr>
          <p:cNvPr id="59" name="Line 72"/>
          <p:cNvSpPr/>
          <p:nvPr/>
        </p:nvSpPr>
        <p:spPr>
          <a:xfrm flipH="1" flipV="1">
            <a:off x="2206625" y="2416175"/>
            <a:ext cx="0" cy="1870075"/>
          </a:xfrm>
          <a:prstGeom prst="line">
            <a:avLst/>
          </a:prstGeom>
          <a:ln w="38100" cap="flat" cmpd="sng">
            <a:solidFill>
              <a:srgbClr val="FF0000"/>
            </a:solidFill>
            <a:prstDash val="sysDot"/>
            <a:round/>
            <a:headEnd type="none" w="med" len="med"/>
            <a:tailEnd type="none" w="med" len="med"/>
          </a:ln>
        </p:spPr>
      </p:sp>
      <p:grpSp>
        <p:nvGrpSpPr>
          <p:cNvPr id="9" name="组合 8"/>
          <p:cNvGrpSpPr/>
          <p:nvPr/>
        </p:nvGrpSpPr>
        <p:grpSpPr>
          <a:xfrm>
            <a:off x="4716463" y="2416175"/>
            <a:ext cx="2265362" cy="2516188"/>
            <a:chOff x="7427" y="3804"/>
            <a:chExt cx="3568" cy="3963"/>
          </a:xfrm>
        </p:grpSpPr>
        <p:grpSp>
          <p:nvGrpSpPr>
            <p:cNvPr id="34865" name="组合 3"/>
            <p:cNvGrpSpPr/>
            <p:nvPr/>
          </p:nvGrpSpPr>
          <p:grpSpPr>
            <a:xfrm>
              <a:off x="7427" y="6317"/>
              <a:ext cx="3567" cy="1450"/>
              <a:chOff x="4760019" y="3246313"/>
              <a:chExt cx="2265363" cy="920875"/>
            </a:xfrm>
          </p:grpSpPr>
          <p:sp>
            <p:nvSpPr>
              <p:cNvPr id="34866" name="Rectangle 71"/>
              <p:cNvSpPr/>
              <p:nvPr/>
            </p:nvSpPr>
            <p:spPr>
              <a:xfrm>
                <a:off x="5139041" y="3643313"/>
                <a:ext cx="184150" cy="523875"/>
              </a:xfrm>
              <a:prstGeom prst="rect">
                <a:avLst/>
              </a:prstGeom>
              <a:noFill/>
              <a:ln w="9525">
                <a:noFill/>
              </a:ln>
            </p:spPr>
            <p:txBody>
              <a:bodyPr wrap="none" anchor="t" anchorCtr="0">
                <a:spAutoFit/>
              </a:bodyPr>
              <a:lstStyle/>
              <a:p>
                <a:endParaRPr lang="en-US" altLang="zh-CN" sz="2800" b="1" dirty="0">
                  <a:latin typeface="Times New Roman" panose="02020603050405020304" pitchFamily="18" charset="0"/>
                  <a:ea typeface="宋体" panose="02010600030101010101" pitchFamily="2" charset="-122"/>
                </a:endParaRPr>
              </a:p>
            </p:txBody>
          </p:sp>
          <p:grpSp>
            <p:nvGrpSpPr>
              <p:cNvPr id="34867" name="Group 99"/>
              <p:cNvGrpSpPr/>
              <p:nvPr/>
            </p:nvGrpSpPr>
            <p:grpSpPr>
              <a:xfrm>
                <a:off x="4760019" y="3246313"/>
                <a:ext cx="2265362" cy="762000"/>
                <a:chOff x="321" y="1509"/>
                <a:chExt cx="1427" cy="480"/>
              </a:xfrm>
            </p:grpSpPr>
            <p:sp>
              <p:nvSpPr>
                <p:cNvPr id="34868" name="Line 12"/>
                <p:cNvSpPr/>
                <p:nvPr/>
              </p:nvSpPr>
              <p:spPr>
                <a:xfrm flipV="1">
                  <a:off x="356" y="1509"/>
                  <a:ext cx="1392" cy="480"/>
                </a:xfrm>
                <a:prstGeom prst="line">
                  <a:avLst/>
                </a:prstGeom>
                <a:ln w="38100" cap="flat" cmpd="sng">
                  <a:solidFill>
                    <a:schemeClr val="tx1"/>
                  </a:solidFill>
                  <a:prstDash val="solid"/>
                  <a:round/>
                  <a:headEnd type="none" w="med" len="med"/>
                  <a:tailEnd type="none" w="med" len="med"/>
                </a:ln>
              </p:spPr>
            </p:sp>
            <p:sp>
              <p:nvSpPr>
                <p:cNvPr id="34869" name="Line 13"/>
                <p:cNvSpPr/>
                <p:nvPr/>
              </p:nvSpPr>
              <p:spPr>
                <a:xfrm>
                  <a:off x="321" y="1986"/>
                  <a:ext cx="1344" cy="0"/>
                </a:xfrm>
                <a:prstGeom prst="line">
                  <a:avLst/>
                </a:prstGeom>
                <a:ln w="31750" cap="flat" cmpd="sng">
                  <a:solidFill>
                    <a:schemeClr val="tx1"/>
                  </a:solidFill>
                  <a:prstDash val="solid"/>
                  <a:round/>
                  <a:headEnd type="none" w="med" len="med"/>
                  <a:tailEnd type="none" w="med" len="med"/>
                </a:ln>
              </p:spPr>
            </p:sp>
          </p:grpSp>
          <p:sp>
            <p:nvSpPr>
              <p:cNvPr id="34870" name="Arc 97"/>
              <p:cNvSpPr/>
              <p:nvPr/>
            </p:nvSpPr>
            <p:spPr>
              <a:xfrm rot="10800000">
                <a:off x="6307515" y="3879491"/>
                <a:ext cx="383540" cy="280706"/>
              </a:xfrm>
              <a:custGeom>
                <a:avLst/>
                <a:gdLst/>
                <a:ahLst/>
                <a:cxnLst>
                  <a:cxn ang="0">
                    <a:pos x="2147483647" y="2147483647"/>
                  </a:cxn>
                  <a:cxn ang="0">
                    <a:pos x="0" y="2147483647"/>
                  </a:cxn>
                  <a:cxn ang="0">
                    <a:pos x="2147483647" y="0"/>
                  </a:cxn>
                </a:cxnLst>
                <a:rect l="0" t="0" r="0" b="0"/>
                <a:pathLst>
                  <a:path w="35610" h="21600" fill="none">
                    <a:moveTo>
                      <a:pt x="35609" y="12218"/>
                    </a:moveTo>
                    <a:cubicBezTo>
                      <a:pt x="31581" y="18090"/>
                      <a:pt x="24918" y="21599"/>
                      <a:pt x="17798" y="21600"/>
                    </a:cubicBezTo>
                    <a:cubicBezTo>
                      <a:pt x="10686" y="21600"/>
                      <a:pt x="4029" y="18099"/>
                      <a:pt x="0" y="12238"/>
                    </a:cubicBezTo>
                  </a:path>
                  <a:path w="35610" h="21600" stroke="0">
                    <a:moveTo>
                      <a:pt x="35609" y="12218"/>
                    </a:moveTo>
                    <a:cubicBezTo>
                      <a:pt x="31581" y="18090"/>
                      <a:pt x="24918" y="21599"/>
                      <a:pt x="17798" y="21600"/>
                    </a:cubicBezTo>
                    <a:cubicBezTo>
                      <a:pt x="10686" y="21600"/>
                      <a:pt x="4029" y="18099"/>
                      <a:pt x="0" y="12238"/>
                    </a:cubicBezTo>
                    <a:lnTo>
                      <a:pt x="17798" y="0"/>
                    </a:lnTo>
                    <a:lnTo>
                      <a:pt x="35609" y="12218"/>
                    </a:lnTo>
                    <a:close/>
                  </a:path>
                </a:pathLst>
              </a:custGeom>
              <a:solidFill>
                <a:schemeClr val="bg1"/>
              </a:solidFill>
              <a:ln w="38100" cap="flat" cmpd="sng">
                <a:solidFill>
                  <a:schemeClr val="tx1"/>
                </a:solidFill>
                <a:prstDash val="solid"/>
                <a:round/>
                <a:headEnd type="none" w="med" len="med"/>
                <a:tailEnd type="none" w="med" len="med"/>
              </a:ln>
            </p:spPr>
            <p:txBody>
              <a:bodyPr/>
              <a:lstStyle/>
              <a:p>
                <a:endParaRPr lang="zh-CN" altLang="en-US"/>
              </a:p>
            </p:txBody>
          </p:sp>
          <p:sp>
            <p:nvSpPr>
              <p:cNvPr id="34871" name="Line 72"/>
              <p:cNvSpPr/>
              <p:nvPr/>
            </p:nvSpPr>
            <p:spPr>
              <a:xfrm flipH="1" flipV="1">
                <a:off x="6501864" y="3390528"/>
                <a:ext cx="0" cy="478134"/>
              </a:xfrm>
              <a:prstGeom prst="line">
                <a:avLst/>
              </a:prstGeom>
              <a:ln w="38100" cap="flat" cmpd="sng">
                <a:solidFill>
                  <a:schemeClr val="tx1"/>
                </a:solidFill>
                <a:prstDash val="sysDot"/>
                <a:round/>
                <a:headEnd type="none" w="med" len="med"/>
                <a:tailEnd type="none" w="med" len="med"/>
              </a:ln>
            </p:spPr>
          </p:sp>
          <p:sp>
            <p:nvSpPr>
              <p:cNvPr id="34872" name="Line 60"/>
              <p:cNvSpPr/>
              <p:nvPr/>
            </p:nvSpPr>
            <p:spPr>
              <a:xfrm flipV="1">
                <a:off x="6257012" y="3501007"/>
                <a:ext cx="0" cy="493663"/>
              </a:xfrm>
              <a:prstGeom prst="line">
                <a:avLst/>
              </a:prstGeom>
              <a:ln w="38100" cap="flat" cmpd="sng">
                <a:solidFill>
                  <a:schemeClr val="tx1"/>
                </a:solidFill>
                <a:prstDash val="sysDot"/>
                <a:round/>
                <a:headEnd type="none" w="med" len="med"/>
                <a:tailEnd type="none" w="med" len="med"/>
              </a:ln>
            </p:spPr>
          </p:sp>
        </p:grpSp>
        <p:sp>
          <p:nvSpPr>
            <p:cNvPr id="34873" name="Line 72"/>
            <p:cNvSpPr/>
            <p:nvPr/>
          </p:nvSpPr>
          <p:spPr>
            <a:xfrm flipH="1" flipV="1">
              <a:off x="10172" y="3804"/>
              <a:ext cx="1" cy="2758"/>
            </a:xfrm>
            <a:prstGeom prst="line">
              <a:avLst/>
            </a:prstGeom>
            <a:ln w="38100" cap="flat" cmpd="sng">
              <a:solidFill>
                <a:srgbClr val="FF0000"/>
              </a:solidFill>
              <a:prstDash val="sysDot"/>
              <a:round/>
              <a:headEnd type="none" w="med" len="med"/>
              <a:tailEnd type="none" w="med" len="med"/>
            </a:ln>
          </p:spPr>
        </p:sp>
        <p:sp>
          <p:nvSpPr>
            <p:cNvPr id="34874" name="Line 61"/>
            <p:cNvSpPr/>
            <p:nvPr/>
          </p:nvSpPr>
          <p:spPr>
            <a:xfrm flipV="1">
              <a:off x="9779" y="5626"/>
              <a:ext cx="0" cy="959"/>
            </a:xfrm>
            <a:prstGeom prst="line">
              <a:avLst/>
            </a:prstGeom>
            <a:ln w="38100" cap="flat" cmpd="sng">
              <a:solidFill>
                <a:srgbClr val="FF0000"/>
              </a:solidFill>
              <a:prstDash val="sysDot"/>
              <a:round/>
              <a:headEnd type="none" w="med" len="med"/>
              <a:tailEnd type="none" w="med" len="med"/>
            </a:ln>
          </p:spPr>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78945"/>
                                        </p:tgtEl>
                                        <p:attrNameLst>
                                          <p:attrName>style.visibility</p:attrName>
                                        </p:attrNameLst>
                                      </p:cBhvr>
                                      <p:to>
                                        <p:strVal val="visible"/>
                                      </p:to>
                                    </p:set>
                                    <p:animEffect transition="in" filter="wipe(up)">
                                      <p:cBhvr>
                                        <p:cTn id="19" dur="500"/>
                                        <p:tgtEl>
                                          <p:spTgt spid="7894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537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8865">
                                            <p:txEl>
                                              <p:pRg st="0" end="0"/>
                                            </p:txEl>
                                          </p:spTgt>
                                        </p:tgtEl>
                                        <p:attrNameLst>
                                          <p:attrName>style.visibility</p:attrName>
                                        </p:attrNameLst>
                                      </p:cBhvr>
                                      <p:to>
                                        <p:strVal val="visible"/>
                                      </p:to>
                                    </p:set>
                                    <p:animEffect transition="in" filter="blinds(horizontal)">
                                      <p:cBhvr>
                                        <p:cTn id="28" dur="500"/>
                                        <p:tgtEl>
                                          <p:spTgt spid="78865">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p:cTn id="33" dur="1000" fill="hold"/>
                                        <p:tgtEl>
                                          <p:spTgt spid="5"/>
                                        </p:tgtEl>
                                        <p:attrNameLst>
                                          <p:attrName>ppt_w</p:attrName>
                                        </p:attrNameLst>
                                      </p:cBhvr>
                                      <p:tavLst>
                                        <p:tav tm="0">
                                          <p:val>
                                            <p:fltVal val="0"/>
                                          </p:val>
                                        </p:tav>
                                        <p:tav tm="100000">
                                          <p:val>
                                            <p:strVal val="#ppt_w"/>
                                          </p:val>
                                        </p:tav>
                                      </p:tavLst>
                                    </p:anim>
                                    <p:anim calcmode="lin" valueType="num">
                                      <p:cBhvr>
                                        <p:cTn id="34" dur="1000" fill="hold"/>
                                        <p:tgtEl>
                                          <p:spTgt spid="5"/>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45" grpId="0" bldLvl="0" animBg="1"/>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1" name="Group 2"/>
          <p:cNvGrpSpPr/>
          <p:nvPr/>
        </p:nvGrpSpPr>
        <p:grpSpPr>
          <a:xfrm>
            <a:off x="250825" y="1268413"/>
            <a:ext cx="3733800" cy="4953000"/>
            <a:chOff x="288" y="960"/>
            <a:chExt cx="2352" cy="3120"/>
          </a:xfrm>
        </p:grpSpPr>
        <p:grpSp>
          <p:nvGrpSpPr>
            <p:cNvPr id="35842" name="Group 3"/>
            <p:cNvGrpSpPr/>
            <p:nvPr/>
          </p:nvGrpSpPr>
          <p:grpSpPr>
            <a:xfrm>
              <a:off x="288" y="960"/>
              <a:ext cx="2352" cy="3120"/>
              <a:chOff x="288" y="912"/>
              <a:chExt cx="2352" cy="3069"/>
            </a:xfrm>
          </p:grpSpPr>
          <p:sp>
            <p:nvSpPr>
              <p:cNvPr id="35843" name="Text Box 4"/>
              <p:cNvSpPr txBox="1"/>
              <p:nvPr/>
            </p:nvSpPr>
            <p:spPr>
              <a:xfrm>
                <a:off x="288" y="912"/>
                <a:ext cx="2352" cy="324"/>
              </a:xfrm>
              <a:prstGeom prst="rect">
                <a:avLst/>
              </a:prstGeom>
              <a:gradFill rotWithShape="0">
                <a:gsLst>
                  <a:gs pos="0">
                    <a:schemeClr val="accent1"/>
                  </a:gs>
                  <a:gs pos="50000">
                    <a:schemeClr val="bg1"/>
                  </a:gs>
                  <a:gs pos="100000">
                    <a:schemeClr val="accent1"/>
                  </a:gs>
                </a:gsLst>
                <a:lin ang="5400000" scaled="1"/>
                <a:tileRect/>
              </a:gradFill>
              <a:ln w="28575" cap="flat" cmpd="sng">
                <a:solidFill>
                  <a:srgbClr val="006600"/>
                </a:solidFill>
                <a:prstDash val="solid"/>
                <a:miter/>
                <a:headEnd type="none" w="med" len="med"/>
                <a:tailEnd type="none" w="med" len="med"/>
              </a:ln>
            </p:spPr>
            <p:txBody>
              <a:bodyPr anchor="t" anchorCtr="0">
                <a:spAutoFit/>
              </a:bodyPr>
              <a:lstStyle/>
              <a:p>
                <a:pPr>
                  <a:spcBef>
                    <a:spcPct val="50000"/>
                  </a:spcBef>
                  <a:buClrTx/>
                  <a:buFontTx/>
                </a:pPr>
                <a:r>
                  <a:rPr lang="en-US" altLang="zh-CN" sz="2800" b="1" dirty="0">
                    <a:solidFill>
                      <a:srgbClr val="070000"/>
                    </a:solidFill>
                    <a:latin typeface="Times New Roman" panose="02020603050405020304" pitchFamily="18" charset="0"/>
                    <a:ea typeface="黑体" panose="02010609060101010101" pitchFamily="49" charset="-122"/>
                  </a:rPr>
                  <a:t>        </a:t>
                </a:r>
                <a:r>
                  <a:rPr lang="zh-CN" altLang="en-US" sz="2800" b="1" dirty="0">
                    <a:solidFill>
                      <a:srgbClr val="070000"/>
                    </a:solidFill>
                    <a:latin typeface="楷体" panose="02010609060101010101" pitchFamily="49" charset="-122"/>
                    <a:ea typeface="楷体" panose="02010609060101010101" pitchFamily="49" charset="-122"/>
                  </a:rPr>
                  <a:t>干涉膨胀仪</a:t>
                </a:r>
              </a:p>
            </p:txBody>
          </p:sp>
          <p:sp>
            <p:nvSpPr>
              <p:cNvPr id="35844" name="Rectangle 5"/>
              <p:cNvSpPr/>
              <p:nvPr/>
            </p:nvSpPr>
            <p:spPr>
              <a:xfrm>
                <a:off x="288" y="1245"/>
                <a:ext cx="2352" cy="2736"/>
              </a:xfrm>
              <a:prstGeom prst="rect">
                <a:avLst/>
              </a:prstGeom>
              <a:solidFill>
                <a:schemeClr val="bg1"/>
              </a:solidFill>
              <a:ln w="28575" cap="flat" cmpd="sng">
                <a:solidFill>
                  <a:srgbClr val="0066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35845" name="Rectangle 6"/>
            <p:cNvSpPr/>
            <p:nvPr/>
          </p:nvSpPr>
          <p:spPr>
            <a:xfrm>
              <a:off x="672" y="1714"/>
              <a:ext cx="1731" cy="103"/>
            </a:xfrm>
            <a:prstGeom prst="rect">
              <a:avLst/>
            </a:prstGeom>
            <a:solidFill>
              <a:srgbClr val="00FFCC">
                <a:alpha val="50194"/>
              </a:srgbClr>
            </a:solidFill>
            <a:ln w="28575" cap="flat" cmpd="sng">
              <a:solidFill>
                <a:srgbClr val="00808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5846" name="Rectangle 7" descr="深色下对角线"/>
            <p:cNvSpPr/>
            <p:nvPr/>
          </p:nvSpPr>
          <p:spPr>
            <a:xfrm>
              <a:off x="672" y="2777"/>
              <a:ext cx="1731" cy="103"/>
            </a:xfrm>
            <a:prstGeom prst="rect">
              <a:avLst/>
            </a:prstGeom>
            <a:blipFill rotWithShape="0">
              <a:blip r:embed="rId3"/>
            </a:blipFill>
            <a:ln w="28575" cap="flat" cmpd="sng">
              <a:solidFill>
                <a:schemeClr val="accent2"/>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5847" name="Rectangle 8" descr="深色下对角线"/>
            <p:cNvSpPr/>
            <p:nvPr/>
          </p:nvSpPr>
          <p:spPr>
            <a:xfrm>
              <a:off x="805" y="1817"/>
              <a:ext cx="200" cy="967"/>
            </a:xfrm>
            <a:prstGeom prst="rect">
              <a:avLst/>
            </a:prstGeom>
            <a:blipFill rotWithShape="0">
              <a:blip r:embed="rId4"/>
            </a:blipFill>
            <a:ln w="28575" cap="flat" cmpd="sng">
              <a:solidFill>
                <a:srgbClr val="0066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5848" name="Rectangle 9" descr="深色下对角线"/>
            <p:cNvSpPr/>
            <p:nvPr/>
          </p:nvSpPr>
          <p:spPr>
            <a:xfrm>
              <a:off x="2070" y="1817"/>
              <a:ext cx="200" cy="967"/>
            </a:xfrm>
            <a:prstGeom prst="rect">
              <a:avLst/>
            </a:prstGeom>
            <a:blipFill rotWithShape="0">
              <a:blip r:embed="rId4"/>
            </a:blipFill>
            <a:ln w="28575" cap="flat" cmpd="sng">
              <a:solidFill>
                <a:srgbClr val="0066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5849" name="Freeform 10" descr="深色上对角线"/>
            <p:cNvSpPr/>
            <p:nvPr/>
          </p:nvSpPr>
          <p:spPr>
            <a:xfrm>
              <a:off x="1200" y="1920"/>
              <a:ext cx="665" cy="864"/>
            </a:xfrm>
            <a:custGeom>
              <a:avLst/>
              <a:gdLst/>
              <a:ahLst/>
              <a:cxnLst>
                <a:cxn ang="0">
                  <a:pos x="0" y="8295"/>
                </a:cxn>
                <a:cxn ang="0">
                  <a:pos x="0" y="0"/>
                </a:cxn>
                <a:cxn ang="0">
                  <a:pos x="12501" y="1180"/>
                </a:cxn>
                <a:cxn ang="0">
                  <a:pos x="12501" y="8295"/>
                </a:cxn>
                <a:cxn ang="0">
                  <a:pos x="0" y="8295"/>
                </a:cxn>
              </a:cxnLst>
              <a:rect l="0" t="0" r="0" b="0"/>
              <a:pathLst>
                <a:path w="480" h="672">
                  <a:moveTo>
                    <a:pt x="0" y="672"/>
                  </a:moveTo>
                  <a:lnTo>
                    <a:pt x="0" y="0"/>
                  </a:lnTo>
                  <a:lnTo>
                    <a:pt x="480" y="96"/>
                  </a:lnTo>
                  <a:lnTo>
                    <a:pt x="480" y="672"/>
                  </a:lnTo>
                  <a:lnTo>
                    <a:pt x="0" y="672"/>
                  </a:lnTo>
                  <a:close/>
                </a:path>
              </a:pathLst>
            </a:custGeom>
            <a:blipFill rotWithShape="0">
              <a:blip r:embed="rId5"/>
            </a:blipFill>
            <a:ln w="9525" cap="flat" cmpd="sng">
              <a:solidFill>
                <a:srgbClr val="000000"/>
              </a:solidFill>
              <a:prstDash val="solid"/>
              <a:round/>
              <a:headEnd type="none" w="med" len="med"/>
              <a:tailEnd type="none" w="med" len="med"/>
            </a:ln>
          </p:spPr>
          <p:txBody>
            <a:bodyPr/>
            <a:lstStyle/>
            <a:p>
              <a:endParaRPr lang="zh-CN" altLang="en-US"/>
            </a:p>
          </p:txBody>
        </p:sp>
        <p:sp>
          <p:nvSpPr>
            <p:cNvPr id="35850" name="Line 11"/>
            <p:cNvSpPr/>
            <p:nvPr/>
          </p:nvSpPr>
          <p:spPr>
            <a:xfrm flipH="1">
              <a:off x="472" y="2784"/>
              <a:ext cx="733" cy="0"/>
            </a:xfrm>
            <a:prstGeom prst="line">
              <a:avLst/>
            </a:prstGeom>
            <a:ln w="19050" cap="flat" cmpd="sng">
              <a:solidFill>
                <a:srgbClr val="FF0066"/>
              </a:solidFill>
              <a:prstDash val="dash"/>
              <a:round/>
              <a:headEnd type="none" w="sm" len="lg"/>
              <a:tailEnd type="none" w="med" len="med"/>
            </a:ln>
          </p:spPr>
        </p:sp>
        <p:sp>
          <p:nvSpPr>
            <p:cNvPr id="35851" name="Line 12"/>
            <p:cNvSpPr/>
            <p:nvPr/>
          </p:nvSpPr>
          <p:spPr>
            <a:xfrm>
              <a:off x="624" y="1920"/>
              <a:ext cx="0" cy="864"/>
            </a:xfrm>
            <a:prstGeom prst="line">
              <a:avLst/>
            </a:prstGeom>
            <a:ln w="19050" cap="flat" cmpd="sng">
              <a:solidFill>
                <a:srgbClr val="FF0066"/>
              </a:solidFill>
              <a:prstDash val="dash"/>
              <a:round/>
              <a:headEnd type="triangle" w="sm" len="lg"/>
              <a:tailEnd type="triangle" w="sm" len="lg"/>
            </a:ln>
          </p:spPr>
        </p:sp>
        <p:grpSp>
          <p:nvGrpSpPr>
            <p:cNvPr id="35852" name="Group 14"/>
            <p:cNvGrpSpPr/>
            <p:nvPr/>
          </p:nvGrpSpPr>
          <p:grpSpPr>
            <a:xfrm>
              <a:off x="1285" y="1388"/>
              <a:ext cx="288" cy="244"/>
              <a:chOff x="1141" y="1200"/>
              <a:chExt cx="288" cy="336"/>
            </a:xfrm>
          </p:grpSpPr>
          <p:sp>
            <p:nvSpPr>
              <p:cNvPr id="88079" name="Rectangle 15"/>
              <p:cNvSpPr>
                <a:spLocks noChangeArrowheads="1"/>
              </p:cNvSpPr>
              <p:nvPr/>
            </p:nvSpPr>
            <p:spPr bwMode="auto">
              <a:xfrm>
                <a:off x="1141" y="1200"/>
                <a:ext cx="288" cy="240"/>
              </a:xfrm>
              <a:prstGeom prst="rect">
                <a:avLst/>
              </a:prstGeom>
              <a:gradFill rotWithShape="0">
                <a:gsLst>
                  <a:gs pos="0">
                    <a:schemeClr val="accent1">
                      <a:gamma/>
                      <a:shade val="36078"/>
                      <a:invGamma/>
                    </a:schemeClr>
                  </a:gs>
                  <a:gs pos="50000">
                    <a:schemeClr val="accent1"/>
                  </a:gs>
                  <a:gs pos="100000">
                    <a:schemeClr val="accent1">
                      <a:gamma/>
                      <a:shade val="36078"/>
                      <a:invGamma/>
                    </a:schemeClr>
                  </a:gs>
                </a:gsLst>
                <a:lin ang="0" scaled="1"/>
              </a:gradFill>
              <a:ln w="9525">
                <a:solidFill>
                  <a:schemeClr val="tx1"/>
                </a:solidFill>
                <a:miter lim="800000"/>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8080" name="AutoShape 16"/>
              <p:cNvSpPr>
                <a:spLocks noChangeArrowheads="1"/>
              </p:cNvSpPr>
              <p:nvPr/>
            </p:nvSpPr>
            <p:spPr bwMode="auto">
              <a:xfrm>
                <a:off x="1141" y="1440"/>
                <a:ext cx="288" cy="96"/>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0">
                <a:gsLst>
                  <a:gs pos="0">
                    <a:schemeClr val="accent1">
                      <a:gamma/>
                      <a:shade val="26275"/>
                      <a:invGamma/>
                    </a:schemeClr>
                  </a:gs>
                  <a:gs pos="50000">
                    <a:schemeClr val="accent1"/>
                  </a:gs>
                  <a:gs pos="100000">
                    <a:schemeClr val="accent1">
                      <a:gamma/>
                      <a:shade val="26275"/>
                      <a:invGamma/>
                    </a:schemeClr>
                  </a:gs>
                </a:gsLst>
                <a:lin ang="0" scaled="1"/>
              </a:gradFill>
              <a:ln w="9525">
                <a:solidFill>
                  <a:schemeClr val="tx1"/>
                </a:solidFill>
                <a:miter lim="800000"/>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grpSp>
      </p:grpSp>
      <p:sp>
        <p:nvSpPr>
          <p:cNvPr id="35855" name="Line 17"/>
          <p:cNvSpPr/>
          <p:nvPr/>
        </p:nvSpPr>
        <p:spPr>
          <a:xfrm flipH="1">
            <a:off x="555625" y="2798763"/>
            <a:ext cx="1143000" cy="0"/>
          </a:xfrm>
          <a:prstGeom prst="line">
            <a:avLst/>
          </a:prstGeom>
          <a:ln w="19050" cap="flat" cmpd="sng">
            <a:solidFill>
              <a:srgbClr val="FF0066"/>
            </a:solidFill>
            <a:prstDash val="dash"/>
            <a:round/>
            <a:headEnd type="none" w="med" len="med"/>
            <a:tailEnd type="none" w="med" len="med"/>
          </a:ln>
        </p:spPr>
      </p:sp>
      <p:grpSp>
        <p:nvGrpSpPr>
          <p:cNvPr id="5" name="Group 18"/>
          <p:cNvGrpSpPr/>
          <p:nvPr/>
        </p:nvGrpSpPr>
        <p:grpSpPr>
          <a:xfrm>
            <a:off x="322263" y="2106613"/>
            <a:ext cx="2439987" cy="2057400"/>
            <a:chOff x="333" y="1488"/>
            <a:chExt cx="1537" cy="1296"/>
          </a:xfrm>
        </p:grpSpPr>
        <p:sp>
          <p:nvSpPr>
            <p:cNvPr id="35857" name="Freeform 19" descr="深色上对角线"/>
            <p:cNvSpPr/>
            <p:nvPr/>
          </p:nvSpPr>
          <p:spPr>
            <a:xfrm>
              <a:off x="1205" y="1882"/>
              <a:ext cx="665" cy="902"/>
            </a:xfrm>
            <a:custGeom>
              <a:avLst/>
              <a:gdLst/>
              <a:ahLst/>
              <a:cxnLst>
                <a:cxn ang="0">
                  <a:pos x="0" y="12754"/>
                </a:cxn>
                <a:cxn ang="0">
                  <a:pos x="0" y="0"/>
                </a:cxn>
                <a:cxn ang="0">
                  <a:pos x="12501" y="1817"/>
                </a:cxn>
                <a:cxn ang="0">
                  <a:pos x="12501" y="12754"/>
                </a:cxn>
                <a:cxn ang="0">
                  <a:pos x="0" y="12754"/>
                </a:cxn>
              </a:cxnLst>
              <a:rect l="0" t="0" r="0" b="0"/>
              <a:pathLst>
                <a:path w="480" h="672">
                  <a:moveTo>
                    <a:pt x="0" y="672"/>
                  </a:moveTo>
                  <a:lnTo>
                    <a:pt x="0" y="0"/>
                  </a:lnTo>
                  <a:lnTo>
                    <a:pt x="480" y="96"/>
                  </a:lnTo>
                  <a:lnTo>
                    <a:pt x="480" y="672"/>
                  </a:lnTo>
                  <a:lnTo>
                    <a:pt x="0" y="672"/>
                  </a:lnTo>
                  <a:close/>
                </a:path>
              </a:pathLst>
            </a:custGeom>
            <a:noFill/>
            <a:ln w="19050" cap="flat" cmpd="sng">
              <a:solidFill>
                <a:srgbClr val="000000"/>
              </a:solidFill>
              <a:prstDash val="dash"/>
              <a:round/>
              <a:headEnd type="none" w="med" len="med"/>
              <a:tailEnd type="none" w="med" len="med"/>
            </a:ln>
          </p:spPr>
          <p:txBody>
            <a:bodyPr/>
            <a:lstStyle/>
            <a:p>
              <a:endParaRPr lang="zh-CN" altLang="en-US"/>
            </a:p>
          </p:txBody>
        </p:sp>
        <p:sp>
          <p:nvSpPr>
            <p:cNvPr id="35858" name="Line 20"/>
            <p:cNvSpPr/>
            <p:nvPr/>
          </p:nvSpPr>
          <p:spPr>
            <a:xfrm flipH="1">
              <a:off x="472" y="1920"/>
              <a:ext cx="733" cy="0"/>
            </a:xfrm>
            <a:prstGeom prst="line">
              <a:avLst/>
            </a:prstGeom>
            <a:ln w="19050" cap="flat" cmpd="sng">
              <a:solidFill>
                <a:srgbClr val="FF0066"/>
              </a:solidFill>
              <a:prstDash val="dash"/>
              <a:round/>
              <a:headEnd type="none" w="sm" len="lg"/>
              <a:tailEnd type="none" w="med" len="med"/>
            </a:ln>
          </p:spPr>
        </p:sp>
        <p:sp>
          <p:nvSpPr>
            <p:cNvPr id="35859" name="Line 21"/>
            <p:cNvSpPr/>
            <p:nvPr/>
          </p:nvSpPr>
          <p:spPr>
            <a:xfrm flipH="1">
              <a:off x="472" y="1882"/>
              <a:ext cx="733" cy="0"/>
            </a:xfrm>
            <a:prstGeom prst="line">
              <a:avLst/>
            </a:prstGeom>
            <a:ln w="19050" cap="flat" cmpd="sng">
              <a:solidFill>
                <a:srgbClr val="FF0066"/>
              </a:solidFill>
              <a:prstDash val="dash"/>
              <a:round/>
              <a:headEnd type="none" w="sm" len="lg"/>
              <a:tailEnd type="none" w="med" len="med"/>
            </a:ln>
          </p:spPr>
        </p:sp>
        <p:sp>
          <p:nvSpPr>
            <p:cNvPr id="35860" name="Line 22"/>
            <p:cNvSpPr/>
            <p:nvPr/>
          </p:nvSpPr>
          <p:spPr>
            <a:xfrm>
              <a:off x="624" y="1488"/>
              <a:ext cx="0" cy="394"/>
            </a:xfrm>
            <a:prstGeom prst="line">
              <a:avLst/>
            </a:prstGeom>
            <a:ln w="19050" cap="flat" cmpd="sng">
              <a:solidFill>
                <a:srgbClr val="FF0066"/>
              </a:solidFill>
              <a:prstDash val="dash"/>
              <a:round/>
              <a:headEnd type="none" w="sm" len="lg"/>
              <a:tailEnd type="triangle" w="sm" len="lg"/>
            </a:ln>
          </p:spPr>
        </p:sp>
        <p:graphicFrame>
          <p:nvGraphicFramePr>
            <p:cNvPr id="35861" name="Object 312"/>
            <p:cNvGraphicFramePr>
              <a:graphicFrameLocks noChangeAspect="1"/>
            </p:cNvGraphicFramePr>
            <p:nvPr/>
          </p:nvGraphicFramePr>
          <p:xfrm>
            <a:off x="333" y="1602"/>
            <a:ext cx="245" cy="180"/>
          </p:xfrm>
          <a:graphic>
            <a:graphicData uri="http://schemas.openxmlformats.org/presentationml/2006/ole">
              <mc:AlternateContent xmlns:mc="http://schemas.openxmlformats.org/markup-compatibility/2006">
                <mc:Choice xmlns:v="urn:schemas-microsoft-com:vml" Requires="v">
                  <p:oleObj r:id="rId6" imgW="203200" imgH="177800" progId="Equation.3">
                    <p:embed/>
                  </p:oleObj>
                </mc:Choice>
                <mc:Fallback>
                  <p:oleObj r:id="rId6" imgW="203200" imgH="177800" progId="Equation.3">
                    <p:embed/>
                    <p:pic>
                      <p:nvPicPr>
                        <p:cNvPr id="0" name="图片 3241"/>
                        <p:cNvPicPr/>
                        <p:nvPr/>
                      </p:nvPicPr>
                      <p:blipFill>
                        <a:blip r:embed="rId7"/>
                        <a:stretch>
                          <a:fillRect/>
                        </a:stretch>
                      </p:blipFill>
                      <p:spPr>
                        <a:xfrm>
                          <a:off x="333" y="1602"/>
                          <a:ext cx="245" cy="180"/>
                        </a:xfrm>
                        <a:prstGeom prst="rect">
                          <a:avLst/>
                        </a:prstGeom>
                        <a:noFill/>
                        <a:ln w="38100">
                          <a:noFill/>
                          <a:miter/>
                        </a:ln>
                      </p:spPr>
                    </p:pic>
                  </p:oleObj>
                </mc:Fallback>
              </mc:AlternateContent>
            </a:graphicData>
          </a:graphic>
        </p:graphicFrame>
      </p:grpSp>
      <p:grpSp>
        <p:nvGrpSpPr>
          <p:cNvPr id="6" name="Group 26"/>
          <p:cNvGrpSpPr/>
          <p:nvPr/>
        </p:nvGrpSpPr>
        <p:grpSpPr>
          <a:xfrm>
            <a:off x="1241425" y="4392613"/>
            <a:ext cx="1524000" cy="1600200"/>
            <a:chOff x="912" y="2832"/>
            <a:chExt cx="1008" cy="1008"/>
          </a:xfrm>
        </p:grpSpPr>
        <p:sp>
          <p:nvSpPr>
            <p:cNvPr id="35863" name="Line 27"/>
            <p:cNvSpPr/>
            <p:nvPr/>
          </p:nvSpPr>
          <p:spPr>
            <a:xfrm>
              <a:off x="1269" y="3840"/>
              <a:ext cx="315" cy="0"/>
            </a:xfrm>
            <a:prstGeom prst="line">
              <a:avLst/>
            </a:prstGeom>
            <a:ln w="38100" cap="flat" cmpd="sng">
              <a:solidFill>
                <a:srgbClr val="FF0000"/>
              </a:solidFill>
              <a:prstDash val="solid"/>
              <a:round/>
              <a:headEnd type="none" w="sm" len="lg"/>
              <a:tailEnd type="triangle" w="sm" len="lg"/>
            </a:ln>
          </p:spPr>
        </p:sp>
        <p:grpSp>
          <p:nvGrpSpPr>
            <p:cNvPr id="35864" name="Group 28"/>
            <p:cNvGrpSpPr/>
            <p:nvPr/>
          </p:nvGrpSpPr>
          <p:grpSpPr>
            <a:xfrm>
              <a:off x="912" y="2832"/>
              <a:ext cx="1008" cy="960"/>
              <a:chOff x="912" y="2832"/>
              <a:chExt cx="1008" cy="960"/>
            </a:xfrm>
          </p:grpSpPr>
          <p:grpSp>
            <p:nvGrpSpPr>
              <p:cNvPr id="35865" name="Group 29"/>
              <p:cNvGrpSpPr/>
              <p:nvPr/>
            </p:nvGrpSpPr>
            <p:grpSpPr>
              <a:xfrm>
                <a:off x="1038" y="3006"/>
                <a:ext cx="756" cy="611"/>
                <a:chOff x="3312" y="3408"/>
                <a:chExt cx="864" cy="432"/>
              </a:xfrm>
            </p:grpSpPr>
            <p:sp>
              <p:nvSpPr>
                <p:cNvPr id="35866" name="Rectangle 30"/>
                <p:cNvSpPr/>
                <p:nvPr/>
              </p:nvSpPr>
              <p:spPr>
                <a:xfrm>
                  <a:off x="3312" y="3408"/>
                  <a:ext cx="96" cy="432"/>
                </a:xfrm>
                <a:prstGeom prst="rect">
                  <a:avLst/>
                </a:prstGeom>
                <a:gradFill rotWithShape="0">
                  <a:gsLst>
                    <a:gs pos="0">
                      <a:srgbClr val="434328"/>
                    </a:gs>
                    <a:gs pos="50000">
                      <a:srgbClr val="FFFF99"/>
                    </a:gs>
                    <a:gs pos="100000">
                      <a:srgbClr val="434328"/>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5867" name="Rectangle 31"/>
                <p:cNvSpPr/>
                <p:nvPr/>
              </p:nvSpPr>
              <p:spPr>
                <a:xfrm>
                  <a:off x="3408" y="3408"/>
                  <a:ext cx="96" cy="432"/>
                </a:xfrm>
                <a:prstGeom prst="rect">
                  <a:avLst/>
                </a:prstGeom>
                <a:gradFill rotWithShape="0">
                  <a:gsLst>
                    <a:gs pos="0">
                      <a:srgbClr val="434328"/>
                    </a:gs>
                    <a:gs pos="50000">
                      <a:srgbClr val="FFFF99"/>
                    </a:gs>
                    <a:gs pos="100000">
                      <a:srgbClr val="434328"/>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5868" name="Rectangle 32"/>
                <p:cNvSpPr/>
                <p:nvPr/>
              </p:nvSpPr>
              <p:spPr>
                <a:xfrm>
                  <a:off x="3504" y="3408"/>
                  <a:ext cx="96" cy="432"/>
                </a:xfrm>
                <a:prstGeom prst="rect">
                  <a:avLst/>
                </a:prstGeom>
                <a:gradFill rotWithShape="0">
                  <a:gsLst>
                    <a:gs pos="0">
                      <a:srgbClr val="434328"/>
                    </a:gs>
                    <a:gs pos="50000">
                      <a:srgbClr val="FFFF99"/>
                    </a:gs>
                    <a:gs pos="100000">
                      <a:srgbClr val="434328"/>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5869" name="Rectangle 33"/>
                <p:cNvSpPr/>
                <p:nvPr/>
              </p:nvSpPr>
              <p:spPr>
                <a:xfrm>
                  <a:off x="3600" y="3408"/>
                  <a:ext cx="96" cy="432"/>
                </a:xfrm>
                <a:prstGeom prst="rect">
                  <a:avLst/>
                </a:prstGeom>
                <a:gradFill rotWithShape="0">
                  <a:gsLst>
                    <a:gs pos="0">
                      <a:srgbClr val="434328"/>
                    </a:gs>
                    <a:gs pos="50000">
                      <a:srgbClr val="FFFF99"/>
                    </a:gs>
                    <a:gs pos="100000">
                      <a:srgbClr val="434328"/>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5870" name="Rectangle 34"/>
                <p:cNvSpPr/>
                <p:nvPr/>
              </p:nvSpPr>
              <p:spPr>
                <a:xfrm>
                  <a:off x="3696" y="3408"/>
                  <a:ext cx="96" cy="432"/>
                </a:xfrm>
                <a:prstGeom prst="rect">
                  <a:avLst/>
                </a:prstGeom>
                <a:gradFill rotWithShape="0">
                  <a:gsLst>
                    <a:gs pos="0">
                      <a:srgbClr val="434328"/>
                    </a:gs>
                    <a:gs pos="50000">
                      <a:srgbClr val="FFFF99"/>
                    </a:gs>
                    <a:gs pos="100000">
                      <a:srgbClr val="434328"/>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5871" name="Rectangle 35"/>
                <p:cNvSpPr/>
                <p:nvPr/>
              </p:nvSpPr>
              <p:spPr>
                <a:xfrm>
                  <a:off x="3792" y="3408"/>
                  <a:ext cx="96" cy="432"/>
                </a:xfrm>
                <a:prstGeom prst="rect">
                  <a:avLst/>
                </a:prstGeom>
                <a:gradFill rotWithShape="0">
                  <a:gsLst>
                    <a:gs pos="0">
                      <a:srgbClr val="434328"/>
                    </a:gs>
                    <a:gs pos="50000">
                      <a:srgbClr val="FFFF99"/>
                    </a:gs>
                    <a:gs pos="100000">
                      <a:srgbClr val="434328"/>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5872" name="Rectangle 36"/>
                <p:cNvSpPr/>
                <p:nvPr/>
              </p:nvSpPr>
              <p:spPr>
                <a:xfrm>
                  <a:off x="3888" y="3408"/>
                  <a:ext cx="96" cy="432"/>
                </a:xfrm>
                <a:prstGeom prst="rect">
                  <a:avLst/>
                </a:prstGeom>
                <a:gradFill rotWithShape="0">
                  <a:gsLst>
                    <a:gs pos="0">
                      <a:srgbClr val="434328"/>
                    </a:gs>
                    <a:gs pos="50000">
                      <a:srgbClr val="FFFF99"/>
                    </a:gs>
                    <a:gs pos="100000">
                      <a:srgbClr val="434328"/>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5873" name="Rectangle 37"/>
                <p:cNvSpPr/>
                <p:nvPr/>
              </p:nvSpPr>
              <p:spPr>
                <a:xfrm>
                  <a:off x="3984" y="3408"/>
                  <a:ext cx="96" cy="432"/>
                </a:xfrm>
                <a:prstGeom prst="rect">
                  <a:avLst/>
                </a:prstGeom>
                <a:gradFill rotWithShape="0">
                  <a:gsLst>
                    <a:gs pos="0">
                      <a:srgbClr val="434328"/>
                    </a:gs>
                    <a:gs pos="50000">
                      <a:srgbClr val="FFFF99"/>
                    </a:gs>
                    <a:gs pos="100000">
                      <a:srgbClr val="434328"/>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5874" name="Rectangle 38"/>
                <p:cNvSpPr/>
                <p:nvPr/>
              </p:nvSpPr>
              <p:spPr>
                <a:xfrm>
                  <a:off x="4080" y="3408"/>
                  <a:ext cx="96" cy="432"/>
                </a:xfrm>
                <a:prstGeom prst="rect">
                  <a:avLst/>
                </a:prstGeom>
                <a:gradFill rotWithShape="0">
                  <a:gsLst>
                    <a:gs pos="0">
                      <a:srgbClr val="434328"/>
                    </a:gs>
                    <a:gs pos="50000">
                      <a:srgbClr val="FFFF99"/>
                    </a:gs>
                    <a:gs pos="100000">
                      <a:srgbClr val="434328"/>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35875" name="Line 39"/>
              <p:cNvSpPr/>
              <p:nvPr/>
            </p:nvSpPr>
            <p:spPr>
              <a:xfrm>
                <a:off x="1133" y="3355"/>
                <a:ext cx="598" cy="0"/>
              </a:xfrm>
              <a:prstGeom prst="line">
                <a:avLst/>
              </a:prstGeom>
              <a:ln w="28575" cap="flat" cmpd="sng">
                <a:solidFill>
                  <a:srgbClr val="FF0000"/>
                </a:solidFill>
                <a:prstDash val="solid"/>
                <a:round/>
                <a:headEnd type="none" w="sm" len="lg"/>
                <a:tailEnd type="none" w="med" len="med"/>
              </a:ln>
            </p:spPr>
          </p:sp>
          <p:sp>
            <p:nvSpPr>
              <p:cNvPr id="35876" name="Line 40"/>
              <p:cNvSpPr/>
              <p:nvPr/>
            </p:nvSpPr>
            <p:spPr>
              <a:xfrm flipV="1">
                <a:off x="1416" y="3152"/>
                <a:ext cx="0" cy="407"/>
              </a:xfrm>
              <a:prstGeom prst="line">
                <a:avLst/>
              </a:prstGeom>
              <a:ln w="28575" cap="flat" cmpd="sng">
                <a:solidFill>
                  <a:srgbClr val="FF0000"/>
                </a:solidFill>
                <a:prstDash val="solid"/>
                <a:round/>
                <a:headEnd type="none" w="sm" len="lg"/>
                <a:tailEnd type="none" w="med" len="med"/>
              </a:ln>
            </p:spPr>
          </p:sp>
          <p:sp>
            <p:nvSpPr>
              <p:cNvPr id="35877" name="AutoShape 41"/>
              <p:cNvSpPr/>
              <p:nvPr/>
            </p:nvSpPr>
            <p:spPr>
              <a:xfrm>
                <a:off x="912" y="2832"/>
                <a:ext cx="1008" cy="960"/>
              </a:xfrm>
              <a:custGeom>
                <a:avLst/>
                <a:gdLst/>
                <a:ahLst/>
                <a:cxnLst>
                  <a:cxn ang="0">
                    <a:pos x="0" y="0"/>
                  </a:cxn>
                  <a:cxn ang="0">
                    <a:pos x="0" y="0"/>
                  </a:cxn>
                  <a:cxn ang="0">
                    <a:pos x="0" y="0"/>
                  </a:cxn>
                  <a:cxn ang="0">
                    <a:pos x="0" y="0"/>
                  </a:cxn>
                  <a:cxn ang="0">
                    <a:pos x="0" y="0"/>
                  </a:cxn>
                  <a:cxn ang="0">
                    <a:pos x="0" y="0"/>
                  </a:cxn>
                  <a:cxn ang="0">
                    <a:pos x="0" y="0"/>
                  </a:cxn>
                  <a:cxn ang="0">
                    <a:pos x="0" y="0"/>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221" y="10800"/>
                    </a:moveTo>
                    <a:cubicBezTo>
                      <a:pt x="4221" y="14433"/>
                      <a:pt x="7167" y="17379"/>
                      <a:pt x="10800" y="17379"/>
                    </a:cubicBezTo>
                    <a:cubicBezTo>
                      <a:pt x="14433" y="17379"/>
                      <a:pt x="17379" y="14433"/>
                      <a:pt x="17379" y="10800"/>
                    </a:cubicBezTo>
                    <a:cubicBezTo>
                      <a:pt x="17379" y="7167"/>
                      <a:pt x="14433" y="4221"/>
                      <a:pt x="10800" y="4221"/>
                    </a:cubicBezTo>
                    <a:cubicBezTo>
                      <a:pt x="7167" y="4221"/>
                      <a:pt x="4221" y="7167"/>
                      <a:pt x="4221" y="10800"/>
                    </a:cubicBezTo>
                    <a:close/>
                  </a:path>
                </a:pathLst>
              </a:custGeom>
              <a:solidFill>
                <a:srgbClr val="FFFFFF"/>
              </a:solidFill>
              <a:ln w="28575" cap="flat" cmpd="sng">
                <a:solidFill>
                  <a:srgbClr val="008080"/>
                </a:solidFill>
                <a:prstDash val="solid"/>
                <a:round/>
                <a:headEnd type="none" w="med" len="med"/>
                <a:tailEnd type="none" w="med" len="med"/>
              </a:ln>
            </p:spPr>
            <p:txBody>
              <a:bodyPr/>
              <a:lstStyle/>
              <a:p>
                <a:endParaRPr lang="zh-CN" altLang="en-US"/>
              </a:p>
            </p:txBody>
          </p:sp>
        </p:grpSp>
      </p:grpSp>
      <p:sp>
        <p:nvSpPr>
          <p:cNvPr id="35878" name="Text Box 42"/>
          <p:cNvSpPr txBox="1"/>
          <p:nvPr/>
        </p:nvSpPr>
        <p:spPr>
          <a:xfrm>
            <a:off x="322263" y="407988"/>
            <a:ext cx="2579687" cy="522287"/>
          </a:xfrm>
          <a:prstGeom prst="rect">
            <a:avLst/>
          </a:prstGeom>
          <a:noFill/>
          <a:ln w="9525">
            <a:noFill/>
          </a:ln>
        </p:spPr>
        <p:txBody>
          <a:bodyPr wrap="square" anchor="t" anchorCtr="0">
            <a:spAutoFit/>
          </a:bodyPr>
          <a:lstStyle/>
          <a:p>
            <a:pPr>
              <a:spcBef>
                <a:spcPct val="50000"/>
              </a:spcBef>
            </a:pPr>
            <a:r>
              <a:rPr lang="zh-CN" altLang="en-US" sz="2800" b="1" dirty="0">
                <a:solidFill>
                  <a:srgbClr val="9900CC"/>
                </a:solidFill>
                <a:latin typeface="楷体" panose="02010609060101010101" pitchFamily="49" charset="-122"/>
                <a:ea typeface="楷体" panose="02010609060101010101" pitchFamily="49" charset="-122"/>
              </a:rPr>
              <a:t>干涉膨胀仪</a:t>
            </a:r>
          </a:p>
        </p:txBody>
      </p:sp>
      <p:graphicFrame>
        <p:nvGraphicFramePr>
          <p:cNvPr id="88108" name="Object 313"/>
          <p:cNvGraphicFramePr>
            <a:graphicFrameLocks noChangeAspect="1"/>
          </p:cNvGraphicFramePr>
          <p:nvPr/>
        </p:nvGraphicFramePr>
        <p:xfrm>
          <a:off x="5435600" y="2882900"/>
          <a:ext cx="1947863" cy="852488"/>
        </p:xfrm>
        <a:graphic>
          <a:graphicData uri="http://schemas.openxmlformats.org/presentationml/2006/ole">
            <mc:AlternateContent xmlns:mc="http://schemas.openxmlformats.org/markup-compatibility/2006">
              <mc:Choice xmlns:v="urn:schemas-microsoft-com:vml" Requires="v">
                <p:oleObj r:id="rId8" imgW="1676400" imgH="838200" progId="Equation.DSMT4">
                  <p:embed/>
                </p:oleObj>
              </mc:Choice>
              <mc:Fallback>
                <p:oleObj r:id="rId8" imgW="1676400" imgH="838200" progId="Equation.DSMT4">
                  <p:embed/>
                  <p:pic>
                    <p:nvPicPr>
                      <p:cNvPr id="0" name="图片 3242"/>
                      <p:cNvPicPr/>
                      <p:nvPr/>
                    </p:nvPicPr>
                    <p:blipFill>
                      <a:blip r:embed="rId9"/>
                      <a:stretch>
                        <a:fillRect/>
                      </a:stretch>
                    </p:blipFill>
                    <p:spPr>
                      <a:xfrm>
                        <a:off x="5435600" y="2882900"/>
                        <a:ext cx="1947863" cy="852488"/>
                      </a:xfrm>
                      <a:prstGeom prst="rect">
                        <a:avLst/>
                      </a:prstGeom>
                      <a:noFill/>
                      <a:ln w="38100">
                        <a:noFill/>
                        <a:miter/>
                      </a:ln>
                    </p:spPr>
                  </p:pic>
                </p:oleObj>
              </mc:Fallback>
            </mc:AlternateContent>
          </a:graphicData>
        </a:graphic>
      </p:graphicFrame>
      <p:sp>
        <p:nvSpPr>
          <p:cNvPr id="35880" name="Text Box 49"/>
          <p:cNvSpPr txBox="1"/>
          <p:nvPr/>
        </p:nvSpPr>
        <p:spPr>
          <a:xfrm>
            <a:off x="1844675" y="3265488"/>
            <a:ext cx="695325" cy="396875"/>
          </a:xfrm>
          <a:prstGeom prst="rect">
            <a:avLst/>
          </a:prstGeom>
          <a:noFill/>
          <a:ln w="9525">
            <a:noFill/>
          </a:ln>
        </p:spPr>
        <p:txBody>
          <a:bodyPr wrap="none" anchor="t" anchorCtr="0">
            <a:spAutoFit/>
          </a:bodyPr>
          <a:lstStyle/>
          <a:p>
            <a:r>
              <a:rPr lang="zh-CN" altLang="en-US" sz="2000" b="1" dirty="0">
                <a:latin typeface="Times New Roman" panose="02020603050405020304" pitchFamily="18" charset="0"/>
                <a:ea typeface="黑体" panose="02010609060101010101" pitchFamily="49" charset="-122"/>
              </a:rPr>
              <a:t>样品</a:t>
            </a:r>
          </a:p>
        </p:txBody>
      </p:sp>
      <p:sp>
        <p:nvSpPr>
          <p:cNvPr id="35881" name="Text Box 50"/>
          <p:cNvSpPr txBox="1"/>
          <p:nvPr/>
        </p:nvSpPr>
        <p:spPr>
          <a:xfrm>
            <a:off x="3013075" y="2781300"/>
            <a:ext cx="488950" cy="1311275"/>
          </a:xfrm>
          <a:prstGeom prst="rect">
            <a:avLst/>
          </a:prstGeom>
          <a:noFill/>
          <a:ln w="9525">
            <a:noFill/>
          </a:ln>
        </p:spPr>
        <p:txBody>
          <a:bodyPr anchor="t" anchorCtr="0">
            <a:spAutoFit/>
          </a:bodyPr>
          <a:lstStyle/>
          <a:p>
            <a:pPr>
              <a:spcBef>
                <a:spcPct val="50000"/>
              </a:spcBef>
            </a:pPr>
            <a:r>
              <a:rPr lang="zh-CN" altLang="en-US" sz="2000" b="1" dirty="0">
                <a:solidFill>
                  <a:schemeClr val="tx2"/>
                </a:solidFill>
                <a:latin typeface="Times New Roman" panose="02020603050405020304" pitchFamily="18" charset="0"/>
                <a:ea typeface="黑体" panose="02010609060101010101" pitchFamily="49" charset="-122"/>
              </a:rPr>
              <a:t>石英圆柱</a:t>
            </a:r>
          </a:p>
        </p:txBody>
      </p:sp>
      <p:sp>
        <p:nvSpPr>
          <p:cNvPr id="26627" name="文本框 3"/>
          <p:cNvSpPr txBox="1"/>
          <p:nvPr/>
        </p:nvSpPr>
        <p:spPr>
          <a:xfrm>
            <a:off x="4340225" y="4164013"/>
            <a:ext cx="4421188" cy="1754187"/>
          </a:xfrm>
          <a:prstGeom prst="rect">
            <a:avLst/>
          </a:prstGeom>
          <a:noFill/>
          <a:ln w="9525">
            <a:noFill/>
          </a:ln>
        </p:spPr>
        <p:txBody>
          <a:bodyPr wrap="square" anchor="t" anchorCtr="0">
            <a:spAutoFit/>
          </a:bodyPr>
          <a:lstStyle/>
          <a:p>
            <a:pPr algn="just">
              <a:lnSpc>
                <a:spcPct val="150000"/>
              </a:lnSpc>
            </a:pPr>
            <a:r>
              <a:rPr lang="zh-CN" altLang="en-US">
                <a:solidFill>
                  <a:srgbClr val="0000FF"/>
                </a:solidFill>
                <a:latin typeface="Verdana" panose="020B0604030504040204" pitchFamily="34" charset="0"/>
                <a:ea typeface="宋体" panose="02010600030101010101" pitchFamily="2" charset="-122"/>
              </a:rPr>
              <a:t>讨论题</a:t>
            </a:r>
            <a:r>
              <a:rPr lang="en-US" altLang="zh-CN">
                <a:solidFill>
                  <a:srgbClr val="0000FF"/>
                </a:solidFill>
                <a:latin typeface="Verdana" panose="020B0604030504040204" pitchFamily="34" charset="0"/>
                <a:ea typeface="宋体" panose="02010600030101010101" pitchFamily="2" charset="-122"/>
              </a:rPr>
              <a:t>1</a:t>
            </a:r>
            <a:r>
              <a:rPr lang="zh-CN" altLang="en-US">
                <a:solidFill>
                  <a:srgbClr val="0000FF"/>
                </a:solidFill>
                <a:latin typeface="Verdana" panose="020B0604030504040204" pitchFamily="34" charset="0"/>
                <a:ea typeface="宋体" panose="02010600030101010101" pitchFamily="2" charset="-122"/>
              </a:rPr>
              <a:t>：山西省为煤炭大省，大量的科研围绕煤炭展开。若太原理工大学某科研项目需要测量煤炭的热胀系数，请用你学习的知识从理论上设计一个可行的方案。</a:t>
            </a:r>
            <a:r>
              <a:rPr lang="en-US" altLang="zh-CN">
                <a:solidFill>
                  <a:srgbClr val="0000FF"/>
                </a:solidFill>
                <a:latin typeface="Verdana" panose="020B0604030504040204" pitchFamily="34" charset="0"/>
                <a:ea typeface="宋体" panose="02010600030101010101" pitchFamily="2" charset="-122"/>
              </a:rPr>
              <a:t>    </a:t>
            </a:r>
            <a:r>
              <a:rPr lang="en-US" altLang="zh-CN">
                <a:latin typeface="Verdana" panose="020B0604030504040204" pitchFamily="34" charset="0"/>
                <a:ea typeface="宋体" panose="02010600030101010101" pitchFamily="2" charset="-122"/>
              </a:rPr>
              <a:t>  </a:t>
            </a:r>
            <a:endParaRPr lang="zh-CN" altLang="en-US">
              <a:solidFill>
                <a:srgbClr val="0000FF"/>
              </a:solidFill>
              <a:latin typeface="Verdana" panose="020B0604030504040204" pitchFamily="34" charset="0"/>
              <a:ea typeface="宋体" panose="02010600030101010101" pitchFamily="2" charset="-122"/>
            </a:endParaRPr>
          </a:p>
        </p:txBody>
      </p:sp>
      <p:pic>
        <p:nvPicPr>
          <p:cNvPr id="1025" name="ShockwaveFlash1"/>
          <p:cNvPicPr/>
          <p:nvPr/>
        </p:nvPicPr>
        <p:blipFill>
          <a:blip r:embed="rId10"/>
          <a:stretch>
            <a:fillRect/>
          </a:stretch>
        </p:blipFill>
        <p:spPr>
          <a:xfrm>
            <a:off x="4143375" y="390525"/>
            <a:ext cx="4687888" cy="2341563"/>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ox(in)">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88108"/>
                                        </p:tgtEl>
                                        <p:attrNameLst>
                                          <p:attrName>style.visibility</p:attrName>
                                        </p:attrNameLst>
                                      </p:cBhvr>
                                      <p:to>
                                        <p:strVal val="visible"/>
                                      </p:to>
                                    </p:set>
                                    <p:animEffect transition="in" filter="wipe(left)">
                                      <p:cBhvr>
                                        <p:cTn id="16" dur="500"/>
                                        <p:tgtEl>
                                          <p:spTgt spid="8810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6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p:bldP spid="26627"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29" name="Picture 3" descr="IMAGE0007"/>
          <p:cNvPicPr>
            <a:picLocks noChangeAspect="1"/>
          </p:cNvPicPr>
          <p:nvPr/>
        </p:nvPicPr>
        <p:blipFill>
          <a:blip r:embed="rId2"/>
          <a:srcRect l="3609"/>
          <a:stretch>
            <a:fillRect/>
          </a:stretch>
        </p:blipFill>
        <p:spPr>
          <a:xfrm>
            <a:off x="300038" y="266700"/>
            <a:ext cx="8005762" cy="2247900"/>
          </a:xfrm>
          <a:prstGeom prst="rect">
            <a:avLst/>
          </a:prstGeom>
          <a:noFill/>
          <a:ln w="9525">
            <a:noFill/>
          </a:ln>
        </p:spPr>
      </p:pic>
      <p:pic>
        <p:nvPicPr>
          <p:cNvPr id="73730" name="Picture 3" descr="IMAGE0007"/>
          <p:cNvPicPr>
            <a:picLocks noChangeAspect="1"/>
          </p:cNvPicPr>
          <p:nvPr/>
        </p:nvPicPr>
        <p:blipFill>
          <a:blip r:embed="rId3"/>
          <a:stretch>
            <a:fillRect/>
          </a:stretch>
        </p:blipFill>
        <p:spPr>
          <a:xfrm>
            <a:off x="212725" y="2928938"/>
            <a:ext cx="8229600" cy="1916112"/>
          </a:xfrm>
          <a:prstGeom prst="rect">
            <a:avLst/>
          </a:prstGeom>
          <a:noFill/>
          <a:ln w="9525">
            <a:noFill/>
          </a:ln>
        </p:spPr>
      </p:pic>
      <p:pic>
        <p:nvPicPr>
          <p:cNvPr id="73731" name="Picture 4" descr="IMAGE0006"/>
          <p:cNvPicPr>
            <a:picLocks noChangeAspect="1"/>
          </p:cNvPicPr>
          <p:nvPr/>
        </p:nvPicPr>
        <p:blipFill>
          <a:blip r:embed="rId4"/>
          <a:srcRect l="8682" r="12727" b="49263"/>
          <a:stretch>
            <a:fillRect/>
          </a:stretch>
        </p:blipFill>
        <p:spPr>
          <a:xfrm>
            <a:off x="5148263" y="4751388"/>
            <a:ext cx="3294062" cy="1246187"/>
          </a:xfrm>
          <a:prstGeom prst="rect">
            <a:avLst/>
          </a:prstGeom>
          <a:noFill/>
          <a:ln w="9525">
            <a:noFill/>
          </a:ln>
        </p:spPr>
      </p:pic>
      <p:sp>
        <p:nvSpPr>
          <p:cNvPr id="73732" name="文本框 2"/>
          <p:cNvSpPr txBox="1"/>
          <p:nvPr/>
        </p:nvSpPr>
        <p:spPr>
          <a:xfrm>
            <a:off x="212725" y="192088"/>
            <a:ext cx="2343150" cy="460375"/>
          </a:xfrm>
          <a:prstGeom prst="rect">
            <a:avLst/>
          </a:prstGeom>
          <a:solidFill>
            <a:schemeClr val="bg1"/>
          </a:solidFill>
          <a:ln w="9525">
            <a:noFill/>
          </a:ln>
        </p:spPr>
        <p:txBody>
          <a:bodyPr wrap="square" anchor="t" anchorCtr="0">
            <a:spAutoFit/>
          </a:bodyPr>
          <a:lstStyle/>
          <a:p>
            <a:r>
              <a:rPr lang="zh-CN" altLang="en-US" sz="2400" b="1" dirty="0">
                <a:solidFill>
                  <a:srgbClr val="FF0000"/>
                </a:solidFill>
                <a:latin typeface="楷体" panose="02010609060101010101" pitchFamily="49" charset="-122"/>
                <a:ea typeface="楷体" panose="02010609060101010101" pitchFamily="49" charset="-122"/>
                <a:sym typeface="宋体" panose="02010600030101010101" pitchFamily="2" charset="-122"/>
              </a:rPr>
              <a:t>例</a:t>
            </a:r>
            <a:r>
              <a:rPr lang="en-US" altLang="zh-CN" sz="2400" b="1" dirty="0">
                <a:solidFill>
                  <a:srgbClr val="FF0000"/>
                </a:solidFill>
                <a:latin typeface="楷体" panose="02010609060101010101" pitchFamily="49" charset="-122"/>
                <a:ea typeface="楷体" panose="02010609060101010101" pitchFamily="49" charset="-122"/>
                <a:sym typeface="宋体" panose="02010600030101010101" pitchFamily="2" charset="-122"/>
              </a:rPr>
              <a:t>1</a:t>
            </a:r>
          </a:p>
        </p:txBody>
      </p:sp>
      <p:sp>
        <p:nvSpPr>
          <p:cNvPr id="73733" name="文本框 4"/>
          <p:cNvSpPr txBox="1"/>
          <p:nvPr/>
        </p:nvSpPr>
        <p:spPr>
          <a:xfrm>
            <a:off x="212725" y="2928938"/>
            <a:ext cx="2762250" cy="460375"/>
          </a:xfrm>
          <a:prstGeom prst="rect">
            <a:avLst/>
          </a:prstGeom>
          <a:solidFill>
            <a:schemeClr val="bg1"/>
          </a:solidFill>
          <a:ln w="9525">
            <a:noFill/>
          </a:ln>
        </p:spPr>
        <p:txBody>
          <a:bodyPr wrap="square" anchor="t" anchorCtr="0">
            <a:spAutoFit/>
          </a:bodyPr>
          <a:lstStyle/>
          <a:p>
            <a:r>
              <a:rPr lang="zh-CN" altLang="en-US" sz="2400" b="1" dirty="0">
                <a:solidFill>
                  <a:srgbClr val="FF0000"/>
                </a:solidFill>
                <a:latin typeface="楷体" panose="02010609060101010101" pitchFamily="49" charset="-122"/>
                <a:ea typeface="楷体" panose="02010609060101010101" pitchFamily="49" charset="-122"/>
                <a:sym typeface="宋体" panose="02010600030101010101" pitchFamily="2" charset="-122"/>
              </a:rPr>
              <a:t>例</a:t>
            </a:r>
            <a:r>
              <a:rPr lang="en-US" altLang="zh-CN" sz="2400" b="1" dirty="0">
                <a:solidFill>
                  <a:srgbClr val="FF0000"/>
                </a:solidFill>
                <a:latin typeface="楷体" panose="02010609060101010101" pitchFamily="49" charset="-122"/>
                <a:ea typeface="楷体" panose="02010609060101010101" pitchFamily="49" charset="-122"/>
                <a:sym typeface="宋体" panose="02010600030101010101" pitchFamily="2" charset="-122"/>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7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37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7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7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bldLvl="0" animBg="1"/>
      <p:bldP spid="73732" grpId="1" animBg="1"/>
      <p:bldP spid="73733" grpId="0" bldLvl="0" animBg="1"/>
      <p:bldP spid="73733"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3" name="Picture 3" descr="IMAGE0001"/>
          <p:cNvPicPr>
            <a:picLocks noChangeAspect="1"/>
          </p:cNvPicPr>
          <p:nvPr/>
        </p:nvPicPr>
        <p:blipFill>
          <a:blip r:embed="rId2"/>
          <a:stretch>
            <a:fillRect/>
          </a:stretch>
        </p:blipFill>
        <p:spPr>
          <a:xfrm>
            <a:off x="212725" y="71438"/>
            <a:ext cx="8064500" cy="3016250"/>
          </a:xfrm>
          <a:prstGeom prst="rect">
            <a:avLst/>
          </a:prstGeom>
          <a:noFill/>
          <a:ln w="9525">
            <a:noFill/>
          </a:ln>
        </p:spPr>
      </p:pic>
      <p:sp>
        <p:nvSpPr>
          <p:cNvPr id="74754" name="文本框 2"/>
          <p:cNvSpPr txBox="1"/>
          <p:nvPr/>
        </p:nvSpPr>
        <p:spPr>
          <a:xfrm>
            <a:off x="212725" y="0"/>
            <a:ext cx="2343150" cy="460375"/>
          </a:xfrm>
          <a:prstGeom prst="rect">
            <a:avLst/>
          </a:prstGeom>
          <a:solidFill>
            <a:schemeClr val="bg1"/>
          </a:solidFill>
          <a:ln w="9525">
            <a:noFill/>
          </a:ln>
        </p:spPr>
        <p:txBody>
          <a:bodyPr wrap="square" anchor="t" anchorCtr="0">
            <a:spAutoFit/>
          </a:bodyPr>
          <a:lstStyle/>
          <a:p>
            <a:r>
              <a:rPr lang="zh-CN" altLang="en-US" sz="2400" b="1" dirty="0">
                <a:solidFill>
                  <a:srgbClr val="FF0000"/>
                </a:solidFill>
                <a:latin typeface="楷体" panose="02010609060101010101" pitchFamily="49" charset="-122"/>
                <a:ea typeface="楷体" panose="02010609060101010101" pitchFamily="49" charset="-122"/>
              </a:rPr>
              <a:t>例</a:t>
            </a:r>
            <a:r>
              <a:rPr lang="en-US" altLang="zh-CN" sz="2400" b="1" dirty="0">
                <a:solidFill>
                  <a:srgbClr val="FF0000"/>
                </a:solidFill>
                <a:latin typeface="楷体" panose="02010609060101010101" pitchFamily="49" charset="-122"/>
                <a:ea typeface="楷体" panose="02010609060101010101" pitchFamily="49" charset="-122"/>
              </a:rPr>
              <a:t>3</a:t>
            </a:r>
          </a:p>
        </p:txBody>
      </p:sp>
      <p:pic>
        <p:nvPicPr>
          <p:cNvPr id="74755" name="Picture 3" descr="IMAGE0010"/>
          <p:cNvPicPr>
            <a:picLocks noChangeAspect="1"/>
          </p:cNvPicPr>
          <p:nvPr/>
        </p:nvPicPr>
        <p:blipFill>
          <a:blip r:embed="rId3"/>
          <a:srcRect t="11990"/>
          <a:stretch>
            <a:fillRect/>
          </a:stretch>
        </p:blipFill>
        <p:spPr>
          <a:xfrm>
            <a:off x="612775" y="3236913"/>
            <a:ext cx="7264400" cy="32623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75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47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ldLvl="0" animBg="1"/>
      <p:bldP spid="74754"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7" name="Picture 3" descr="IMAGE0002"/>
          <p:cNvPicPr>
            <a:picLocks noChangeAspect="1"/>
          </p:cNvPicPr>
          <p:nvPr/>
        </p:nvPicPr>
        <p:blipFill>
          <a:blip r:embed="rId2"/>
          <a:stretch>
            <a:fillRect/>
          </a:stretch>
        </p:blipFill>
        <p:spPr>
          <a:xfrm>
            <a:off x="457200" y="285750"/>
            <a:ext cx="8229600" cy="1803400"/>
          </a:xfrm>
          <a:prstGeom prst="rect">
            <a:avLst/>
          </a:prstGeom>
          <a:noFill/>
          <a:ln w="9525">
            <a:noFill/>
          </a:ln>
        </p:spPr>
      </p:pic>
      <p:pic>
        <p:nvPicPr>
          <p:cNvPr id="75778" name="Picture 4" descr="IMAGE0003"/>
          <p:cNvPicPr>
            <a:picLocks noChangeAspect="1"/>
          </p:cNvPicPr>
          <p:nvPr/>
        </p:nvPicPr>
        <p:blipFill>
          <a:blip r:embed="rId3"/>
          <a:srcRect t="11359"/>
          <a:stretch>
            <a:fillRect/>
          </a:stretch>
        </p:blipFill>
        <p:spPr>
          <a:xfrm>
            <a:off x="190500" y="2689225"/>
            <a:ext cx="8763000" cy="3038475"/>
          </a:xfrm>
          <a:prstGeom prst="rect">
            <a:avLst/>
          </a:prstGeom>
          <a:noFill/>
          <a:ln w="9525">
            <a:noFill/>
          </a:ln>
        </p:spPr>
      </p:pic>
      <p:sp>
        <p:nvSpPr>
          <p:cNvPr id="75779" name="文本框 2"/>
          <p:cNvSpPr txBox="1"/>
          <p:nvPr/>
        </p:nvSpPr>
        <p:spPr>
          <a:xfrm>
            <a:off x="542925" y="180975"/>
            <a:ext cx="2343150" cy="460375"/>
          </a:xfrm>
          <a:prstGeom prst="rect">
            <a:avLst/>
          </a:prstGeom>
          <a:solidFill>
            <a:schemeClr val="bg1"/>
          </a:solidFill>
          <a:ln w="9525">
            <a:noFill/>
          </a:ln>
        </p:spPr>
        <p:txBody>
          <a:bodyPr wrap="square" anchor="t" anchorCtr="0">
            <a:spAutoFit/>
          </a:bodyPr>
          <a:lstStyle/>
          <a:p>
            <a:r>
              <a:rPr lang="zh-CN" altLang="en-US" sz="2400" b="1" dirty="0">
                <a:solidFill>
                  <a:srgbClr val="FF0000"/>
                </a:solidFill>
                <a:latin typeface="楷体" panose="02010609060101010101" pitchFamily="49" charset="-122"/>
                <a:ea typeface="楷体" panose="02010609060101010101" pitchFamily="49" charset="-122"/>
                <a:sym typeface="宋体" panose="02010600030101010101" pitchFamily="2" charset="-122"/>
              </a:rPr>
              <a:t>例</a:t>
            </a:r>
            <a:r>
              <a:rPr lang="en-US" altLang="zh-CN" sz="2400" b="1" dirty="0">
                <a:solidFill>
                  <a:srgbClr val="FF0000"/>
                </a:solidFill>
                <a:latin typeface="楷体" panose="02010609060101010101" pitchFamily="49" charset="-122"/>
                <a:ea typeface="楷体" panose="02010609060101010101" pitchFamily="49" charset="-122"/>
                <a:sym typeface="宋体" panose="02010600030101010101" pitchFamily="2" charset="-122"/>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77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577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57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ldLvl="0" animBg="1"/>
      <p:bldP spid="75779"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1" name="Picture 3" descr="IMAGE0003"/>
          <p:cNvPicPr>
            <a:picLocks noChangeAspect="1"/>
          </p:cNvPicPr>
          <p:nvPr/>
        </p:nvPicPr>
        <p:blipFill>
          <a:blip r:embed="rId2"/>
          <a:stretch>
            <a:fillRect/>
          </a:stretch>
        </p:blipFill>
        <p:spPr>
          <a:xfrm>
            <a:off x="146050" y="234950"/>
            <a:ext cx="8153400" cy="1500188"/>
          </a:xfrm>
          <a:prstGeom prst="rect">
            <a:avLst/>
          </a:prstGeom>
          <a:noFill/>
          <a:ln w="9525">
            <a:noFill/>
          </a:ln>
        </p:spPr>
      </p:pic>
      <p:pic>
        <p:nvPicPr>
          <p:cNvPr id="76802" name="Picture 4" descr="IMAGE0012"/>
          <p:cNvPicPr>
            <a:picLocks noChangeAspect="1"/>
          </p:cNvPicPr>
          <p:nvPr/>
        </p:nvPicPr>
        <p:blipFill>
          <a:blip r:embed="rId3"/>
          <a:srcRect l="1776" t="21877"/>
          <a:stretch>
            <a:fillRect/>
          </a:stretch>
        </p:blipFill>
        <p:spPr>
          <a:xfrm>
            <a:off x="342900" y="1735138"/>
            <a:ext cx="8008938" cy="1390650"/>
          </a:xfrm>
          <a:prstGeom prst="rect">
            <a:avLst/>
          </a:prstGeom>
          <a:noFill/>
          <a:ln w="9525">
            <a:noFill/>
          </a:ln>
        </p:spPr>
      </p:pic>
      <p:sp>
        <p:nvSpPr>
          <p:cNvPr id="76803" name="文本框 2"/>
          <p:cNvSpPr txBox="1"/>
          <p:nvPr/>
        </p:nvSpPr>
        <p:spPr>
          <a:xfrm>
            <a:off x="146050" y="155575"/>
            <a:ext cx="2343150" cy="460375"/>
          </a:xfrm>
          <a:prstGeom prst="rect">
            <a:avLst/>
          </a:prstGeom>
          <a:solidFill>
            <a:schemeClr val="bg1"/>
          </a:solidFill>
          <a:ln w="9525">
            <a:noFill/>
          </a:ln>
        </p:spPr>
        <p:txBody>
          <a:bodyPr wrap="square" anchor="t" anchorCtr="0">
            <a:spAutoFit/>
          </a:bodyPr>
          <a:lstStyle/>
          <a:p>
            <a:r>
              <a:rPr lang="zh-CN" altLang="en-US" sz="2400" b="1" dirty="0">
                <a:solidFill>
                  <a:srgbClr val="FF0000"/>
                </a:solidFill>
                <a:latin typeface="楷体" panose="02010609060101010101" pitchFamily="49" charset="-122"/>
                <a:ea typeface="楷体" panose="02010609060101010101" pitchFamily="49" charset="-122"/>
                <a:sym typeface="宋体" panose="02010600030101010101" pitchFamily="2" charset="-122"/>
              </a:rPr>
              <a:t>例</a:t>
            </a:r>
            <a:r>
              <a:rPr lang="en-US" altLang="zh-CN" sz="2400" b="1" dirty="0">
                <a:solidFill>
                  <a:srgbClr val="FF0000"/>
                </a:solidFill>
                <a:latin typeface="楷体" panose="02010609060101010101" pitchFamily="49" charset="-122"/>
                <a:ea typeface="楷体" panose="02010609060101010101" pitchFamily="49" charset="-122"/>
                <a:sym typeface="宋体" panose="02010600030101010101" pitchFamily="2" charset="-122"/>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80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80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68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ldLvl="0" animBg="1"/>
      <p:bldP spid="76803"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5" name="Picture 3" descr="IMAGE0003"/>
          <p:cNvPicPr>
            <a:picLocks noChangeAspect="1"/>
          </p:cNvPicPr>
          <p:nvPr/>
        </p:nvPicPr>
        <p:blipFill>
          <a:blip r:embed="rId2"/>
          <a:stretch>
            <a:fillRect/>
          </a:stretch>
        </p:blipFill>
        <p:spPr>
          <a:xfrm>
            <a:off x="134938" y="366713"/>
            <a:ext cx="8229600" cy="1820862"/>
          </a:xfrm>
          <a:prstGeom prst="rect">
            <a:avLst/>
          </a:prstGeom>
          <a:noFill/>
          <a:ln w="9525">
            <a:noFill/>
          </a:ln>
        </p:spPr>
      </p:pic>
      <p:pic>
        <p:nvPicPr>
          <p:cNvPr id="77826" name="Picture 4" descr="IMAGE0011"/>
          <p:cNvPicPr>
            <a:picLocks noChangeAspect="1"/>
          </p:cNvPicPr>
          <p:nvPr/>
        </p:nvPicPr>
        <p:blipFill>
          <a:blip r:embed="rId3"/>
          <a:stretch>
            <a:fillRect/>
          </a:stretch>
        </p:blipFill>
        <p:spPr>
          <a:xfrm>
            <a:off x="358775" y="2997200"/>
            <a:ext cx="8229600" cy="2901950"/>
          </a:xfrm>
          <a:prstGeom prst="rect">
            <a:avLst/>
          </a:prstGeom>
          <a:noFill/>
          <a:ln w="9525">
            <a:noFill/>
          </a:ln>
        </p:spPr>
      </p:pic>
      <p:sp>
        <p:nvSpPr>
          <p:cNvPr id="77827" name="文本框 2"/>
          <p:cNvSpPr txBox="1"/>
          <p:nvPr/>
        </p:nvSpPr>
        <p:spPr>
          <a:xfrm>
            <a:off x="134938" y="288925"/>
            <a:ext cx="2341562" cy="460375"/>
          </a:xfrm>
          <a:prstGeom prst="rect">
            <a:avLst/>
          </a:prstGeom>
          <a:solidFill>
            <a:schemeClr val="bg1"/>
          </a:solidFill>
          <a:ln w="9525">
            <a:noFill/>
          </a:ln>
        </p:spPr>
        <p:txBody>
          <a:bodyPr wrap="square" anchor="t" anchorCtr="0">
            <a:spAutoFit/>
          </a:bodyPr>
          <a:lstStyle/>
          <a:p>
            <a:r>
              <a:rPr lang="zh-CN" altLang="en-US" sz="2400" b="1" dirty="0">
                <a:solidFill>
                  <a:srgbClr val="FF0000"/>
                </a:solidFill>
                <a:latin typeface="楷体" panose="02010609060101010101" pitchFamily="49" charset="-122"/>
                <a:ea typeface="楷体" panose="02010609060101010101" pitchFamily="49" charset="-122"/>
                <a:sym typeface="宋体" panose="02010600030101010101" pitchFamily="2" charset="-122"/>
              </a:rPr>
              <a:t>例</a:t>
            </a:r>
            <a:r>
              <a:rPr lang="en-US" altLang="zh-CN" sz="2400" b="1" dirty="0">
                <a:solidFill>
                  <a:srgbClr val="FF0000"/>
                </a:solidFill>
                <a:latin typeface="楷体" panose="02010609060101010101" pitchFamily="49" charset="-122"/>
                <a:ea typeface="楷体" panose="02010609060101010101" pitchFamily="49" charset="-122"/>
                <a:sym typeface="宋体" panose="02010600030101010101" pitchFamily="2" charset="-122"/>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8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78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ldLvl="0" animBg="1"/>
      <p:bldP spid="77827"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5" name="Picture 3" descr="IMAGE0007"/>
          <p:cNvPicPr>
            <a:picLocks noChangeAspect="1"/>
          </p:cNvPicPr>
          <p:nvPr/>
        </p:nvPicPr>
        <p:blipFill>
          <a:blip r:embed="rId2"/>
          <a:stretch>
            <a:fillRect/>
          </a:stretch>
        </p:blipFill>
        <p:spPr>
          <a:xfrm>
            <a:off x="457200" y="1524000"/>
            <a:ext cx="8001000" cy="2139950"/>
          </a:xfrm>
          <a:prstGeom prst="rect">
            <a:avLst/>
          </a:prstGeom>
          <a:noFill/>
          <a:ln w="9525">
            <a:noFill/>
          </a:ln>
        </p:spPr>
      </p:pic>
      <p:pic>
        <p:nvPicPr>
          <p:cNvPr id="52226" name="Picture 4" descr="IMAGE0008"/>
          <p:cNvPicPr>
            <a:picLocks noChangeAspect="1"/>
          </p:cNvPicPr>
          <p:nvPr/>
        </p:nvPicPr>
        <p:blipFill>
          <a:blip r:embed="rId3"/>
          <a:stretch>
            <a:fillRect/>
          </a:stretch>
        </p:blipFill>
        <p:spPr>
          <a:xfrm>
            <a:off x="2590800" y="3733800"/>
            <a:ext cx="4267200" cy="2851150"/>
          </a:xfrm>
          <a:prstGeom prst="rect">
            <a:avLst/>
          </a:prstGeom>
          <a:noFill/>
          <a:ln w="9525">
            <a:noFill/>
          </a:ln>
        </p:spPr>
      </p:pic>
      <p:sp>
        <p:nvSpPr>
          <p:cNvPr id="52227" name="Rectangle 2"/>
          <p:cNvSpPr>
            <a:spLocks noGrp="1"/>
          </p:cNvSpPr>
          <p:nvPr/>
        </p:nvSpPr>
        <p:spPr>
          <a:xfrm>
            <a:off x="3897313" y="363538"/>
            <a:ext cx="1349375" cy="633412"/>
          </a:xfrm>
          <a:prstGeom prst="rect">
            <a:avLst/>
          </a:prstGeom>
          <a:noFill/>
          <a:ln w="9525">
            <a:noFill/>
          </a:ln>
        </p:spPr>
        <p:txBody>
          <a:bodyPr wrap="square" lIns="91440" tIns="45720" rIns="91440" bIns="45720" anchor="t" anchorCtr="0"/>
          <a:lstStyle/>
          <a:p>
            <a:pPr algn="ctr"/>
            <a:r>
              <a:rPr lang="zh-CN" altLang="en-US" sz="4000" dirty="0">
                <a:solidFill>
                  <a:srgbClr val="FF0000"/>
                </a:solidFill>
                <a:latin typeface="华文楷体" panose="02010600040101010101" charset="-122"/>
                <a:ea typeface="华文楷体" panose="02010600040101010101" charset="-122"/>
              </a:rPr>
              <a:t>练习</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49" name="Picture 3" descr="IMAGE0003"/>
          <p:cNvPicPr>
            <a:picLocks noChangeAspect="1"/>
          </p:cNvPicPr>
          <p:nvPr/>
        </p:nvPicPr>
        <p:blipFill>
          <a:blip r:embed="rId2"/>
          <a:stretch>
            <a:fillRect/>
          </a:stretch>
        </p:blipFill>
        <p:spPr>
          <a:xfrm>
            <a:off x="227013" y="354013"/>
            <a:ext cx="8077200" cy="3276600"/>
          </a:xfrm>
          <a:prstGeom prst="rect">
            <a:avLst/>
          </a:prstGeom>
          <a:noFill/>
          <a:ln w="9525">
            <a:noFill/>
          </a:ln>
        </p:spPr>
      </p:pic>
      <p:pic>
        <p:nvPicPr>
          <p:cNvPr id="53250" name="Picture 4" descr="IMAGE0002"/>
          <p:cNvPicPr>
            <a:picLocks noChangeAspect="1"/>
          </p:cNvPicPr>
          <p:nvPr/>
        </p:nvPicPr>
        <p:blipFill>
          <a:blip r:embed="rId3"/>
          <a:srcRect l="10268" r="18114"/>
          <a:stretch>
            <a:fillRect/>
          </a:stretch>
        </p:blipFill>
        <p:spPr>
          <a:xfrm>
            <a:off x="5813425" y="2413000"/>
            <a:ext cx="2865438" cy="3005138"/>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3" name="Picture 3" descr="IMAGE0004"/>
          <p:cNvPicPr>
            <a:picLocks noChangeAspect="1"/>
          </p:cNvPicPr>
          <p:nvPr/>
        </p:nvPicPr>
        <p:blipFill>
          <a:blip r:embed="rId2"/>
          <a:stretch>
            <a:fillRect/>
          </a:stretch>
        </p:blipFill>
        <p:spPr>
          <a:xfrm>
            <a:off x="334963" y="155575"/>
            <a:ext cx="8229600" cy="2952750"/>
          </a:xfrm>
          <a:prstGeom prst="rect">
            <a:avLst/>
          </a:prstGeom>
          <a:noFill/>
          <a:ln w="9525">
            <a:noFill/>
          </a:ln>
        </p:spPr>
      </p:pic>
      <p:pic>
        <p:nvPicPr>
          <p:cNvPr id="54274" name="Picture 3" descr="IMAGE0002"/>
          <p:cNvPicPr>
            <a:picLocks noChangeAspect="1"/>
          </p:cNvPicPr>
          <p:nvPr/>
        </p:nvPicPr>
        <p:blipFill>
          <a:blip r:embed="rId3"/>
          <a:stretch>
            <a:fillRect/>
          </a:stretch>
        </p:blipFill>
        <p:spPr>
          <a:xfrm>
            <a:off x="2082800" y="4592638"/>
            <a:ext cx="3390900" cy="1987550"/>
          </a:xfrm>
          <a:prstGeom prst="rect">
            <a:avLst/>
          </a:prstGeom>
          <a:noFill/>
          <a:ln w="9525">
            <a:noFill/>
          </a:ln>
        </p:spPr>
      </p:pic>
      <p:pic>
        <p:nvPicPr>
          <p:cNvPr id="54275" name="Picture 4" descr="IMAGE0001"/>
          <p:cNvPicPr>
            <a:picLocks noChangeAspect="1"/>
          </p:cNvPicPr>
          <p:nvPr/>
        </p:nvPicPr>
        <p:blipFill>
          <a:blip r:embed="rId4"/>
          <a:stretch>
            <a:fillRect/>
          </a:stretch>
        </p:blipFill>
        <p:spPr>
          <a:xfrm>
            <a:off x="179388" y="3108325"/>
            <a:ext cx="8153400" cy="2071688"/>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7" name="Picture 3" descr="IMAGE0008"/>
          <p:cNvPicPr>
            <a:picLocks noChangeAspect="1"/>
          </p:cNvPicPr>
          <p:nvPr/>
        </p:nvPicPr>
        <p:blipFill>
          <a:blip r:embed="rId2"/>
          <a:stretch>
            <a:fillRect/>
          </a:stretch>
        </p:blipFill>
        <p:spPr>
          <a:xfrm>
            <a:off x="366713" y="222250"/>
            <a:ext cx="8153400" cy="1898650"/>
          </a:xfrm>
          <a:prstGeom prst="rect">
            <a:avLst/>
          </a:prstGeom>
          <a:noFill/>
          <a:ln w="9525">
            <a:noFill/>
          </a:ln>
        </p:spPr>
      </p:pic>
      <p:pic>
        <p:nvPicPr>
          <p:cNvPr id="55298" name="Picture 3" descr="IMAGE0008"/>
          <p:cNvPicPr>
            <a:picLocks noChangeAspect="1"/>
          </p:cNvPicPr>
          <p:nvPr/>
        </p:nvPicPr>
        <p:blipFill>
          <a:blip r:embed="rId3"/>
          <a:stretch>
            <a:fillRect/>
          </a:stretch>
        </p:blipFill>
        <p:spPr>
          <a:xfrm>
            <a:off x="252413" y="2695575"/>
            <a:ext cx="8382000" cy="2268538"/>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文本框 4"/>
          <p:cNvSpPr txBox="1"/>
          <p:nvPr>
            <p:custDataLst>
              <p:tags r:id="rId1"/>
            </p:custDataLst>
          </p:nvPr>
        </p:nvSpPr>
        <p:spPr>
          <a:xfrm>
            <a:off x="466725" y="1844675"/>
            <a:ext cx="7659688" cy="1938020"/>
          </a:xfrm>
          <a:prstGeom prst="rect">
            <a:avLst/>
          </a:prstGeom>
          <a:noFill/>
          <a:ln w="9525">
            <a:noFill/>
          </a:ln>
        </p:spPr>
        <p:txBody>
          <a:bodyPr wrap="square" anchor="t" anchorCtr="0">
            <a:spAutoFit/>
          </a:bodyPr>
          <a:lstStyle/>
          <a:p>
            <a:r>
              <a:rPr lang="zh-CN" altLang="zh-CN" sz="2400">
                <a:solidFill>
                  <a:srgbClr val="FF0000"/>
                </a:solidFill>
                <a:latin typeface="Arial" panose="020B0604020202020204" pitchFamily="34" charset="0"/>
                <a:ea typeface="宋体" panose="02010600030101010101" pitchFamily="2" charset="-122"/>
              </a:rPr>
              <a:t>课件例</a:t>
            </a:r>
            <a:r>
              <a:rPr lang="en-US" altLang="zh-CN" sz="2400">
                <a:solidFill>
                  <a:srgbClr val="FF0000"/>
                </a:solidFill>
                <a:latin typeface="Arial" panose="020B0604020202020204" pitchFamily="34" charset="0"/>
                <a:ea typeface="宋体" panose="02010600030101010101" pitchFamily="2" charset="-122"/>
              </a:rPr>
              <a:t>1~</a:t>
            </a:r>
            <a:r>
              <a:rPr lang="zh-CN" altLang="en-US" sz="2400">
                <a:solidFill>
                  <a:srgbClr val="FF0000"/>
                </a:solidFill>
                <a:latin typeface="Arial" panose="020B0604020202020204" pitchFamily="34" charset="0"/>
                <a:ea typeface="宋体" panose="02010600030101010101" pitchFamily="2" charset="-122"/>
              </a:rPr>
              <a:t>例</a:t>
            </a:r>
            <a:r>
              <a:rPr lang="en-US" altLang="zh-CN" sz="2400">
                <a:solidFill>
                  <a:srgbClr val="FF0000"/>
                </a:solidFill>
                <a:latin typeface="Arial" panose="020B0604020202020204" pitchFamily="34" charset="0"/>
                <a:ea typeface="宋体" panose="02010600030101010101" pitchFamily="2" charset="-122"/>
              </a:rPr>
              <a:t>6</a:t>
            </a:r>
            <a:r>
              <a:rPr lang="zh-CN" altLang="en-US" sz="2400">
                <a:solidFill>
                  <a:srgbClr val="FF0000"/>
                </a:solidFill>
                <a:latin typeface="Arial" panose="020B0604020202020204" pitchFamily="34" charset="0"/>
                <a:ea typeface="宋体" panose="02010600030101010101" pitchFamily="2" charset="-122"/>
              </a:rPr>
              <a:t>，课件课前测、图片题</a:t>
            </a:r>
          </a:p>
          <a:p>
            <a:endParaRPr lang="en-US" altLang="zh-CN" sz="2400">
              <a:solidFill>
                <a:srgbClr val="FF0000"/>
              </a:solidFill>
              <a:latin typeface="Arial" panose="020B0604020202020204" pitchFamily="34" charset="0"/>
              <a:ea typeface="宋体" panose="02010600030101010101" pitchFamily="2" charset="-122"/>
            </a:endParaRPr>
          </a:p>
          <a:p>
            <a:r>
              <a:rPr lang="zh-CN" altLang="en-US" sz="2400">
                <a:solidFill>
                  <a:srgbClr val="FF0000"/>
                </a:solidFill>
                <a:latin typeface="Arial" panose="020B0604020202020204" pitchFamily="34" charset="0"/>
                <a:ea typeface="宋体" panose="02010600030101010101" pitchFamily="2" charset="-122"/>
              </a:rPr>
              <a:t>光的干涉惯例：</a:t>
            </a:r>
          </a:p>
          <a:p>
            <a:r>
              <a:rPr lang="zh-CN" altLang="en-US" sz="2400">
                <a:solidFill>
                  <a:srgbClr val="FF0000"/>
                </a:solidFill>
                <a:latin typeface="Arial" panose="020B0604020202020204" pitchFamily="34" charset="0"/>
                <a:ea typeface="宋体" panose="02010600030101010101" pitchFamily="2" charset="-122"/>
              </a:rPr>
              <a:t>惯例：</a:t>
            </a:r>
            <a:r>
              <a:rPr lang="en-US" altLang="zh-CN" sz="2400">
                <a:solidFill>
                  <a:srgbClr val="FF0000"/>
                </a:solidFill>
                <a:latin typeface="Arial" panose="020B0604020202020204" pitchFamily="34" charset="0"/>
                <a:ea typeface="宋体" panose="02010600030101010101" pitchFamily="2" charset="-122"/>
              </a:rPr>
              <a:t>5</a:t>
            </a:r>
            <a:r>
              <a:rPr lang="zh-CN" altLang="en-US" sz="2400">
                <a:solidFill>
                  <a:srgbClr val="FF0000"/>
                </a:solidFill>
                <a:latin typeface="Arial" panose="020B0604020202020204" pitchFamily="34" charset="0"/>
                <a:ea typeface="宋体" panose="02010600030101010101" pitchFamily="2" charset="-122"/>
              </a:rPr>
              <a:t>分计算题。</a:t>
            </a:r>
            <a:r>
              <a:rPr lang="zh-CN" altLang="zh-CN" sz="2400">
                <a:solidFill>
                  <a:srgbClr val="FF0000"/>
                </a:solidFill>
                <a:latin typeface="Arial" panose="020B0604020202020204" pitchFamily="34" charset="0"/>
                <a:ea typeface="宋体" panose="02010600030101010101" pitchFamily="2" charset="-122"/>
                <a:sym typeface="宋体" panose="02010600030101010101" pitchFamily="2" charset="-122"/>
              </a:rPr>
              <a:t>出在杨氏双缝干涉、厚度均匀薄膜干涉、劈尖干涉上。</a:t>
            </a:r>
            <a:endParaRPr lang="zh-CN" altLang="zh-CN" sz="2400">
              <a:solidFill>
                <a:srgbClr val="FF0000"/>
              </a:solidFill>
              <a:latin typeface="Arial" panose="020B0604020202020204" pitchFamily="34" charset="0"/>
              <a:ea typeface="宋体" panose="02010600030101010101" pitchFamily="2" charset="-122"/>
            </a:endParaRPr>
          </a:p>
        </p:txBody>
      </p:sp>
      <p:sp>
        <p:nvSpPr>
          <p:cNvPr id="37890" name="文本框 5"/>
          <p:cNvSpPr txBox="1"/>
          <p:nvPr>
            <p:custDataLst>
              <p:tags r:id="rId2"/>
            </p:custDataLst>
          </p:nvPr>
        </p:nvSpPr>
        <p:spPr>
          <a:xfrm>
            <a:off x="2843213" y="692150"/>
            <a:ext cx="4071937" cy="522288"/>
          </a:xfrm>
          <a:prstGeom prst="rect">
            <a:avLst/>
          </a:prstGeom>
          <a:noFill/>
          <a:ln w="9525">
            <a:noFill/>
          </a:ln>
        </p:spPr>
        <p:txBody>
          <a:bodyPr wrap="square" anchor="t" anchorCtr="0">
            <a:spAutoFit/>
          </a:bodyPr>
          <a:lstStyle/>
          <a:p>
            <a:r>
              <a:rPr lang="zh-CN" altLang="en-US" sz="2800">
                <a:solidFill>
                  <a:srgbClr val="FF0000"/>
                </a:solidFill>
                <a:latin typeface="Arial" panose="020B0604020202020204" pitchFamily="34" charset="0"/>
                <a:ea typeface="宋体" panose="02010600030101010101" pitchFamily="2" charset="-122"/>
              </a:rPr>
              <a:t>劈尖干涉课件复习重点</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137"/>
          <p:cNvSpPr>
            <a:spLocks noGrp="1"/>
          </p:cNvSpPr>
          <p:nvPr>
            <p:ph type="title"/>
          </p:nvPr>
        </p:nvSpPr>
        <p:spPr>
          <a:xfrm>
            <a:off x="2949575" y="0"/>
            <a:ext cx="5705475" cy="160338"/>
          </a:xfrm>
        </p:spPr>
        <p:txBody>
          <a:bodyPr vert="horz" wrap="square" lIns="91440" tIns="45720" rIns="91440" bIns="45720" anchor="ctr" anchorCtr="0"/>
          <a:lstStyle/>
          <a:p>
            <a:r>
              <a:rPr lang="zh-CN" altLang="en-US" sz="800" dirty="0">
                <a:solidFill>
                  <a:schemeClr val="bg1"/>
                </a:solidFill>
              </a:rPr>
              <a:t>单缝衍射</a:t>
            </a:r>
          </a:p>
        </p:txBody>
      </p:sp>
      <p:sp>
        <p:nvSpPr>
          <p:cNvPr id="38914" name="Rectangle 4" descr="羊皮纸"/>
          <p:cNvSpPr/>
          <p:nvPr/>
        </p:nvSpPr>
        <p:spPr>
          <a:xfrm>
            <a:off x="0" y="0"/>
            <a:ext cx="9144000" cy="184150"/>
          </a:xfrm>
          <a:prstGeom prst="rect">
            <a:avLst/>
          </a:prstGeom>
          <a:blipFill rotWithShape="0">
            <a:blip r:embed="rId2"/>
          </a:blipFill>
          <a:ln w="9525" cap="flat" cmpd="sng">
            <a:solidFill>
              <a:srgbClr val="FFFF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8915" name="Rectangle 135" descr="羊皮纸"/>
          <p:cNvSpPr/>
          <p:nvPr/>
        </p:nvSpPr>
        <p:spPr>
          <a:xfrm>
            <a:off x="0" y="6602413"/>
            <a:ext cx="9144000" cy="255587"/>
          </a:xfrm>
          <a:prstGeom prst="rect">
            <a:avLst/>
          </a:prstGeom>
          <a:blipFill rotWithShape="0">
            <a:blip r:embed="rId2"/>
          </a:blipFill>
          <a:ln w="9525" cap="flat" cmpd="sng">
            <a:solidFill>
              <a:srgbClr val="FFFF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8916" name="Line 145"/>
          <p:cNvSpPr/>
          <p:nvPr/>
        </p:nvSpPr>
        <p:spPr>
          <a:xfrm flipV="1">
            <a:off x="0" y="6613525"/>
            <a:ext cx="9144000" cy="0"/>
          </a:xfrm>
          <a:prstGeom prst="line">
            <a:avLst/>
          </a:prstGeom>
          <a:ln w="28575" cap="flat" cmpd="sng">
            <a:solidFill>
              <a:srgbClr val="FFCC99"/>
            </a:solidFill>
            <a:prstDash val="solid"/>
            <a:round/>
            <a:headEnd type="none" w="med" len="med"/>
            <a:tailEnd type="none" w="med" len="med"/>
          </a:ln>
        </p:spPr>
      </p:sp>
      <p:grpSp>
        <p:nvGrpSpPr>
          <p:cNvPr id="38917" name="Group 165"/>
          <p:cNvGrpSpPr/>
          <p:nvPr/>
        </p:nvGrpSpPr>
        <p:grpSpPr>
          <a:xfrm>
            <a:off x="0" y="874713"/>
            <a:ext cx="9144000" cy="5457825"/>
            <a:chOff x="-8" y="131"/>
            <a:chExt cx="5760" cy="3640"/>
          </a:xfrm>
        </p:grpSpPr>
        <p:sp>
          <p:nvSpPr>
            <p:cNvPr id="38918" name="Line 144"/>
            <p:cNvSpPr/>
            <p:nvPr/>
          </p:nvSpPr>
          <p:spPr>
            <a:xfrm flipV="1">
              <a:off x="-8" y="131"/>
              <a:ext cx="5760" cy="0"/>
            </a:xfrm>
            <a:prstGeom prst="line">
              <a:avLst/>
            </a:prstGeom>
            <a:ln w="28575" cap="flat" cmpd="sng">
              <a:solidFill>
                <a:srgbClr val="FFCC99"/>
              </a:solidFill>
              <a:prstDash val="solid"/>
              <a:round/>
              <a:headEnd type="none" w="med" len="med"/>
              <a:tailEnd type="none" w="med" len="med"/>
            </a:ln>
          </p:spPr>
        </p:sp>
        <p:grpSp>
          <p:nvGrpSpPr>
            <p:cNvPr id="38919" name="Group 18"/>
            <p:cNvGrpSpPr/>
            <p:nvPr/>
          </p:nvGrpSpPr>
          <p:grpSpPr>
            <a:xfrm>
              <a:off x="1218" y="1486"/>
              <a:ext cx="727" cy="1622"/>
              <a:chOff x="1561" y="1394"/>
              <a:chExt cx="727" cy="1622"/>
            </a:xfrm>
          </p:grpSpPr>
          <p:sp>
            <p:nvSpPr>
              <p:cNvPr id="38920" name="Arc 8"/>
              <p:cNvSpPr/>
              <p:nvPr/>
            </p:nvSpPr>
            <p:spPr>
              <a:xfrm>
                <a:off x="1561" y="1400"/>
                <a:ext cx="510" cy="1616"/>
              </a:xfrm>
              <a:custGeom>
                <a:avLst/>
                <a:gdLst/>
                <a:ahLst/>
                <a:cxnLst>
                  <a:cxn ang="0">
                    <a:pos x="0" y="0"/>
                  </a:cxn>
                  <a:cxn ang="0">
                    <a:pos x="0" y="0"/>
                  </a:cxn>
                  <a:cxn ang="0">
                    <a:pos x="0" y="0"/>
                  </a:cxn>
                </a:cxnLst>
                <a:rect l="0" t="0" r="0" b="0"/>
                <a:pathLst>
                  <a:path w="29842" h="43200" fill="none">
                    <a:moveTo>
                      <a:pt x="29841" y="41565"/>
                    </a:moveTo>
                    <a:cubicBezTo>
                      <a:pt x="27228" y="42644"/>
                      <a:pt x="24427" y="43199"/>
                      <a:pt x="21600" y="43200"/>
                    </a:cubicBezTo>
                    <a:cubicBezTo>
                      <a:pt x="9670" y="43200"/>
                      <a:pt x="0" y="33529"/>
                      <a:pt x="0" y="21600"/>
                    </a:cubicBezTo>
                    <a:cubicBezTo>
                      <a:pt x="0" y="9670"/>
                      <a:pt x="9670" y="0"/>
                      <a:pt x="21600" y="0"/>
                    </a:cubicBezTo>
                    <a:cubicBezTo>
                      <a:pt x="23983" y="-1"/>
                      <a:pt x="26350" y="394"/>
                      <a:pt x="28604" y="1167"/>
                    </a:cubicBezTo>
                  </a:path>
                  <a:path w="29842" h="43200" stroke="0">
                    <a:moveTo>
                      <a:pt x="29841" y="41565"/>
                    </a:moveTo>
                    <a:cubicBezTo>
                      <a:pt x="27228" y="42644"/>
                      <a:pt x="24427" y="43199"/>
                      <a:pt x="21600" y="43200"/>
                    </a:cubicBezTo>
                    <a:cubicBezTo>
                      <a:pt x="9670" y="43200"/>
                      <a:pt x="0" y="33529"/>
                      <a:pt x="0" y="21600"/>
                    </a:cubicBezTo>
                    <a:cubicBezTo>
                      <a:pt x="0" y="9670"/>
                      <a:pt x="9670" y="0"/>
                      <a:pt x="21600" y="0"/>
                    </a:cubicBezTo>
                    <a:cubicBezTo>
                      <a:pt x="23983" y="-1"/>
                      <a:pt x="26350" y="394"/>
                      <a:pt x="28604" y="1167"/>
                    </a:cubicBezTo>
                    <a:lnTo>
                      <a:pt x="21600" y="21600"/>
                    </a:lnTo>
                    <a:lnTo>
                      <a:pt x="29841" y="41565"/>
                    </a:lnTo>
                    <a:close/>
                  </a:path>
                </a:pathLst>
              </a:custGeom>
              <a:gradFill rotWithShape="0">
                <a:gsLst>
                  <a:gs pos="0">
                    <a:srgbClr val="2F7676"/>
                  </a:gs>
                  <a:gs pos="50000">
                    <a:srgbClr val="66FFFF"/>
                  </a:gs>
                  <a:gs pos="100000">
                    <a:srgbClr val="2F7676"/>
                  </a:gs>
                </a:gsLst>
                <a:lin ang="5400000" scaled="1"/>
                <a:tileRect/>
              </a:gradFill>
              <a:ln w="28575" cap="flat" cmpd="sng">
                <a:solidFill>
                  <a:schemeClr val="tx2"/>
                </a:solidFill>
                <a:prstDash val="solid"/>
                <a:round/>
                <a:headEnd type="none" w="med" len="med"/>
                <a:tailEnd type="none" w="med" len="med"/>
              </a:ln>
            </p:spPr>
            <p:txBody>
              <a:bodyPr/>
              <a:lstStyle/>
              <a:p>
                <a:endParaRPr lang="zh-CN" altLang="en-US"/>
              </a:p>
            </p:txBody>
          </p:sp>
          <p:sp>
            <p:nvSpPr>
              <p:cNvPr id="38921" name="Oval 7"/>
              <p:cNvSpPr/>
              <p:nvPr/>
            </p:nvSpPr>
            <p:spPr>
              <a:xfrm>
                <a:off x="1624" y="1408"/>
                <a:ext cx="664" cy="1584"/>
              </a:xfrm>
              <a:prstGeom prst="ellipse">
                <a:avLst/>
              </a:prstGeom>
              <a:gradFill rotWithShape="0">
                <a:gsLst>
                  <a:gs pos="0">
                    <a:srgbClr val="33CCCC"/>
                  </a:gs>
                  <a:gs pos="100000">
                    <a:srgbClr val="66FFFF"/>
                  </a:gs>
                </a:gsLst>
                <a:lin ang="18900000" scaled="1"/>
                <a:tileRect/>
              </a:gradFill>
              <a:ln w="9525" cap="flat" cmpd="sng">
                <a:solidFill>
                  <a:schemeClr val="bg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8922" name="Arc 10"/>
              <p:cNvSpPr/>
              <p:nvPr/>
            </p:nvSpPr>
            <p:spPr>
              <a:xfrm flipH="1">
                <a:off x="1901" y="1394"/>
                <a:ext cx="376" cy="1600"/>
              </a:xfrm>
              <a:custGeom>
                <a:avLst/>
                <a:gdLst/>
                <a:ahLst/>
                <a:cxnLst>
                  <a:cxn ang="0">
                    <a:pos x="0" y="0"/>
                  </a:cxn>
                  <a:cxn ang="0">
                    <a:pos x="0" y="0"/>
                  </a:cxn>
                  <a:cxn ang="0">
                    <a:pos x="0" y="0"/>
                  </a:cxn>
                </a:cxnLst>
                <a:rect l="0" t="0" r="0" b="0"/>
                <a:pathLst>
                  <a:path w="24594" h="42767" fill="none">
                    <a:moveTo>
                      <a:pt x="17295" y="42766"/>
                    </a:moveTo>
                    <a:cubicBezTo>
                      <a:pt x="7231" y="40719"/>
                      <a:pt x="0" y="31869"/>
                      <a:pt x="0" y="21600"/>
                    </a:cubicBezTo>
                    <a:cubicBezTo>
                      <a:pt x="0" y="9670"/>
                      <a:pt x="9670" y="0"/>
                      <a:pt x="21600" y="0"/>
                    </a:cubicBezTo>
                    <a:cubicBezTo>
                      <a:pt x="22601" y="-1"/>
                      <a:pt x="23602" y="69"/>
                      <a:pt x="24594" y="208"/>
                    </a:cubicBezTo>
                  </a:path>
                  <a:path w="24594" h="42767" stroke="0">
                    <a:moveTo>
                      <a:pt x="17295" y="42766"/>
                    </a:moveTo>
                    <a:cubicBezTo>
                      <a:pt x="7231" y="40719"/>
                      <a:pt x="0" y="31869"/>
                      <a:pt x="0" y="21600"/>
                    </a:cubicBezTo>
                    <a:cubicBezTo>
                      <a:pt x="0" y="9670"/>
                      <a:pt x="9670" y="0"/>
                      <a:pt x="21600" y="0"/>
                    </a:cubicBezTo>
                    <a:cubicBezTo>
                      <a:pt x="22601" y="-1"/>
                      <a:pt x="23602" y="69"/>
                      <a:pt x="24594" y="208"/>
                    </a:cubicBezTo>
                    <a:lnTo>
                      <a:pt x="21600" y="21600"/>
                    </a:lnTo>
                    <a:lnTo>
                      <a:pt x="17295" y="42766"/>
                    </a:lnTo>
                    <a:close/>
                  </a:path>
                </a:pathLst>
              </a:custGeom>
              <a:noFill/>
              <a:ln w="28575" cap="flat" cmpd="sng">
                <a:solidFill>
                  <a:schemeClr val="tx1"/>
                </a:solidFill>
                <a:prstDash val="solid"/>
                <a:round/>
                <a:headEnd type="none" w="med" len="med"/>
                <a:tailEnd type="none" w="med" len="med"/>
              </a:ln>
            </p:spPr>
            <p:txBody>
              <a:bodyPr/>
              <a:lstStyle/>
              <a:p>
                <a:endParaRPr lang="zh-CN" altLang="en-US"/>
              </a:p>
            </p:txBody>
          </p:sp>
          <p:sp>
            <p:nvSpPr>
              <p:cNvPr id="38923" name="Freeform 13"/>
              <p:cNvSpPr/>
              <p:nvPr/>
            </p:nvSpPr>
            <p:spPr>
              <a:xfrm rot="-255022">
                <a:off x="2063" y="1501"/>
                <a:ext cx="116" cy="544"/>
              </a:xfrm>
              <a:custGeom>
                <a:avLst/>
                <a:gdLst/>
                <a:ahLst/>
                <a:cxnLst>
                  <a:cxn ang="0">
                    <a:pos x="0" y="0"/>
                  </a:cxn>
                  <a:cxn ang="0">
                    <a:pos x="395" y="34489"/>
                  </a:cxn>
                  <a:cxn ang="0">
                    <a:pos x="526" y="59338"/>
                  </a:cxn>
                  <a:cxn ang="0">
                    <a:pos x="526" y="70823"/>
                  </a:cxn>
                  <a:cxn ang="0">
                    <a:pos x="219" y="68816"/>
                  </a:cxn>
                  <a:cxn ang="0">
                    <a:pos x="133" y="36340"/>
                  </a:cxn>
                  <a:cxn ang="0">
                    <a:pos x="0" y="0"/>
                  </a:cxn>
                </a:cxnLst>
                <a:rect l="0" t="0" r="0" b="0"/>
                <a:pathLst>
                  <a:path w="96" h="296">
                    <a:moveTo>
                      <a:pt x="0" y="0"/>
                    </a:moveTo>
                    <a:lnTo>
                      <a:pt x="72" y="144"/>
                    </a:lnTo>
                    <a:lnTo>
                      <a:pt x="96" y="248"/>
                    </a:lnTo>
                    <a:lnTo>
                      <a:pt x="96" y="296"/>
                    </a:lnTo>
                    <a:lnTo>
                      <a:pt x="40" y="288"/>
                    </a:lnTo>
                    <a:lnTo>
                      <a:pt x="24" y="152"/>
                    </a:lnTo>
                    <a:lnTo>
                      <a:pt x="0" y="0"/>
                    </a:lnTo>
                    <a:close/>
                  </a:path>
                </a:pathLst>
              </a:custGeom>
              <a:gradFill rotWithShape="0">
                <a:gsLst>
                  <a:gs pos="0">
                    <a:srgbClr val="66FFFF"/>
                  </a:gs>
                  <a:gs pos="100000">
                    <a:srgbClr val="FFFFFF"/>
                  </a:gs>
                </a:gsLst>
                <a:lin ang="0" scaled="1"/>
                <a:tileRect/>
              </a:gradFill>
              <a:ln w="9525">
                <a:noFill/>
              </a:ln>
            </p:spPr>
            <p:txBody>
              <a:bodyPr/>
              <a:lstStyle/>
              <a:p>
                <a:endParaRPr lang="zh-CN" altLang="en-US"/>
              </a:p>
            </p:txBody>
          </p:sp>
          <p:sp>
            <p:nvSpPr>
              <p:cNvPr id="38924" name="Freeform 15"/>
              <p:cNvSpPr/>
              <p:nvPr/>
            </p:nvSpPr>
            <p:spPr>
              <a:xfrm rot="-118605">
                <a:off x="1971" y="1473"/>
                <a:ext cx="116" cy="544"/>
              </a:xfrm>
              <a:custGeom>
                <a:avLst/>
                <a:gdLst/>
                <a:ahLst/>
                <a:cxnLst>
                  <a:cxn ang="0">
                    <a:pos x="0" y="0"/>
                  </a:cxn>
                  <a:cxn ang="0">
                    <a:pos x="395" y="34489"/>
                  </a:cxn>
                  <a:cxn ang="0">
                    <a:pos x="526" y="59338"/>
                  </a:cxn>
                  <a:cxn ang="0">
                    <a:pos x="526" y="70823"/>
                  </a:cxn>
                  <a:cxn ang="0">
                    <a:pos x="219" y="68816"/>
                  </a:cxn>
                  <a:cxn ang="0">
                    <a:pos x="133" y="36340"/>
                  </a:cxn>
                  <a:cxn ang="0">
                    <a:pos x="0" y="0"/>
                  </a:cxn>
                </a:cxnLst>
                <a:rect l="0" t="0" r="0" b="0"/>
                <a:pathLst>
                  <a:path w="96" h="296">
                    <a:moveTo>
                      <a:pt x="0" y="0"/>
                    </a:moveTo>
                    <a:lnTo>
                      <a:pt x="72" y="144"/>
                    </a:lnTo>
                    <a:lnTo>
                      <a:pt x="96" y="248"/>
                    </a:lnTo>
                    <a:lnTo>
                      <a:pt x="96" y="296"/>
                    </a:lnTo>
                    <a:lnTo>
                      <a:pt x="40" y="288"/>
                    </a:lnTo>
                    <a:lnTo>
                      <a:pt x="24" y="152"/>
                    </a:lnTo>
                    <a:lnTo>
                      <a:pt x="0" y="0"/>
                    </a:lnTo>
                    <a:close/>
                  </a:path>
                </a:pathLst>
              </a:custGeom>
              <a:gradFill rotWithShape="0">
                <a:gsLst>
                  <a:gs pos="0">
                    <a:srgbClr val="66FFFF"/>
                  </a:gs>
                  <a:gs pos="100000">
                    <a:srgbClr val="FFFFFF"/>
                  </a:gs>
                </a:gsLst>
                <a:lin ang="0" scaled="1"/>
                <a:tileRect/>
              </a:gradFill>
              <a:ln w="9525">
                <a:noFill/>
              </a:ln>
            </p:spPr>
            <p:txBody>
              <a:bodyPr/>
              <a:lstStyle/>
              <a:p>
                <a:endParaRPr lang="zh-CN" altLang="en-US"/>
              </a:p>
            </p:txBody>
          </p:sp>
        </p:grpSp>
        <p:grpSp>
          <p:nvGrpSpPr>
            <p:cNvPr id="38925" name="Group 46"/>
            <p:cNvGrpSpPr/>
            <p:nvPr/>
          </p:nvGrpSpPr>
          <p:grpSpPr>
            <a:xfrm>
              <a:off x="1993" y="1175"/>
              <a:ext cx="1032" cy="2187"/>
              <a:chOff x="1856" y="1091"/>
              <a:chExt cx="1032" cy="2187"/>
            </a:xfrm>
          </p:grpSpPr>
          <p:sp>
            <p:nvSpPr>
              <p:cNvPr id="38926" name="AutoShape 35"/>
              <p:cNvSpPr/>
              <p:nvPr/>
            </p:nvSpPr>
            <p:spPr>
              <a:xfrm rot="5400000" flipH="1">
                <a:off x="1239" y="1718"/>
                <a:ext cx="2165" cy="888"/>
              </a:xfrm>
              <a:prstGeom prst="parallelogram">
                <a:avLst>
                  <a:gd name="adj" fmla="val 60951"/>
                </a:avLst>
              </a:prstGeom>
              <a:solidFill>
                <a:schemeClr val="bg2"/>
              </a:solidFill>
              <a:ln w="2857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8927" name="AutoShape 26"/>
              <p:cNvSpPr/>
              <p:nvPr/>
            </p:nvSpPr>
            <p:spPr>
              <a:xfrm rot="5400000" flipH="1">
                <a:off x="1279" y="1734"/>
                <a:ext cx="2165" cy="888"/>
              </a:xfrm>
              <a:prstGeom prst="parallelogram">
                <a:avLst>
                  <a:gd name="adj" fmla="val 60951"/>
                </a:avLst>
              </a:prstGeom>
              <a:solidFill>
                <a:schemeClr val="bg2"/>
              </a:solidFill>
              <a:ln w="2857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8928" name="Line 29"/>
              <p:cNvSpPr/>
              <p:nvPr/>
            </p:nvSpPr>
            <p:spPr>
              <a:xfrm flipV="1">
                <a:off x="1928" y="1928"/>
                <a:ext cx="960" cy="568"/>
              </a:xfrm>
              <a:prstGeom prst="line">
                <a:avLst/>
              </a:prstGeom>
              <a:ln w="76200" cap="flat" cmpd="sng">
                <a:solidFill>
                  <a:schemeClr val="bg1"/>
                </a:solidFill>
                <a:prstDash val="solid"/>
                <a:round/>
                <a:headEnd type="none" w="med" len="med"/>
                <a:tailEnd type="none" w="med" len="med"/>
              </a:ln>
            </p:spPr>
          </p:sp>
          <p:sp>
            <p:nvSpPr>
              <p:cNvPr id="38929" name="Line 32"/>
              <p:cNvSpPr/>
              <p:nvPr/>
            </p:nvSpPr>
            <p:spPr>
              <a:xfrm flipV="1">
                <a:off x="1936" y="1936"/>
                <a:ext cx="880" cy="520"/>
              </a:xfrm>
              <a:prstGeom prst="line">
                <a:avLst/>
              </a:prstGeom>
              <a:ln w="28575" cap="flat" cmpd="sng">
                <a:solidFill>
                  <a:schemeClr val="tx2"/>
                </a:solidFill>
                <a:prstDash val="solid"/>
                <a:round/>
                <a:headEnd type="none" w="med" len="med"/>
                <a:tailEnd type="none" w="med" len="med"/>
              </a:ln>
            </p:spPr>
          </p:sp>
          <p:sp>
            <p:nvSpPr>
              <p:cNvPr id="38930" name="Line 33"/>
              <p:cNvSpPr/>
              <p:nvPr/>
            </p:nvSpPr>
            <p:spPr>
              <a:xfrm flipV="1">
                <a:off x="1931" y="2002"/>
                <a:ext cx="880" cy="520"/>
              </a:xfrm>
              <a:prstGeom prst="line">
                <a:avLst/>
              </a:prstGeom>
              <a:ln w="28575" cap="flat" cmpd="sng">
                <a:solidFill>
                  <a:schemeClr val="tx2"/>
                </a:solidFill>
                <a:prstDash val="solid"/>
                <a:round/>
                <a:headEnd type="none" w="med" len="med"/>
                <a:tailEnd type="none" w="med" len="med"/>
              </a:ln>
            </p:spPr>
          </p:sp>
          <p:sp>
            <p:nvSpPr>
              <p:cNvPr id="38931" name="Line 36"/>
              <p:cNvSpPr/>
              <p:nvPr/>
            </p:nvSpPr>
            <p:spPr>
              <a:xfrm>
                <a:off x="1856" y="2456"/>
                <a:ext cx="80" cy="24"/>
              </a:xfrm>
              <a:prstGeom prst="line">
                <a:avLst/>
              </a:prstGeom>
              <a:ln w="76200" cap="flat" cmpd="sng">
                <a:solidFill>
                  <a:schemeClr val="bg1"/>
                </a:solidFill>
                <a:prstDash val="solid"/>
                <a:round/>
                <a:headEnd type="none" w="med" len="med"/>
                <a:tailEnd type="none" w="med" len="med"/>
              </a:ln>
            </p:spPr>
          </p:sp>
          <p:sp>
            <p:nvSpPr>
              <p:cNvPr id="38932" name="Line 37"/>
              <p:cNvSpPr/>
              <p:nvPr/>
            </p:nvSpPr>
            <p:spPr>
              <a:xfrm>
                <a:off x="1899" y="2507"/>
                <a:ext cx="40" cy="16"/>
              </a:xfrm>
              <a:prstGeom prst="line">
                <a:avLst/>
              </a:prstGeom>
              <a:ln w="28575" cap="flat" cmpd="sng">
                <a:solidFill>
                  <a:schemeClr val="tx1"/>
                </a:solidFill>
                <a:prstDash val="solid"/>
                <a:round/>
                <a:headEnd type="none" w="med" len="med"/>
                <a:tailEnd type="none" w="med" len="med"/>
              </a:ln>
            </p:spPr>
          </p:sp>
          <p:sp>
            <p:nvSpPr>
              <p:cNvPr id="38933" name="Line 38"/>
              <p:cNvSpPr/>
              <p:nvPr/>
            </p:nvSpPr>
            <p:spPr>
              <a:xfrm>
                <a:off x="1897" y="3260"/>
                <a:ext cx="40" cy="16"/>
              </a:xfrm>
              <a:prstGeom prst="line">
                <a:avLst/>
              </a:prstGeom>
              <a:ln w="57150" cap="flat" cmpd="sng">
                <a:solidFill>
                  <a:schemeClr val="tx1"/>
                </a:solidFill>
                <a:prstDash val="solid"/>
                <a:round/>
                <a:headEnd type="none" w="med" len="med"/>
                <a:tailEnd type="none" w="med" len="med"/>
              </a:ln>
            </p:spPr>
          </p:sp>
          <p:sp>
            <p:nvSpPr>
              <p:cNvPr id="38934" name="Line 39"/>
              <p:cNvSpPr/>
              <p:nvPr/>
            </p:nvSpPr>
            <p:spPr>
              <a:xfrm>
                <a:off x="2766" y="1976"/>
                <a:ext cx="55" cy="19"/>
              </a:xfrm>
              <a:prstGeom prst="line">
                <a:avLst/>
              </a:prstGeom>
              <a:ln w="28575" cap="flat" cmpd="sng">
                <a:solidFill>
                  <a:schemeClr val="tx1"/>
                </a:solidFill>
                <a:prstDash val="solid"/>
                <a:round/>
                <a:headEnd type="none" w="med" len="med"/>
                <a:tailEnd type="none" w="med" len="med"/>
              </a:ln>
            </p:spPr>
          </p:sp>
          <p:sp>
            <p:nvSpPr>
              <p:cNvPr id="38935" name="Line 40"/>
              <p:cNvSpPr/>
              <p:nvPr/>
            </p:nvSpPr>
            <p:spPr>
              <a:xfrm flipV="1">
                <a:off x="1894" y="1972"/>
                <a:ext cx="880" cy="520"/>
              </a:xfrm>
              <a:prstGeom prst="line">
                <a:avLst/>
              </a:prstGeom>
              <a:ln w="12700" cap="flat" cmpd="sng">
                <a:solidFill>
                  <a:schemeClr val="tx2"/>
                </a:solidFill>
                <a:prstDash val="solid"/>
                <a:round/>
                <a:headEnd type="none" w="med" len="med"/>
                <a:tailEnd type="none" w="med" len="med"/>
              </a:ln>
            </p:spPr>
          </p:sp>
          <p:sp>
            <p:nvSpPr>
              <p:cNvPr id="38936" name="Line 41"/>
              <p:cNvSpPr/>
              <p:nvPr/>
            </p:nvSpPr>
            <p:spPr>
              <a:xfrm>
                <a:off x="1899" y="1643"/>
                <a:ext cx="40" cy="16"/>
              </a:xfrm>
              <a:prstGeom prst="line">
                <a:avLst/>
              </a:prstGeom>
              <a:ln w="28575" cap="flat" cmpd="sng">
                <a:solidFill>
                  <a:schemeClr val="tx1"/>
                </a:solidFill>
                <a:prstDash val="solid"/>
                <a:round/>
                <a:headEnd type="none" w="med" len="med"/>
                <a:tailEnd type="none" w="med" len="med"/>
              </a:ln>
            </p:spPr>
          </p:sp>
          <p:sp>
            <p:nvSpPr>
              <p:cNvPr id="38937" name="Line 43"/>
              <p:cNvSpPr/>
              <p:nvPr/>
            </p:nvSpPr>
            <p:spPr>
              <a:xfrm flipV="1">
                <a:off x="2707" y="1100"/>
                <a:ext cx="108" cy="66"/>
              </a:xfrm>
              <a:prstGeom prst="line">
                <a:avLst/>
              </a:prstGeom>
              <a:ln w="28575" cap="flat" cmpd="sng">
                <a:solidFill>
                  <a:schemeClr val="bg2"/>
                </a:solidFill>
                <a:prstDash val="solid"/>
                <a:round/>
                <a:headEnd type="none" w="med" len="med"/>
                <a:tailEnd type="none" w="med" len="med"/>
              </a:ln>
            </p:spPr>
          </p:sp>
          <p:sp>
            <p:nvSpPr>
              <p:cNvPr id="38938" name="Line 44"/>
              <p:cNvSpPr/>
              <p:nvPr/>
            </p:nvSpPr>
            <p:spPr>
              <a:xfrm>
                <a:off x="1896" y="2435"/>
                <a:ext cx="40" cy="16"/>
              </a:xfrm>
              <a:prstGeom prst="line">
                <a:avLst/>
              </a:prstGeom>
              <a:ln w="28575" cap="flat" cmpd="sng">
                <a:solidFill>
                  <a:schemeClr val="tx1"/>
                </a:solidFill>
                <a:prstDash val="solid"/>
                <a:round/>
                <a:headEnd type="none" w="med" len="med"/>
                <a:tailEnd type="none" w="med" len="med"/>
              </a:ln>
            </p:spPr>
          </p:sp>
          <p:sp>
            <p:nvSpPr>
              <p:cNvPr id="38939" name="Line 42"/>
              <p:cNvSpPr/>
              <p:nvPr/>
            </p:nvSpPr>
            <p:spPr>
              <a:xfrm>
                <a:off x="2787" y="1091"/>
                <a:ext cx="40" cy="16"/>
              </a:xfrm>
              <a:prstGeom prst="line">
                <a:avLst/>
              </a:prstGeom>
              <a:ln w="28575" cap="flat" cmpd="sng">
                <a:solidFill>
                  <a:schemeClr val="tx1"/>
                </a:solidFill>
                <a:prstDash val="solid"/>
                <a:round/>
                <a:headEnd type="none" w="med" len="med"/>
                <a:tailEnd type="none" w="med" len="med"/>
              </a:ln>
            </p:spPr>
          </p:sp>
        </p:grpSp>
        <p:sp>
          <p:nvSpPr>
            <p:cNvPr id="38940" name="AutoShape 25"/>
            <p:cNvSpPr/>
            <p:nvPr/>
          </p:nvSpPr>
          <p:spPr>
            <a:xfrm rot="5400000" flipH="1">
              <a:off x="3688" y="1789"/>
              <a:ext cx="2165" cy="888"/>
            </a:xfrm>
            <a:prstGeom prst="parallelogram">
              <a:avLst>
                <a:gd name="adj" fmla="val 60951"/>
              </a:avLst>
            </a:prstGeom>
            <a:solidFill>
              <a:srgbClr val="4A0E00"/>
            </a:solidFill>
            <a:ln w="9525" cap="flat" cmpd="sng">
              <a:solidFill>
                <a:srgbClr val="2A0800"/>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8941" name="Line 54"/>
            <p:cNvSpPr/>
            <p:nvPr/>
          </p:nvSpPr>
          <p:spPr>
            <a:xfrm flipV="1">
              <a:off x="4341" y="2428"/>
              <a:ext cx="896" cy="544"/>
            </a:xfrm>
            <a:prstGeom prst="line">
              <a:avLst/>
            </a:prstGeom>
            <a:ln w="76200" cap="flat" cmpd="sng">
              <a:solidFill>
                <a:schemeClr val="tx1"/>
              </a:solidFill>
              <a:prstDash val="solid"/>
              <a:round/>
              <a:headEnd type="none" w="med" len="med"/>
              <a:tailEnd type="none" w="med" len="med"/>
            </a:ln>
          </p:spPr>
        </p:sp>
        <p:sp>
          <p:nvSpPr>
            <p:cNvPr id="38942" name="Line 55"/>
            <p:cNvSpPr/>
            <p:nvPr/>
          </p:nvSpPr>
          <p:spPr>
            <a:xfrm flipV="1">
              <a:off x="4339" y="2206"/>
              <a:ext cx="896" cy="544"/>
            </a:xfrm>
            <a:prstGeom prst="line">
              <a:avLst/>
            </a:prstGeom>
            <a:ln w="76200" cap="flat" cmpd="sng">
              <a:solidFill>
                <a:schemeClr val="tx1"/>
              </a:solidFill>
              <a:prstDash val="solid"/>
              <a:round/>
              <a:headEnd type="none" w="med" len="med"/>
              <a:tailEnd type="none" w="med" len="med"/>
            </a:ln>
          </p:spPr>
        </p:sp>
        <p:sp>
          <p:nvSpPr>
            <p:cNvPr id="38943" name="Line 56"/>
            <p:cNvSpPr/>
            <p:nvPr/>
          </p:nvSpPr>
          <p:spPr>
            <a:xfrm flipV="1">
              <a:off x="4344" y="1783"/>
              <a:ext cx="896" cy="544"/>
            </a:xfrm>
            <a:prstGeom prst="line">
              <a:avLst/>
            </a:prstGeom>
            <a:ln w="76200" cap="flat" cmpd="sng">
              <a:solidFill>
                <a:srgbClr val="040100"/>
              </a:solidFill>
              <a:prstDash val="solid"/>
              <a:round/>
              <a:headEnd type="none" w="med" len="med"/>
              <a:tailEnd type="none" w="med" len="med"/>
            </a:ln>
          </p:spPr>
        </p:sp>
        <p:sp>
          <p:nvSpPr>
            <p:cNvPr id="38944" name="Line 59"/>
            <p:cNvSpPr/>
            <p:nvPr/>
          </p:nvSpPr>
          <p:spPr>
            <a:xfrm flipV="1">
              <a:off x="4358" y="2635"/>
              <a:ext cx="865" cy="517"/>
            </a:xfrm>
            <a:prstGeom prst="line">
              <a:avLst/>
            </a:prstGeom>
            <a:ln w="76200" cap="flat" cmpd="sng">
              <a:solidFill>
                <a:schemeClr val="tx1"/>
              </a:solidFill>
              <a:prstDash val="solid"/>
              <a:round/>
              <a:headEnd type="none" w="med" len="med"/>
              <a:tailEnd type="none" w="med" len="med"/>
            </a:ln>
          </p:spPr>
        </p:sp>
        <p:sp>
          <p:nvSpPr>
            <p:cNvPr id="38945" name="Line 61"/>
            <p:cNvSpPr/>
            <p:nvPr/>
          </p:nvSpPr>
          <p:spPr>
            <a:xfrm flipV="1">
              <a:off x="4347" y="2042"/>
              <a:ext cx="896" cy="544"/>
            </a:xfrm>
            <a:prstGeom prst="line">
              <a:avLst/>
            </a:prstGeom>
            <a:ln w="76200" cap="flat" cmpd="sng">
              <a:solidFill>
                <a:srgbClr val="E82C00"/>
              </a:solidFill>
              <a:prstDash val="solid"/>
              <a:round/>
              <a:headEnd type="none" w="med" len="med"/>
              <a:tailEnd type="none" w="med" len="med"/>
            </a:ln>
          </p:spPr>
        </p:sp>
        <p:sp>
          <p:nvSpPr>
            <p:cNvPr id="38946" name="Line 63"/>
            <p:cNvSpPr/>
            <p:nvPr/>
          </p:nvSpPr>
          <p:spPr>
            <a:xfrm flipV="1">
              <a:off x="4333" y="1914"/>
              <a:ext cx="896" cy="544"/>
            </a:xfrm>
            <a:prstGeom prst="line">
              <a:avLst/>
            </a:prstGeom>
            <a:ln w="76200" cap="flat" cmpd="sng">
              <a:solidFill>
                <a:srgbClr val="BE2400"/>
              </a:solidFill>
              <a:prstDash val="solid"/>
              <a:round/>
              <a:headEnd type="none" w="med" len="med"/>
              <a:tailEnd type="none" w="med" len="med"/>
            </a:ln>
          </p:spPr>
        </p:sp>
        <p:sp>
          <p:nvSpPr>
            <p:cNvPr id="38947" name="Line 64"/>
            <p:cNvSpPr/>
            <p:nvPr/>
          </p:nvSpPr>
          <p:spPr>
            <a:xfrm flipV="1">
              <a:off x="4342" y="2093"/>
              <a:ext cx="896" cy="544"/>
            </a:xfrm>
            <a:prstGeom prst="line">
              <a:avLst/>
            </a:prstGeom>
            <a:ln w="76200" cap="flat" cmpd="sng">
              <a:solidFill>
                <a:srgbClr val="BE2400"/>
              </a:solidFill>
              <a:prstDash val="solid"/>
              <a:round/>
              <a:headEnd type="none" w="med" len="med"/>
              <a:tailEnd type="none" w="med" len="med"/>
            </a:ln>
          </p:spPr>
        </p:sp>
        <p:sp>
          <p:nvSpPr>
            <p:cNvPr id="38948" name="Line 53"/>
            <p:cNvSpPr/>
            <p:nvPr/>
          </p:nvSpPr>
          <p:spPr>
            <a:xfrm flipV="1">
              <a:off x="4344" y="1680"/>
              <a:ext cx="896" cy="544"/>
            </a:xfrm>
            <a:prstGeom prst="line">
              <a:avLst/>
            </a:prstGeom>
            <a:ln w="76200" cap="flat" cmpd="sng">
              <a:solidFill>
                <a:srgbClr val="9E1E00"/>
              </a:solidFill>
              <a:prstDash val="solid"/>
              <a:round/>
              <a:headEnd type="none" w="med" len="med"/>
              <a:tailEnd type="none" w="med" len="med"/>
            </a:ln>
          </p:spPr>
        </p:sp>
        <p:sp>
          <p:nvSpPr>
            <p:cNvPr id="38949" name="Line 57"/>
            <p:cNvSpPr/>
            <p:nvPr/>
          </p:nvSpPr>
          <p:spPr>
            <a:xfrm flipV="1">
              <a:off x="4344" y="1575"/>
              <a:ext cx="896" cy="544"/>
            </a:xfrm>
            <a:prstGeom prst="line">
              <a:avLst/>
            </a:prstGeom>
            <a:ln w="76200" cap="flat" cmpd="sng">
              <a:solidFill>
                <a:schemeClr val="tx1"/>
              </a:solidFill>
              <a:prstDash val="solid"/>
              <a:round/>
              <a:headEnd type="none" w="med" len="med"/>
              <a:tailEnd type="none" w="med" len="med"/>
            </a:ln>
          </p:spPr>
        </p:sp>
        <p:sp>
          <p:nvSpPr>
            <p:cNvPr id="38950" name="Line 76"/>
            <p:cNvSpPr/>
            <p:nvPr/>
          </p:nvSpPr>
          <p:spPr>
            <a:xfrm flipV="1">
              <a:off x="4349" y="1465"/>
              <a:ext cx="896" cy="544"/>
            </a:xfrm>
            <a:prstGeom prst="line">
              <a:avLst/>
            </a:prstGeom>
            <a:ln w="76200" cap="flat" cmpd="sng">
              <a:solidFill>
                <a:srgbClr val="7C1800"/>
              </a:solidFill>
              <a:prstDash val="solid"/>
              <a:round/>
              <a:headEnd type="none" w="med" len="med"/>
              <a:tailEnd type="none" w="med" len="med"/>
            </a:ln>
          </p:spPr>
        </p:sp>
        <p:sp>
          <p:nvSpPr>
            <p:cNvPr id="38951" name="Line 77"/>
            <p:cNvSpPr/>
            <p:nvPr/>
          </p:nvSpPr>
          <p:spPr>
            <a:xfrm flipV="1">
              <a:off x="4340" y="1261"/>
              <a:ext cx="896" cy="544"/>
            </a:xfrm>
            <a:prstGeom prst="line">
              <a:avLst/>
            </a:prstGeom>
            <a:ln w="76200" cap="flat" cmpd="sng">
              <a:solidFill>
                <a:srgbClr val="4E0F00"/>
              </a:solidFill>
              <a:prstDash val="solid"/>
              <a:round/>
              <a:headEnd type="none" w="med" len="med"/>
              <a:tailEnd type="none" w="med" len="med"/>
            </a:ln>
          </p:spPr>
        </p:sp>
        <p:sp>
          <p:nvSpPr>
            <p:cNvPr id="38952" name="Line 80"/>
            <p:cNvSpPr/>
            <p:nvPr/>
          </p:nvSpPr>
          <p:spPr>
            <a:xfrm flipV="1">
              <a:off x="4347" y="1864"/>
              <a:ext cx="896" cy="544"/>
            </a:xfrm>
            <a:prstGeom prst="line">
              <a:avLst/>
            </a:prstGeom>
            <a:ln w="76200" cap="flat" cmpd="sng">
              <a:solidFill>
                <a:srgbClr val="781700"/>
              </a:solidFill>
              <a:prstDash val="solid"/>
              <a:round/>
              <a:headEnd type="none" w="med" len="med"/>
              <a:tailEnd type="none" w="med" len="med"/>
            </a:ln>
          </p:spPr>
        </p:sp>
        <p:sp>
          <p:nvSpPr>
            <p:cNvPr id="38953" name="Line 81"/>
            <p:cNvSpPr/>
            <p:nvPr/>
          </p:nvSpPr>
          <p:spPr>
            <a:xfrm flipV="1">
              <a:off x="4325" y="2152"/>
              <a:ext cx="896" cy="544"/>
            </a:xfrm>
            <a:prstGeom prst="line">
              <a:avLst/>
            </a:prstGeom>
            <a:ln w="76200" cap="flat" cmpd="sng">
              <a:solidFill>
                <a:srgbClr val="841900"/>
              </a:solidFill>
              <a:prstDash val="solid"/>
              <a:round/>
              <a:headEnd type="none" w="med" len="med"/>
              <a:tailEnd type="none" w="med" len="med"/>
            </a:ln>
          </p:spPr>
        </p:sp>
        <p:sp>
          <p:nvSpPr>
            <p:cNvPr id="38954" name="Line 62"/>
            <p:cNvSpPr/>
            <p:nvPr/>
          </p:nvSpPr>
          <p:spPr>
            <a:xfrm flipV="1">
              <a:off x="4336" y="1957"/>
              <a:ext cx="896" cy="544"/>
            </a:xfrm>
            <a:prstGeom prst="line">
              <a:avLst/>
            </a:prstGeom>
            <a:ln w="76200" cap="flat" cmpd="sng">
              <a:solidFill>
                <a:srgbClr val="EC2D00"/>
              </a:solidFill>
              <a:prstDash val="solid"/>
              <a:round/>
              <a:headEnd type="none" w="med" len="med"/>
              <a:tailEnd type="none" w="med" len="med"/>
            </a:ln>
          </p:spPr>
        </p:sp>
        <p:sp>
          <p:nvSpPr>
            <p:cNvPr id="38955" name="Line 52"/>
            <p:cNvSpPr/>
            <p:nvPr/>
          </p:nvSpPr>
          <p:spPr>
            <a:xfrm flipV="1">
              <a:off x="4342" y="1994"/>
              <a:ext cx="896" cy="544"/>
            </a:xfrm>
            <a:prstGeom prst="line">
              <a:avLst/>
            </a:prstGeom>
            <a:ln w="76200" cap="flat" cmpd="sng">
              <a:solidFill>
                <a:srgbClr val="FF3300"/>
              </a:solidFill>
              <a:prstDash val="solid"/>
              <a:round/>
              <a:headEnd type="none" w="med" len="med"/>
              <a:tailEnd type="none" w="med" len="med"/>
            </a:ln>
          </p:spPr>
        </p:sp>
        <p:sp>
          <p:nvSpPr>
            <p:cNvPr id="38956" name="Line 58"/>
            <p:cNvSpPr/>
            <p:nvPr/>
          </p:nvSpPr>
          <p:spPr>
            <a:xfrm flipV="1">
              <a:off x="4346" y="1372"/>
              <a:ext cx="896" cy="544"/>
            </a:xfrm>
            <a:prstGeom prst="line">
              <a:avLst/>
            </a:prstGeom>
            <a:ln w="76200" cap="flat" cmpd="sng">
              <a:solidFill>
                <a:schemeClr val="tx1"/>
              </a:solidFill>
              <a:prstDash val="solid"/>
              <a:round/>
              <a:headEnd type="none" w="med" len="med"/>
              <a:tailEnd type="none" w="med" len="med"/>
            </a:ln>
          </p:spPr>
        </p:sp>
        <p:sp>
          <p:nvSpPr>
            <p:cNvPr id="38957" name="Line 82"/>
            <p:cNvSpPr/>
            <p:nvPr/>
          </p:nvSpPr>
          <p:spPr>
            <a:xfrm flipV="1">
              <a:off x="4331" y="1204"/>
              <a:ext cx="896" cy="544"/>
            </a:xfrm>
            <a:prstGeom prst="line">
              <a:avLst/>
            </a:prstGeom>
            <a:ln w="76200" cap="flat" cmpd="sng">
              <a:solidFill>
                <a:srgbClr val="220600"/>
              </a:solidFill>
              <a:prstDash val="solid"/>
              <a:round/>
              <a:headEnd type="none" w="med" len="med"/>
              <a:tailEnd type="none" w="med" len="med"/>
            </a:ln>
          </p:spPr>
        </p:sp>
        <p:sp>
          <p:nvSpPr>
            <p:cNvPr id="38958" name="Line 83"/>
            <p:cNvSpPr/>
            <p:nvPr/>
          </p:nvSpPr>
          <p:spPr>
            <a:xfrm flipV="1">
              <a:off x="4340" y="1318"/>
              <a:ext cx="896" cy="544"/>
            </a:xfrm>
            <a:prstGeom prst="line">
              <a:avLst/>
            </a:prstGeom>
            <a:ln w="76200" cap="flat" cmpd="sng">
              <a:solidFill>
                <a:srgbClr val="220600"/>
              </a:solidFill>
              <a:prstDash val="solid"/>
              <a:round/>
              <a:headEnd type="none" w="med" len="med"/>
              <a:tailEnd type="none" w="med" len="med"/>
            </a:ln>
          </p:spPr>
        </p:sp>
        <p:sp>
          <p:nvSpPr>
            <p:cNvPr id="38959" name="Line 85"/>
            <p:cNvSpPr/>
            <p:nvPr/>
          </p:nvSpPr>
          <p:spPr>
            <a:xfrm flipV="1">
              <a:off x="4337" y="2794"/>
              <a:ext cx="896" cy="544"/>
            </a:xfrm>
            <a:prstGeom prst="line">
              <a:avLst/>
            </a:prstGeom>
            <a:ln w="76200" cap="flat" cmpd="sng">
              <a:solidFill>
                <a:srgbClr val="292929"/>
              </a:solidFill>
              <a:prstDash val="solid"/>
              <a:round/>
              <a:headEnd type="none" w="med" len="med"/>
              <a:tailEnd type="none" w="med" len="med"/>
            </a:ln>
          </p:spPr>
        </p:sp>
        <p:sp>
          <p:nvSpPr>
            <p:cNvPr id="38960" name="Line 86"/>
            <p:cNvSpPr/>
            <p:nvPr/>
          </p:nvSpPr>
          <p:spPr>
            <a:xfrm flipV="1">
              <a:off x="4335" y="2319"/>
              <a:ext cx="896" cy="544"/>
            </a:xfrm>
            <a:prstGeom prst="line">
              <a:avLst/>
            </a:prstGeom>
            <a:ln w="76200" cap="flat" cmpd="sng">
              <a:solidFill>
                <a:srgbClr val="9E1E00"/>
              </a:solidFill>
              <a:prstDash val="solid"/>
              <a:round/>
              <a:headEnd type="none" w="med" len="med"/>
              <a:tailEnd type="none" w="med" len="med"/>
            </a:ln>
          </p:spPr>
        </p:sp>
        <p:sp>
          <p:nvSpPr>
            <p:cNvPr id="38961" name="Line 87"/>
            <p:cNvSpPr/>
            <p:nvPr/>
          </p:nvSpPr>
          <p:spPr>
            <a:xfrm flipV="1">
              <a:off x="4343" y="2524"/>
              <a:ext cx="896" cy="544"/>
            </a:xfrm>
            <a:prstGeom prst="line">
              <a:avLst/>
            </a:prstGeom>
            <a:ln w="76200" cap="flat" cmpd="sng">
              <a:solidFill>
                <a:srgbClr val="801800"/>
              </a:solidFill>
              <a:prstDash val="solid"/>
              <a:round/>
              <a:headEnd type="none" w="med" len="med"/>
              <a:tailEnd type="none" w="med" len="med"/>
            </a:ln>
          </p:spPr>
        </p:sp>
        <p:sp>
          <p:nvSpPr>
            <p:cNvPr id="38962" name="Line 88"/>
            <p:cNvSpPr/>
            <p:nvPr/>
          </p:nvSpPr>
          <p:spPr>
            <a:xfrm flipV="1">
              <a:off x="4315" y="2815"/>
              <a:ext cx="896" cy="544"/>
            </a:xfrm>
            <a:prstGeom prst="line">
              <a:avLst/>
            </a:prstGeom>
            <a:ln w="76200" cap="flat" cmpd="sng">
              <a:solidFill>
                <a:srgbClr val="220600"/>
              </a:solidFill>
              <a:prstDash val="solid"/>
              <a:round/>
              <a:headEnd type="none" w="med" len="med"/>
              <a:tailEnd type="none" w="med" len="med"/>
            </a:ln>
          </p:spPr>
        </p:sp>
        <p:sp>
          <p:nvSpPr>
            <p:cNvPr id="38963" name="Line 84"/>
            <p:cNvSpPr/>
            <p:nvPr/>
          </p:nvSpPr>
          <p:spPr>
            <a:xfrm flipV="1">
              <a:off x="4340" y="2680"/>
              <a:ext cx="896" cy="544"/>
            </a:xfrm>
            <a:prstGeom prst="line">
              <a:avLst/>
            </a:prstGeom>
            <a:ln w="76200" cap="flat" cmpd="sng">
              <a:solidFill>
                <a:srgbClr val="220600"/>
              </a:solidFill>
              <a:prstDash val="solid"/>
              <a:round/>
              <a:headEnd type="none" w="med" len="med"/>
              <a:tailEnd type="none" w="med" len="med"/>
            </a:ln>
          </p:spPr>
        </p:sp>
        <p:sp>
          <p:nvSpPr>
            <p:cNvPr id="38964" name="Line 89"/>
            <p:cNvSpPr/>
            <p:nvPr/>
          </p:nvSpPr>
          <p:spPr>
            <a:xfrm>
              <a:off x="4321" y="1709"/>
              <a:ext cx="0" cy="1655"/>
            </a:xfrm>
            <a:prstGeom prst="line">
              <a:avLst/>
            </a:prstGeom>
            <a:ln w="76200" cap="flat" cmpd="sng">
              <a:solidFill>
                <a:schemeClr val="tx1"/>
              </a:solidFill>
              <a:prstDash val="solid"/>
              <a:round/>
              <a:headEnd type="none" w="med" len="med"/>
              <a:tailEnd type="none" w="med" len="med"/>
            </a:ln>
          </p:spPr>
        </p:sp>
        <p:sp>
          <p:nvSpPr>
            <p:cNvPr id="38965" name="Line 90"/>
            <p:cNvSpPr/>
            <p:nvPr/>
          </p:nvSpPr>
          <p:spPr>
            <a:xfrm flipV="1">
              <a:off x="4305" y="1156"/>
              <a:ext cx="912" cy="560"/>
            </a:xfrm>
            <a:prstGeom prst="line">
              <a:avLst/>
            </a:prstGeom>
            <a:ln w="76200" cap="flat" cmpd="sng">
              <a:solidFill>
                <a:schemeClr val="tx1"/>
              </a:solidFill>
              <a:prstDash val="solid"/>
              <a:round/>
              <a:headEnd type="none" w="med" len="med"/>
              <a:tailEnd type="none" w="med" len="med"/>
            </a:ln>
          </p:spPr>
        </p:sp>
        <p:sp>
          <p:nvSpPr>
            <p:cNvPr id="38966" name="Line 91"/>
            <p:cNvSpPr/>
            <p:nvPr/>
          </p:nvSpPr>
          <p:spPr>
            <a:xfrm>
              <a:off x="5233" y="1156"/>
              <a:ext cx="0" cy="1752"/>
            </a:xfrm>
            <a:prstGeom prst="line">
              <a:avLst/>
            </a:prstGeom>
            <a:ln w="76200" cap="flat" cmpd="sng">
              <a:solidFill>
                <a:schemeClr val="bg1"/>
              </a:solidFill>
              <a:prstDash val="solid"/>
              <a:round/>
              <a:headEnd type="none" w="med" len="med"/>
              <a:tailEnd type="none" w="med" len="med"/>
            </a:ln>
          </p:spPr>
        </p:sp>
        <p:sp>
          <p:nvSpPr>
            <p:cNvPr id="38967" name="Line 92"/>
            <p:cNvSpPr/>
            <p:nvPr/>
          </p:nvSpPr>
          <p:spPr>
            <a:xfrm>
              <a:off x="5161" y="1148"/>
              <a:ext cx="104" cy="48"/>
            </a:xfrm>
            <a:prstGeom prst="line">
              <a:avLst/>
            </a:prstGeom>
            <a:ln w="76200" cap="flat" cmpd="sng">
              <a:solidFill>
                <a:schemeClr val="bg1"/>
              </a:solidFill>
              <a:prstDash val="solid"/>
              <a:round/>
              <a:headEnd type="none" w="med" len="med"/>
              <a:tailEnd type="none" w="med" len="med"/>
            </a:ln>
          </p:spPr>
        </p:sp>
        <p:sp>
          <p:nvSpPr>
            <p:cNvPr id="38968" name="Line 17"/>
            <p:cNvSpPr/>
            <p:nvPr/>
          </p:nvSpPr>
          <p:spPr>
            <a:xfrm>
              <a:off x="2497" y="2292"/>
              <a:ext cx="648" cy="0"/>
            </a:xfrm>
            <a:prstGeom prst="line">
              <a:avLst/>
            </a:prstGeom>
            <a:ln w="28575" cap="flat" cmpd="sng">
              <a:solidFill>
                <a:schemeClr val="tx2"/>
              </a:solidFill>
              <a:prstDash val="solid"/>
              <a:round/>
              <a:headEnd type="none" w="med" len="med"/>
              <a:tailEnd type="none" w="med" len="med"/>
            </a:ln>
          </p:spPr>
        </p:sp>
        <p:sp>
          <p:nvSpPr>
            <p:cNvPr id="38969" name="Line 94"/>
            <p:cNvSpPr/>
            <p:nvPr/>
          </p:nvSpPr>
          <p:spPr>
            <a:xfrm>
              <a:off x="401" y="2292"/>
              <a:ext cx="808" cy="0"/>
            </a:xfrm>
            <a:prstGeom prst="line">
              <a:avLst/>
            </a:prstGeom>
            <a:ln w="28575" cap="flat" cmpd="sng">
              <a:solidFill>
                <a:schemeClr val="tx2"/>
              </a:solidFill>
              <a:prstDash val="solid"/>
              <a:round/>
              <a:headEnd type="none" w="med" len="med"/>
              <a:tailEnd type="none" w="med" len="med"/>
            </a:ln>
          </p:spPr>
        </p:sp>
        <p:sp>
          <p:nvSpPr>
            <p:cNvPr id="38970" name="Line 95"/>
            <p:cNvSpPr/>
            <p:nvPr/>
          </p:nvSpPr>
          <p:spPr>
            <a:xfrm flipV="1">
              <a:off x="1753" y="2292"/>
              <a:ext cx="264" cy="0"/>
            </a:xfrm>
            <a:prstGeom prst="line">
              <a:avLst/>
            </a:prstGeom>
            <a:ln w="28575" cap="flat" cmpd="sng">
              <a:solidFill>
                <a:schemeClr val="tx2"/>
              </a:solidFill>
              <a:prstDash val="solid"/>
              <a:round/>
              <a:headEnd type="none" w="med" len="med"/>
              <a:tailEnd type="none" w="med" len="med"/>
            </a:ln>
          </p:spPr>
        </p:sp>
        <p:sp>
          <p:nvSpPr>
            <p:cNvPr id="38971" name="Line 97"/>
            <p:cNvSpPr/>
            <p:nvPr/>
          </p:nvSpPr>
          <p:spPr>
            <a:xfrm flipV="1">
              <a:off x="4817" y="2284"/>
              <a:ext cx="696" cy="8"/>
            </a:xfrm>
            <a:prstGeom prst="line">
              <a:avLst/>
            </a:prstGeom>
            <a:ln w="28575" cap="flat" cmpd="sng">
              <a:solidFill>
                <a:schemeClr val="tx2"/>
              </a:solidFill>
              <a:prstDash val="solid"/>
              <a:round/>
              <a:headEnd type="none" w="med" len="med"/>
              <a:tailEnd type="none" w="med" len="med"/>
            </a:ln>
          </p:spPr>
        </p:sp>
        <p:sp>
          <p:nvSpPr>
            <p:cNvPr id="38972" name="WordArt 99"/>
            <p:cNvSpPr>
              <a:spLocks noTextEdit="1"/>
            </p:cNvSpPr>
            <p:nvPr/>
          </p:nvSpPr>
          <p:spPr>
            <a:xfrm>
              <a:off x="401" y="1908"/>
              <a:ext cx="164" cy="224"/>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FF3300"/>
                    </a:solidFill>
                    <a:prstDash val="solid"/>
                    <a:round/>
                    <a:headEnd type="none" w="med" len="med"/>
                    <a:tailEnd type="none" w="med" len="med"/>
                  </a:ln>
                  <a:solidFill>
                    <a:srgbClr val="FF3300"/>
                  </a:solidFill>
                  <a:latin typeface="Times New Roman" panose="02020603050405020304" pitchFamily="18" charset="0"/>
                  <a:ea typeface="Times New Roman" panose="02020603050405020304" pitchFamily="18" charset="0"/>
                </a:rPr>
                <a:t>s</a:t>
              </a:r>
            </a:p>
          </p:txBody>
        </p:sp>
        <p:sp>
          <p:nvSpPr>
            <p:cNvPr id="38973" name="Line 100"/>
            <p:cNvSpPr/>
            <p:nvPr/>
          </p:nvSpPr>
          <p:spPr>
            <a:xfrm flipH="1" flipV="1">
              <a:off x="3981" y="2404"/>
              <a:ext cx="8" cy="78"/>
            </a:xfrm>
            <a:prstGeom prst="line">
              <a:avLst/>
            </a:prstGeom>
            <a:ln w="28575" cap="flat" cmpd="sng">
              <a:solidFill>
                <a:schemeClr val="bg1"/>
              </a:solidFill>
              <a:prstDash val="solid"/>
              <a:round/>
              <a:headEnd type="none" w="med" len="med"/>
              <a:tailEnd type="none" w="med" len="med"/>
            </a:ln>
          </p:spPr>
        </p:sp>
        <p:sp>
          <p:nvSpPr>
            <p:cNvPr id="38974" name="WordArt 101"/>
            <p:cNvSpPr>
              <a:spLocks noTextEdit="1"/>
            </p:cNvSpPr>
            <p:nvPr/>
          </p:nvSpPr>
          <p:spPr>
            <a:xfrm>
              <a:off x="5258" y="1468"/>
              <a:ext cx="248" cy="2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grpSp>
          <p:nvGrpSpPr>
            <p:cNvPr id="38975" name="Group 113"/>
            <p:cNvGrpSpPr/>
            <p:nvPr/>
          </p:nvGrpSpPr>
          <p:grpSpPr>
            <a:xfrm>
              <a:off x="1409" y="1098"/>
              <a:ext cx="302" cy="225"/>
              <a:chOff x="1272" y="1014"/>
              <a:chExt cx="302" cy="225"/>
            </a:xfrm>
          </p:grpSpPr>
          <p:sp>
            <p:nvSpPr>
              <p:cNvPr id="38976" name="WordArt 103"/>
              <p:cNvSpPr>
                <a:spLocks noTextEdit="1"/>
              </p:cNvSpPr>
              <p:nvPr/>
            </p:nvSpPr>
            <p:spPr>
              <a:xfrm>
                <a:off x="1272" y="1014"/>
                <a:ext cx="190" cy="22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L</a:t>
                </a:r>
              </a:p>
            </p:txBody>
          </p:sp>
          <p:sp>
            <p:nvSpPr>
              <p:cNvPr id="38977" name="WordArt 105"/>
              <p:cNvSpPr>
                <a:spLocks noTextEdit="1"/>
              </p:cNvSpPr>
              <p:nvPr/>
            </p:nvSpPr>
            <p:spPr>
              <a:xfrm>
                <a:off x="1503" y="1111"/>
                <a:ext cx="71" cy="12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1</a:t>
                </a:r>
              </a:p>
            </p:txBody>
          </p:sp>
        </p:grpSp>
        <p:sp>
          <p:nvSpPr>
            <p:cNvPr id="38978" name="WordArt 106"/>
            <p:cNvSpPr>
              <a:spLocks noTextEdit="1"/>
            </p:cNvSpPr>
            <p:nvPr/>
          </p:nvSpPr>
          <p:spPr>
            <a:xfrm>
              <a:off x="2336" y="1917"/>
              <a:ext cx="148" cy="224"/>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effectLst>
                    <a:outerShdw dist="53882" dir="2699999" algn="ctr" rotWithShape="0">
                      <a:schemeClr val="bg1"/>
                    </a:outerShdw>
                  </a:effectLst>
                  <a:latin typeface="Times New Roman" panose="02020603050405020304" pitchFamily="18" charset="0"/>
                  <a:ea typeface="Times New Roman" panose="02020603050405020304" pitchFamily="18" charset="0"/>
                </a:rPr>
                <a:t>a</a:t>
              </a:r>
            </a:p>
          </p:txBody>
        </p:sp>
        <p:grpSp>
          <p:nvGrpSpPr>
            <p:cNvPr id="38979" name="Group 114"/>
            <p:cNvGrpSpPr/>
            <p:nvPr/>
          </p:nvGrpSpPr>
          <p:grpSpPr>
            <a:xfrm>
              <a:off x="3417" y="1146"/>
              <a:ext cx="308" cy="220"/>
              <a:chOff x="3280" y="1062"/>
              <a:chExt cx="308" cy="220"/>
            </a:xfrm>
          </p:grpSpPr>
          <p:sp>
            <p:nvSpPr>
              <p:cNvPr id="38980" name="WordArt 104"/>
              <p:cNvSpPr>
                <a:spLocks noTextEdit="1"/>
              </p:cNvSpPr>
              <p:nvPr/>
            </p:nvSpPr>
            <p:spPr>
              <a:xfrm>
                <a:off x="3509" y="1143"/>
                <a:ext cx="79" cy="13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sp>
            <p:nvSpPr>
              <p:cNvPr id="38981" name="WordArt 107"/>
              <p:cNvSpPr>
                <a:spLocks noTextEdit="1"/>
              </p:cNvSpPr>
              <p:nvPr/>
            </p:nvSpPr>
            <p:spPr>
              <a:xfrm>
                <a:off x="3280" y="1062"/>
                <a:ext cx="190" cy="22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L</a:t>
                </a:r>
              </a:p>
            </p:txBody>
          </p:sp>
        </p:grpSp>
        <p:sp>
          <p:nvSpPr>
            <p:cNvPr id="5170" name="Line 115"/>
            <p:cNvSpPr>
              <a:spLocks noChangeShapeType="1"/>
            </p:cNvSpPr>
            <p:nvPr/>
          </p:nvSpPr>
          <p:spPr bwMode="auto">
            <a:xfrm flipH="1">
              <a:off x="2281" y="2069"/>
              <a:ext cx="0" cy="343"/>
            </a:xfrm>
            <a:prstGeom prst="line">
              <a:avLst/>
            </a:prstGeom>
            <a:noFill/>
            <a:ln w="28575">
              <a:solidFill>
                <a:schemeClr val="tx1"/>
              </a:solidFill>
              <a:round/>
              <a:tailEnd type="triangle" w="sm" len="lg"/>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71" name="Line 116"/>
            <p:cNvSpPr>
              <a:spLocks noChangeShapeType="1"/>
            </p:cNvSpPr>
            <p:nvPr/>
          </p:nvSpPr>
          <p:spPr bwMode="auto">
            <a:xfrm flipH="1" flipV="1">
              <a:off x="2281" y="2484"/>
              <a:ext cx="0" cy="344"/>
            </a:xfrm>
            <a:prstGeom prst="line">
              <a:avLst/>
            </a:prstGeom>
            <a:noFill/>
            <a:ln w="28575">
              <a:solidFill>
                <a:schemeClr val="tx1"/>
              </a:solidFill>
              <a:round/>
              <a:tailEnd type="triangle" w="sm" len="lg"/>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984" name="Line 117"/>
            <p:cNvSpPr/>
            <p:nvPr/>
          </p:nvSpPr>
          <p:spPr>
            <a:xfrm flipV="1">
              <a:off x="417" y="1748"/>
              <a:ext cx="888" cy="536"/>
            </a:xfrm>
            <a:prstGeom prst="line">
              <a:avLst/>
            </a:prstGeom>
            <a:ln w="28575" cap="flat" cmpd="sng">
              <a:solidFill>
                <a:srgbClr val="FF3300"/>
              </a:solidFill>
              <a:prstDash val="solid"/>
              <a:round/>
              <a:headEnd type="none" w="med" len="med"/>
              <a:tailEnd type="triangle" w="sm" len="lg"/>
            </a:ln>
          </p:spPr>
        </p:sp>
        <p:sp>
          <p:nvSpPr>
            <p:cNvPr id="38985" name="Line 118"/>
            <p:cNvSpPr/>
            <p:nvPr/>
          </p:nvSpPr>
          <p:spPr>
            <a:xfrm flipV="1">
              <a:off x="409" y="2052"/>
              <a:ext cx="832" cy="232"/>
            </a:xfrm>
            <a:prstGeom prst="line">
              <a:avLst/>
            </a:prstGeom>
            <a:ln w="28575" cap="flat" cmpd="sng">
              <a:solidFill>
                <a:srgbClr val="FF3300"/>
              </a:solidFill>
              <a:prstDash val="solid"/>
              <a:round/>
              <a:headEnd type="none" w="med" len="med"/>
              <a:tailEnd type="triangle" w="sm" len="lg"/>
            </a:ln>
          </p:spPr>
        </p:sp>
        <p:sp>
          <p:nvSpPr>
            <p:cNvPr id="38986" name="Line 119"/>
            <p:cNvSpPr/>
            <p:nvPr/>
          </p:nvSpPr>
          <p:spPr>
            <a:xfrm>
              <a:off x="409" y="2292"/>
              <a:ext cx="808" cy="0"/>
            </a:xfrm>
            <a:prstGeom prst="line">
              <a:avLst/>
            </a:prstGeom>
            <a:ln w="28575" cap="flat" cmpd="sng">
              <a:solidFill>
                <a:srgbClr val="FF3300"/>
              </a:solidFill>
              <a:prstDash val="solid"/>
              <a:round/>
              <a:headEnd type="none" w="med" len="med"/>
              <a:tailEnd type="triangle" w="sm" len="lg"/>
            </a:ln>
          </p:spPr>
        </p:sp>
        <p:sp>
          <p:nvSpPr>
            <p:cNvPr id="38987" name="Line 120"/>
            <p:cNvSpPr/>
            <p:nvPr/>
          </p:nvSpPr>
          <p:spPr>
            <a:xfrm>
              <a:off x="409" y="2292"/>
              <a:ext cx="808" cy="272"/>
            </a:xfrm>
            <a:prstGeom prst="line">
              <a:avLst/>
            </a:prstGeom>
            <a:ln w="28575" cap="flat" cmpd="sng">
              <a:solidFill>
                <a:srgbClr val="FF3300"/>
              </a:solidFill>
              <a:prstDash val="solid"/>
              <a:round/>
              <a:headEnd type="none" w="med" len="med"/>
              <a:tailEnd type="triangle" w="sm" len="lg"/>
            </a:ln>
          </p:spPr>
        </p:sp>
        <p:sp>
          <p:nvSpPr>
            <p:cNvPr id="38988" name="Line 121"/>
            <p:cNvSpPr/>
            <p:nvPr/>
          </p:nvSpPr>
          <p:spPr>
            <a:xfrm>
              <a:off x="401" y="2292"/>
              <a:ext cx="920" cy="608"/>
            </a:xfrm>
            <a:prstGeom prst="line">
              <a:avLst/>
            </a:prstGeom>
            <a:ln w="28575" cap="flat" cmpd="sng">
              <a:solidFill>
                <a:srgbClr val="FF3300"/>
              </a:solidFill>
              <a:prstDash val="solid"/>
              <a:round/>
              <a:headEnd type="none" w="med" len="med"/>
              <a:tailEnd type="triangle" w="sm" len="lg"/>
            </a:ln>
          </p:spPr>
        </p:sp>
        <p:sp>
          <p:nvSpPr>
            <p:cNvPr id="38989" name="Oval 122"/>
            <p:cNvSpPr/>
            <p:nvPr/>
          </p:nvSpPr>
          <p:spPr>
            <a:xfrm>
              <a:off x="385" y="2260"/>
              <a:ext cx="64" cy="72"/>
            </a:xfrm>
            <a:prstGeom prst="ellipse">
              <a:avLst/>
            </a:prstGeom>
            <a:solidFill>
              <a:schemeClr val="bg1"/>
            </a:solidFill>
            <a:ln w="28575" cap="flat" cmpd="sng">
              <a:solidFill>
                <a:srgbClr val="FF33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38990" name="Group 147"/>
            <p:cNvGrpSpPr/>
            <p:nvPr/>
          </p:nvGrpSpPr>
          <p:grpSpPr>
            <a:xfrm>
              <a:off x="426" y="3308"/>
              <a:ext cx="1200" cy="456"/>
              <a:chOff x="424" y="3202"/>
              <a:chExt cx="1200" cy="456"/>
            </a:xfrm>
          </p:grpSpPr>
          <p:grpSp>
            <p:nvGrpSpPr>
              <p:cNvPr id="38991" name="Group 112"/>
              <p:cNvGrpSpPr/>
              <p:nvPr/>
            </p:nvGrpSpPr>
            <p:grpSpPr>
              <a:xfrm>
                <a:off x="935" y="3319"/>
                <a:ext cx="223" cy="290"/>
                <a:chOff x="1711" y="973"/>
                <a:chExt cx="223" cy="290"/>
              </a:xfrm>
            </p:grpSpPr>
            <p:sp>
              <p:nvSpPr>
                <p:cNvPr id="38992" name="WordArt 102"/>
                <p:cNvSpPr>
                  <a:spLocks noTextEdit="1"/>
                </p:cNvSpPr>
                <p:nvPr/>
              </p:nvSpPr>
              <p:spPr>
                <a:xfrm>
                  <a:off x="1711" y="973"/>
                  <a:ext cx="212" cy="273"/>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f</a:t>
                  </a:r>
                </a:p>
              </p:txBody>
            </p:sp>
            <p:sp>
              <p:nvSpPr>
                <p:cNvPr id="38993" name="WordArt 108"/>
                <p:cNvSpPr>
                  <a:spLocks noTextEdit="1"/>
                </p:cNvSpPr>
                <p:nvPr/>
              </p:nvSpPr>
              <p:spPr>
                <a:xfrm>
                  <a:off x="1863" y="1135"/>
                  <a:ext cx="71" cy="12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1</a:t>
                  </a:r>
                </a:p>
              </p:txBody>
            </p:sp>
          </p:grpSp>
          <p:sp>
            <p:nvSpPr>
              <p:cNvPr id="38994" name="Line 123"/>
              <p:cNvSpPr/>
              <p:nvPr/>
            </p:nvSpPr>
            <p:spPr>
              <a:xfrm>
                <a:off x="1624" y="3202"/>
                <a:ext cx="0" cy="440"/>
              </a:xfrm>
              <a:prstGeom prst="line">
                <a:avLst/>
              </a:prstGeom>
              <a:ln w="28575" cap="flat" cmpd="sng">
                <a:solidFill>
                  <a:schemeClr val="tx1"/>
                </a:solidFill>
                <a:prstDash val="solid"/>
                <a:round/>
                <a:headEnd type="none" w="med" len="med"/>
                <a:tailEnd type="none" w="med" len="med"/>
              </a:ln>
            </p:spPr>
          </p:sp>
          <p:sp>
            <p:nvSpPr>
              <p:cNvPr id="38995" name="Line 127"/>
              <p:cNvSpPr/>
              <p:nvPr/>
            </p:nvSpPr>
            <p:spPr>
              <a:xfrm>
                <a:off x="432" y="3218"/>
                <a:ext cx="0" cy="440"/>
              </a:xfrm>
              <a:prstGeom prst="line">
                <a:avLst/>
              </a:prstGeom>
              <a:ln w="28575" cap="flat" cmpd="sng">
                <a:solidFill>
                  <a:schemeClr val="tx1"/>
                </a:solidFill>
                <a:prstDash val="solid"/>
                <a:round/>
                <a:headEnd type="none" w="med" len="med"/>
                <a:tailEnd type="none" w="med" len="med"/>
              </a:ln>
            </p:spPr>
          </p:sp>
          <p:sp>
            <p:nvSpPr>
              <p:cNvPr id="38996" name="Line 129"/>
              <p:cNvSpPr/>
              <p:nvPr/>
            </p:nvSpPr>
            <p:spPr>
              <a:xfrm>
                <a:off x="1240" y="3474"/>
                <a:ext cx="384" cy="0"/>
              </a:xfrm>
              <a:prstGeom prst="line">
                <a:avLst/>
              </a:prstGeom>
              <a:ln w="38100" cap="flat" cmpd="sng">
                <a:solidFill>
                  <a:schemeClr val="tx1"/>
                </a:solidFill>
                <a:prstDash val="solid"/>
                <a:round/>
                <a:headEnd type="none" w="med" len="med"/>
                <a:tailEnd type="triangle" w="sm" len="lg"/>
              </a:ln>
            </p:spPr>
          </p:sp>
          <p:sp>
            <p:nvSpPr>
              <p:cNvPr id="38997" name="Line 131"/>
              <p:cNvSpPr/>
              <p:nvPr/>
            </p:nvSpPr>
            <p:spPr>
              <a:xfrm flipH="1">
                <a:off x="424" y="3466"/>
                <a:ext cx="384" cy="0"/>
              </a:xfrm>
              <a:prstGeom prst="line">
                <a:avLst/>
              </a:prstGeom>
              <a:ln w="38100" cap="flat" cmpd="sng">
                <a:solidFill>
                  <a:schemeClr val="tx1"/>
                </a:solidFill>
                <a:prstDash val="solid"/>
                <a:round/>
                <a:headEnd type="none" w="med" len="med"/>
                <a:tailEnd type="triangle" w="sm" len="lg"/>
              </a:ln>
            </p:spPr>
          </p:sp>
        </p:grpSp>
        <p:grpSp>
          <p:nvGrpSpPr>
            <p:cNvPr id="38998" name="Group 148"/>
            <p:cNvGrpSpPr/>
            <p:nvPr/>
          </p:nvGrpSpPr>
          <p:grpSpPr>
            <a:xfrm>
              <a:off x="3283" y="3323"/>
              <a:ext cx="1601" cy="448"/>
              <a:chOff x="3592" y="3210"/>
              <a:chExt cx="1336" cy="448"/>
            </a:xfrm>
          </p:grpSpPr>
          <p:grpSp>
            <p:nvGrpSpPr>
              <p:cNvPr id="38999" name="Group 111"/>
              <p:cNvGrpSpPr/>
              <p:nvPr/>
            </p:nvGrpSpPr>
            <p:grpSpPr>
              <a:xfrm>
                <a:off x="4111" y="3335"/>
                <a:ext cx="237" cy="290"/>
                <a:chOff x="2223" y="789"/>
                <a:chExt cx="237" cy="290"/>
              </a:xfrm>
            </p:grpSpPr>
            <p:sp>
              <p:nvSpPr>
                <p:cNvPr id="39000" name="WordArt 109"/>
                <p:cNvSpPr>
                  <a:spLocks noTextEdit="1"/>
                </p:cNvSpPr>
                <p:nvPr/>
              </p:nvSpPr>
              <p:spPr>
                <a:xfrm>
                  <a:off x="2223" y="789"/>
                  <a:ext cx="212" cy="273"/>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f</a:t>
                  </a:r>
                </a:p>
              </p:txBody>
            </p:sp>
            <p:sp>
              <p:nvSpPr>
                <p:cNvPr id="39001" name="WordArt 110"/>
                <p:cNvSpPr>
                  <a:spLocks noTextEdit="1"/>
                </p:cNvSpPr>
                <p:nvPr/>
              </p:nvSpPr>
              <p:spPr>
                <a:xfrm>
                  <a:off x="2381" y="943"/>
                  <a:ext cx="79" cy="13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grpSp>
          <p:sp>
            <p:nvSpPr>
              <p:cNvPr id="39002" name="Line 126"/>
              <p:cNvSpPr/>
              <p:nvPr/>
            </p:nvSpPr>
            <p:spPr>
              <a:xfrm>
                <a:off x="3600" y="3210"/>
                <a:ext cx="0" cy="440"/>
              </a:xfrm>
              <a:prstGeom prst="line">
                <a:avLst/>
              </a:prstGeom>
              <a:ln w="28575" cap="flat" cmpd="sng">
                <a:solidFill>
                  <a:schemeClr val="tx1"/>
                </a:solidFill>
                <a:prstDash val="solid"/>
                <a:round/>
                <a:headEnd type="none" w="med" len="med"/>
                <a:tailEnd type="none" w="med" len="med"/>
              </a:ln>
            </p:spPr>
          </p:sp>
          <p:sp>
            <p:nvSpPr>
              <p:cNvPr id="39003" name="Line 128"/>
              <p:cNvSpPr/>
              <p:nvPr/>
            </p:nvSpPr>
            <p:spPr>
              <a:xfrm>
                <a:off x="4896" y="3218"/>
                <a:ext cx="0" cy="440"/>
              </a:xfrm>
              <a:prstGeom prst="line">
                <a:avLst/>
              </a:prstGeom>
              <a:ln w="28575" cap="flat" cmpd="sng">
                <a:solidFill>
                  <a:schemeClr val="tx1"/>
                </a:solidFill>
                <a:prstDash val="solid"/>
                <a:round/>
                <a:headEnd type="none" w="med" len="med"/>
                <a:tailEnd type="none" w="med" len="med"/>
              </a:ln>
            </p:spPr>
          </p:sp>
          <p:sp>
            <p:nvSpPr>
              <p:cNvPr id="39004" name="Line 130"/>
              <p:cNvSpPr/>
              <p:nvPr/>
            </p:nvSpPr>
            <p:spPr>
              <a:xfrm flipH="1">
                <a:off x="3592" y="3466"/>
                <a:ext cx="384" cy="0"/>
              </a:xfrm>
              <a:prstGeom prst="line">
                <a:avLst/>
              </a:prstGeom>
              <a:ln w="38100" cap="flat" cmpd="sng">
                <a:solidFill>
                  <a:schemeClr val="tx1"/>
                </a:solidFill>
                <a:prstDash val="solid"/>
                <a:round/>
                <a:headEnd type="none" w="med" len="med"/>
                <a:tailEnd type="triangle" w="sm" len="lg"/>
              </a:ln>
            </p:spPr>
          </p:sp>
          <p:sp>
            <p:nvSpPr>
              <p:cNvPr id="39005" name="Line 132"/>
              <p:cNvSpPr/>
              <p:nvPr/>
            </p:nvSpPr>
            <p:spPr>
              <a:xfrm>
                <a:off x="4544" y="3466"/>
                <a:ext cx="384" cy="0"/>
              </a:xfrm>
              <a:prstGeom prst="line">
                <a:avLst/>
              </a:prstGeom>
              <a:ln w="38100" cap="flat" cmpd="sng">
                <a:solidFill>
                  <a:schemeClr val="tx1"/>
                </a:solidFill>
                <a:prstDash val="solid"/>
                <a:round/>
                <a:headEnd type="none" w="med" len="med"/>
                <a:tailEnd type="triangle" w="sm" len="lg"/>
              </a:ln>
            </p:spPr>
          </p:sp>
        </p:grpSp>
        <p:sp>
          <p:nvSpPr>
            <p:cNvPr id="39006" name="WordArt 163"/>
            <p:cNvSpPr>
              <a:spLocks noTextEdit="1"/>
            </p:cNvSpPr>
            <p:nvPr/>
          </p:nvSpPr>
          <p:spPr>
            <a:xfrm>
              <a:off x="788" y="356"/>
              <a:ext cx="4303" cy="22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夫琅禾费单缝衍射基本光路 </a:t>
              </a:r>
            </a:p>
          </p:txBody>
        </p:sp>
        <p:grpSp>
          <p:nvGrpSpPr>
            <p:cNvPr id="39007" name="Group 19"/>
            <p:cNvGrpSpPr/>
            <p:nvPr/>
          </p:nvGrpSpPr>
          <p:grpSpPr>
            <a:xfrm>
              <a:off x="2970" y="1478"/>
              <a:ext cx="727" cy="1622"/>
              <a:chOff x="1561" y="1394"/>
              <a:chExt cx="727" cy="1622"/>
            </a:xfrm>
          </p:grpSpPr>
          <p:sp>
            <p:nvSpPr>
              <p:cNvPr id="39008" name="Arc 20"/>
              <p:cNvSpPr/>
              <p:nvPr/>
            </p:nvSpPr>
            <p:spPr>
              <a:xfrm>
                <a:off x="1561" y="1400"/>
                <a:ext cx="510" cy="1616"/>
              </a:xfrm>
              <a:custGeom>
                <a:avLst/>
                <a:gdLst/>
                <a:ahLst/>
                <a:cxnLst>
                  <a:cxn ang="0">
                    <a:pos x="0" y="0"/>
                  </a:cxn>
                  <a:cxn ang="0">
                    <a:pos x="0" y="0"/>
                  </a:cxn>
                  <a:cxn ang="0">
                    <a:pos x="0" y="0"/>
                  </a:cxn>
                </a:cxnLst>
                <a:rect l="0" t="0" r="0" b="0"/>
                <a:pathLst>
                  <a:path w="29842" h="43200" fill="none">
                    <a:moveTo>
                      <a:pt x="29841" y="41565"/>
                    </a:moveTo>
                    <a:cubicBezTo>
                      <a:pt x="27228" y="42644"/>
                      <a:pt x="24427" y="43199"/>
                      <a:pt x="21600" y="43200"/>
                    </a:cubicBezTo>
                    <a:cubicBezTo>
                      <a:pt x="9670" y="43200"/>
                      <a:pt x="0" y="33529"/>
                      <a:pt x="0" y="21600"/>
                    </a:cubicBezTo>
                    <a:cubicBezTo>
                      <a:pt x="0" y="9670"/>
                      <a:pt x="9670" y="0"/>
                      <a:pt x="21600" y="0"/>
                    </a:cubicBezTo>
                    <a:cubicBezTo>
                      <a:pt x="23983" y="-1"/>
                      <a:pt x="26350" y="394"/>
                      <a:pt x="28604" y="1167"/>
                    </a:cubicBezTo>
                  </a:path>
                  <a:path w="29842" h="43200" stroke="0">
                    <a:moveTo>
                      <a:pt x="29841" y="41565"/>
                    </a:moveTo>
                    <a:cubicBezTo>
                      <a:pt x="27228" y="42644"/>
                      <a:pt x="24427" y="43199"/>
                      <a:pt x="21600" y="43200"/>
                    </a:cubicBezTo>
                    <a:cubicBezTo>
                      <a:pt x="9670" y="43200"/>
                      <a:pt x="0" y="33529"/>
                      <a:pt x="0" y="21600"/>
                    </a:cubicBezTo>
                    <a:cubicBezTo>
                      <a:pt x="0" y="9670"/>
                      <a:pt x="9670" y="0"/>
                      <a:pt x="21600" y="0"/>
                    </a:cubicBezTo>
                    <a:cubicBezTo>
                      <a:pt x="23983" y="-1"/>
                      <a:pt x="26350" y="394"/>
                      <a:pt x="28604" y="1167"/>
                    </a:cubicBezTo>
                    <a:lnTo>
                      <a:pt x="21600" y="21600"/>
                    </a:lnTo>
                    <a:lnTo>
                      <a:pt x="29841" y="41565"/>
                    </a:lnTo>
                    <a:close/>
                  </a:path>
                </a:pathLst>
              </a:custGeom>
              <a:gradFill rotWithShape="0">
                <a:gsLst>
                  <a:gs pos="0">
                    <a:srgbClr val="2F7676"/>
                  </a:gs>
                  <a:gs pos="50000">
                    <a:srgbClr val="66FFFF"/>
                  </a:gs>
                  <a:gs pos="100000">
                    <a:srgbClr val="2F7676"/>
                  </a:gs>
                </a:gsLst>
                <a:lin ang="5400000" scaled="1"/>
                <a:tileRect/>
              </a:gradFill>
              <a:ln w="28575" cap="flat" cmpd="sng">
                <a:solidFill>
                  <a:schemeClr val="tx2"/>
                </a:solidFill>
                <a:prstDash val="solid"/>
                <a:round/>
                <a:headEnd type="none" w="med" len="med"/>
                <a:tailEnd type="none" w="med" len="med"/>
              </a:ln>
            </p:spPr>
            <p:txBody>
              <a:bodyPr/>
              <a:lstStyle/>
              <a:p>
                <a:endParaRPr lang="zh-CN" altLang="en-US"/>
              </a:p>
            </p:txBody>
          </p:sp>
          <p:sp>
            <p:nvSpPr>
              <p:cNvPr id="39009" name="Oval 21"/>
              <p:cNvSpPr/>
              <p:nvPr/>
            </p:nvSpPr>
            <p:spPr>
              <a:xfrm>
                <a:off x="1624" y="1408"/>
                <a:ext cx="664" cy="1584"/>
              </a:xfrm>
              <a:prstGeom prst="ellipse">
                <a:avLst/>
              </a:prstGeom>
              <a:gradFill rotWithShape="0">
                <a:gsLst>
                  <a:gs pos="0">
                    <a:srgbClr val="33CCCC"/>
                  </a:gs>
                  <a:gs pos="100000">
                    <a:srgbClr val="66FFFF"/>
                  </a:gs>
                </a:gsLst>
                <a:lin ang="18900000" scaled="1"/>
                <a:tileRect/>
              </a:gradFill>
              <a:ln w="9525" cap="flat" cmpd="sng">
                <a:solidFill>
                  <a:schemeClr val="bg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9010" name="Arc 22"/>
              <p:cNvSpPr/>
              <p:nvPr/>
            </p:nvSpPr>
            <p:spPr>
              <a:xfrm flipH="1">
                <a:off x="1901" y="1394"/>
                <a:ext cx="376" cy="1600"/>
              </a:xfrm>
              <a:custGeom>
                <a:avLst/>
                <a:gdLst/>
                <a:ahLst/>
                <a:cxnLst>
                  <a:cxn ang="0">
                    <a:pos x="0" y="0"/>
                  </a:cxn>
                  <a:cxn ang="0">
                    <a:pos x="0" y="0"/>
                  </a:cxn>
                  <a:cxn ang="0">
                    <a:pos x="0" y="0"/>
                  </a:cxn>
                </a:cxnLst>
                <a:rect l="0" t="0" r="0" b="0"/>
                <a:pathLst>
                  <a:path w="24594" h="42767" fill="none">
                    <a:moveTo>
                      <a:pt x="17295" y="42766"/>
                    </a:moveTo>
                    <a:cubicBezTo>
                      <a:pt x="7231" y="40719"/>
                      <a:pt x="0" y="31869"/>
                      <a:pt x="0" y="21600"/>
                    </a:cubicBezTo>
                    <a:cubicBezTo>
                      <a:pt x="0" y="9670"/>
                      <a:pt x="9670" y="0"/>
                      <a:pt x="21600" y="0"/>
                    </a:cubicBezTo>
                    <a:cubicBezTo>
                      <a:pt x="22601" y="-1"/>
                      <a:pt x="23602" y="69"/>
                      <a:pt x="24594" y="208"/>
                    </a:cubicBezTo>
                  </a:path>
                  <a:path w="24594" h="42767" stroke="0">
                    <a:moveTo>
                      <a:pt x="17295" y="42766"/>
                    </a:moveTo>
                    <a:cubicBezTo>
                      <a:pt x="7231" y="40719"/>
                      <a:pt x="0" y="31869"/>
                      <a:pt x="0" y="21600"/>
                    </a:cubicBezTo>
                    <a:cubicBezTo>
                      <a:pt x="0" y="9670"/>
                      <a:pt x="9670" y="0"/>
                      <a:pt x="21600" y="0"/>
                    </a:cubicBezTo>
                    <a:cubicBezTo>
                      <a:pt x="22601" y="-1"/>
                      <a:pt x="23602" y="69"/>
                      <a:pt x="24594" y="208"/>
                    </a:cubicBezTo>
                    <a:lnTo>
                      <a:pt x="21600" y="21600"/>
                    </a:lnTo>
                    <a:lnTo>
                      <a:pt x="17295" y="42766"/>
                    </a:lnTo>
                    <a:close/>
                  </a:path>
                </a:pathLst>
              </a:custGeom>
              <a:noFill/>
              <a:ln w="28575" cap="flat" cmpd="sng">
                <a:solidFill>
                  <a:schemeClr val="tx1"/>
                </a:solidFill>
                <a:prstDash val="solid"/>
                <a:round/>
                <a:headEnd type="none" w="med" len="med"/>
                <a:tailEnd type="none" w="med" len="med"/>
              </a:ln>
            </p:spPr>
            <p:txBody>
              <a:bodyPr/>
              <a:lstStyle/>
              <a:p>
                <a:endParaRPr lang="zh-CN" altLang="en-US"/>
              </a:p>
            </p:txBody>
          </p:sp>
          <p:sp>
            <p:nvSpPr>
              <p:cNvPr id="39011" name="Freeform 23"/>
              <p:cNvSpPr/>
              <p:nvPr/>
            </p:nvSpPr>
            <p:spPr>
              <a:xfrm rot="-255022">
                <a:off x="2063" y="1501"/>
                <a:ext cx="116" cy="544"/>
              </a:xfrm>
              <a:custGeom>
                <a:avLst/>
                <a:gdLst/>
                <a:ahLst/>
                <a:cxnLst>
                  <a:cxn ang="0">
                    <a:pos x="0" y="0"/>
                  </a:cxn>
                  <a:cxn ang="0">
                    <a:pos x="395" y="34489"/>
                  </a:cxn>
                  <a:cxn ang="0">
                    <a:pos x="526" y="59338"/>
                  </a:cxn>
                  <a:cxn ang="0">
                    <a:pos x="526" y="70823"/>
                  </a:cxn>
                  <a:cxn ang="0">
                    <a:pos x="219" y="68816"/>
                  </a:cxn>
                  <a:cxn ang="0">
                    <a:pos x="133" y="36340"/>
                  </a:cxn>
                  <a:cxn ang="0">
                    <a:pos x="0" y="0"/>
                  </a:cxn>
                </a:cxnLst>
                <a:rect l="0" t="0" r="0" b="0"/>
                <a:pathLst>
                  <a:path w="96" h="296">
                    <a:moveTo>
                      <a:pt x="0" y="0"/>
                    </a:moveTo>
                    <a:lnTo>
                      <a:pt x="72" y="144"/>
                    </a:lnTo>
                    <a:lnTo>
                      <a:pt x="96" y="248"/>
                    </a:lnTo>
                    <a:lnTo>
                      <a:pt x="96" y="296"/>
                    </a:lnTo>
                    <a:lnTo>
                      <a:pt x="40" y="288"/>
                    </a:lnTo>
                    <a:lnTo>
                      <a:pt x="24" y="152"/>
                    </a:lnTo>
                    <a:lnTo>
                      <a:pt x="0" y="0"/>
                    </a:lnTo>
                    <a:close/>
                  </a:path>
                </a:pathLst>
              </a:custGeom>
              <a:gradFill rotWithShape="0">
                <a:gsLst>
                  <a:gs pos="0">
                    <a:srgbClr val="66FFFF"/>
                  </a:gs>
                  <a:gs pos="100000">
                    <a:srgbClr val="FFFFFF"/>
                  </a:gs>
                </a:gsLst>
                <a:lin ang="0" scaled="1"/>
                <a:tileRect/>
              </a:gradFill>
              <a:ln w="9525">
                <a:noFill/>
              </a:ln>
            </p:spPr>
            <p:txBody>
              <a:bodyPr/>
              <a:lstStyle/>
              <a:p>
                <a:endParaRPr lang="zh-CN" altLang="en-US"/>
              </a:p>
            </p:txBody>
          </p:sp>
          <p:sp>
            <p:nvSpPr>
              <p:cNvPr id="39012" name="Freeform 24"/>
              <p:cNvSpPr/>
              <p:nvPr/>
            </p:nvSpPr>
            <p:spPr>
              <a:xfrm rot="-118605">
                <a:off x="1971" y="1473"/>
                <a:ext cx="116" cy="544"/>
              </a:xfrm>
              <a:custGeom>
                <a:avLst/>
                <a:gdLst/>
                <a:ahLst/>
                <a:cxnLst>
                  <a:cxn ang="0">
                    <a:pos x="0" y="0"/>
                  </a:cxn>
                  <a:cxn ang="0">
                    <a:pos x="395" y="34489"/>
                  </a:cxn>
                  <a:cxn ang="0">
                    <a:pos x="526" y="59338"/>
                  </a:cxn>
                  <a:cxn ang="0">
                    <a:pos x="526" y="70823"/>
                  </a:cxn>
                  <a:cxn ang="0">
                    <a:pos x="219" y="68816"/>
                  </a:cxn>
                  <a:cxn ang="0">
                    <a:pos x="133" y="36340"/>
                  </a:cxn>
                  <a:cxn ang="0">
                    <a:pos x="0" y="0"/>
                  </a:cxn>
                </a:cxnLst>
                <a:rect l="0" t="0" r="0" b="0"/>
                <a:pathLst>
                  <a:path w="96" h="296">
                    <a:moveTo>
                      <a:pt x="0" y="0"/>
                    </a:moveTo>
                    <a:lnTo>
                      <a:pt x="72" y="144"/>
                    </a:lnTo>
                    <a:lnTo>
                      <a:pt x="96" y="248"/>
                    </a:lnTo>
                    <a:lnTo>
                      <a:pt x="96" y="296"/>
                    </a:lnTo>
                    <a:lnTo>
                      <a:pt x="40" y="288"/>
                    </a:lnTo>
                    <a:lnTo>
                      <a:pt x="24" y="152"/>
                    </a:lnTo>
                    <a:lnTo>
                      <a:pt x="0" y="0"/>
                    </a:lnTo>
                    <a:close/>
                  </a:path>
                </a:pathLst>
              </a:custGeom>
              <a:gradFill rotWithShape="0">
                <a:gsLst>
                  <a:gs pos="0">
                    <a:srgbClr val="66FFFF"/>
                  </a:gs>
                  <a:gs pos="100000">
                    <a:srgbClr val="FFFFFF"/>
                  </a:gs>
                </a:gsLst>
                <a:lin ang="0" scaled="1"/>
                <a:tileRect/>
              </a:gradFill>
              <a:ln w="9525">
                <a:noFill/>
              </a:ln>
            </p:spPr>
            <p:txBody>
              <a:bodyPr/>
              <a:lstStyle/>
              <a:p>
                <a:endParaRPr lang="zh-CN" altLang="en-US"/>
              </a:p>
            </p:txBody>
          </p:sp>
        </p:grpSp>
        <p:sp>
          <p:nvSpPr>
            <p:cNvPr id="39013" name="Line 98"/>
            <p:cNvSpPr/>
            <p:nvPr/>
          </p:nvSpPr>
          <p:spPr>
            <a:xfrm>
              <a:off x="3354" y="2284"/>
              <a:ext cx="943" cy="0"/>
            </a:xfrm>
            <a:prstGeom prst="line">
              <a:avLst/>
            </a:prstGeom>
            <a:ln w="28575" cap="flat" cmpd="sng">
              <a:solidFill>
                <a:schemeClr val="tx2"/>
              </a:solidFill>
              <a:prstDash val="solid"/>
              <a:round/>
              <a:headEnd type="none" w="med" len="med"/>
              <a:tailEnd type="none" w="med" len="med"/>
            </a:ln>
          </p:spPr>
        </p:sp>
      </p:grpSp>
      <p:sp>
        <p:nvSpPr>
          <p:cNvPr id="39014" name="WordArt 166"/>
          <p:cNvSpPr>
            <a:spLocks noTextEdit="1"/>
          </p:cNvSpPr>
          <p:nvPr/>
        </p:nvSpPr>
        <p:spPr>
          <a:xfrm>
            <a:off x="304800" y="390525"/>
            <a:ext cx="5127625" cy="371475"/>
          </a:xfrm>
          <a:prstGeom prst="rect">
            <a:avLst/>
          </a:prstGeom>
        </p:spPr>
        <p:txBody>
          <a:bodyPr wrap="none" fromWordArt="1">
            <a:prstTxWarp prst="textPlain">
              <a:avLst>
                <a:gd name="adj" fmla="val 50000"/>
              </a:avLst>
            </a:prstTxWarp>
            <a:normAutofit/>
          </a:bodyPr>
          <a:lstStyle/>
          <a:p>
            <a:pPr algn="ctr"/>
            <a:r>
              <a:rPr lang="zh-CN" altLang="en-US" sz="1800">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rPr>
              <a:t>一、单缝夫琅禾费衍射（3分或5分）</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11275" y="3619500"/>
            <a:ext cx="6124575" cy="460375"/>
          </a:xfrm>
          <a:prstGeom prst="rect">
            <a:avLst/>
          </a:prstGeom>
          <a:noFill/>
          <a:ln w="9525">
            <a:noFill/>
          </a:ln>
        </p:spPr>
        <p:txBody>
          <a:bodyPr wrap="square" anchor="t" anchorCtr="0">
            <a:spAutoFit/>
          </a:bodyPr>
          <a:lstStyle/>
          <a:p>
            <a:r>
              <a:rPr lang="en-US" altLang="zh-CN" sz="2400" dirty="0">
                <a:latin typeface="Times New Roman" panose="02020603050405020304" pitchFamily="18" charset="0"/>
                <a:ea typeface="宋体" panose="02010600030101010101" pitchFamily="2" charset="-122"/>
              </a:rPr>
              <a:t>1</a:t>
            </a:r>
            <a:r>
              <a:rPr lang="zh-CN" altLang="zh-CN" sz="2400" dirty="0">
                <a:latin typeface="Times New Roman" panose="02020603050405020304" pitchFamily="18" charset="0"/>
                <a:ea typeface="宋体" panose="02010600030101010101" pitchFamily="2" charset="-122"/>
              </a:rPr>
              <a:t>）</a:t>
            </a:r>
            <a:r>
              <a:rPr lang="zh-CN" altLang="en-US" sz="2400" dirty="0">
                <a:solidFill>
                  <a:srgbClr val="FF0000"/>
                </a:solidFill>
                <a:latin typeface="Times New Roman" panose="02020603050405020304" pitchFamily="18" charset="0"/>
                <a:ea typeface="宋体" panose="02010600030101010101" pitchFamily="2" charset="-122"/>
              </a:rPr>
              <a:t>暗纹</a:t>
            </a:r>
            <a:r>
              <a:rPr lang="en-US" altLang="zh-CN" sz="2400" i="1" dirty="0">
                <a:solidFill>
                  <a:srgbClr val="FF0000"/>
                </a:solidFill>
                <a:latin typeface="Times New Roman" panose="02020603050405020304" pitchFamily="18" charset="0"/>
                <a:ea typeface="宋体" panose="02010600030101010101" pitchFamily="2" charset="-122"/>
              </a:rPr>
              <a:t>k</a:t>
            </a:r>
            <a:r>
              <a:rPr lang="en-US" altLang="zh-CN" sz="2400" dirty="0">
                <a:solidFill>
                  <a:srgbClr val="FF0000"/>
                </a:solidFill>
                <a:latin typeface="Times New Roman" panose="02020603050405020304" pitchFamily="18" charset="0"/>
                <a:ea typeface="宋体" panose="02010600030101010101" pitchFamily="2" charset="-122"/>
                <a:sym typeface="Symbol Tiger" panose="05050102010706020507" pitchFamily="18" charset="2"/>
              </a:rPr>
              <a:t>0</a:t>
            </a:r>
            <a:r>
              <a:rPr lang="zh-CN" altLang="en-US" sz="2400" dirty="0">
                <a:latin typeface="Times New Roman" panose="02020603050405020304" pitchFamily="18" charset="0"/>
                <a:ea typeface="宋体" panose="02010600030101010101" pitchFamily="2" charset="-122"/>
                <a:sym typeface="Symbol Tiger" panose="05050102010706020507" pitchFamily="18" charset="2"/>
              </a:rPr>
              <a:t>，因为</a:t>
            </a:r>
            <a:r>
              <a:rPr lang="en-US" altLang="zh-CN" sz="2400" i="1" dirty="0">
                <a:latin typeface="Times New Roman" panose="02020603050405020304" pitchFamily="18" charset="0"/>
                <a:ea typeface="宋体" panose="02010600030101010101" pitchFamily="2" charset="-122"/>
                <a:sym typeface="Symbol Tiger" panose="05050102010706020507" pitchFamily="18" charset="2"/>
              </a:rPr>
              <a:t>k</a:t>
            </a:r>
            <a:r>
              <a:rPr lang="en-US" altLang="zh-CN" sz="2400" dirty="0">
                <a:latin typeface="Times New Roman" panose="02020603050405020304" pitchFamily="18" charset="0"/>
                <a:ea typeface="宋体" panose="02010600030101010101" pitchFamily="2" charset="-122"/>
                <a:sym typeface="Symbol Tiger" panose="05050102010706020507" pitchFamily="18" charset="2"/>
              </a:rPr>
              <a:t>=0</a:t>
            </a:r>
            <a:r>
              <a:rPr lang="zh-CN" altLang="en-US" sz="2400" dirty="0">
                <a:latin typeface="Times New Roman" panose="02020603050405020304" pitchFamily="18" charset="0"/>
                <a:ea typeface="宋体" panose="02010600030101010101" pitchFamily="2" charset="-122"/>
                <a:sym typeface="Symbol Tiger" panose="05050102010706020507" pitchFamily="18" charset="2"/>
              </a:rPr>
              <a:t>时，</a:t>
            </a:r>
            <a:r>
              <a:rPr lang="zh-CN" altLang="en-US" sz="2400" i="1" dirty="0">
                <a:latin typeface="Times New Roman" panose="02020603050405020304" pitchFamily="18" charset="0"/>
                <a:ea typeface="宋体" panose="02010600030101010101" pitchFamily="2" charset="-122"/>
                <a:sym typeface="Symbol Tiger" panose="05050102010706020507" pitchFamily="18" charset="2"/>
              </a:rPr>
              <a:t></a:t>
            </a:r>
            <a:r>
              <a:rPr lang="en-US" altLang="zh-CN" sz="2400" dirty="0">
                <a:latin typeface="Times New Roman" panose="02020603050405020304" pitchFamily="18" charset="0"/>
                <a:ea typeface="宋体" panose="02010600030101010101" pitchFamily="2" charset="-122"/>
                <a:sym typeface="Symbol Tiger" panose="05050102010706020507" pitchFamily="18" charset="2"/>
              </a:rPr>
              <a:t>=0</a:t>
            </a:r>
            <a:r>
              <a:rPr lang="zh-CN" altLang="en-US" sz="2400" dirty="0">
                <a:latin typeface="Times New Roman" panose="02020603050405020304" pitchFamily="18" charset="0"/>
                <a:ea typeface="宋体" panose="02010600030101010101" pitchFamily="2" charset="-122"/>
                <a:sym typeface="Symbol Tiger" panose="05050102010706020507" pitchFamily="18" charset="2"/>
              </a:rPr>
              <a:t>，为中央明纹</a:t>
            </a:r>
          </a:p>
        </p:txBody>
      </p:sp>
      <p:sp>
        <p:nvSpPr>
          <p:cNvPr id="131" name="TextBox 130"/>
          <p:cNvSpPr txBox="1"/>
          <p:nvPr/>
        </p:nvSpPr>
        <p:spPr>
          <a:xfrm>
            <a:off x="1311275" y="4403725"/>
            <a:ext cx="3992563" cy="460375"/>
          </a:xfrm>
          <a:prstGeom prst="rect">
            <a:avLst/>
          </a:prstGeom>
          <a:noFill/>
          <a:ln w="9525">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2</a:t>
            </a:r>
            <a:r>
              <a:rPr lang="zh-CN" altLang="en-US" sz="2400" dirty="0">
                <a:latin typeface="Times New Roman" panose="02020603050405020304" pitchFamily="18" charset="0"/>
                <a:ea typeface="宋体" panose="02010600030101010101" pitchFamily="2" charset="-122"/>
              </a:rPr>
              <a:t>）第一条暗纹对应的衍射角</a:t>
            </a:r>
          </a:p>
        </p:txBody>
      </p:sp>
      <p:graphicFrame>
        <p:nvGraphicFramePr>
          <p:cNvPr id="68611" name="Object 3"/>
          <p:cNvGraphicFramePr>
            <a:graphicFrameLocks noChangeAspect="1"/>
          </p:cNvGraphicFramePr>
          <p:nvPr/>
        </p:nvGraphicFramePr>
        <p:xfrm>
          <a:off x="5356225" y="4206875"/>
          <a:ext cx="2398713" cy="850900"/>
        </p:xfrm>
        <a:graphic>
          <a:graphicData uri="http://schemas.openxmlformats.org/presentationml/2006/ole">
            <mc:AlternateContent xmlns:mc="http://schemas.openxmlformats.org/markup-compatibility/2006">
              <mc:Choice xmlns:v="urn:schemas-microsoft-com:vml" Requires="v">
                <p:oleObj r:id="rId2" imgW="1143000" imgH="405765" progId="Equation.DSMT4">
                  <p:embed/>
                </p:oleObj>
              </mc:Choice>
              <mc:Fallback>
                <p:oleObj r:id="rId2" imgW="1143000" imgH="405765" progId="Equation.DSMT4">
                  <p:embed/>
                  <p:pic>
                    <p:nvPicPr>
                      <p:cNvPr id="0" name="图片 3243"/>
                      <p:cNvPicPr/>
                      <p:nvPr/>
                    </p:nvPicPr>
                    <p:blipFill>
                      <a:blip r:embed="rId3"/>
                      <a:stretch>
                        <a:fillRect/>
                      </a:stretch>
                    </p:blipFill>
                    <p:spPr>
                      <a:xfrm>
                        <a:off x="5356225" y="4206875"/>
                        <a:ext cx="2398713" cy="850900"/>
                      </a:xfrm>
                      <a:prstGeom prst="rect">
                        <a:avLst/>
                      </a:prstGeom>
                      <a:noFill/>
                      <a:ln w="38100">
                        <a:noFill/>
                        <a:miter/>
                      </a:ln>
                    </p:spPr>
                  </p:pic>
                </p:oleObj>
              </mc:Fallback>
            </mc:AlternateContent>
          </a:graphicData>
        </a:graphic>
      </p:graphicFrame>
      <p:sp>
        <p:nvSpPr>
          <p:cNvPr id="133" name="TextBox 132"/>
          <p:cNvSpPr txBox="1"/>
          <p:nvPr/>
        </p:nvSpPr>
        <p:spPr>
          <a:xfrm>
            <a:off x="1311275" y="5186363"/>
            <a:ext cx="6043613" cy="460375"/>
          </a:xfrm>
          <a:prstGeom prst="rect">
            <a:avLst/>
          </a:prstGeom>
          <a:noFill/>
          <a:ln w="9525">
            <a:noFill/>
          </a:ln>
        </p:spPr>
        <p:txBody>
          <a:bodyPr wrap="square" anchor="t" anchorCtr="0">
            <a:spAutoFit/>
          </a:bodyPr>
          <a:lstStyle/>
          <a:p>
            <a:r>
              <a:rPr lang="en-US" altLang="zh-CN" sz="2400" dirty="0">
                <a:latin typeface="Times New Roman" panose="02020603050405020304" pitchFamily="18" charset="0"/>
                <a:ea typeface="宋体" panose="02010600030101010101" pitchFamily="2" charset="-122"/>
              </a:rPr>
              <a:t>3</a:t>
            </a:r>
            <a:r>
              <a:rPr lang="zh-CN" altLang="en-US" sz="2400" dirty="0">
                <a:latin typeface="Times New Roman" panose="02020603050405020304" pitchFamily="18" charset="0"/>
                <a:ea typeface="宋体" panose="02010600030101010101" pitchFamily="2" charset="-122"/>
              </a:rPr>
              <a:t>）</a:t>
            </a:r>
            <a:r>
              <a:rPr lang="zh-CN" altLang="en-US" sz="2400" dirty="0">
                <a:solidFill>
                  <a:srgbClr val="FF0000"/>
                </a:solidFill>
                <a:latin typeface="Times New Roman" panose="02020603050405020304" pitchFamily="18" charset="0"/>
                <a:ea typeface="宋体" panose="02010600030101010101" pitchFamily="2" charset="-122"/>
              </a:rPr>
              <a:t>明纹</a:t>
            </a:r>
            <a:r>
              <a:rPr lang="en-US" altLang="zh-CN" sz="2400" i="1" dirty="0">
                <a:solidFill>
                  <a:srgbClr val="FF0000"/>
                </a:solidFill>
                <a:latin typeface="Times New Roman" panose="02020603050405020304" pitchFamily="18" charset="0"/>
                <a:ea typeface="宋体" panose="02010600030101010101" pitchFamily="2" charset="-122"/>
              </a:rPr>
              <a:t>k</a:t>
            </a:r>
            <a:r>
              <a:rPr lang="en-US" altLang="zh-CN" sz="2400" dirty="0">
                <a:solidFill>
                  <a:srgbClr val="FF0000"/>
                </a:solidFill>
                <a:latin typeface="Times New Roman" panose="02020603050405020304" pitchFamily="18" charset="0"/>
                <a:ea typeface="宋体" panose="02010600030101010101" pitchFamily="2" charset="-122"/>
                <a:sym typeface="Symbol Tiger" panose="05050102010706020507" pitchFamily="18" charset="2"/>
              </a:rPr>
              <a:t>0</a:t>
            </a:r>
            <a:r>
              <a:rPr lang="zh-CN" altLang="en-US" sz="2400" dirty="0">
                <a:latin typeface="Times New Roman" panose="02020603050405020304" pitchFamily="18" charset="0"/>
                <a:ea typeface="宋体" panose="02010600030101010101" pitchFamily="2" charset="-122"/>
                <a:sym typeface="Symbol Tiger" panose="05050102010706020507" pitchFamily="18" charset="2"/>
              </a:rPr>
              <a:t>，因为</a:t>
            </a:r>
            <a:r>
              <a:rPr lang="en-US" altLang="zh-CN" sz="2400" i="1" dirty="0">
                <a:latin typeface="Times New Roman" panose="02020603050405020304" pitchFamily="18" charset="0"/>
                <a:ea typeface="宋体" panose="02010600030101010101" pitchFamily="2" charset="-122"/>
                <a:sym typeface="Symbol Tiger" panose="05050102010706020507" pitchFamily="18" charset="2"/>
              </a:rPr>
              <a:t>k</a:t>
            </a:r>
            <a:r>
              <a:rPr lang="en-US" altLang="zh-CN" sz="2400" dirty="0">
                <a:latin typeface="Times New Roman" panose="02020603050405020304" pitchFamily="18" charset="0"/>
                <a:ea typeface="宋体" panose="02010600030101010101" pitchFamily="2" charset="-122"/>
                <a:sym typeface="Symbol Tiger" panose="05050102010706020507" pitchFamily="18" charset="2"/>
              </a:rPr>
              <a:t>=0</a:t>
            </a:r>
            <a:r>
              <a:rPr lang="zh-CN" altLang="en-US" sz="2400" dirty="0">
                <a:latin typeface="Times New Roman" panose="02020603050405020304" pitchFamily="18" charset="0"/>
                <a:ea typeface="宋体" panose="02010600030101010101" pitchFamily="2" charset="-122"/>
                <a:sym typeface="Symbol Tiger" panose="05050102010706020507" pitchFamily="18" charset="2"/>
              </a:rPr>
              <a:t>时所对应的衍射角</a:t>
            </a:r>
          </a:p>
        </p:txBody>
      </p:sp>
      <p:graphicFrame>
        <p:nvGraphicFramePr>
          <p:cNvPr id="68612" name="Object 4"/>
          <p:cNvGraphicFramePr>
            <a:graphicFrameLocks noChangeAspect="1"/>
          </p:cNvGraphicFramePr>
          <p:nvPr/>
        </p:nvGraphicFramePr>
        <p:xfrm>
          <a:off x="1749425" y="5692775"/>
          <a:ext cx="5299075" cy="850900"/>
        </p:xfrm>
        <a:graphic>
          <a:graphicData uri="http://schemas.openxmlformats.org/presentationml/2006/ole">
            <mc:AlternateContent xmlns:mc="http://schemas.openxmlformats.org/markup-compatibility/2006">
              <mc:Choice xmlns:v="urn:schemas-microsoft-com:vml" Requires="v">
                <p:oleObj r:id="rId4" imgW="2527300" imgH="405765" progId="Equation.DSMT4">
                  <p:embed/>
                </p:oleObj>
              </mc:Choice>
              <mc:Fallback>
                <p:oleObj r:id="rId4" imgW="2527300" imgH="405765" progId="Equation.DSMT4">
                  <p:embed/>
                  <p:pic>
                    <p:nvPicPr>
                      <p:cNvPr id="0" name="图片 3244"/>
                      <p:cNvPicPr/>
                      <p:nvPr/>
                    </p:nvPicPr>
                    <p:blipFill>
                      <a:blip r:embed="rId5"/>
                      <a:stretch>
                        <a:fillRect/>
                      </a:stretch>
                    </p:blipFill>
                    <p:spPr>
                      <a:xfrm>
                        <a:off x="1749425" y="5692775"/>
                        <a:ext cx="5299075" cy="850900"/>
                      </a:xfrm>
                      <a:prstGeom prst="rect">
                        <a:avLst/>
                      </a:prstGeom>
                      <a:noFill/>
                      <a:ln w="38100">
                        <a:noFill/>
                        <a:miter/>
                      </a:ln>
                    </p:spPr>
                  </p:pic>
                </p:oleObj>
              </mc:Fallback>
            </mc:AlternateContent>
          </a:graphicData>
        </a:graphic>
      </p:graphicFrame>
      <p:grpSp>
        <p:nvGrpSpPr>
          <p:cNvPr id="18" name="组合 17"/>
          <p:cNvGrpSpPr/>
          <p:nvPr/>
        </p:nvGrpSpPr>
        <p:grpSpPr>
          <a:xfrm>
            <a:off x="190500" y="635000"/>
            <a:ext cx="8550275" cy="1095375"/>
            <a:chOff x="138" y="7180"/>
            <a:chExt cx="13465" cy="1724"/>
          </a:xfrm>
        </p:grpSpPr>
        <p:sp>
          <p:nvSpPr>
            <p:cNvPr id="4" name="文本框 3"/>
            <p:cNvSpPr txBox="1"/>
            <p:nvPr/>
          </p:nvSpPr>
          <p:spPr>
            <a:xfrm>
              <a:off x="138" y="7454"/>
              <a:ext cx="2404" cy="725"/>
            </a:xfrm>
            <a:prstGeom prst="rect">
              <a:avLst/>
            </a:prstGeom>
            <a:noFill/>
          </p:spPr>
          <p:txBody>
            <a:bodyPr wrap="square" rtlCol="0" anchor="t">
              <a:spAutoFit/>
            </a:bodyPr>
            <a:lstStyle/>
            <a:p>
              <a:r>
                <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sym typeface="+mn-ea"/>
                </a:rPr>
                <a:t>暗纹公式</a:t>
              </a:r>
              <a:endPar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sym typeface="+mn-ea"/>
              </a:endParaRPr>
            </a:p>
          </p:txBody>
        </p:sp>
        <p:graphicFrame>
          <p:nvGraphicFramePr>
            <p:cNvPr id="39944" name="Object 2"/>
            <p:cNvGraphicFramePr>
              <a:graphicFrameLocks noChangeAspect="1"/>
            </p:cNvGraphicFramePr>
            <p:nvPr/>
          </p:nvGraphicFramePr>
          <p:xfrm>
            <a:off x="2526" y="7180"/>
            <a:ext cx="3344" cy="1175"/>
          </p:xfrm>
          <a:graphic>
            <a:graphicData uri="http://schemas.openxmlformats.org/presentationml/2006/ole">
              <mc:AlternateContent xmlns:mc="http://schemas.openxmlformats.org/markup-compatibility/2006">
                <mc:Choice xmlns:v="urn:schemas-microsoft-com:vml" Requires="v">
                  <p:oleObj r:id="rId6" imgW="1155065" imgH="406400" progId="Equation.DSMT4">
                    <p:embed/>
                  </p:oleObj>
                </mc:Choice>
                <mc:Fallback>
                  <p:oleObj r:id="rId6" imgW="1155065" imgH="406400" progId="Equation.DSMT4">
                    <p:embed/>
                    <p:pic>
                      <p:nvPicPr>
                        <p:cNvPr id="0" name="图片 3247"/>
                        <p:cNvPicPr/>
                        <p:nvPr/>
                      </p:nvPicPr>
                      <p:blipFill>
                        <a:blip r:embed="rId7"/>
                        <a:stretch>
                          <a:fillRect/>
                        </a:stretch>
                      </p:blipFill>
                      <p:spPr>
                        <a:xfrm>
                          <a:off x="2526" y="7180"/>
                          <a:ext cx="3344" cy="1175"/>
                        </a:xfrm>
                        <a:prstGeom prst="rect">
                          <a:avLst/>
                        </a:prstGeom>
                        <a:noFill/>
                        <a:ln w="38100">
                          <a:noFill/>
                          <a:miter/>
                        </a:ln>
                      </p:spPr>
                    </p:pic>
                  </p:oleObj>
                </mc:Fallback>
              </mc:AlternateContent>
            </a:graphicData>
          </a:graphic>
        </p:graphicFrame>
        <p:sp>
          <p:nvSpPr>
            <p:cNvPr id="6" name="文本框 5"/>
            <p:cNvSpPr txBox="1"/>
            <p:nvPr/>
          </p:nvSpPr>
          <p:spPr>
            <a:xfrm>
              <a:off x="10638" y="7345"/>
              <a:ext cx="2965" cy="725"/>
            </a:xfrm>
            <a:prstGeom prst="rect">
              <a:avLst/>
            </a:prstGeom>
            <a:noFill/>
          </p:spPr>
          <p:txBody>
            <a:bodyPr wrap="square" rtlCol="0" anchor="t">
              <a:spAutoFit/>
            </a:bodyPr>
            <a:lstStyle/>
            <a:p>
              <a:r>
                <a:rPr lang="en-US" altLang="zh-CN" sz="2400" i="1"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为</a:t>
              </a:r>
              <a:r>
                <a:rPr lang="zh-CN" altLang="en-US" sz="2400" noProof="1">
                  <a:ln w="9525" cap="flat" cmpd="sng">
                    <a:solidFill>
                      <a:schemeClr val="tx2"/>
                    </a:solidFill>
                    <a:prstDash val="solid"/>
                    <a:round/>
                    <a:headEnd type="none" w="med" len="med"/>
                    <a:tailEnd type="none" w="med" len="med"/>
                  </a:ln>
                  <a:latin typeface="宋体" panose="02010600030101010101" pitchFamily="2" charset="-122"/>
                  <a:ea typeface="宋体" panose="02010600030101010101" pitchFamily="2" charset="-122"/>
                  <a:cs typeface="+mn-cs"/>
                  <a:sym typeface="+mn-ea"/>
                </a:rPr>
                <a:t>暗纹</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级数</a:t>
              </a:r>
              <a:endPar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sym typeface="+mn-ea"/>
              </a:endParaRPr>
            </a:p>
          </p:txBody>
        </p:sp>
        <p:sp>
          <p:nvSpPr>
            <p:cNvPr id="8" name="文本框 7"/>
            <p:cNvSpPr txBox="1"/>
            <p:nvPr/>
          </p:nvSpPr>
          <p:spPr>
            <a:xfrm>
              <a:off x="6409" y="7405"/>
              <a:ext cx="4367" cy="725"/>
            </a:xfrm>
            <a:prstGeom prst="rect">
              <a:avLst/>
            </a:prstGeom>
            <a:noFill/>
          </p:spPr>
          <p:txBody>
            <a:bodyPr wrap="square" rtlCol="0" anchor="t">
              <a:spAutoFit/>
            </a:bodyPr>
            <a:lstStyle/>
            <a:p>
              <a:r>
                <a:rPr lang="en-US" altLang="zh-CN" sz="2400" i="1"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 ·········</a:t>
              </a:r>
              <a:endParaRPr lang="en-US" altLang="zh-CN" sz="2400" noProof="1">
                <a:ln w="9525" cap="flat" cmpd="sng">
                  <a:solidFill>
                    <a:srgbClr val="FF0000"/>
                  </a:solidFill>
                  <a:prstDash val="solid"/>
                  <a:round/>
                  <a:headEnd type="none" w="med" len="med"/>
                  <a:tailEnd type="none" w="med" len="med"/>
                </a:ln>
                <a:solidFill>
                  <a:srgbClr val="FF0000"/>
                </a:solidFill>
                <a:cs typeface="Times New Roman" panose="02020603050405020304" pitchFamily="18" charset="0"/>
                <a:sym typeface="+mn-ea"/>
              </a:endParaRPr>
            </a:p>
          </p:txBody>
        </p:sp>
        <p:sp>
          <p:nvSpPr>
            <p:cNvPr id="16" name="文本框 15"/>
            <p:cNvSpPr txBox="1"/>
            <p:nvPr/>
          </p:nvSpPr>
          <p:spPr>
            <a:xfrm>
              <a:off x="7573" y="8179"/>
              <a:ext cx="5667" cy="725"/>
            </a:xfrm>
            <a:prstGeom prst="rect">
              <a:avLst/>
            </a:prstGeom>
            <a:noFill/>
          </p:spPr>
          <p:txBody>
            <a:bodyPr wrap="square" rtlCol="0" anchor="t">
              <a:spAutoFit/>
            </a:bodyPr>
            <a:lstStyle/>
            <a:p>
              <a:r>
                <a:rPr lang="zh-CN" altLang="en-US" sz="2400" noProof="1">
                  <a:latin typeface="Times New Roman" panose="02020603050405020304" pitchFamily="18" charset="0"/>
                  <a:ea typeface="宋体" panose="02010600030101010101" pitchFamily="2" charset="-122"/>
                  <a:cs typeface="+mn-cs"/>
                  <a:sym typeface="+mn-ea"/>
                </a:rPr>
                <a:t>（单缝被分成2k个半波带)</a:t>
              </a:r>
              <a:endParaRPr lang="zh-CN" altLang="en-US" sz="2400" noProof="1">
                <a:ln w="9525" cap="flat" cmpd="sng">
                  <a:solidFill>
                    <a:srgbClr val="FF0000"/>
                  </a:solidFill>
                  <a:prstDash val="solid"/>
                  <a:round/>
                  <a:headEnd type="none" w="med" len="med"/>
                  <a:tailEnd type="none" w="med" len="med"/>
                </a:ln>
                <a:latin typeface="宋体" panose="02010600030101010101" pitchFamily="2" charset="-122"/>
                <a:sym typeface="+mn-ea"/>
              </a:endParaRPr>
            </a:p>
          </p:txBody>
        </p:sp>
      </p:grpSp>
      <p:grpSp>
        <p:nvGrpSpPr>
          <p:cNvPr id="19" name="组合 18"/>
          <p:cNvGrpSpPr/>
          <p:nvPr/>
        </p:nvGrpSpPr>
        <p:grpSpPr>
          <a:xfrm>
            <a:off x="142875" y="1798638"/>
            <a:ext cx="8753475" cy="1031875"/>
            <a:chOff x="92" y="8841"/>
            <a:chExt cx="13785" cy="1624"/>
          </a:xfrm>
        </p:grpSpPr>
        <p:sp>
          <p:nvSpPr>
            <p:cNvPr id="9" name="文本框 8"/>
            <p:cNvSpPr txBox="1"/>
            <p:nvPr/>
          </p:nvSpPr>
          <p:spPr>
            <a:xfrm>
              <a:off x="92" y="9066"/>
              <a:ext cx="2473" cy="725"/>
            </a:xfrm>
            <a:prstGeom prst="rect">
              <a:avLst/>
            </a:prstGeom>
            <a:noFill/>
          </p:spPr>
          <p:txBody>
            <a:bodyPr wrap="square" rtlCol="0" anchor="t">
              <a:spAutoFit/>
            </a:bodyPr>
            <a:lstStyle/>
            <a:p>
              <a:r>
                <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sym typeface="+mn-ea"/>
                </a:rPr>
                <a:t>明纹公式</a:t>
              </a:r>
              <a:endPar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sym typeface="+mn-ea"/>
              </a:endParaRPr>
            </a:p>
          </p:txBody>
        </p:sp>
        <p:graphicFrame>
          <p:nvGraphicFramePr>
            <p:cNvPr id="39950" name="Object 2"/>
            <p:cNvGraphicFramePr>
              <a:graphicFrameLocks noChangeAspect="1"/>
            </p:cNvGraphicFramePr>
            <p:nvPr/>
          </p:nvGraphicFramePr>
          <p:xfrm>
            <a:off x="2431" y="8841"/>
            <a:ext cx="4192" cy="1174"/>
          </p:xfrm>
          <a:graphic>
            <a:graphicData uri="http://schemas.openxmlformats.org/presentationml/2006/ole">
              <mc:AlternateContent xmlns:mc="http://schemas.openxmlformats.org/markup-compatibility/2006">
                <mc:Choice xmlns:v="urn:schemas-microsoft-com:vml" Requires="v">
                  <p:oleObj r:id="rId8" imgW="1447800" imgH="405765" progId="Equation.DSMT4">
                    <p:embed/>
                  </p:oleObj>
                </mc:Choice>
                <mc:Fallback>
                  <p:oleObj r:id="rId8" imgW="1447800" imgH="405765" progId="Equation.DSMT4">
                    <p:embed/>
                    <p:pic>
                      <p:nvPicPr>
                        <p:cNvPr id="0" name="图片 3245"/>
                        <p:cNvPicPr/>
                        <p:nvPr/>
                      </p:nvPicPr>
                      <p:blipFill>
                        <a:blip r:embed="rId9"/>
                        <a:stretch>
                          <a:fillRect/>
                        </a:stretch>
                      </p:blipFill>
                      <p:spPr>
                        <a:xfrm>
                          <a:off x="2431" y="8841"/>
                          <a:ext cx="4192" cy="1174"/>
                        </a:xfrm>
                        <a:prstGeom prst="rect">
                          <a:avLst/>
                        </a:prstGeom>
                        <a:noFill/>
                        <a:ln w="38100">
                          <a:noFill/>
                          <a:miter/>
                        </a:ln>
                      </p:spPr>
                    </p:pic>
                  </p:oleObj>
                </mc:Fallback>
              </mc:AlternateContent>
            </a:graphicData>
          </a:graphic>
        </p:graphicFrame>
        <p:sp>
          <p:nvSpPr>
            <p:cNvPr id="14" name="文本框 13"/>
            <p:cNvSpPr txBox="1"/>
            <p:nvPr/>
          </p:nvSpPr>
          <p:spPr>
            <a:xfrm>
              <a:off x="10913" y="9016"/>
              <a:ext cx="2965" cy="725"/>
            </a:xfrm>
            <a:prstGeom prst="rect">
              <a:avLst/>
            </a:prstGeom>
            <a:noFill/>
          </p:spPr>
          <p:txBody>
            <a:bodyPr wrap="square" rtlCol="0" anchor="t">
              <a:spAutoFit/>
            </a:bodyPr>
            <a:lstStyle/>
            <a:p>
              <a:r>
                <a:rPr lang="en-US" altLang="zh-CN" sz="2400" i="1"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为</a:t>
              </a:r>
              <a:r>
                <a:rPr lang="zh-CN" altLang="en-US" sz="2400" noProof="1">
                  <a:ln w="9525" cap="flat" cmpd="sng">
                    <a:solidFill>
                      <a:schemeClr val="tx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cs typeface="+mn-cs"/>
                  <a:sym typeface="+mn-ea"/>
                </a:rPr>
                <a:t>明纹</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级数</a:t>
              </a:r>
              <a:endPar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sym typeface="+mn-ea"/>
              </a:endParaRPr>
            </a:p>
          </p:txBody>
        </p:sp>
        <p:sp>
          <p:nvSpPr>
            <p:cNvPr id="15" name="文本框 14"/>
            <p:cNvSpPr txBox="1"/>
            <p:nvPr/>
          </p:nvSpPr>
          <p:spPr>
            <a:xfrm>
              <a:off x="6747" y="9065"/>
              <a:ext cx="4367" cy="725"/>
            </a:xfrm>
            <a:prstGeom prst="rect">
              <a:avLst/>
            </a:prstGeom>
            <a:noFill/>
          </p:spPr>
          <p:txBody>
            <a:bodyPr wrap="square" rtlCol="0" anchor="t">
              <a:spAutoFit/>
            </a:bodyPr>
            <a:lstStyle/>
            <a:p>
              <a:r>
                <a:rPr lang="en-US" altLang="zh-CN" sz="2400" i="1"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 ·········</a:t>
              </a:r>
              <a:endParaRPr lang="en-US" altLang="zh-CN" sz="2400" noProof="1">
                <a:ln w="9525" cap="flat" cmpd="sng">
                  <a:solidFill>
                    <a:srgbClr val="FF0000"/>
                  </a:solidFill>
                  <a:prstDash val="solid"/>
                  <a:round/>
                  <a:headEnd type="none" w="med" len="med"/>
                  <a:tailEnd type="none" w="med" len="med"/>
                </a:ln>
                <a:solidFill>
                  <a:srgbClr val="FF0000"/>
                </a:solidFill>
                <a:cs typeface="Times New Roman" panose="02020603050405020304" pitchFamily="18" charset="0"/>
                <a:sym typeface="+mn-ea"/>
              </a:endParaRPr>
            </a:p>
          </p:txBody>
        </p:sp>
        <p:sp>
          <p:nvSpPr>
            <p:cNvPr id="17" name="文本框 16"/>
            <p:cNvSpPr txBox="1"/>
            <p:nvPr/>
          </p:nvSpPr>
          <p:spPr>
            <a:xfrm>
              <a:off x="7213" y="9741"/>
              <a:ext cx="6149" cy="725"/>
            </a:xfrm>
            <a:prstGeom prst="rect">
              <a:avLst/>
            </a:prstGeom>
            <a:noFill/>
          </p:spPr>
          <p:txBody>
            <a:bodyPr wrap="square" rtlCol="0" anchor="t">
              <a:spAutoFit/>
            </a:bodyPr>
            <a:lstStyle/>
            <a:p>
              <a:r>
                <a:rPr lang="zh-CN" altLang="en-US" sz="2400" noProof="1">
                  <a:latin typeface="Times New Roman" panose="02020603050405020304" pitchFamily="18" charset="0"/>
                  <a:ea typeface="宋体" panose="02010600030101010101" pitchFamily="2" charset="-122"/>
                  <a:cs typeface="+mn-cs"/>
                  <a:sym typeface="+mn-ea"/>
                </a:rPr>
                <a:t>（单缝被分成2k</a:t>
              </a:r>
              <a:r>
                <a:rPr lang="en-US" altLang="zh-CN" sz="2400" noProof="1">
                  <a:latin typeface="Times New Roman" panose="02020603050405020304" pitchFamily="18" charset="0"/>
                  <a:ea typeface="宋体" panose="02010600030101010101" pitchFamily="2" charset="-122"/>
                  <a:cs typeface="+mn-cs"/>
                  <a:sym typeface="+mn-ea"/>
                </a:rPr>
                <a:t>+1</a:t>
              </a:r>
              <a:r>
                <a:rPr lang="zh-CN" altLang="en-US" sz="2400" noProof="1">
                  <a:latin typeface="Times New Roman" panose="02020603050405020304" pitchFamily="18" charset="0"/>
                  <a:ea typeface="宋体" panose="02010600030101010101" pitchFamily="2" charset="-122"/>
                  <a:cs typeface="+mn-cs"/>
                  <a:sym typeface="+mn-ea"/>
                </a:rPr>
                <a:t>个半波带)</a:t>
              </a:r>
              <a:endParaRPr lang="zh-CN" altLang="en-US" sz="2400" noProof="1">
                <a:ln w="9525" cap="flat" cmpd="sng">
                  <a:solidFill>
                    <a:srgbClr val="FF0000"/>
                  </a:solidFill>
                  <a:prstDash val="solid"/>
                  <a:round/>
                  <a:headEnd type="none" w="med" len="med"/>
                  <a:tailEnd type="none" w="med" len="med"/>
                </a:ln>
                <a:latin typeface="宋体" panose="02010600030101010101" pitchFamily="2" charset="-122"/>
                <a:sym typeface="+mn-ea"/>
              </a:endParaRPr>
            </a:p>
          </p:txBody>
        </p:sp>
      </p:grpSp>
      <p:grpSp>
        <p:nvGrpSpPr>
          <p:cNvPr id="7" name="组合 6"/>
          <p:cNvGrpSpPr/>
          <p:nvPr/>
        </p:nvGrpSpPr>
        <p:grpSpPr>
          <a:xfrm>
            <a:off x="190500" y="160338"/>
            <a:ext cx="2546350" cy="579437"/>
            <a:chOff x="175" y="618"/>
            <a:chExt cx="4010" cy="912"/>
          </a:xfrm>
        </p:grpSpPr>
        <p:graphicFrame>
          <p:nvGraphicFramePr>
            <p:cNvPr id="39955" name="Object 3"/>
            <p:cNvGraphicFramePr>
              <a:graphicFrameLocks noChangeAspect="1"/>
            </p:cNvGraphicFramePr>
            <p:nvPr/>
          </p:nvGraphicFramePr>
          <p:xfrm>
            <a:off x="2629" y="687"/>
            <a:ext cx="1556" cy="617"/>
          </p:xfrm>
          <a:graphic>
            <a:graphicData uri="http://schemas.openxmlformats.org/presentationml/2006/ole">
              <mc:AlternateContent xmlns:mc="http://schemas.openxmlformats.org/markup-compatibility/2006">
                <mc:Choice xmlns:v="urn:schemas-microsoft-com:vml" Requires="v">
                  <p:oleObj r:id="rId10" imgW="444500" imgH="177165" progId="Equation.DSMT4">
                    <p:embed/>
                  </p:oleObj>
                </mc:Choice>
                <mc:Fallback>
                  <p:oleObj r:id="rId10" imgW="444500" imgH="177165" progId="Equation.DSMT4">
                    <p:embed/>
                    <p:pic>
                      <p:nvPicPr>
                        <p:cNvPr id="0" name="图片 3246"/>
                        <p:cNvPicPr/>
                        <p:nvPr/>
                      </p:nvPicPr>
                      <p:blipFill>
                        <a:blip r:embed="rId11"/>
                        <a:stretch>
                          <a:fillRect/>
                        </a:stretch>
                      </p:blipFill>
                      <p:spPr>
                        <a:xfrm>
                          <a:off x="2629" y="687"/>
                          <a:ext cx="1556" cy="617"/>
                        </a:xfrm>
                        <a:prstGeom prst="rect">
                          <a:avLst/>
                        </a:prstGeom>
                        <a:noFill/>
                        <a:ln w="38100">
                          <a:noFill/>
                          <a:miter/>
                        </a:ln>
                      </p:spPr>
                    </p:pic>
                  </p:oleObj>
                </mc:Fallback>
              </mc:AlternateContent>
            </a:graphicData>
          </a:graphic>
        </p:graphicFrame>
        <p:sp>
          <p:nvSpPr>
            <p:cNvPr id="130100" name="Text Box 52"/>
            <p:cNvSpPr txBox="1"/>
            <p:nvPr/>
          </p:nvSpPr>
          <p:spPr>
            <a:xfrm>
              <a:off x="175" y="618"/>
              <a:ext cx="2454" cy="913"/>
            </a:xfrm>
            <a:prstGeom prst="rect">
              <a:avLst/>
            </a:prstGeom>
            <a:noFill/>
            <a:ln w="9525">
              <a:noFill/>
            </a:ln>
          </p:spPr>
          <p:txBody>
            <a:bodyPr anchor="t" anchorCtr="0"/>
            <a:lstStyle/>
            <a:p>
              <a:pPr algn="just"/>
              <a:r>
                <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rPr>
                <a:t>中央明纹</a:t>
              </a:r>
              <a:endParaRPr lang="en-US" altLang="zh-CN" noProof="1">
                <a:solidFill>
                  <a:srgbClr val="CC0000"/>
                </a:solidFill>
                <a:latin typeface="楷体_GB2312"/>
                <a:ea typeface="楷体_GB2312"/>
              </a:endParaRPr>
            </a:p>
          </p:txBody>
        </p:sp>
      </p:grpSp>
      <p:sp>
        <p:nvSpPr>
          <p:cNvPr id="11" name="文本框 10"/>
          <p:cNvSpPr txBox="1"/>
          <p:nvPr/>
        </p:nvSpPr>
        <p:spPr>
          <a:xfrm>
            <a:off x="190500" y="3619500"/>
            <a:ext cx="1120775" cy="460375"/>
          </a:xfrm>
          <a:prstGeom prst="rect">
            <a:avLst/>
          </a:prstGeom>
          <a:noFill/>
        </p:spPr>
        <p:txBody>
          <a:bodyPr wrap="square" rtlCol="0" anchor="t">
            <a:spAutoFit/>
          </a:bodyPr>
          <a:lstStyle/>
          <a:p>
            <a:r>
              <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sym typeface="+mn-ea"/>
              </a:rPr>
              <a:t>说明：</a:t>
            </a:r>
            <a:endPar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sym typeface="+mn-ea"/>
            </a:endParaRPr>
          </a:p>
        </p:txBody>
      </p:sp>
      <p:grpSp>
        <p:nvGrpSpPr>
          <p:cNvPr id="12" name="组合 11"/>
          <p:cNvGrpSpPr/>
          <p:nvPr/>
        </p:nvGrpSpPr>
        <p:grpSpPr>
          <a:xfrm>
            <a:off x="1627188" y="2795588"/>
            <a:ext cx="5513387" cy="777875"/>
            <a:chOff x="2563" y="4402"/>
            <a:chExt cx="8683" cy="1226"/>
          </a:xfrm>
        </p:grpSpPr>
        <p:sp>
          <p:nvSpPr>
            <p:cNvPr id="39959" name="Text Box 9"/>
            <p:cNvSpPr txBox="1"/>
            <p:nvPr/>
          </p:nvSpPr>
          <p:spPr>
            <a:xfrm>
              <a:off x="5965" y="4696"/>
              <a:ext cx="5280" cy="725"/>
            </a:xfrm>
            <a:prstGeom prst="rect">
              <a:avLst/>
            </a:prstGeom>
            <a:noFill/>
            <a:ln w="9525">
              <a:noFill/>
            </a:ln>
          </p:spPr>
          <p:txBody>
            <a:bodyPr anchor="t" anchorCtr="0">
              <a:spAutoFit/>
            </a:bodyPr>
            <a:lstStyle/>
            <a:p>
              <a:pPr>
                <a:spcBef>
                  <a:spcPct val="50000"/>
                </a:spcBef>
              </a:pPr>
              <a:r>
                <a:rPr lang="zh-CN" altLang="en-US" sz="2400" dirty="0">
                  <a:latin typeface="Times New Roman" panose="02020603050405020304" pitchFamily="18" charset="0"/>
                  <a:ea typeface="楷体_GB2312"/>
                </a:rPr>
                <a:t>（介于</a:t>
              </a:r>
              <a:r>
                <a:rPr lang="zh-CN" altLang="en-US" sz="2400" dirty="0">
                  <a:solidFill>
                    <a:srgbClr val="CC0000"/>
                  </a:solidFill>
                  <a:latin typeface="Times New Roman" panose="02020603050405020304" pitchFamily="18" charset="0"/>
                  <a:ea typeface="楷体_GB2312"/>
                </a:rPr>
                <a:t>明</a:t>
              </a:r>
              <a:r>
                <a:rPr lang="zh-CN" altLang="en-US" sz="2400" dirty="0">
                  <a:solidFill>
                    <a:srgbClr val="0000FF"/>
                  </a:solidFill>
                  <a:latin typeface="Times New Roman" panose="02020603050405020304" pitchFamily="18" charset="0"/>
                  <a:ea typeface="楷体_GB2312"/>
                </a:rPr>
                <a:t>暗</a:t>
              </a:r>
              <a:r>
                <a:rPr lang="zh-CN" altLang="en-US" sz="2400" dirty="0">
                  <a:latin typeface="Times New Roman" panose="02020603050405020304" pitchFamily="18" charset="0"/>
                  <a:ea typeface="楷体_GB2312"/>
                </a:rPr>
                <a:t>之间）</a:t>
              </a:r>
            </a:p>
          </p:txBody>
        </p:sp>
        <p:graphicFrame>
          <p:nvGraphicFramePr>
            <p:cNvPr id="39960" name="Object 5"/>
            <p:cNvGraphicFramePr>
              <a:graphicFrameLocks noChangeAspect="1"/>
            </p:cNvGraphicFramePr>
            <p:nvPr/>
          </p:nvGraphicFramePr>
          <p:xfrm>
            <a:off x="2563" y="4401"/>
            <a:ext cx="3300" cy="1227"/>
          </p:xfrm>
          <a:graphic>
            <a:graphicData uri="http://schemas.openxmlformats.org/presentationml/2006/ole">
              <mc:AlternateContent xmlns:mc="http://schemas.openxmlformats.org/markup-compatibility/2006">
                <mc:Choice xmlns:v="urn:schemas-microsoft-com:vml" Requires="v">
                  <p:oleObj r:id="rId12" imgW="1091565" imgH="406400" progId="Equation.DSMT4">
                    <p:embed/>
                  </p:oleObj>
                </mc:Choice>
                <mc:Fallback>
                  <p:oleObj r:id="rId12" imgW="1091565" imgH="406400" progId="Equation.DSMT4">
                    <p:embed/>
                    <p:pic>
                      <p:nvPicPr>
                        <p:cNvPr id="0" name="图片 3248"/>
                        <p:cNvPicPr/>
                        <p:nvPr/>
                      </p:nvPicPr>
                      <p:blipFill>
                        <a:blip r:embed="rId13"/>
                        <a:stretch>
                          <a:fillRect/>
                        </a:stretch>
                      </p:blipFill>
                      <p:spPr>
                        <a:xfrm>
                          <a:off x="2563" y="4401"/>
                          <a:ext cx="3300" cy="1227"/>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1"/>
                                        </p:tgtEl>
                                        <p:attrNameLst>
                                          <p:attrName>style.visibility</p:attrName>
                                        </p:attrNameLst>
                                      </p:cBhvr>
                                      <p:to>
                                        <p:strVal val="visible"/>
                                      </p:to>
                                    </p:set>
                                    <p:animEffect transition="in" filter="blinds(horizontal)">
                                      <p:cBhvr>
                                        <p:cTn id="32" dur="500"/>
                                        <p:tgtEl>
                                          <p:spTgt spid="13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8611"/>
                                        </p:tgtEl>
                                        <p:attrNameLst>
                                          <p:attrName>style.visibility</p:attrName>
                                        </p:attrNameLst>
                                      </p:cBhvr>
                                      <p:to>
                                        <p:strVal val="visible"/>
                                      </p:to>
                                    </p:set>
                                    <p:animEffect transition="in" filter="blinds(horizontal)">
                                      <p:cBhvr>
                                        <p:cTn id="37" dur="500"/>
                                        <p:tgtEl>
                                          <p:spTgt spid="6861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3"/>
                                        </p:tgtEl>
                                        <p:attrNameLst>
                                          <p:attrName>style.visibility</p:attrName>
                                        </p:attrNameLst>
                                      </p:cBhvr>
                                      <p:to>
                                        <p:strVal val="visible"/>
                                      </p:to>
                                    </p:set>
                                    <p:animEffect transition="in" filter="blinds(horizontal)">
                                      <p:cBhvr>
                                        <p:cTn id="42" dur="500"/>
                                        <p:tgtEl>
                                          <p:spTgt spid="13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8612"/>
                                        </p:tgtEl>
                                        <p:attrNameLst>
                                          <p:attrName>style.visibility</p:attrName>
                                        </p:attrNameLst>
                                      </p:cBhvr>
                                      <p:to>
                                        <p:strVal val="visible"/>
                                      </p:to>
                                    </p:set>
                                    <p:animEffect transition="in" filter="blinds(horizontal)">
                                      <p:cBhvr>
                                        <p:cTn id="47" dur="500"/>
                                        <p:tgtEl>
                                          <p:spTgt spid="68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1" grpId="0"/>
      <p:bldP spid="133" grpId="0"/>
      <p:bldP spid="11" grpId="0"/>
      <p:bldP spid="11"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319" descr="羊皮纸"/>
          <p:cNvSpPr/>
          <p:nvPr/>
        </p:nvSpPr>
        <p:spPr>
          <a:xfrm>
            <a:off x="0" y="1420813"/>
            <a:ext cx="9144000" cy="187325"/>
          </a:xfrm>
          <a:prstGeom prst="rect">
            <a:avLst/>
          </a:prstGeom>
          <a:blipFill rotWithShape="1">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0962" name="Rectangle 192"/>
          <p:cNvSpPr>
            <a:spLocks noGrp="1"/>
          </p:cNvSpPr>
          <p:nvPr>
            <p:ph type="title"/>
          </p:nvPr>
        </p:nvSpPr>
        <p:spPr>
          <a:xfrm>
            <a:off x="3060700" y="0"/>
            <a:ext cx="6083300" cy="196850"/>
          </a:xfrm>
        </p:spPr>
        <p:txBody>
          <a:bodyPr vert="horz" wrap="square" lIns="91440" tIns="45720" rIns="91440" bIns="45720" anchor="ctr" anchorCtr="0"/>
          <a:lstStyle/>
          <a:p>
            <a:r>
              <a:rPr lang="zh-CN" altLang="en-US" sz="800" dirty="0">
                <a:solidFill>
                  <a:schemeClr val="bg1"/>
                </a:solidFill>
              </a:rPr>
              <a:t>单缝公式</a:t>
            </a:r>
          </a:p>
        </p:txBody>
      </p:sp>
      <p:sp>
        <p:nvSpPr>
          <p:cNvPr id="40963" name="Rectangle 191"/>
          <p:cNvSpPr/>
          <p:nvPr/>
        </p:nvSpPr>
        <p:spPr>
          <a:xfrm>
            <a:off x="0" y="6716713"/>
            <a:ext cx="9144000" cy="141287"/>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 name="Group 279"/>
          <p:cNvGrpSpPr/>
          <p:nvPr/>
        </p:nvGrpSpPr>
        <p:grpSpPr>
          <a:xfrm>
            <a:off x="2767013" y="2336800"/>
            <a:ext cx="4695825" cy="2595563"/>
            <a:chOff x="2802" y="1600"/>
            <a:chExt cx="2958" cy="1635"/>
          </a:xfrm>
        </p:grpSpPr>
        <p:grpSp>
          <p:nvGrpSpPr>
            <p:cNvPr id="40965" name="Group 249"/>
            <p:cNvGrpSpPr/>
            <p:nvPr/>
          </p:nvGrpSpPr>
          <p:grpSpPr>
            <a:xfrm>
              <a:off x="2802" y="1600"/>
              <a:ext cx="2958" cy="1573"/>
              <a:chOff x="2639" y="1673"/>
              <a:chExt cx="2958" cy="1573"/>
            </a:xfrm>
          </p:grpSpPr>
          <p:grpSp>
            <p:nvGrpSpPr>
              <p:cNvPr id="40966" name="Group 207"/>
              <p:cNvGrpSpPr/>
              <p:nvPr/>
            </p:nvGrpSpPr>
            <p:grpSpPr>
              <a:xfrm>
                <a:off x="2639" y="1673"/>
                <a:ext cx="2958" cy="1290"/>
                <a:chOff x="1507" y="629"/>
                <a:chExt cx="2958" cy="1290"/>
              </a:xfrm>
            </p:grpSpPr>
            <p:sp>
              <p:nvSpPr>
                <p:cNvPr id="40967" name="Line 208"/>
                <p:cNvSpPr/>
                <p:nvPr/>
              </p:nvSpPr>
              <p:spPr>
                <a:xfrm>
                  <a:off x="1916" y="1395"/>
                  <a:ext cx="2519" cy="5"/>
                </a:xfrm>
                <a:prstGeom prst="line">
                  <a:avLst/>
                </a:prstGeom>
                <a:ln w="12700" cap="flat" cmpd="sng">
                  <a:solidFill>
                    <a:schemeClr val="tx1"/>
                  </a:solidFill>
                  <a:prstDash val="lgDashDot"/>
                  <a:round/>
                  <a:headEnd type="none" w="sm" len="lg"/>
                  <a:tailEnd type="none" w="sm" len="lg"/>
                </a:ln>
              </p:spPr>
            </p:sp>
            <p:grpSp>
              <p:nvGrpSpPr>
                <p:cNvPr id="40968" name="Group 209"/>
                <p:cNvGrpSpPr/>
                <p:nvPr/>
              </p:nvGrpSpPr>
              <p:grpSpPr>
                <a:xfrm>
                  <a:off x="2001" y="998"/>
                  <a:ext cx="879" cy="231"/>
                  <a:chOff x="2064" y="3150"/>
                  <a:chExt cx="1050" cy="162"/>
                </a:xfrm>
              </p:grpSpPr>
              <p:sp>
                <p:nvSpPr>
                  <p:cNvPr id="40969" name="Freeform 210"/>
                  <p:cNvSpPr/>
                  <p:nvPr/>
                </p:nvSpPr>
                <p:spPr>
                  <a:xfrm>
                    <a:off x="2064" y="3150"/>
                    <a:ext cx="1050" cy="162"/>
                  </a:xfrm>
                  <a:custGeom>
                    <a:avLst/>
                    <a:gdLst/>
                    <a:ahLst/>
                    <a:cxnLst>
                      <a:cxn ang="0">
                        <a:pos x="1044" y="0"/>
                      </a:cxn>
                      <a:cxn ang="0">
                        <a:pos x="0" y="162"/>
                      </a:cxn>
                      <a:cxn ang="0">
                        <a:pos x="1050" y="162"/>
                      </a:cxn>
                      <a:cxn ang="0">
                        <a:pos x="1044" y="0"/>
                      </a:cxn>
                    </a:cxnLst>
                    <a:rect l="0" t="0" r="0" b="0"/>
                    <a:pathLst>
                      <a:path w="1050" h="162">
                        <a:moveTo>
                          <a:pt x="1044" y="0"/>
                        </a:moveTo>
                        <a:lnTo>
                          <a:pt x="0" y="162"/>
                        </a:lnTo>
                        <a:lnTo>
                          <a:pt x="1050" y="162"/>
                        </a:lnTo>
                        <a:lnTo>
                          <a:pt x="1044" y="0"/>
                        </a:lnTo>
                        <a:close/>
                      </a:path>
                    </a:pathLst>
                  </a:custGeom>
                  <a:gradFill rotWithShape="0">
                    <a:gsLst>
                      <a:gs pos="0">
                        <a:srgbClr val="FF0000"/>
                      </a:gs>
                      <a:gs pos="100000">
                        <a:schemeClr val="bg1"/>
                      </a:gs>
                    </a:gsLst>
                    <a:lin ang="0" scaled="1"/>
                    <a:tileRect/>
                  </a:gradFill>
                  <a:ln w="9525">
                    <a:noFill/>
                  </a:ln>
                </p:spPr>
                <p:txBody>
                  <a:bodyPr/>
                  <a:lstStyle/>
                  <a:p>
                    <a:endParaRPr lang="zh-CN" altLang="en-US"/>
                  </a:p>
                </p:txBody>
              </p:sp>
              <p:sp>
                <p:nvSpPr>
                  <p:cNvPr id="40970" name="Line 211"/>
                  <p:cNvSpPr/>
                  <p:nvPr/>
                </p:nvSpPr>
                <p:spPr>
                  <a:xfrm>
                    <a:off x="2064" y="3312"/>
                    <a:ext cx="864" cy="0"/>
                  </a:xfrm>
                  <a:prstGeom prst="line">
                    <a:avLst/>
                  </a:prstGeom>
                  <a:ln w="19050" cap="flat" cmpd="sng">
                    <a:solidFill>
                      <a:srgbClr val="FF0000"/>
                    </a:solidFill>
                    <a:prstDash val="solid"/>
                    <a:round/>
                    <a:headEnd type="none" w="sm" len="lg"/>
                    <a:tailEnd type="none" w="sm" len="lg"/>
                  </a:ln>
                </p:spPr>
              </p:sp>
            </p:grpSp>
            <p:grpSp>
              <p:nvGrpSpPr>
                <p:cNvPr id="40971" name="Group 212"/>
                <p:cNvGrpSpPr/>
                <p:nvPr/>
              </p:nvGrpSpPr>
              <p:grpSpPr>
                <a:xfrm>
                  <a:off x="2341" y="1168"/>
                  <a:ext cx="879" cy="221"/>
                  <a:chOff x="2064" y="3150"/>
                  <a:chExt cx="1050" cy="162"/>
                </a:xfrm>
              </p:grpSpPr>
              <p:sp>
                <p:nvSpPr>
                  <p:cNvPr id="40972" name="Freeform 213"/>
                  <p:cNvSpPr/>
                  <p:nvPr/>
                </p:nvSpPr>
                <p:spPr>
                  <a:xfrm>
                    <a:off x="2064" y="3150"/>
                    <a:ext cx="1050" cy="162"/>
                  </a:xfrm>
                  <a:custGeom>
                    <a:avLst/>
                    <a:gdLst/>
                    <a:ahLst/>
                    <a:cxnLst>
                      <a:cxn ang="0">
                        <a:pos x="1044" y="0"/>
                      </a:cxn>
                      <a:cxn ang="0">
                        <a:pos x="0" y="162"/>
                      </a:cxn>
                      <a:cxn ang="0">
                        <a:pos x="1050" y="162"/>
                      </a:cxn>
                      <a:cxn ang="0">
                        <a:pos x="1044" y="0"/>
                      </a:cxn>
                    </a:cxnLst>
                    <a:rect l="0" t="0" r="0" b="0"/>
                    <a:pathLst>
                      <a:path w="1050" h="162">
                        <a:moveTo>
                          <a:pt x="1044" y="0"/>
                        </a:moveTo>
                        <a:lnTo>
                          <a:pt x="0" y="162"/>
                        </a:lnTo>
                        <a:lnTo>
                          <a:pt x="1050" y="162"/>
                        </a:lnTo>
                        <a:lnTo>
                          <a:pt x="1044" y="0"/>
                        </a:lnTo>
                        <a:close/>
                      </a:path>
                    </a:pathLst>
                  </a:custGeom>
                  <a:gradFill rotWithShape="0">
                    <a:gsLst>
                      <a:gs pos="0">
                        <a:srgbClr val="FF0000"/>
                      </a:gs>
                      <a:gs pos="100000">
                        <a:schemeClr val="bg1"/>
                      </a:gs>
                    </a:gsLst>
                    <a:lin ang="0" scaled="1"/>
                    <a:tileRect/>
                  </a:gradFill>
                  <a:ln w="9525">
                    <a:noFill/>
                  </a:ln>
                </p:spPr>
                <p:txBody>
                  <a:bodyPr/>
                  <a:lstStyle/>
                  <a:p>
                    <a:endParaRPr lang="zh-CN" altLang="en-US"/>
                  </a:p>
                </p:txBody>
              </p:sp>
              <p:sp>
                <p:nvSpPr>
                  <p:cNvPr id="40973" name="Line 214"/>
                  <p:cNvSpPr/>
                  <p:nvPr/>
                </p:nvSpPr>
                <p:spPr>
                  <a:xfrm>
                    <a:off x="2064" y="3312"/>
                    <a:ext cx="864" cy="0"/>
                  </a:xfrm>
                  <a:prstGeom prst="line">
                    <a:avLst/>
                  </a:prstGeom>
                  <a:ln w="19050" cap="flat" cmpd="sng">
                    <a:solidFill>
                      <a:srgbClr val="FF0000"/>
                    </a:solidFill>
                    <a:prstDash val="solid"/>
                    <a:round/>
                    <a:headEnd type="none" w="sm" len="lg"/>
                    <a:tailEnd type="none" w="sm" len="lg"/>
                  </a:ln>
                </p:spPr>
              </p:sp>
            </p:grpSp>
            <p:sp>
              <p:nvSpPr>
                <p:cNvPr id="40974" name="Rectangle 215"/>
                <p:cNvSpPr/>
                <p:nvPr/>
              </p:nvSpPr>
              <p:spPr>
                <a:xfrm>
                  <a:off x="1954" y="923"/>
                  <a:ext cx="41" cy="303"/>
                </a:xfrm>
                <a:prstGeom prst="rect">
                  <a:avLst/>
                </a:prstGeom>
                <a:solidFill>
                  <a:srgbClr val="663300"/>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0975" name="Rectangle 216"/>
                <p:cNvSpPr/>
                <p:nvPr/>
              </p:nvSpPr>
              <p:spPr>
                <a:xfrm>
                  <a:off x="1954" y="1573"/>
                  <a:ext cx="41" cy="303"/>
                </a:xfrm>
                <a:prstGeom prst="rect">
                  <a:avLst/>
                </a:prstGeom>
                <a:solidFill>
                  <a:srgbClr val="663300"/>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0976" name="Line 217"/>
                <p:cNvSpPr/>
                <p:nvPr/>
              </p:nvSpPr>
              <p:spPr>
                <a:xfrm>
                  <a:off x="1507" y="1226"/>
                  <a:ext cx="488" cy="0"/>
                </a:xfrm>
                <a:prstGeom prst="line">
                  <a:avLst/>
                </a:prstGeom>
                <a:ln w="19050" cap="flat" cmpd="sng">
                  <a:solidFill>
                    <a:srgbClr val="0000FF"/>
                  </a:solidFill>
                  <a:prstDash val="solid"/>
                  <a:round/>
                  <a:headEnd type="none" w="sm" len="lg"/>
                  <a:tailEnd type="none" w="sm" len="lg"/>
                </a:ln>
              </p:spPr>
            </p:sp>
            <p:sp>
              <p:nvSpPr>
                <p:cNvPr id="40977" name="Line 218"/>
                <p:cNvSpPr/>
                <p:nvPr/>
              </p:nvSpPr>
              <p:spPr>
                <a:xfrm>
                  <a:off x="1507" y="1313"/>
                  <a:ext cx="488" cy="0"/>
                </a:xfrm>
                <a:prstGeom prst="line">
                  <a:avLst/>
                </a:prstGeom>
                <a:ln w="19050" cap="flat" cmpd="sng">
                  <a:solidFill>
                    <a:srgbClr val="0000FF"/>
                  </a:solidFill>
                  <a:prstDash val="solid"/>
                  <a:round/>
                  <a:headEnd type="none" w="sm" len="lg"/>
                  <a:tailEnd type="none" w="sm" len="lg"/>
                </a:ln>
              </p:spPr>
            </p:sp>
            <p:sp>
              <p:nvSpPr>
                <p:cNvPr id="40978" name="Line 219"/>
                <p:cNvSpPr/>
                <p:nvPr/>
              </p:nvSpPr>
              <p:spPr>
                <a:xfrm>
                  <a:off x="1519" y="1395"/>
                  <a:ext cx="435" cy="5"/>
                </a:xfrm>
                <a:prstGeom prst="line">
                  <a:avLst/>
                </a:prstGeom>
                <a:ln w="19050" cap="flat" cmpd="sng">
                  <a:solidFill>
                    <a:srgbClr val="0000FF"/>
                  </a:solidFill>
                  <a:prstDash val="solid"/>
                  <a:round/>
                  <a:headEnd type="none" w="sm" len="lg"/>
                  <a:tailEnd type="none" w="sm" len="lg"/>
                </a:ln>
              </p:spPr>
            </p:sp>
            <p:sp>
              <p:nvSpPr>
                <p:cNvPr id="40979" name="Line 220"/>
                <p:cNvSpPr/>
                <p:nvPr/>
              </p:nvSpPr>
              <p:spPr>
                <a:xfrm>
                  <a:off x="1507" y="1486"/>
                  <a:ext cx="488" cy="0"/>
                </a:xfrm>
                <a:prstGeom prst="line">
                  <a:avLst/>
                </a:prstGeom>
                <a:ln w="19050" cap="flat" cmpd="sng">
                  <a:solidFill>
                    <a:srgbClr val="0000FF"/>
                  </a:solidFill>
                  <a:prstDash val="solid"/>
                  <a:round/>
                  <a:headEnd type="none" w="sm" len="lg"/>
                  <a:tailEnd type="none" w="sm" len="lg"/>
                </a:ln>
              </p:spPr>
            </p:sp>
            <p:sp>
              <p:nvSpPr>
                <p:cNvPr id="40980" name="Line 221"/>
                <p:cNvSpPr/>
                <p:nvPr/>
              </p:nvSpPr>
              <p:spPr>
                <a:xfrm>
                  <a:off x="1507" y="1573"/>
                  <a:ext cx="488" cy="0"/>
                </a:xfrm>
                <a:prstGeom prst="line">
                  <a:avLst/>
                </a:prstGeom>
                <a:ln w="19050" cap="flat" cmpd="sng">
                  <a:solidFill>
                    <a:srgbClr val="0000FF"/>
                  </a:solidFill>
                  <a:prstDash val="solid"/>
                  <a:round/>
                  <a:headEnd type="none" w="sm" len="lg"/>
                  <a:tailEnd type="none" w="sm" len="lg"/>
                </a:ln>
              </p:spPr>
            </p:sp>
            <p:sp>
              <p:nvSpPr>
                <p:cNvPr id="40981" name="Line 222"/>
                <p:cNvSpPr/>
                <p:nvPr/>
              </p:nvSpPr>
              <p:spPr>
                <a:xfrm flipV="1">
                  <a:off x="2001" y="1139"/>
                  <a:ext cx="329" cy="87"/>
                </a:xfrm>
                <a:prstGeom prst="line">
                  <a:avLst/>
                </a:prstGeom>
                <a:ln w="19050" cap="flat" cmpd="sng">
                  <a:solidFill>
                    <a:srgbClr val="0000FF"/>
                  </a:solidFill>
                  <a:prstDash val="solid"/>
                  <a:round/>
                  <a:headEnd type="none" w="sm" len="lg"/>
                  <a:tailEnd type="none" w="sm" len="lg"/>
                </a:ln>
              </p:spPr>
            </p:sp>
            <p:sp>
              <p:nvSpPr>
                <p:cNvPr id="40982" name="Line 223"/>
                <p:cNvSpPr/>
                <p:nvPr/>
              </p:nvSpPr>
              <p:spPr>
                <a:xfrm flipV="1">
                  <a:off x="1954" y="1207"/>
                  <a:ext cx="427" cy="106"/>
                </a:xfrm>
                <a:prstGeom prst="line">
                  <a:avLst/>
                </a:prstGeom>
                <a:ln w="19050" cap="flat" cmpd="sng">
                  <a:solidFill>
                    <a:srgbClr val="0000FF"/>
                  </a:solidFill>
                  <a:prstDash val="solid"/>
                  <a:round/>
                  <a:headEnd type="none" w="sm" len="lg"/>
                  <a:tailEnd type="none" w="sm" len="lg"/>
                </a:ln>
              </p:spPr>
            </p:sp>
            <p:sp>
              <p:nvSpPr>
                <p:cNvPr id="40983" name="Line 224"/>
                <p:cNvSpPr/>
                <p:nvPr/>
              </p:nvSpPr>
              <p:spPr>
                <a:xfrm flipV="1">
                  <a:off x="1954" y="1298"/>
                  <a:ext cx="382" cy="102"/>
                </a:xfrm>
                <a:prstGeom prst="line">
                  <a:avLst/>
                </a:prstGeom>
                <a:ln w="19050" cap="flat" cmpd="sng">
                  <a:solidFill>
                    <a:srgbClr val="0000FF"/>
                  </a:solidFill>
                  <a:prstDash val="solid"/>
                  <a:round/>
                  <a:headEnd type="none" w="sm" len="lg"/>
                  <a:tailEnd type="none" w="sm" len="lg"/>
                </a:ln>
              </p:spPr>
            </p:sp>
            <p:sp>
              <p:nvSpPr>
                <p:cNvPr id="40984" name="Line 225"/>
                <p:cNvSpPr/>
                <p:nvPr/>
              </p:nvSpPr>
              <p:spPr>
                <a:xfrm flipV="1">
                  <a:off x="1973" y="941"/>
                  <a:ext cx="2117" cy="545"/>
                </a:xfrm>
                <a:prstGeom prst="line">
                  <a:avLst/>
                </a:prstGeom>
                <a:ln w="19050" cap="flat" cmpd="sng">
                  <a:solidFill>
                    <a:srgbClr val="0000FF"/>
                  </a:solidFill>
                  <a:prstDash val="solid"/>
                  <a:round/>
                  <a:headEnd type="none" w="sm" len="lg"/>
                  <a:tailEnd type="none" w="sm" len="lg"/>
                </a:ln>
              </p:spPr>
            </p:sp>
            <p:sp>
              <p:nvSpPr>
                <p:cNvPr id="40985" name="Line 226"/>
                <p:cNvSpPr/>
                <p:nvPr/>
              </p:nvSpPr>
              <p:spPr>
                <a:xfrm flipV="1">
                  <a:off x="1954" y="941"/>
                  <a:ext cx="2145" cy="632"/>
                </a:xfrm>
                <a:prstGeom prst="line">
                  <a:avLst/>
                </a:prstGeom>
                <a:ln w="19050" cap="flat" cmpd="sng">
                  <a:solidFill>
                    <a:srgbClr val="0000FF"/>
                  </a:solidFill>
                  <a:prstDash val="solid"/>
                  <a:round/>
                  <a:headEnd type="none" w="sm" len="lg"/>
                  <a:tailEnd type="none" w="sm" len="lg"/>
                </a:ln>
              </p:spPr>
            </p:sp>
            <p:sp>
              <p:nvSpPr>
                <p:cNvPr id="15587" name="Rectangle 227"/>
                <p:cNvSpPr>
                  <a:spLocks noChangeArrowheads="1"/>
                </p:cNvSpPr>
                <p:nvPr/>
              </p:nvSpPr>
              <p:spPr bwMode="auto">
                <a:xfrm>
                  <a:off x="4071" y="629"/>
                  <a:ext cx="39" cy="1290"/>
                </a:xfrm>
                <a:prstGeom prst="rect">
                  <a:avLst/>
                </a:prstGeom>
                <a:gradFill rotWithShape="0">
                  <a:gsLst>
                    <a:gs pos="0">
                      <a:schemeClr val="bg1">
                        <a:gamma/>
                        <a:shade val="0"/>
                        <a:invGamma/>
                      </a:schemeClr>
                    </a:gs>
                    <a:gs pos="100000">
                      <a:schemeClr val="bg1"/>
                    </a:gs>
                  </a:gsLst>
                  <a:lin ang="0" scaled="1"/>
                </a:gradFill>
                <a:ln w="1905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987" name="Line 228"/>
                <p:cNvSpPr/>
                <p:nvPr/>
              </p:nvSpPr>
              <p:spPr>
                <a:xfrm flipV="1">
                  <a:off x="2336" y="941"/>
                  <a:ext cx="1763" cy="357"/>
                </a:xfrm>
                <a:prstGeom prst="line">
                  <a:avLst/>
                </a:prstGeom>
                <a:ln w="19050" cap="flat" cmpd="sng">
                  <a:solidFill>
                    <a:srgbClr val="0000FF"/>
                  </a:solidFill>
                  <a:prstDash val="solid"/>
                  <a:round/>
                  <a:headEnd type="none" w="sm" len="lg"/>
                  <a:tailEnd type="none" w="sm" len="lg"/>
                </a:ln>
              </p:spPr>
            </p:sp>
            <p:sp>
              <p:nvSpPr>
                <p:cNvPr id="40988" name="Line 229"/>
                <p:cNvSpPr/>
                <p:nvPr/>
              </p:nvSpPr>
              <p:spPr>
                <a:xfrm flipV="1">
                  <a:off x="2381" y="941"/>
                  <a:ext cx="1690" cy="266"/>
                </a:xfrm>
                <a:prstGeom prst="line">
                  <a:avLst/>
                </a:prstGeom>
                <a:ln w="19050" cap="flat" cmpd="sng">
                  <a:solidFill>
                    <a:srgbClr val="0000FF"/>
                  </a:solidFill>
                  <a:prstDash val="solid"/>
                  <a:round/>
                  <a:headEnd type="none" w="sm" len="lg"/>
                  <a:tailEnd type="none" w="sm" len="lg"/>
                </a:ln>
              </p:spPr>
            </p:sp>
            <p:sp>
              <p:nvSpPr>
                <p:cNvPr id="40989" name="Line 230"/>
                <p:cNvSpPr/>
                <p:nvPr/>
              </p:nvSpPr>
              <p:spPr>
                <a:xfrm flipV="1">
                  <a:off x="2313" y="941"/>
                  <a:ext cx="1758" cy="198"/>
                </a:xfrm>
                <a:prstGeom prst="line">
                  <a:avLst/>
                </a:prstGeom>
                <a:ln w="19050" cap="flat" cmpd="sng">
                  <a:solidFill>
                    <a:srgbClr val="0000FF"/>
                  </a:solidFill>
                  <a:prstDash val="solid"/>
                  <a:round/>
                  <a:headEnd type="none" w="sm" len="lg"/>
                  <a:tailEnd type="none" w="sm" len="lg"/>
                </a:ln>
              </p:spPr>
            </p:sp>
            <p:sp>
              <p:nvSpPr>
                <p:cNvPr id="40990" name="Line 231"/>
                <p:cNvSpPr/>
                <p:nvPr/>
              </p:nvSpPr>
              <p:spPr>
                <a:xfrm>
                  <a:off x="2256" y="1820"/>
                  <a:ext cx="1813" cy="12"/>
                </a:xfrm>
                <a:prstGeom prst="line">
                  <a:avLst/>
                </a:prstGeom>
                <a:ln w="12700" cap="flat" cmpd="sng">
                  <a:solidFill>
                    <a:schemeClr val="tx1"/>
                  </a:solidFill>
                  <a:prstDash val="solid"/>
                  <a:round/>
                  <a:headEnd type="triangle" w="sm" len="lg"/>
                  <a:tailEnd type="triangle" w="sm" len="lg"/>
                </a:ln>
              </p:spPr>
            </p:sp>
            <p:graphicFrame>
              <p:nvGraphicFramePr>
                <p:cNvPr id="40991" name="Object 232"/>
                <p:cNvGraphicFramePr>
                  <a:graphicFrameLocks noChangeAspect="1"/>
                </p:cNvGraphicFramePr>
                <p:nvPr/>
              </p:nvGraphicFramePr>
              <p:xfrm>
                <a:off x="3022" y="1480"/>
                <a:ext cx="316" cy="303"/>
              </p:xfrm>
              <a:graphic>
                <a:graphicData uri="http://schemas.openxmlformats.org/presentationml/2006/ole">
                  <mc:AlternateContent xmlns:mc="http://schemas.openxmlformats.org/markup-compatibility/2006">
                    <mc:Choice xmlns:v="urn:schemas-microsoft-com:vml" Requires="v">
                      <p:oleObj r:id="rId3" imgW="215900" imgH="304800" progId="Equation.3">
                        <p:embed/>
                      </p:oleObj>
                    </mc:Choice>
                    <mc:Fallback>
                      <p:oleObj r:id="rId3" imgW="215900" imgH="304800" progId="Equation.3">
                        <p:embed/>
                        <p:pic>
                          <p:nvPicPr>
                            <p:cNvPr id="0" name="图片 3253"/>
                            <p:cNvPicPr/>
                            <p:nvPr/>
                          </p:nvPicPr>
                          <p:blipFill>
                            <a:blip r:embed="rId4"/>
                            <a:stretch>
                              <a:fillRect/>
                            </a:stretch>
                          </p:blipFill>
                          <p:spPr>
                            <a:xfrm>
                              <a:off x="3022" y="1480"/>
                              <a:ext cx="316" cy="303"/>
                            </a:xfrm>
                            <a:prstGeom prst="rect">
                              <a:avLst/>
                            </a:prstGeom>
                            <a:noFill/>
                            <a:ln w="38100">
                              <a:noFill/>
                              <a:miter/>
                            </a:ln>
                          </p:spPr>
                        </p:pic>
                      </p:oleObj>
                    </mc:Fallback>
                  </mc:AlternateContent>
                </a:graphicData>
              </a:graphic>
            </p:graphicFrame>
            <p:graphicFrame>
              <p:nvGraphicFramePr>
                <p:cNvPr id="40992" name="Object 233"/>
                <p:cNvGraphicFramePr>
                  <a:graphicFrameLocks noChangeAspect="1"/>
                </p:cNvGraphicFramePr>
                <p:nvPr/>
              </p:nvGraphicFramePr>
              <p:xfrm>
                <a:off x="2056" y="976"/>
                <a:ext cx="132" cy="197"/>
              </p:xfrm>
              <a:graphic>
                <a:graphicData uri="http://schemas.openxmlformats.org/presentationml/2006/ole">
                  <mc:AlternateContent xmlns:mc="http://schemas.openxmlformats.org/markup-compatibility/2006">
                    <mc:Choice xmlns:v="urn:schemas-microsoft-com:vml" Requires="v">
                      <p:oleObj r:id="rId5" imgW="127000" imgH="177165" progId="Equation.3">
                        <p:embed/>
                      </p:oleObj>
                    </mc:Choice>
                    <mc:Fallback>
                      <p:oleObj r:id="rId5" imgW="127000" imgH="177165" progId="Equation.3">
                        <p:embed/>
                        <p:pic>
                          <p:nvPicPr>
                            <p:cNvPr id="0" name="图片 3254"/>
                            <p:cNvPicPr/>
                            <p:nvPr/>
                          </p:nvPicPr>
                          <p:blipFill>
                            <a:blip r:embed="rId6"/>
                            <a:stretch>
                              <a:fillRect/>
                            </a:stretch>
                          </p:blipFill>
                          <p:spPr>
                            <a:xfrm>
                              <a:off x="2056" y="976"/>
                              <a:ext cx="132" cy="197"/>
                            </a:xfrm>
                            <a:prstGeom prst="rect">
                              <a:avLst/>
                            </a:prstGeom>
                            <a:noFill/>
                            <a:ln w="38100">
                              <a:noFill/>
                              <a:miter/>
                            </a:ln>
                          </p:spPr>
                        </p:pic>
                      </p:oleObj>
                    </mc:Fallback>
                  </mc:AlternateContent>
                </a:graphicData>
              </a:graphic>
            </p:graphicFrame>
            <p:sp>
              <p:nvSpPr>
                <p:cNvPr id="40993" name="Oval 234"/>
                <p:cNvSpPr/>
                <p:nvPr/>
              </p:nvSpPr>
              <p:spPr>
                <a:xfrm>
                  <a:off x="2270" y="997"/>
                  <a:ext cx="122" cy="865"/>
                </a:xfrm>
                <a:prstGeom prst="ellipse">
                  <a:avLst/>
                </a:prstGeom>
                <a:solidFill>
                  <a:srgbClr val="00FFCC">
                    <a:alpha val="50194"/>
                  </a:srgbClr>
                </a:solidFill>
                <a:ln w="19050" cap="flat" cmpd="sng">
                  <a:solidFill>
                    <a:srgbClr val="006666"/>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aphicFrame>
              <p:nvGraphicFramePr>
                <p:cNvPr id="40994" name="Object 235"/>
                <p:cNvGraphicFramePr>
                  <a:graphicFrameLocks noChangeAspect="1"/>
                </p:cNvGraphicFramePr>
                <p:nvPr/>
              </p:nvGraphicFramePr>
              <p:xfrm>
                <a:off x="4092" y="1400"/>
                <a:ext cx="221" cy="274"/>
              </p:xfrm>
              <a:graphic>
                <a:graphicData uri="http://schemas.openxmlformats.org/presentationml/2006/ole">
                  <mc:AlternateContent xmlns:mc="http://schemas.openxmlformats.org/markup-compatibility/2006">
                    <mc:Choice xmlns:v="urn:schemas-microsoft-com:vml" Requires="v">
                      <p:oleObj r:id="rId7" imgW="152400" imgH="177800" progId="Equation.3">
                        <p:embed/>
                      </p:oleObj>
                    </mc:Choice>
                    <mc:Fallback>
                      <p:oleObj r:id="rId7" imgW="152400" imgH="177800" progId="Equation.3">
                        <p:embed/>
                        <p:pic>
                          <p:nvPicPr>
                            <p:cNvPr id="0" name="图片 3249"/>
                            <p:cNvPicPr/>
                            <p:nvPr/>
                          </p:nvPicPr>
                          <p:blipFill>
                            <a:blip r:embed="rId8"/>
                            <a:stretch>
                              <a:fillRect/>
                            </a:stretch>
                          </p:blipFill>
                          <p:spPr>
                            <a:xfrm>
                              <a:off x="4092" y="1400"/>
                              <a:ext cx="221" cy="274"/>
                            </a:xfrm>
                            <a:prstGeom prst="rect">
                              <a:avLst/>
                            </a:prstGeom>
                            <a:noFill/>
                            <a:ln w="38100">
                              <a:noFill/>
                              <a:miter/>
                            </a:ln>
                          </p:spPr>
                        </p:pic>
                      </p:oleObj>
                    </mc:Fallback>
                  </mc:AlternateContent>
                </a:graphicData>
              </a:graphic>
            </p:graphicFrame>
            <p:graphicFrame>
              <p:nvGraphicFramePr>
                <p:cNvPr id="40995" name="Object 236"/>
                <p:cNvGraphicFramePr>
                  <a:graphicFrameLocks noChangeAspect="1"/>
                </p:cNvGraphicFramePr>
                <p:nvPr/>
              </p:nvGraphicFramePr>
              <p:xfrm>
                <a:off x="2878" y="1259"/>
                <a:ext cx="131" cy="196"/>
              </p:xfrm>
              <a:graphic>
                <a:graphicData uri="http://schemas.openxmlformats.org/presentationml/2006/ole">
                  <mc:AlternateContent xmlns:mc="http://schemas.openxmlformats.org/markup-compatibility/2006">
                    <mc:Choice xmlns:v="urn:schemas-microsoft-com:vml" Requires="v">
                      <p:oleObj r:id="rId9" imgW="127000" imgH="177165" progId="Equation.3">
                        <p:embed/>
                      </p:oleObj>
                    </mc:Choice>
                    <mc:Fallback>
                      <p:oleObj r:id="rId9" imgW="127000" imgH="177165" progId="Equation.3">
                        <p:embed/>
                        <p:pic>
                          <p:nvPicPr>
                            <p:cNvPr id="0" name="图片 3255"/>
                            <p:cNvPicPr/>
                            <p:nvPr/>
                          </p:nvPicPr>
                          <p:blipFill>
                            <a:blip r:embed="rId10"/>
                            <a:stretch>
                              <a:fillRect/>
                            </a:stretch>
                          </p:blipFill>
                          <p:spPr>
                            <a:xfrm>
                              <a:off x="2878" y="1259"/>
                              <a:ext cx="131" cy="196"/>
                            </a:xfrm>
                            <a:prstGeom prst="rect">
                              <a:avLst/>
                            </a:prstGeom>
                            <a:noFill/>
                            <a:ln w="38100">
                              <a:noFill/>
                              <a:miter/>
                            </a:ln>
                          </p:spPr>
                        </p:pic>
                      </p:oleObj>
                    </mc:Fallback>
                  </mc:AlternateContent>
                </a:graphicData>
              </a:graphic>
            </p:graphicFrame>
            <p:sp>
              <p:nvSpPr>
                <p:cNvPr id="40996" name="Line 237"/>
                <p:cNvSpPr/>
                <p:nvPr/>
              </p:nvSpPr>
              <p:spPr>
                <a:xfrm>
                  <a:off x="4099" y="941"/>
                  <a:ext cx="366" cy="0"/>
                </a:xfrm>
                <a:prstGeom prst="line">
                  <a:avLst/>
                </a:prstGeom>
                <a:ln w="12700" cap="flat" cmpd="sng">
                  <a:solidFill>
                    <a:schemeClr val="tx1"/>
                  </a:solidFill>
                  <a:prstDash val="dash"/>
                  <a:round/>
                  <a:headEnd type="none" w="sm" len="lg"/>
                  <a:tailEnd type="none" w="sm" len="lg"/>
                </a:ln>
              </p:spPr>
            </p:sp>
            <p:graphicFrame>
              <p:nvGraphicFramePr>
                <p:cNvPr id="40997" name="Object 238"/>
                <p:cNvGraphicFramePr>
                  <a:graphicFrameLocks noChangeAspect="1"/>
                </p:cNvGraphicFramePr>
                <p:nvPr/>
              </p:nvGraphicFramePr>
              <p:xfrm>
                <a:off x="4184" y="1026"/>
                <a:ext cx="228" cy="260"/>
              </p:xfrm>
              <a:graphic>
                <a:graphicData uri="http://schemas.openxmlformats.org/presentationml/2006/ole">
                  <mc:AlternateContent xmlns:mc="http://schemas.openxmlformats.org/markup-compatibility/2006">
                    <mc:Choice xmlns:v="urn:schemas-microsoft-com:vml" Requires="v">
                      <p:oleObj r:id="rId11" imgW="177800" imgH="190500" progId="Equation.3">
                        <p:embed/>
                      </p:oleObj>
                    </mc:Choice>
                    <mc:Fallback>
                      <p:oleObj r:id="rId11" imgW="177800" imgH="190500" progId="Equation.3">
                        <p:embed/>
                        <p:pic>
                          <p:nvPicPr>
                            <p:cNvPr id="0" name="图片 3256"/>
                            <p:cNvPicPr/>
                            <p:nvPr/>
                          </p:nvPicPr>
                          <p:blipFill>
                            <a:blip r:embed="rId12"/>
                            <a:stretch>
                              <a:fillRect/>
                            </a:stretch>
                          </p:blipFill>
                          <p:spPr>
                            <a:xfrm>
                              <a:off x="4184" y="1026"/>
                              <a:ext cx="228" cy="260"/>
                            </a:xfrm>
                            <a:prstGeom prst="rect">
                              <a:avLst/>
                            </a:prstGeom>
                            <a:noFill/>
                            <a:ln w="38100">
                              <a:noFill/>
                              <a:miter/>
                            </a:ln>
                          </p:spPr>
                        </p:pic>
                      </p:oleObj>
                    </mc:Fallback>
                  </mc:AlternateContent>
                </a:graphicData>
              </a:graphic>
            </p:graphicFrame>
            <p:sp>
              <p:nvSpPr>
                <p:cNvPr id="40998" name="Line 239"/>
                <p:cNvSpPr/>
                <p:nvPr/>
              </p:nvSpPr>
              <p:spPr>
                <a:xfrm>
                  <a:off x="4354" y="1399"/>
                  <a:ext cx="0" cy="260"/>
                </a:xfrm>
                <a:prstGeom prst="line">
                  <a:avLst/>
                </a:prstGeom>
                <a:ln w="19050" cap="flat" cmpd="sng">
                  <a:solidFill>
                    <a:srgbClr val="FF0000"/>
                  </a:solidFill>
                  <a:prstDash val="solid"/>
                  <a:round/>
                  <a:headEnd type="triangle" w="sm" len="lg"/>
                  <a:tailEnd type="none" w="sm" len="lg"/>
                </a:ln>
              </p:spPr>
            </p:sp>
            <p:sp>
              <p:nvSpPr>
                <p:cNvPr id="40999" name="Line 240"/>
                <p:cNvSpPr/>
                <p:nvPr/>
              </p:nvSpPr>
              <p:spPr>
                <a:xfrm flipV="1">
                  <a:off x="4326" y="657"/>
                  <a:ext cx="0" cy="260"/>
                </a:xfrm>
                <a:prstGeom prst="line">
                  <a:avLst/>
                </a:prstGeom>
                <a:ln w="19050" cap="flat" cmpd="sng">
                  <a:solidFill>
                    <a:srgbClr val="FF0000"/>
                  </a:solidFill>
                  <a:prstDash val="solid"/>
                  <a:round/>
                  <a:headEnd type="triangle" w="sm" len="lg"/>
                  <a:tailEnd type="none" w="sm" len="lg"/>
                </a:ln>
              </p:spPr>
            </p:sp>
          </p:grpSp>
          <p:sp>
            <p:nvSpPr>
              <p:cNvPr id="41000" name="Line 245"/>
              <p:cNvSpPr/>
              <p:nvPr/>
            </p:nvSpPr>
            <p:spPr>
              <a:xfrm>
                <a:off x="3118" y="3008"/>
                <a:ext cx="0" cy="238"/>
              </a:xfrm>
              <a:prstGeom prst="line">
                <a:avLst/>
              </a:prstGeom>
              <a:ln w="28575" cap="flat" cmpd="sng">
                <a:solidFill>
                  <a:schemeClr val="tx1"/>
                </a:solidFill>
                <a:prstDash val="solid"/>
                <a:round/>
                <a:headEnd type="none" w="med" len="med"/>
                <a:tailEnd type="none" w="med" len="med"/>
              </a:ln>
            </p:spPr>
          </p:sp>
          <p:sp>
            <p:nvSpPr>
              <p:cNvPr id="41001" name="Line 246"/>
              <p:cNvSpPr/>
              <p:nvPr/>
            </p:nvSpPr>
            <p:spPr>
              <a:xfrm>
                <a:off x="5220" y="3007"/>
                <a:ext cx="0" cy="238"/>
              </a:xfrm>
              <a:prstGeom prst="line">
                <a:avLst/>
              </a:prstGeom>
              <a:ln w="28575" cap="flat" cmpd="sng">
                <a:solidFill>
                  <a:schemeClr val="tx1"/>
                </a:solidFill>
                <a:prstDash val="solid"/>
                <a:round/>
                <a:headEnd type="none" w="med" len="med"/>
                <a:tailEnd type="none" w="med" len="med"/>
              </a:ln>
            </p:spPr>
          </p:sp>
          <p:sp>
            <p:nvSpPr>
              <p:cNvPr id="41002" name="Line 247"/>
              <p:cNvSpPr/>
              <p:nvPr/>
            </p:nvSpPr>
            <p:spPr>
              <a:xfrm>
                <a:off x="3209" y="3109"/>
                <a:ext cx="1948" cy="0"/>
              </a:xfrm>
              <a:prstGeom prst="line">
                <a:avLst/>
              </a:prstGeom>
              <a:ln w="28575" cap="flat" cmpd="sng">
                <a:solidFill>
                  <a:schemeClr val="tx1"/>
                </a:solidFill>
                <a:prstDash val="solid"/>
                <a:round/>
                <a:headEnd type="triangle" w="med" len="med"/>
                <a:tailEnd type="triangle" w="med" len="med"/>
              </a:ln>
            </p:spPr>
          </p:sp>
        </p:grpSp>
        <p:graphicFrame>
          <p:nvGraphicFramePr>
            <p:cNvPr id="41003" name="Object 248"/>
            <p:cNvGraphicFramePr>
              <a:graphicFrameLocks noChangeAspect="1"/>
            </p:cNvGraphicFramePr>
            <p:nvPr/>
          </p:nvGraphicFramePr>
          <p:xfrm>
            <a:off x="4199" y="3021"/>
            <a:ext cx="214" cy="214"/>
          </p:xfrm>
          <a:graphic>
            <a:graphicData uri="http://schemas.openxmlformats.org/presentationml/2006/ole">
              <mc:AlternateContent xmlns:mc="http://schemas.openxmlformats.org/markup-compatibility/2006">
                <mc:Choice xmlns:v="urn:schemas-microsoft-com:vml" Requires="v">
                  <p:oleObj r:id="rId13" imgW="165100" imgH="165100" progId="Equation.3">
                    <p:embed/>
                  </p:oleObj>
                </mc:Choice>
                <mc:Fallback>
                  <p:oleObj r:id="rId13" imgW="165100" imgH="165100" progId="Equation.3">
                    <p:embed/>
                    <p:pic>
                      <p:nvPicPr>
                        <p:cNvPr id="0" name="图片 3252"/>
                        <p:cNvPicPr/>
                        <p:nvPr/>
                      </p:nvPicPr>
                      <p:blipFill>
                        <a:blip r:embed="rId14"/>
                        <a:stretch>
                          <a:fillRect/>
                        </a:stretch>
                      </p:blipFill>
                      <p:spPr>
                        <a:xfrm>
                          <a:off x="4199" y="3021"/>
                          <a:ext cx="214" cy="214"/>
                        </a:xfrm>
                        <a:prstGeom prst="rect">
                          <a:avLst/>
                        </a:prstGeom>
                        <a:noFill/>
                        <a:ln w="38100">
                          <a:noFill/>
                          <a:miter/>
                        </a:ln>
                      </p:spPr>
                    </p:pic>
                  </p:oleObj>
                </mc:Fallback>
              </mc:AlternateContent>
            </a:graphicData>
          </a:graphic>
        </p:graphicFrame>
      </p:grpSp>
      <p:grpSp>
        <p:nvGrpSpPr>
          <p:cNvPr id="7" name="Group 244"/>
          <p:cNvGrpSpPr/>
          <p:nvPr/>
        </p:nvGrpSpPr>
        <p:grpSpPr>
          <a:xfrm>
            <a:off x="438150" y="2873375"/>
            <a:ext cx="1023938" cy="457200"/>
            <a:chOff x="606" y="2200"/>
            <a:chExt cx="645" cy="288"/>
          </a:xfrm>
        </p:grpSpPr>
        <p:sp>
          <p:nvSpPr>
            <p:cNvPr id="41005" name="Text Box 242"/>
            <p:cNvSpPr txBox="1"/>
            <p:nvPr/>
          </p:nvSpPr>
          <p:spPr>
            <a:xfrm>
              <a:off x="720" y="2200"/>
              <a:ext cx="531" cy="288"/>
            </a:xfrm>
            <a:prstGeom prst="rect">
              <a:avLst/>
            </a:prstGeom>
            <a:noFill/>
            <a:ln w="28575">
              <a:noFill/>
            </a:ln>
          </p:spPr>
          <p:txBody>
            <a:bodyPr anchor="t" anchorCtr="0">
              <a:spAutoFit/>
            </a:bodyPr>
            <a:lstStyle/>
            <a:p>
              <a:pPr>
                <a:spcBef>
                  <a:spcPct val="50000"/>
                </a:spcBef>
              </a:pPr>
              <a:r>
                <a:rPr lang="zh-CN" altLang="en-US" sz="2400" b="1" dirty="0">
                  <a:latin typeface="Times New Roman" panose="02020603050405020304" pitchFamily="18" charset="0"/>
                  <a:ea typeface="楷体_GB2312"/>
                </a:rPr>
                <a:t>很小</a:t>
              </a:r>
              <a:endParaRPr lang="zh-CN" altLang="el-GR" sz="2400" b="1" dirty="0">
                <a:latin typeface="Times New Roman" panose="02020603050405020304" pitchFamily="18" charset="0"/>
                <a:ea typeface="楷体_GB2312"/>
              </a:endParaRPr>
            </a:p>
          </p:txBody>
        </p:sp>
        <p:graphicFrame>
          <p:nvGraphicFramePr>
            <p:cNvPr id="41006" name="Object 243"/>
            <p:cNvGraphicFramePr>
              <a:graphicFrameLocks noChangeAspect="1"/>
            </p:cNvGraphicFramePr>
            <p:nvPr/>
          </p:nvGraphicFramePr>
          <p:xfrm>
            <a:off x="606" y="2260"/>
            <a:ext cx="148" cy="207"/>
          </p:xfrm>
          <a:graphic>
            <a:graphicData uri="http://schemas.openxmlformats.org/presentationml/2006/ole">
              <mc:AlternateContent xmlns:mc="http://schemas.openxmlformats.org/markup-compatibility/2006">
                <mc:Choice xmlns:v="urn:schemas-microsoft-com:vml" Requires="v">
                  <p:oleObj r:id="rId15" imgW="127000" imgH="177165" progId="Equation.3">
                    <p:embed/>
                  </p:oleObj>
                </mc:Choice>
                <mc:Fallback>
                  <p:oleObj r:id="rId15" imgW="127000" imgH="177165" progId="Equation.3">
                    <p:embed/>
                    <p:pic>
                      <p:nvPicPr>
                        <p:cNvPr id="0" name="图片 3257"/>
                        <p:cNvPicPr/>
                        <p:nvPr/>
                      </p:nvPicPr>
                      <p:blipFill>
                        <a:blip r:embed="rId16"/>
                        <a:stretch>
                          <a:fillRect/>
                        </a:stretch>
                      </p:blipFill>
                      <p:spPr>
                        <a:xfrm>
                          <a:off x="606" y="2260"/>
                          <a:ext cx="148" cy="207"/>
                        </a:xfrm>
                        <a:prstGeom prst="rect">
                          <a:avLst/>
                        </a:prstGeom>
                        <a:noFill/>
                        <a:ln w="38100">
                          <a:noFill/>
                          <a:miter/>
                        </a:ln>
                      </p:spPr>
                    </p:pic>
                  </p:oleObj>
                </mc:Fallback>
              </mc:AlternateContent>
            </a:graphicData>
          </a:graphic>
        </p:graphicFrame>
      </p:grpSp>
      <p:graphicFrame>
        <p:nvGraphicFramePr>
          <p:cNvPr id="15612" name="Object 252"/>
          <p:cNvGraphicFramePr>
            <a:graphicFrameLocks noChangeAspect="1"/>
          </p:cNvGraphicFramePr>
          <p:nvPr/>
        </p:nvGraphicFramePr>
        <p:xfrm>
          <a:off x="261938" y="3273425"/>
          <a:ext cx="1989137" cy="781050"/>
        </p:xfrm>
        <a:graphic>
          <a:graphicData uri="http://schemas.openxmlformats.org/presentationml/2006/ole">
            <mc:AlternateContent xmlns:mc="http://schemas.openxmlformats.org/markup-compatibility/2006">
              <mc:Choice xmlns:v="urn:schemas-microsoft-com:vml" Requires="v">
                <p:oleObj r:id="rId17" imgW="1066800" imgH="419100" progId="Equation.3">
                  <p:embed/>
                </p:oleObj>
              </mc:Choice>
              <mc:Fallback>
                <p:oleObj r:id="rId17" imgW="1066800" imgH="419100" progId="Equation.3">
                  <p:embed/>
                  <p:pic>
                    <p:nvPicPr>
                      <p:cNvPr id="0" name="图片 3258"/>
                      <p:cNvPicPr/>
                      <p:nvPr/>
                    </p:nvPicPr>
                    <p:blipFill>
                      <a:blip r:embed="rId18"/>
                      <a:stretch>
                        <a:fillRect/>
                      </a:stretch>
                    </p:blipFill>
                    <p:spPr>
                      <a:xfrm>
                        <a:off x="261938" y="3273425"/>
                        <a:ext cx="1989137" cy="781050"/>
                      </a:xfrm>
                      <a:prstGeom prst="rect">
                        <a:avLst/>
                      </a:prstGeom>
                      <a:noFill/>
                      <a:ln w="38100">
                        <a:noFill/>
                        <a:miter/>
                      </a:ln>
                    </p:spPr>
                  </p:pic>
                </p:oleObj>
              </mc:Fallback>
            </mc:AlternateContent>
          </a:graphicData>
        </a:graphic>
      </p:graphicFrame>
      <p:graphicFrame>
        <p:nvGraphicFramePr>
          <p:cNvPr id="15615" name="Object 255"/>
          <p:cNvGraphicFramePr>
            <a:graphicFrameLocks noChangeAspect="1"/>
          </p:cNvGraphicFramePr>
          <p:nvPr/>
        </p:nvGraphicFramePr>
        <p:xfrm>
          <a:off x="1125538" y="4768850"/>
          <a:ext cx="1358900" cy="738188"/>
        </p:xfrm>
        <a:graphic>
          <a:graphicData uri="http://schemas.openxmlformats.org/presentationml/2006/ole">
            <mc:AlternateContent xmlns:mc="http://schemas.openxmlformats.org/markup-compatibility/2006">
              <mc:Choice xmlns:v="urn:schemas-microsoft-com:vml" Requires="v">
                <p:oleObj r:id="rId19" imgW="812800" imgH="405765" progId="Equation.3">
                  <p:embed/>
                </p:oleObj>
              </mc:Choice>
              <mc:Fallback>
                <p:oleObj r:id="rId19" imgW="812800" imgH="405765" progId="Equation.3">
                  <p:embed/>
                  <p:pic>
                    <p:nvPicPr>
                      <p:cNvPr id="0" name="图片 3259"/>
                      <p:cNvPicPr/>
                      <p:nvPr/>
                    </p:nvPicPr>
                    <p:blipFill>
                      <a:blip r:embed="rId20"/>
                      <a:stretch>
                        <a:fillRect/>
                      </a:stretch>
                    </p:blipFill>
                    <p:spPr>
                      <a:xfrm>
                        <a:off x="1125538" y="4768850"/>
                        <a:ext cx="1358900" cy="738188"/>
                      </a:xfrm>
                      <a:prstGeom prst="rect">
                        <a:avLst/>
                      </a:prstGeom>
                      <a:noFill/>
                      <a:ln w="38100">
                        <a:noFill/>
                        <a:miter/>
                      </a:ln>
                    </p:spPr>
                  </p:pic>
                </p:oleObj>
              </mc:Fallback>
            </mc:AlternateContent>
          </a:graphicData>
        </a:graphic>
      </p:graphicFrame>
      <p:graphicFrame>
        <p:nvGraphicFramePr>
          <p:cNvPr id="15617" name="Object 257"/>
          <p:cNvGraphicFramePr>
            <a:graphicFrameLocks noChangeAspect="1"/>
          </p:cNvGraphicFramePr>
          <p:nvPr/>
        </p:nvGraphicFramePr>
        <p:xfrm>
          <a:off x="3670300" y="5721350"/>
          <a:ext cx="2062163" cy="769938"/>
        </p:xfrm>
        <a:graphic>
          <a:graphicData uri="http://schemas.openxmlformats.org/presentationml/2006/ole">
            <mc:AlternateContent xmlns:mc="http://schemas.openxmlformats.org/markup-compatibility/2006">
              <mc:Choice xmlns:v="urn:schemas-microsoft-com:vml" Requires="v">
                <p:oleObj r:id="rId21" imgW="1231265" imgH="405765" progId="Equation.3">
                  <p:embed/>
                </p:oleObj>
              </mc:Choice>
              <mc:Fallback>
                <p:oleObj r:id="rId21" imgW="1231265" imgH="405765" progId="Equation.3">
                  <p:embed/>
                  <p:pic>
                    <p:nvPicPr>
                      <p:cNvPr id="0" name="图片 3261"/>
                      <p:cNvPicPr/>
                      <p:nvPr/>
                    </p:nvPicPr>
                    <p:blipFill>
                      <a:blip r:embed="rId22"/>
                      <a:stretch>
                        <a:fillRect/>
                      </a:stretch>
                    </p:blipFill>
                    <p:spPr>
                      <a:xfrm>
                        <a:off x="3670300" y="5721350"/>
                        <a:ext cx="2062163" cy="769938"/>
                      </a:xfrm>
                      <a:prstGeom prst="rect">
                        <a:avLst/>
                      </a:prstGeom>
                      <a:noFill/>
                      <a:ln w="38100">
                        <a:noFill/>
                        <a:miter/>
                      </a:ln>
                    </p:spPr>
                  </p:pic>
                </p:oleObj>
              </mc:Fallback>
            </mc:AlternateContent>
          </a:graphicData>
        </a:graphic>
      </p:graphicFrame>
      <p:graphicFrame>
        <p:nvGraphicFramePr>
          <p:cNvPr id="41010" name="Object 27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r:id="rId23" imgW="114300" imgH="215900" progId="Equation.3">
                  <p:embed/>
                </p:oleObj>
              </mc:Choice>
              <mc:Fallback>
                <p:oleObj r:id="rId23" imgW="114300" imgH="215900" progId="Equation.3">
                  <p:embed/>
                  <p:pic>
                    <p:nvPicPr>
                      <p:cNvPr id="0" name="图片 3250"/>
                      <p:cNvPicPr/>
                      <p:nvPr/>
                    </p:nvPicPr>
                    <p:blipFill>
                      <a:blip r:embed="rId24"/>
                      <a:stretch>
                        <a:fillRect/>
                      </a:stretch>
                    </p:blipFill>
                    <p:spPr>
                      <a:xfrm>
                        <a:off x="4514850" y="3321050"/>
                        <a:ext cx="114300" cy="215900"/>
                      </a:xfrm>
                      <a:prstGeom prst="rect">
                        <a:avLst/>
                      </a:prstGeom>
                      <a:noFill/>
                      <a:ln w="38100">
                        <a:noFill/>
                        <a:miter/>
                      </a:ln>
                    </p:spPr>
                  </p:pic>
                </p:oleObj>
              </mc:Fallback>
            </mc:AlternateContent>
          </a:graphicData>
        </a:graphic>
      </p:graphicFrame>
      <p:graphicFrame>
        <p:nvGraphicFramePr>
          <p:cNvPr id="15637" name="Object 277"/>
          <p:cNvGraphicFramePr>
            <a:graphicFrameLocks noChangeAspect="1"/>
          </p:cNvGraphicFramePr>
          <p:nvPr/>
        </p:nvGraphicFramePr>
        <p:xfrm>
          <a:off x="1046163" y="4030663"/>
          <a:ext cx="1500187" cy="773112"/>
        </p:xfrm>
        <a:graphic>
          <a:graphicData uri="http://schemas.openxmlformats.org/presentationml/2006/ole">
            <mc:AlternateContent xmlns:mc="http://schemas.openxmlformats.org/markup-compatibility/2006">
              <mc:Choice xmlns:v="urn:schemas-microsoft-com:vml" Requires="v">
                <p:oleObj r:id="rId25" imgW="812165" imgH="419100" progId="Equation.DSMT4">
                  <p:embed/>
                </p:oleObj>
              </mc:Choice>
              <mc:Fallback>
                <p:oleObj r:id="rId25" imgW="812165" imgH="419100" progId="Equation.DSMT4">
                  <p:embed/>
                  <p:pic>
                    <p:nvPicPr>
                      <p:cNvPr id="0" name="图片 3251"/>
                      <p:cNvPicPr/>
                      <p:nvPr/>
                    </p:nvPicPr>
                    <p:blipFill>
                      <a:blip r:embed="rId26"/>
                      <a:stretch>
                        <a:fillRect/>
                      </a:stretch>
                    </p:blipFill>
                    <p:spPr>
                      <a:xfrm>
                        <a:off x="1046163" y="4030663"/>
                        <a:ext cx="1500187" cy="773112"/>
                      </a:xfrm>
                      <a:prstGeom prst="rect">
                        <a:avLst/>
                      </a:prstGeom>
                      <a:noFill/>
                      <a:ln w="38100">
                        <a:noFill/>
                        <a:miter/>
                      </a:ln>
                    </p:spPr>
                  </p:pic>
                </p:oleObj>
              </mc:Fallback>
            </mc:AlternateContent>
          </a:graphicData>
        </a:graphic>
      </p:graphicFrame>
      <p:graphicFrame>
        <p:nvGraphicFramePr>
          <p:cNvPr id="15638" name="Object 278"/>
          <p:cNvGraphicFramePr>
            <a:graphicFrameLocks noChangeAspect="1"/>
          </p:cNvGraphicFramePr>
          <p:nvPr/>
        </p:nvGraphicFramePr>
        <p:xfrm>
          <a:off x="1046163" y="5715000"/>
          <a:ext cx="2097087" cy="776288"/>
        </p:xfrm>
        <a:graphic>
          <a:graphicData uri="http://schemas.openxmlformats.org/presentationml/2006/ole">
            <mc:AlternateContent xmlns:mc="http://schemas.openxmlformats.org/markup-compatibility/2006">
              <mc:Choice xmlns:v="urn:schemas-microsoft-com:vml" Requires="v">
                <p:oleObj r:id="rId27" imgW="1130300" imgH="419100" progId="Equation.3">
                  <p:embed/>
                </p:oleObj>
              </mc:Choice>
              <mc:Fallback>
                <p:oleObj r:id="rId27" imgW="1130300" imgH="419100" progId="Equation.3">
                  <p:embed/>
                  <p:pic>
                    <p:nvPicPr>
                      <p:cNvPr id="0" name="图片 3260"/>
                      <p:cNvPicPr/>
                      <p:nvPr/>
                    </p:nvPicPr>
                    <p:blipFill>
                      <a:blip r:embed="rId28"/>
                      <a:stretch>
                        <a:fillRect/>
                      </a:stretch>
                    </p:blipFill>
                    <p:spPr>
                      <a:xfrm>
                        <a:off x="1046163" y="5715000"/>
                        <a:ext cx="2097087" cy="776288"/>
                      </a:xfrm>
                      <a:prstGeom prst="rect">
                        <a:avLst/>
                      </a:prstGeom>
                      <a:noFill/>
                      <a:ln w="38100">
                        <a:noFill/>
                        <a:miter/>
                      </a:ln>
                    </p:spPr>
                  </p:pic>
                </p:oleObj>
              </mc:Fallback>
            </mc:AlternateContent>
          </a:graphicData>
        </a:graphic>
      </p:graphicFrame>
      <p:grpSp>
        <p:nvGrpSpPr>
          <p:cNvPr id="10" name="Group 317"/>
          <p:cNvGrpSpPr/>
          <p:nvPr/>
        </p:nvGrpSpPr>
        <p:grpSpPr>
          <a:xfrm>
            <a:off x="7218363" y="1557338"/>
            <a:ext cx="1577975" cy="3911600"/>
            <a:chOff x="4272" y="1357"/>
            <a:chExt cx="994" cy="2464"/>
          </a:xfrm>
        </p:grpSpPr>
        <p:sp>
          <p:nvSpPr>
            <p:cNvPr id="41014" name="Line 281"/>
            <p:cNvSpPr/>
            <p:nvPr/>
          </p:nvSpPr>
          <p:spPr>
            <a:xfrm flipV="1">
              <a:off x="4351" y="2226"/>
              <a:ext cx="543" cy="3"/>
            </a:xfrm>
            <a:prstGeom prst="line">
              <a:avLst/>
            </a:prstGeom>
            <a:ln w="28575" cap="flat" cmpd="sng">
              <a:solidFill>
                <a:srgbClr val="FF3300"/>
              </a:solidFill>
              <a:prstDash val="solid"/>
              <a:round/>
              <a:headEnd type="none" w="med" len="med"/>
              <a:tailEnd type="none" w="med" len="med"/>
            </a:ln>
          </p:spPr>
        </p:sp>
        <p:sp>
          <p:nvSpPr>
            <p:cNvPr id="41015" name="WordArt 282"/>
            <p:cNvSpPr>
              <a:spLocks noTextEdit="1"/>
            </p:cNvSpPr>
            <p:nvPr/>
          </p:nvSpPr>
          <p:spPr>
            <a:xfrm rot="5400000">
              <a:off x="4145" y="2554"/>
              <a:ext cx="361" cy="142"/>
            </a:xfrm>
            <a:prstGeom prst="rect">
              <a:avLst/>
            </a:prstGeom>
          </p:spPr>
          <p:txBody>
            <a:bodyPr vert="eaVert" wrap="none" fromWordArt="1">
              <a:prstTxWarp prst="textPlain">
                <a:avLst>
                  <a:gd name="adj" fmla="val 50000"/>
                </a:avLst>
              </a:prstTxWarp>
              <a:normAutofit/>
            </a:bodyPr>
            <a:lstStyle/>
            <a:p>
              <a:pPr algn="ctr"/>
              <a:r>
                <a:rPr lang="zh-CN" altLang="en-US" sz="3600" b="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rPr>
                <a:t>中央明纹</a:t>
              </a:r>
            </a:p>
          </p:txBody>
        </p:sp>
        <p:sp>
          <p:nvSpPr>
            <p:cNvPr id="41016" name="WordArt 283"/>
            <p:cNvSpPr>
              <a:spLocks noTextEdit="1"/>
            </p:cNvSpPr>
            <p:nvPr/>
          </p:nvSpPr>
          <p:spPr>
            <a:xfrm>
              <a:off x="5059" y="1520"/>
              <a:ext cx="175"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+4级</a:t>
              </a:r>
            </a:p>
          </p:txBody>
        </p:sp>
        <p:grpSp>
          <p:nvGrpSpPr>
            <p:cNvPr id="41017" name="Group 284"/>
            <p:cNvGrpSpPr/>
            <p:nvPr/>
          </p:nvGrpSpPr>
          <p:grpSpPr>
            <a:xfrm>
              <a:off x="4412" y="1357"/>
              <a:ext cx="627" cy="2464"/>
              <a:chOff x="3947" y="791"/>
              <a:chExt cx="845" cy="1860"/>
            </a:xfrm>
          </p:grpSpPr>
          <p:sp>
            <p:nvSpPr>
              <p:cNvPr id="41018" name="Line 285"/>
              <p:cNvSpPr/>
              <p:nvPr/>
            </p:nvSpPr>
            <p:spPr>
              <a:xfrm flipV="1">
                <a:off x="3947" y="1748"/>
                <a:ext cx="845" cy="4"/>
              </a:xfrm>
              <a:prstGeom prst="line">
                <a:avLst/>
              </a:prstGeom>
              <a:ln w="12700" cap="flat" cmpd="sng">
                <a:solidFill>
                  <a:schemeClr val="tx1"/>
                </a:solidFill>
                <a:prstDash val="dashDot"/>
                <a:round/>
                <a:headEnd type="none" w="med" len="med"/>
                <a:tailEnd type="none" w="med" len="med"/>
              </a:ln>
            </p:spPr>
          </p:sp>
          <p:sp>
            <p:nvSpPr>
              <p:cNvPr id="41019" name="Rectangle 286"/>
              <p:cNvSpPr/>
              <p:nvPr/>
            </p:nvSpPr>
            <p:spPr>
              <a:xfrm rot="5400000">
                <a:off x="3458" y="1487"/>
                <a:ext cx="1828" cy="465"/>
              </a:xfrm>
              <a:prstGeom prst="rect">
                <a:avLst/>
              </a:prstGeom>
              <a:gradFill rotWithShape="0">
                <a:gsLst>
                  <a:gs pos="0">
                    <a:srgbClr val="B9D9B9"/>
                  </a:gs>
                  <a:gs pos="50000">
                    <a:srgbClr val="007400"/>
                  </a:gs>
                  <a:gs pos="100000">
                    <a:srgbClr val="B9D9B9"/>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020" name="Rectangle 287"/>
              <p:cNvSpPr/>
              <p:nvPr/>
            </p:nvSpPr>
            <p:spPr>
              <a:xfrm rot="5400000">
                <a:off x="4189" y="1485"/>
                <a:ext cx="365" cy="463"/>
              </a:xfrm>
              <a:prstGeom prst="rect">
                <a:avLst/>
              </a:prstGeom>
              <a:gradFill rotWithShape="0">
                <a:gsLst>
                  <a:gs pos="0">
                    <a:srgbClr val="000000"/>
                  </a:gs>
                  <a:gs pos="50000">
                    <a:srgbClr val="00CC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021" name="Rectangle 288"/>
              <p:cNvSpPr/>
              <p:nvPr/>
            </p:nvSpPr>
            <p:spPr>
              <a:xfrm rot="5400000">
                <a:off x="4281" y="1207"/>
                <a:ext cx="182" cy="465"/>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022" name="Rectangle 289"/>
              <p:cNvSpPr/>
              <p:nvPr/>
            </p:nvSpPr>
            <p:spPr>
              <a:xfrm rot="5400000">
                <a:off x="4285" y="1763"/>
                <a:ext cx="182" cy="457"/>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023" name="Rectangle 290"/>
              <p:cNvSpPr/>
              <p:nvPr/>
            </p:nvSpPr>
            <p:spPr>
              <a:xfrm rot="5400000">
                <a:off x="4299" y="1957"/>
                <a:ext cx="182" cy="466"/>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024" name="Rectangle 291"/>
              <p:cNvSpPr/>
              <p:nvPr/>
            </p:nvSpPr>
            <p:spPr>
              <a:xfrm rot="5400000">
                <a:off x="4299" y="2140"/>
                <a:ext cx="182" cy="466"/>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025" name="Rectangle 292"/>
              <p:cNvSpPr/>
              <p:nvPr/>
            </p:nvSpPr>
            <p:spPr>
              <a:xfrm rot="5400000">
                <a:off x="4283" y="2304"/>
                <a:ext cx="179" cy="466"/>
              </a:xfrm>
              <a:prstGeom prst="rect">
                <a:avLst/>
              </a:prstGeom>
              <a:gradFill rotWithShape="0">
                <a:gsLst>
                  <a:gs pos="0">
                    <a:srgbClr val="000000"/>
                  </a:gs>
                  <a:gs pos="50000">
                    <a:srgbClr val="0070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026" name="Rectangle 293"/>
              <p:cNvSpPr/>
              <p:nvPr/>
            </p:nvSpPr>
            <p:spPr>
              <a:xfrm rot="5400000">
                <a:off x="4304" y="677"/>
                <a:ext cx="174" cy="466"/>
              </a:xfrm>
              <a:prstGeom prst="rect">
                <a:avLst/>
              </a:prstGeom>
              <a:gradFill rotWithShape="0">
                <a:gsLst>
                  <a:gs pos="0">
                    <a:srgbClr val="000000"/>
                  </a:gs>
                  <a:gs pos="50000">
                    <a:srgbClr val="0070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027" name="Rectangle 294"/>
              <p:cNvSpPr/>
              <p:nvPr/>
            </p:nvSpPr>
            <p:spPr>
              <a:xfrm rot="5400000">
                <a:off x="4300" y="856"/>
                <a:ext cx="182" cy="466"/>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028" name="Rectangle 295"/>
              <p:cNvSpPr/>
              <p:nvPr/>
            </p:nvSpPr>
            <p:spPr>
              <a:xfrm rot="5400000">
                <a:off x="4300" y="1039"/>
                <a:ext cx="182" cy="466"/>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029" name="Rectangle 296"/>
              <p:cNvSpPr/>
              <p:nvPr/>
            </p:nvSpPr>
            <p:spPr>
              <a:xfrm>
                <a:off x="4154" y="791"/>
                <a:ext cx="477" cy="1859"/>
              </a:xfrm>
              <a:prstGeom prst="rect">
                <a:avLst/>
              </a:prstGeom>
              <a:noFill/>
              <a:ln w="28575"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41030" name="Line 297"/>
            <p:cNvSpPr/>
            <p:nvPr/>
          </p:nvSpPr>
          <p:spPr>
            <a:xfrm flipV="1">
              <a:off x="4582" y="2100"/>
              <a:ext cx="405" cy="3"/>
            </a:xfrm>
            <a:prstGeom prst="line">
              <a:avLst/>
            </a:prstGeom>
            <a:ln w="28575" cap="flat" cmpd="sng">
              <a:solidFill>
                <a:schemeClr val="tx1"/>
              </a:solidFill>
              <a:prstDash val="solid"/>
              <a:round/>
              <a:headEnd type="none" w="med" len="med"/>
              <a:tailEnd type="none" w="med" len="med"/>
            </a:ln>
          </p:spPr>
        </p:sp>
        <p:sp>
          <p:nvSpPr>
            <p:cNvPr id="41031" name="Line 298"/>
            <p:cNvSpPr/>
            <p:nvPr/>
          </p:nvSpPr>
          <p:spPr>
            <a:xfrm flipV="1">
              <a:off x="4588" y="1862"/>
              <a:ext cx="442" cy="3"/>
            </a:xfrm>
            <a:prstGeom prst="line">
              <a:avLst/>
            </a:prstGeom>
            <a:ln w="28575" cap="flat" cmpd="sng">
              <a:solidFill>
                <a:schemeClr val="tx1"/>
              </a:solidFill>
              <a:prstDash val="solid"/>
              <a:round/>
              <a:headEnd type="none" w="med" len="med"/>
              <a:tailEnd type="none" w="med" len="med"/>
            </a:ln>
          </p:spPr>
        </p:sp>
        <p:sp>
          <p:nvSpPr>
            <p:cNvPr id="41032" name="Line 299"/>
            <p:cNvSpPr/>
            <p:nvPr/>
          </p:nvSpPr>
          <p:spPr>
            <a:xfrm flipV="1">
              <a:off x="4582" y="1615"/>
              <a:ext cx="442" cy="3"/>
            </a:xfrm>
            <a:prstGeom prst="line">
              <a:avLst/>
            </a:prstGeom>
            <a:ln w="28575" cap="flat" cmpd="sng">
              <a:solidFill>
                <a:schemeClr val="tx1"/>
              </a:solidFill>
              <a:prstDash val="solid"/>
              <a:round/>
              <a:headEnd type="none" w="med" len="med"/>
              <a:tailEnd type="none" w="med" len="med"/>
            </a:ln>
          </p:spPr>
        </p:sp>
        <p:sp>
          <p:nvSpPr>
            <p:cNvPr id="41033" name="Line 300"/>
            <p:cNvSpPr/>
            <p:nvPr/>
          </p:nvSpPr>
          <p:spPr>
            <a:xfrm flipV="1">
              <a:off x="4352" y="2850"/>
              <a:ext cx="662" cy="22"/>
            </a:xfrm>
            <a:prstGeom prst="line">
              <a:avLst/>
            </a:prstGeom>
            <a:ln w="28575" cap="flat" cmpd="sng">
              <a:solidFill>
                <a:schemeClr val="tx1"/>
              </a:solidFill>
              <a:prstDash val="solid"/>
              <a:round/>
              <a:headEnd type="none" w="med" len="med"/>
              <a:tailEnd type="none" w="med" len="med"/>
            </a:ln>
          </p:spPr>
        </p:sp>
        <p:sp>
          <p:nvSpPr>
            <p:cNvPr id="41034" name="Line 301"/>
            <p:cNvSpPr/>
            <p:nvPr/>
          </p:nvSpPr>
          <p:spPr>
            <a:xfrm flipV="1">
              <a:off x="4607" y="3096"/>
              <a:ext cx="423" cy="3"/>
            </a:xfrm>
            <a:prstGeom prst="line">
              <a:avLst/>
            </a:prstGeom>
            <a:ln w="28575" cap="flat" cmpd="sng">
              <a:solidFill>
                <a:schemeClr val="tx1"/>
              </a:solidFill>
              <a:prstDash val="solid"/>
              <a:round/>
              <a:headEnd type="none" w="med" len="med"/>
              <a:tailEnd type="none" w="med" len="med"/>
            </a:ln>
          </p:spPr>
        </p:sp>
        <p:sp>
          <p:nvSpPr>
            <p:cNvPr id="41035" name="Line 302"/>
            <p:cNvSpPr/>
            <p:nvPr/>
          </p:nvSpPr>
          <p:spPr>
            <a:xfrm flipV="1">
              <a:off x="4595" y="3325"/>
              <a:ext cx="424" cy="3"/>
            </a:xfrm>
            <a:prstGeom prst="line">
              <a:avLst/>
            </a:prstGeom>
            <a:ln w="28575" cap="flat" cmpd="sng">
              <a:solidFill>
                <a:schemeClr val="tx1"/>
              </a:solidFill>
              <a:prstDash val="solid"/>
              <a:round/>
              <a:headEnd type="none" w="med" len="med"/>
              <a:tailEnd type="none" w="med" len="med"/>
            </a:ln>
          </p:spPr>
        </p:sp>
        <p:sp>
          <p:nvSpPr>
            <p:cNvPr id="41036" name="Line 303"/>
            <p:cNvSpPr/>
            <p:nvPr/>
          </p:nvSpPr>
          <p:spPr>
            <a:xfrm flipV="1">
              <a:off x="4588" y="3572"/>
              <a:ext cx="432" cy="3"/>
            </a:xfrm>
            <a:prstGeom prst="line">
              <a:avLst/>
            </a:prstGeom>
            <a:ln w="28575" cap="flat" cmpd="sng">
              <a:solidFill>
                <a:schemeClr val="tx1"/>
              </a:solidFill>
              <a:prstDash val="solid"/>
              <a:round/>
              <a:headEnd type="none" w="med" len="med"/>
              <a:tailEnd type="none" w="med" len="med"/>
            </a:ln>
          </p:spPr>
        </p:sp>
        <p:sp>
          <p:nvSpPr>
            <p:cNvPr id="41037" name="Line 304"/>
            <p:cNvSpPr/>
            <p:nvPr/>
          </p:nvSpPr>
          <p:spPr>
            <a:xfrm flipV="1">
              <a:off x="4320" y="2373"/>
              <a:ext cx="682" cy="12"/>
            </a:xfrm>
            <a:prstGeom prst="line">
              <a:avLst/>
            </a:prstGeom>
            <a:ln w="28575" cap="flat" cmpd="sng">
              <a:solidFill>
                <a:schemeClr val="tx1"/>
              </a:solidFill>
              <a:prstDash val="solid"/>
              <a:round/>
              <a:headEnd type="none" w="med" len="med"/>
              <a:tailEnd type="none" w="med" len="med"/>
            </a:ln>
          </p:spPr>
        </p:sp>
        <p:sp>
          <p:nvSpPr>
            <p:cNvPr id="41038" name="WordArt 305"/>
            <p:cNvSpPr>
              <a:spLocks noTextEdit="1"/>
            </p:cNvSpPr>
            <p:nvPr/>
          </p:nvSpPr>
          <p:spPr>
            <a:xfrm>
              <a:off x="5054" y="1748"/>
              <a:ext cx="175"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+3级</a:t>
              </a:r>
            </a:p>
          </p:txBody>
        </p:sp>
        <p:sp>
          <p:nvSpPr>
            <p:cNvPr id="41039" name="WordArt 306"/>
            <p:cNvSpPr>
              <a:spLocks noTextEdit="1"/>
            </p:cNvSpPr>
            <p:nvPr/>
          </p:nvSpPr>
          <p:spPr>
            <a:xfrm>
              <a:off x="5050" y="2012"/>
              <a:ext cx="176"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+2级</a:t>
              </a:r>
            </a:p>
          </p:txBody>
        </p:sp>
        <p:sp>
          <p:nvSpPr>
            <p:cNvPr id="41040" name="WordArt 307"/>
            <p:cNvSpPr>
              <a:spLocks noTextEdit="1"/>
            </p:cNvSpPr>
            <p:nvPr/>
          </p:nvSpPr>
          <p:spPr>
            <a:xfrm>
              <a:off x="5063" y="2258"/>
              <a:ext cx="176"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+1级</a:t>
              </a:r>
            </a:p>
          </p:txBody>
        </p:sp>
        <p:sp>
          <p:nvSpPr>
            <p:cNvPr id="41041" name="Line 309"/>
            <p:cNvSpPr/>
            <p:nvPr/>
          </p:nvSpPr>
          <p:spPr>
            <a:xfrm flipV="1">
              <a:off x="4350" y="1996"/>
              <a:ext cx="542" cy="3"/>
            </a:xfrm>
            <a:prstGeom prst="line">
              <a:avLst/>
            </a:prstGeom>
            <a:ln w="28575" cap="flat" cmpd="sng">
              <a:solidFill>
                <a:srgbClr val="FF3300"/>
              </a:solidFill>
              <a:prstDash val="solid"/>
              <a:round/>
              <a:headEnd type="none" w="med" len="med"/>
              <a:tailEnd type="none" w="med" len="med"/>
            </a:ln>
          </p:spPr>
        </p:sp>
        <p:sp>
          <p:nvSpPr>
            <p:cNvPr id="41042" name="Line 310"/>
            <p:cNvSpPr/>
            <p:nvPr/>
          </p:nvSpPr>
          <p:spPr>
            <a:xfrm flipV="1">
              <a:off x="4350" y="1749"/>
              <a:ext cx="543" cy="3"/>
            </a:xfrm>
            <a:prstGeom prst="line">
              <a:avLst/>
            </a:prstGeom>
            <a:ln w="28575" cap="flat" cmpd="sng">
              <a:solidFill>
                <a:srgbClr val="FF3300"/>
              </a:solidFill>
              <a:prstDash val="solid"/>
              <a:round/>
              <a:headEnd type="none" w="med" len="med"/>
              <a:tailEnd type="none" w="med" len="med"/>
            </a:ln>
          </p:spPr>
        </p:sp>
        <p:sp>
          <p:nvSpPr>
            <p:cNvPr id="41043" name="Line 311"/>
            <p:cNvSpPr/>
            <p:nvPr/>
          </p:nvSpPr>
          <p:spPr>
            <a:xfrm flipV="1">
              <a:off x="4350" y="1521"/>
              <a:ext cx="542" cy="3"/>
            </a:xfrm>
            <a:prstGeom prst="line">
              <a:avLst/>
            </a:prstGeom>
            <a:ln w="28575" cap="flat" cmpd="sng">
              <a:solidFill>
                <a:srgbClr val="FF3300"/>
              </a:solidFill>
              <a:prstDash val="solid"/>
              <a:round/>
              <a:headEnd type="none" w="med" len="med"/>
              <a:tailEnd type="none" w="med" len="med"/>
            </a:ln>
          </p:spPr>
        </p:sp>
        <p:sp>
          <p:nvSpPr>
            <p:cNvPr id="41044" name="WordArt 312"/>
            <p:cNvSpPr>
              <a:spLocks noTextEdit="1"/>
            </p:cNvSpPr>
            <p:nvPr/>
          </p:nvSpPr>
          <p:spPr>
            <a:xfrm>
              <a:off x="5090" y="2741"/>
              <a:ext cx="176"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-1级</a:t>
              </a:r>
            </a:p>
          </p:txBody>
        </p:sp>
        <p:sp>
          <p:nvSpPr>
            <p:cNvPr id="41045" name="WordArt 313"/>
            <p:cNvSpPr>
              <a:spLocks noTextEdit="1"/>
            </p:cNvSpPr>
            <p:nvPr/>
          </p:nvSpPr>
          <p:spPr>
            <a:xfrm>
              <a:off x="5065" y="2998"/>
              <a:ext cx="175"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-2级</a:t>
              </a:r>
            </a:p>
          </p:txBody>
        </p:sp>
        <p:sp>
          <p:nvSpPr>
            <p:cNvPr id="41046" name="WordArt 314"/>
            <p:cNvSpPr>
              <a:spLocks noTextEdit="1"/>
            </p:cNvSpPr>
            <p:nvPr/>
          </p:nvSpPr>
          <p:spPr>
            <a:xfrm>
              <a:off x="5073" y="3227"/>
              <a:ext cx="175"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-3级</a:t>
              </a:r>
            </a:p>
          </p:txBody>
        </p:sp>
        <p:sp>
          <p:nvSpPr>
            <p:cNvPr id="41047" name="WordArt 315"/>
            <p:cNvSpPr>
              <a:spLocks noTextEdit="1"/>
            </p:cNvSpPr>
            <p:nvPr/>
          </p:nvSpPr>
          <p:spPr>
            <a:xfrm>
              <a:off x="5066" y="3458"/>
              <a:ext cx="175"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-4级</a:t>
              </a:r>
            </a:p>
          </p:txBody>
        </p:sp>
      </p:grpSp>
      <p:sp>
        <p:nvSpPr>
          <p:cNvPr id="41048" name="Rectangle 318" descr="羊皮纸"/>
          <p:cNvSpPr/>
          <p:nvPr/>
        </p:nvSpPr>
        <p:spPr>
          <a:xfrm>
            <a:off x="0" y="0"/>
            <a:ext cx="9144000" cy="187325"/>
          </a:xfrm>
          <a:prstGeom prst="rect">
            <a:avLst/>
          </a:prstGeom>
          <a:blipFill rotWithShape="1">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12" name="Group 329"/>
          <p:cNvGrpSpPr/>
          <p:nvPr/>
        </p:nvGrpSpPr>
        <p:grpSpPr>
          <a:xfrm>
            <a:off x="3460750" y="3103563"/>
            <a:ext cx="355600" cy="712787"/>
            <a:chOff x="2180" y="1955"/>
            <a:chExt cx="224" cy="449"/>
          </a:xfrm>
        </p:grpSpPr>
        <p:sp>
          <p:nvSpPr>
            <p:cNvPr id="41050" name="Line 323"/>
            <p:cNvSpPr/>
            <p:nvPr/>
          </p:nvSpPr>
          <p:spPr>
            <a:xfrm>
              <a:off x="2213" y="2085"/>
              <a:ext cx="0" cy="319"/>
            </a:xfrm>
            <a:prstGeom prst="line">
              <a:avLst/>
            </a:prstGeom>
            <a:ln w="28575" cap="flat" cmpd="sng">
              <a:solidFill>
                <a:srgbClr val="FFCC00"/>
              </a:solidFill>
              <a:prstDash val="solid"/>
              <a:round/>
              <a:headEnd type="none" w="med" len="med"/>
              <a:tailEnd type="none" w="med" len="med"/>
            </a:ln>
          </p:spPr>
        </p:sp>
        <p:sp>
          <p:nvSpPr>
            <p:cNvPr id="41051" name="Line 324"/>
            <p:cNvSpPr/>
            <p:nvPr/>
          </p:nvSpPr>
          <p:spPr>
            <a:xfrm>
              <a:off x="2221" y="2057"/>
              <a:ext cx="91" cy="310"/>
            </a:xfrm>
            <a:prstGeom prst="line">
              <a:avLst/>
            </a:prstGeom>
            <a:ln w="28575" cap="flat" cmpd="sng">
              <a:solidFill>
                <a:srgbClr val="FFCC00"/>
              </a:solidFill>
              <a:prstDash val="solid"/>
              <a:round/>
              <a:headEnd type="none" w="med" len="med"/>
              <a:tailEnd type="none" w="med" len="med"/>
            </a:ln>
          </p:spPr>
        </p:sp>
        <p:grpSp>
          <p:nvGrpSpPr>
            <p:cNvPr id="41052" name="Group 328"/>
            <p:cNvGrpSpPr/>
            <p:nvPr/>
          </p:nvGrpSpPr>
          <p:grpSpPr>
            <a:xfrm>
              <a:off x="2180" y="1955"/>
              <a:ext cx="224" cy="318"/>
              <a:chOff x="2180" y="1955"/>
              <a:chExt cx="224" cy="318"/>
            </a:xfrm>
          </p:grpSpPr>
          <p:sp>
            <p:nvSpPr>
              <p:cNvPr id="41053" name="Arc 325"/>
              <p:cNvSpPr/>
              <p:nvPr/>
            </p:nvSpPr>
            <p:spPr>
              <a:xfrm rot="-6296996" flipH="1">
                <a:off x="2094" y="2103"/>
                <a:ext cx="221" cy="84"/>
              </a:xfrm>
              <a:custGeom>
                <a:avLst/>
                <a:gdLst/>
                <a:ahLst/>
                <a:cxnLst>
                  <a:cxn ang="0">
                    <a:pos x="0" y="0"/>
                  </a:cxn>
                  <a:cxn ang="0">
                    <a:pos x="0" y="0"/>
                  </a:cxn>
                  <a:cxn ang="0">
                    <a:pos x="0" y="0"/>
                  </a:cxn>
                </a:cxnLst>
                <a:rect l="0" t="0" r="0" b="0"/>
                <a:pathLst>
                  <a:path w="21600" h="8418" fill="none">
                    <a:moveTo>
                      <a:pt x="19892" y="-1"/>
                    </a:moveTo>
                    <a:cubicBezTo>
                      <a:pt x="21019" y="2663"/>
                      <a:pt x="21600" y="5525"/>
                      <a:pt x="21600" y="8418"/>
                    </a:cubicBezTo>
                  </a:path>
                  <a:path w="21600" h="8418" stroke="0">
                    <a:moveTo>
                      <a:pt x="19892" y="-1"/>
                    </a:moveTo>
                    <a:cubicBezTo>
                      <a:pt x="21019" y="2663"/>
                      <a:pt x="21600" y="5525"/>
                      <a:pt x="21600" y="8418"/>
                    </a:cubicBezTo>
                    <a:lnTo>
                      <a:pt x="0" y="8418"/>
                    </a:lnTo>
                    <a:lnTo>
                      <a:pt x="19892" y="-1"/>
                    </a:lnTo>
                    <a:close/>
                  </a:path>
                </a:pathLst>
              </a:custGeom>
              <a:solidFill>
                <a:srgbClr val="FFCC00"/>
              </a:solidFill>
              <a:ln w="28575" cap="flat" cmpd="sng">
                <a:solidFill>
                  <a:srgbClr val="FF3300"/>
                </a:solidFill>
                <a:prstDash val="solid"/>
                <a:round/>
                <a:headEnd type="none" w="med" len="med"/>
                <a:tailEnd type="none" w="med" len="med"/>
              </a:ln>
            </p:spPr>
            <p:txBody>
              <a:bodyPr/>
              <a:lstStyle/>
              <a:p>
                <a:endParaRPr lang="zh-CN" altLang="en-US"/>
              </a:p>
            </p:txBody>
          </p:sp>
          <p:sp>
            <p:nvSpPr>
              <p:cNvPr id="41054" name="Line 326"/>
              <p:cNvSpPr/>
              <p:nvPr/>
            </p:nvSpPr>
            <p:spPr>
              <a:xfrm flipH="1">
                <a:off x="2258" y="1984"/>
                <a:ext cx="64" cy="210"/>
              </a:xfrm>
              <a:prstGeom prst="line">
                <a:avLst/>
              </a:prstGeom>
              <a:ln w="28575" cap="flat" cmpd="sng">
                <a:solidFill>
                  <a:schemeClr val="tx1"/>
                </a:solidFill>
                <a:prstDash val="solid"/>
                <a:round/>
                <a:headEnd type="none" w="med" len="med"/>
                <a:tailEnd type="triangle" w="med" len="med"/>
              </a:ln>
            </p:spPr>
          </p:sp>
          <p:sp>
            <p:nvSpPr>
              <p:cNvPr id="41055" name="Line 327"/>
              <p:cNvSpPr/>
              <p:nvPr/>
            </p:nvSpPr>
            <p:spPr>
              <a:xfrm>
                <a:off x="2403" y="1955"/>
                <a:ext cx="1" cy="99"/>
              </a:xfrm>
              <a:prstGeom prst="line">
                <a:avLst/>
              </a:prstGeom>
              <a:ln w="28575" cap="flat" cmpd="sng">
                <a:solidFill>
                  <a:schemeClr val="tx1"/>
                </a:solidFill>
                <a:prstDash val="solid"/>
                <a:round/>
                <a:headEnd type="none" w="med" len="med"/>
                <a:tailEnd type="triangle" w="med" len="med"/>
              </a:ln>
            </p:spPr>
          </p:sp>
        </p:grpSp>
      </p:grpSp>
      <p:grpSp>
        <p:nvGrpSpPr>
          <p:cNvPr id="41056" name="组合 21"/>
          <p:cNvGrpSpPr/>
          <p:nvPr/>
        </p:nvGrpSpPr>
        <p:grpSpPr>
          <a:xfrm>
            <a:off x="142875" y="136525"/>
            <a:ext cx="6507163" cy="1284288"/>
            <a:chOff x="225" y="214"/>
            <a:chExt cx="10247" cy="2024"/>
          </a:xfrm>
        </p:grpSpPr>
        <p:grpSp>
          <p:nvGrpSpPr>
            <p:cNvPr id="41057" name="组合 17"/>
            <p:cNvGrpSpPr/>
            <p:nvPr/>
          </p:nvGrpSpPr>
          <p:grpSpPr>
            <a:xfrm>
              <a:off x="294" y="214"/>
              <a:ext cx="10178" cy="1056"/>
              <a:chOff x="-19" y="6752"/>
              <a:chExt cx="10178" cy="1056"/>
            </a:xfrm>
          </p:grpSpPr>
          <p:sp>
            <p:nvSpPr>
              <p:cNvPr id="4" name="文本框 3"/>
              <p:cNvSpPr txBox="1"/>
              <p:nvPr/>
            </p:nvSpPr>
            <p:spPr>
              <a:xfrm>
                <a:off x="-19" y="6966"/>
                <a:ext cx="2404" cy="628"/>
              </a:xfrm>
              <a:prstGeom prst="rect">
                <a:avLst/>
              </a:prstGeom>
              <a:noFill/>
            </p:spPr>
            <p:txBody>
              <a:bodyPr wrap="square" rtlCol="0" anchor="t">
                <a:spAutoFit/>
              </a:bodyPr>
              <a:lstStyle/>
              <a:p>
                <a:r>
                  <a:rPr lang="zh-CN" altLang="en-US" sz="20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sym typeface="+mn-ea"/>
                  </a:rPr>
                  <a:t>暗纹公式</a:t>
                </a:r>
                <a:endParaRPr lang="zh-CN" altLang="en-US" sz="20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sym typeface="+mn-ea"/>
                </a:endParaRPr>
              </a:p>
            </p:txBody>
          </p:sp>
          <p:graphicFrame>
            <p:nvGraphicFramePr>
              <p:cNvPr id="41059" name="Object 2"/>
              <p:cNvGraphicFramePr>
                <a:graphicFrameLocks noChangeAspect="1"/>
              </p:cNvGraphicFramePr>
              <p:nvPr/>
            </p:nvGraphicFramePr>
            <p:xfrm>
              <a:off x="2058" y="6752"/>
              <a:ext cx="3005" cy="1056"/>
            </p:xfrm>
            <a:graphic>
              <a:graphicData uri="http://schemas.openxmlformats.org/presentationml/2006/ole">
                <mc:AlternateContent xmlns:mc="http://schemas.openxmlformats.org/markup-compatibility/2006">
                  <mc:Choice xmlns:v="urn:schemas-microsoft-com:vml" Requires="v">
                    <p:oleObj r:id="rId29" imgW="1155065" imgH="406400" progId="Equation.DSMT4">
                      <p:embed/>
                    </p:oleObj>
                  </mc:Choice>
                  <mc:Fallback>
                    <p:oleObj r:id="rId29" imgW="1155065" imgH="406400" progId="Equation.DSMT4">
                      <p:embed/>
                      <p:pic>
                        <p:nvPicPr>
                          <p:cNvPr id="0" name="图片 3262"/>
                          <p:cNvPicPr/>
                          <p:nvPr/>
                        </p:nvPicPr>
                        <p:blipFill>
                          <a:blip r:embed="rId30"/>
                          <a:stretch>
                            <a:fillRect/>
                          </a:stretch>
                        </p:blipFill>
                        <p:spPr>
                          <a:xfrm>
                            <a:off x="2058" y="6752"/>
                            <a:ext cx="3005" cy="1056"/>
                          </a:xfrm>
                          <a:prstGeom prst="rect">
                            <a:avLst/>
                          </a:prstGeom>
                          <a:noFill/>
                          <a:ln w="38100">
                            <a:noFill/>
                            <a:miter/>
                          </a:ln>
                        </p:spPr>
                      </p:pic>
                    </p:oleObj>
                  </mc:Fallback>
                </mc:AlternateContent>
              </a:graphicData>
            </a:graphic>
          </p:graphicFrame>
          <p:sp>
            <p:nvSpPr>
              <p:cNvPr id="9" name="文本框 8"/>
              <p:cNvSpPr txBox="1"/>
              <p:nvPr/>
            </p:nvSpPr>
            <p:spPr>
              <a:xfrm>
                <a:off x="6130" y="6916"/>
                <a:ext cx="4029" cy="678"/>
              </a:xfrm>
              <a:prstGeom prst="rect">
                <a:avLst/>
              </a:prstGeom>
              <a:noFill/>
            </p:spPr>
            <p:txBody>
              <a:bodyPr wrap="square" rtlCol="0" anchor="t">
                <a:noAutofit/>
              </a:bodyPr>
              <a:lstStyle/>
              <a:p>
                <a:r>
                  <a:rPr lang="en-US" altLang="zh-CN" sz="2000" i="1"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en-US" altLang="zh-CN" sz="20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zh-CN" sz="20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 ·········</a:t>
                </a:r>
                <a:endParaRPr lang="en-US" altLang="zh-CN" sz="2000" noProof="1">
                  <a:ln w="9525" cap="flat" cmpd="sng">
                    <a:solidFill>
                      <a:srgbClr val="FF0000"/>
                    </a:solidFill>
                    <a:prstDash val="solid"/>
                    <a:round/>
                    <a:headEnd type="none" w="med" len="med"/>
                    <a:tailEnd type="none" w="med" len="med"/>
                  </a:ln>
                  <a:solidFill>
                    <a:srgbClr val="FF0000"/>
                  </a:solidFill>
                  <a:cs typeface="Times New Roman" panose="02020603050405020304" pitchFamily="18" charset="0"/>
                  <a:sym typeface="+mn-ea"/>
                </a:endParaRPr>
              </a:p>
            </p:txBody>
          </p:sp>
        </p:grpSp>
        <p:grpSp>
          <p:nvGrpSpPr>
            <p:cNvPr id="41061" name="组合 18"/>
            <p:cNvGrpSpPr/>
            <p:nvPr/>
          </p:nvGrpSpPr>
          <p:grpSpPr>
            <a:xfrm>
              <a:off x="225" y="1146"/>
              <a:ext cx="9807" cy="1092"/>
              <a:chOff x="9" y="8450"/>
              <a:chExt cx="9807" cy="1092"/>
            </a:xfrm>
          </p:grpSpPr>
          <p:sp>
            <p:nvSpPr>
              <p:cNvPr id="11" name="文本框 10"/>
              <p:cNvSpPr txBox="1"/>
              <p:nvPr/>
            </p:nvSpPr>
            <p:spPr>
              <a:xfrm>
                <a:off x="9" y="8727"/>
                <a:ext cx="2473" cy="628"/>
              </a:xfrm>
              <a:prstGeom prst="rect">
                <a:avLst/>
              </a:prstGeom>
              <a:noFill/>
            </p:spPr>
            <p:txBody>
              <a:bodyPr wrap="square" rtlCol="0" anchor="t">
                <a:spAutoFit/>
              </a:bodyPr>
              <a:lstStyle/>
              <a:p>
                <a:r>
                  <a:rPr lang="zh-CN" altLang="en-US" sz="20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sym typeface="+mn-ea"/>
                  </a:rPr>
                  <a:t>明纹公式</a:t>
                </a:r>
                <a:endParaRPr lang="zh-CN" altLang="en-US" sz="20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sym typeface="+mn-ea"/>
                </a:endParaRPr>
              </a:p>
            </p:txBody>
          </p:sp>
          <p:graphicFrame>
            <p:nvGraphicFramePr>
              <p:cNvPr id="41063" name="Object 2"/>
              <p:cNvGraphicFramePr>
                <a:graphicFrameLocks noChangeAspect="1"/>
              </p:cNvGraphicFramePr>
              <p:nvPr/>
            </p:nvGraphicFramePr>
            <p:xfrm>
              <a:off x="2132" y="8450"/>
              <a:ext cx="3660" cy="1092"/>
            </p:xfrm>
            <a:graphic>
              <a:graphicData uri="http://schemas.openxmlformats.org/presentationml/2006/ole">
                <mc:AlternateContent xmlns:mc="http://schemas.openxmlformats.org/markup-compatibility/2006">
                  <mc:Choice xmlns:v="urn:schemas-microsoft-com:vml" Requires="v">
                    <p:oleObj r:id="rId31" imgW="1447800" imgH="405765" progId="Equation.DSMT4">
                      <p:embed/>
                    </p:oleObj>
                  </mc:Choice>
                  <mc:Fallback>
                    <p:oleObj r:id="rId31" imgW="1447800" imgH="405765" progId="Equation.DSMT4">
                      <p:embed/>
                      <p:pic>
                        <p:nvPicPr>
                          <p:cNvPr id="0" name="图片 3263"/>
                          <p:cNvPicPr/>
                          <p:nvPr/>
                        </p:nvPicPr>
                        <p:blipFill>
                          <a:blip r:embed="rId32"/>
                          <a:stretch>
                            <a:fillRect/>
                          </a:stretch>
                        </p:blipFill>
                        <p:spPr>
                          <a:xfrm>
                            <a:off x="2132" y="8450"/>
                            <a:ext cx="3660" cy="1092"/>
                          </a:xfrm>
                          <a:prstGeom prst="rect">
                            <a:avLst/>
                          </a:prstGeom>
                          <a:noFill/>
                          <a:ln w="38100">
                            <a:noFill/>
                            <a:miter/>
                          </a:ln>
                        </p:spPr>
                      </p:pic>
                    </p:oleObj>
                  </mc:Fallback>
                </mc:AlternateContent>
              </a:graphicData>
            </a:graphic>
          </p:graphicFrame>
          <p:sp>
            <p:nvSpPr>
              <p:cNvPr id="17" name="文本框 16"/>
              <p:cNvSpPr txBox="1"/>
              <p:nvPr/>
            </p:nvSpPr>
            <p:spPr>
              <a:xfrm>
                <a:off x="6199" y="8574"/>
                <a:ext cx="3617" cy="628"/>
              </a:xfrm>
              <a:prstGeom prst="rect">
                <a:avLst/>
              </a:prstGeom>
              <a:noFill/>
            </p:spPr>
            <p:txBody>
              <a:bodyPr wrap="square" rtlCol="0" anchor="t">
                <a:spAutoFit/>
              </a:bodyPr>
              <a:lstStyle/>
              <a:p>
                <a:r>
                  <a:rPr lang="en-US" altLang="zh-CN" sz="2000" i="1"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en-US" altLang="zh-CN" sz="20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zh-CN" sz="20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 ·········</a:t>
                </a:r>
                <a:endParaRPr lang="en-US" altLang="zh-CN" sz="2000" noProof="1">
                  <a:ln w="9525" cap="flat" cmpd="sng">
                    <a:solidFill>
                      <a:srgbClr val="FF0000"/>
                    </a:solidFill>
                    <a:prstDash val="solid"/>
                    <a:round/>
                    <a:headEnd type="none" w="med" len="med"/>
                    <a:tailEnd type="none" w="med" len="med"/>
                  </a:ln>
                  <a:solidFill>
                    <a:srgbClr val="FF0000"/>
                  </a:solidFill>
                  <a:cs typeface="Times New Roman" panose="02020603050405020304" pitchFamily="18" charset="0"/>
                  <a:sym typeface="+mn-ea"/>
                </a:endParaRPr>
              </a:p>
            </p:txBody>
          </p:sp>
        </p:grpSp>
      </p:grpSp>
      <p:sp>
        <p:nvSpPr>
          <p:cNvPr id="3" name="文本框 2"/>
          <p:cNvSpPr txBox="1"/>
          <p:nvPr/>
        </p:nvSpPr>
        <p:spPr>
          <a:xfrm>
            <a:off x="142875" y="1739265"/>
            <a:ext cx="3001010" cy="460375"/>
          </a:xfrm>
          <a:prstGeom prst="rect">
            <a:avLst/>
          </a:prstGeom>
          <a:noFill/>
        </p:spPr>
        <p:txBody>
          <a:bodyPr wrap="square" rtlCol="0" anchor="t">
            <a:spAutoFit/>
          </a:bodyPr>
          <a:lstStyle/>
          <a:p>
            <a:r>
              <a:rPr lang="zh-CN" altLang="en-US" sz="2400" noProof="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cs typeface="+mn-cs"/>
                <a:sym typeface="+mn-ea"/>
              </a:rPr>
              <a:t>三、单缝衍射的讨论</a:t>
            </a:r>
            <a:endParaRPr lang="zh-CN" altLang="en-US" sz="2400" noProof="1">
              <a:ln w="9525" cap="flat" cmpd="sng">
                <a:solidFill>
                  <a:srgbClr val="FF3300"/>
                </a:solidFill>
                <a:prstDash val="solid"/>
                <a:round/>
                <a:headEnd type="none" w="med" len="med"/>
                <a:tailEnd type="none" w="med" len="med"/>
              </a:ln>
              <a:solidFill>
                <a:srgbClr val="FF3300"/>
              </a:solidFill>
              <a:latin typeface="宋体" panose="02010600030101010101" pitchFamily="2" charset="-122"/>
              <a:sym typeface="+mn-ea"/>
            </a:endParaRPr>
          </a:p>
        </p:txBody>
      </p:sp>
      <p:sp>
        <p:nvSpPr>
          <p:cNvPr id="5" name="文本框 4"/>
          <p:cNvSpPr txBox="1"/>
          <p:nvPr/>
        </p:nvSpPr>
        <p:spPr>
          <a:xfrm>
            <a:off x="186684" y="2281543"/>
            <a:ext cx="1767210" cy="460375"/>
          </a:xfrm>
          <a:prstGeom prst="rect">
            <a:avLst/>
          </a:prstGeom>
          <a:noFill/>
        </p:spPr>
        <p:txBody>
          <a:bodyPr wrap="square" rtlCol="0" anchor="t">
            <a:spAutoFit/>
          </a:bodyPr>
          <a:lstStyle/>
          <a:p>
            <a:pPr algn="ctr"/>
            <a:r>
              <a:rPr lang="zh-CN" altLang="en-US" sz="2400" noProof="1">
                <a:ln w="9525" cap="flat" cmpd="sng">
                  <a:solidFill>
                    <a:srgbClr val="FF0000"/>
                  </a:solidFill>
                  <a:prstDash val="solid"/>
                  <a:round/>
                  <a:headEnd type="none" w="med" len="med"/>
                  <a:tailEnd type="none" w="med" len="med"/>
                </a:ln>
                <a:solidFill>
                  <a:srgbClr val="FF0000"/>
                </a:solidFill>
                <a:latin typeface="华文中宋" panose="02010600040101010101" charset="-122"/>
                <a:ea typeface="华文中宋" panose="02010600040101010101" charset="-122"/>
                <a:cs typeface="+mn-cs"/>
                <a:sym typeface="+mn-ea"/>
              </a:rPr>
              <a:t>1、线位置</a:t>
            </a:r>
            <a:endParaRPr lang="zh-CN" altLang="en-US" sz="2400" noProof="1">
              <a:ln w="9525" cap="flat" cmpd="sng">
                <a:solidFill>
                  <a:srgbClr val="FF0000"/>
                </a:solidFill>
                <a:prstDash val="solid"/>
                <a:round/>
                <a:headEnd type="none" w="med" len="med"/>
                <a:tailEnd type="none" w="med" len="med"/>
              </a:ln>
              <a:solidFill>
                <a:srgbClr val="FF0000"/>
              </a:solidFill>
              <a:latin typeface="华文中宋" panose="02010600040101010101" charset="-122"/>
              <a:ea typeface="华文中宋" panose="02010600040101010101" charset="-122"/>
              <a:sym typeface="+mn-ea"/>
            </a:endParaRPr>
          </a:p>
        </p:txBody>
      </p:sp>
      <p:sp>
        <p:nvSpPr>
          <p:cNvPr id="6" name="文本框 5"/>
          <p:cNvSpPr txBox="1"/>
          <p:nvPr/>
        </p:nvSpPr>
        <p:spPr>
          <a:xfrm>
            <a:off x="142875" y="4162425"/>
            <a:ext cx="911860" cy="1198866"/>
          </a:xfrm>
          <a:prstGeom prst="rect">
            <a:avLst/>
          </a:prstGeom>
          <a:noFill/>
        </p:spPr>
        <p:txBody>
          <a:bodyPr wrap="square" rtlCol="0" anchor="t">
            <a:spAutoFit/>
          </a:bodyPr>
          <a:lstStyle/>
          <a:p>
            <a:pPr algn="ctr"/>
            <a:r>
              <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sym typeface="+mn-ea"/>
              </a:rPr>
              <a:t>暗纹中心位置</a:t>
            </a:r>
            <a:endPar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sym typeface="+mn-ea"/>
            </a:endParaRPr>
          </a:p>
        </p:txBody>
      </p:sp>
      <p:sp>
        <p:nvSpPr>
          <p:cNvPr id="13" name="文本框 12"/>
          <p:cNvSpPr txBox="1"/>
          <p:nvPr/>
        </p:nvSpPr>
        <p:spPr>
          <a:xfrm>
            <a:off x="142875" y="5518150"/>
            <a:ext cx="819785" cy="1198866"/>
          </a:xfrm>
          <a:prstGeom prst="rect">
            <a:avLst/>
          </a:prstGeom>
          <a:noFill/>
        </p:spPr>
        <p:txBody>
          <a:bodyPr wrap="square" rtlCol="0" anchor="t">
            <a:spAutoFit/>
          </a:bodyPr>
          <a:lstStyle/>
          <a:p>
            <a:r>
              <a:rPr lang="zh-CN" altLang="en-US" sz="2400"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cs typeface="+mn-cs"/>
                <a:sym typeface="+mn-ea"/>
              </a:rPr>
              <a:t>明纹中心位置</a:t>
            </a:r>
            <a:endParaRPr lang="zh-CN" altLang="en-US" sz="2400"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sym typeface="+mn-ea"/>
            </a:endParaRPr>
          </a:p>
        </p:txBody>
      </p:sp>
      <p:sp>
        <p:nvSpPr>
          <p:cNvPr id="14" name="文本框 13"/>
          <p:cNvSpPr txBox="1"/>
          <p:nvPr/>
        </p:nvSpPr>
        <p:spPr>
          <a:xfrm>
            <a:off x="2786561" y="4932603"/>
            <a:ext cx="2558540" cy="430211"/>
          </a:xfrm>
          <a:prstGeom prst="rect">
            <a:avLst/>
          </a:prstGeom>
          <a:noFill/>
        </p:spPr>
        <p:txBody>
          <a:bodyPr wrap="square" rtlCol="0" anchor="t">
            <a:noAutofit/>
          </a:bodyPr>
          <a:lstStyle/>
          <a:p>
            <a:r>
              <a:rPr lang="en-US" altLang="zh-CN" sz="2400" i="1"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 ·········</a:t>
            </a:r>
          </a:p>
        </p:txBody>
      </p:sp>
      <p:sp>
        <p:nvSpPr>
          <p:cNvPr id="15" name="文本框 14"/>
          <p:cNvSpPr txBox="1"/>
          <p:nvPr/>
        </p:nvSpPr>
        <p:spPr>
          <a:xfrm>
            <a:off x="5767249" y="5864148"/>
            <a:ext cx="2558554" cy="430211"/>
          </a:xfrm>
          <a:prstGeom prst="rect">
            <a:avLst/>
          </a:prstGeom>
          <a:noFill/>
        </p:spPr>
        <p:txBody>
          <a:bodyPr wrap="square" rtlCol="0" anchor="t">
            <a:noAutofit/>
          </a:bodyPr>
          <a:lstStyle/>
          <a:p>
            <a:r>
              <a:rPr lang="en-US" altLang="zh-CN" sz="2400" i="1"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par>
                          <p:cTn id="12" fill="hold">
                            <p:stCondLst>
                              <p:cond delay="500"/>
                            </p:stCondLst>
                            <p:childTnLst>
                              <p:par>
                                <p:cTn id="13" presetID="3" presetClass="entr" presetSubtype="1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5612"/>
                                        </p:tgtEl>
                                        <p:attrNameLst>
                                          <p:attrName>style.visibility</p:attrName>
                                        </p:attrNameLst>
                                      </p:cBhvr>
                                      <p:to>
                                        <p:strVal val="visible"/>
                                      </p:to>
                                    </p:set>
                                    <p:animEffect transition="in" filter="blinds(horizontal)">
                                      <p:cBhvr>
                                        <p:cTn id="30" dur="500"/>
                                        <p:tgtEl>
                                          <p:spTgt spid="15612"/>
                                        </p:tgtEl>
                                      </p:cBhvr>
                                    </p:animEffect>
                                  </p:childTnLst>
                                </p:cTn>
                              </p:par>
                              <p:par>
                                <p:cTn id="31" presetID="3" presetClass="entr" presetSubtype="10" fill="hold" nodeType="withEffect">
                                  <p:stCondLst>
                                    <p:cond delay="0"/>
                                  </p:stCondLst>
                                  <p:childTnLst>
                                    <p:set>
                                      <p:cBhvr>
                                        <p:cTn id="32" dur="1" fill="hold">
                                          <p:stCondLst>
                                            <p:cond delay="0"/>
                                          </p:stCondLst>
                                        </p:cTn>
                                        <p:tgtEl>
                                          <p:spTgt spid="15612"/>
                                        </p:tgtEl>
                                        <p:attrNameLst>
                                          <p:attrName>style.visibility</p:attrName>
                                        </p:attrNameLst>
                                      </p:cBhvr>
                                      <p:to>
                                        <p:strVal val="visible"/>
                                      </p:to>
                                    </p:set>
                                    <p:animEffect transition="in" filter="blinds(horizontal)">
                                      <p:cBhvr>
                                        <p:cTn id="33" dur="500"/>
                                        <p:tgtEl>
                                          <p:spTgt spid="1561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5637"/>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5615"/>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5638"/>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5617"/>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13" grpId="0"/>
      <p:bldP spid="13" grpId="1"/>
      <p:bldP spid="14" grpId="0"/>
      <p:bldP spid="14" grpId="1"/>
      <p:bldP spid="15" grpId="0"/>
      <p:bldP spid="15"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p:cNvSpPr>
          <p:nvPr>
            <p:ph type="title"/>
          </p:nvPr>
        </p:nvSpPr>
        <p:spPr>
          <a:xfrm>
            <a:off x="1435100" y="0"/>
            <a:ext cx="6102350" cy="185738"/>
          </a:xfrm>
        </p:spPr>
        <p:txBody>
          <a:bodyPr vert="horz" wrap="square" lIns="91440" tIns="45720" rIns="91440" bIns="45720" anchor="ctr" anchorCtr="0"/>
          <a:lstStyle/>
          <a:p>
            <a:r>
              <a:rPr lang="zh-CN" altLang="en-US" sz="800" dirty="0">
                <a:solidFill>
                  <a:schemeClr val="bg1"/>
                </a:solidFill>
              </a:rPr>
              <a:t>波长因素</a:t>
            </a:r>
          </a:p>
        </p:txBody>
      </p:sp>
      <p:sp>
        <p:nvSpPr>
          <p:cNvPr id="41986" name="Line 39"/>
          <p:cNvSpPr/>
          <p:nvPr/>
        </p:nvSpPr>
        <p:spPr>
          <a:xfrm>
            <a:off x="8042275" y="4246563"/>
            <a:ext cx="0" cy="2027237"/>
          </a:xfrm>
          <a:prstGeom prst="line">
            <a:avLst/>
          </a:prstGeom>
          <a:ln w="76200" cap="flat" cmpd="sng">
            <a:solidFill>
              <a:schemeClr val="bg1"/>
            </a:solidFill>
            <a:prstDash val="solid"/>
            <a:round/>
            <a:headEnd type="none" w="med" len="med"/>
            <a:tailEnd type="none" w="med" len="med"/>
          </a:ln>
        </p:spPr>
      </p:sp>
      <p:sp>
        <p:nvSpPr>
          <p:cNvPr id="41987" name="Line 40"/>
          <p:cNvSpPr/>
          <p:nvPr/>
        </p:nvSpPr>
        <p:spPr>
          <a:xfrm>
            <a:off x="1217613" y="4600575"/>
            <a:ext cx="0" cy="2027238"/>
          </a:xfrm>
          <a:prstGeom prst="line">
            <a:avLst/>
          </a:prstGeom>
          <a:ln w="76200" cap="flat" cmpd="sng">
            <a:solidFill>
              <a:schemeClr val="bg1"/>
            </a:solidFill>
            <a:prstDash val="solid"/>
            <a:round/>
            <a:headEnd type="none" w="med" len="med"/>
            <a:tailEnd type="none" w="med" len="med"/>
          </a:ln>
        </p:spPr>
      </p:sp>
      <p:sp>
        <p:nvSpPr>
          <p:cNvPr id="41988" name="Rectangle 92"/>
          <p:cNvSpPr/>
          <p:nvPr/>
        </p:nvSpPr>
        <p:spPr>
          <a:xfrm>
            <a:off x="0" y="0"/>
            <a:ext cx="9144000" cy="136525"/>
          </a:xfrm>
          <a:prstGeom prst="rect">
            <a:avLst/>
          </a:prstGeom>
          <a:solidFill>
            <a:srgbClr val="B2B2B2"/>
          </a:solidFill>
          <a:ln w="9525" cap="flat" cmpd="sng">
            <a:solidFill>
              <a:srgbClr val="B2B2B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989" name="Rectangle 93"/>
          <p:cNvSpPr/>
          <p:nvPr/>
        </p:nvSpPr>
        <p:spPr>
          <a:xfrm>
            <a:off x="0" y="6705600"/>
            <a:ext cx="9144000" cy="152400"/>
          </a:xfrm>
          <a:prstGeom prst="rect">
            <a:avLst/>
          </a:prstGeom>
          <a:solidFill>
            <a:srgbClr val="B2B2B2"/>
          </a:solidFill>
          <a:ln w="9525" cap="flat" cmpd="sng">
            <a:solidFill>
              <a:srgbClr val="B2B2B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aphicFrame>
        <p:nvGraphicFramePr>
          <p:cNvPr id="338147" name="Object 227"/>
          <p:cNvGraphicFramePr>
            <a:graphicFrameLocks noChangeAspect="1"/>
          </p:cNvGraphicFramePr>
          <p:nvPr/>
        </p:nvGraphicFramePr>
        <p:xfrm>
          <a:off x="1803400" y="1355725"/>
          <a:ext cx="1525588" cy="720725"/>
        </p:xfrm>
        <a:graphic>
          <a:graphicData uri="http://schemas.openxmlformats.org/presentationml/2006/ole">
            <mc:AlternateContent xmlns:mc="http://schemas.openxmlformats.org/markup-compatibility/2006">
              <mc:Choice xmlns:v="urn:schemas-microsoft-com:vml" Requires="v">
                <p:oleObj r:id="rId2" imgW="635000" imgH="393700" progId="Equation.3">
                  <p:embed/>
                </p:oleObj>
              </mc:Choice>
              <mc:Fallback>
                <p:oleObj r:id="rId2" imgW="635000" imgH="393700" progId="Equation.3">
                  <p:embed/>
                  <p:pic>
                    <p:nvPicPr>
                      <p:cNvPr id="0" name="图片 3268"/>
                      <p:cNvPicPr/>
                      <p:nvPr/>
                    </p:nvPicPr>
                    <p:blipFill>
                      <a:blip r:embed="rId3"/>
                      <a:stretch>
                        <a:fillRect/>
                      </a:stretch>
                    </p:blipFill>
                    <p:spPr>
                      <a:xfrm>
                        <a:off x="1803400" y="1355725"/>
                        <a:ext cx="1525588" cy="720725"/>
                      </a:xfrm>
                      <a:prstGeom prst="rect">
                        <a:avLst/>
                      </a:prstGeom>
                      <a:noFill/>
                      <a:ln w="38100">
                        <a:noFill/>
                        <a:miter/>
                      </a:ln>
                    </p:spPr>
                  </p:pic>
                </p:oleObj>
              </mc:Fallback>
            </mc:AlternateContent>
          </a:graphicData>
        </a:graphic>
      </p:graphicFrame>
      <p:graphicFrame>
        <p:nvGraphicFramePr>
          <p:cNvPr id="338148" name="Object 228"/>
          <p:cNvGraphicFramePr>
            <a:graphicFrameLocks noChangeAspect="1"/>
          </p:cNvGraphicFramePr>
          <p:nvPr/>
        </p:nvGraphicFramePr>
        <p:xfrm>
          <a:off x="3489325" y="1301750"/>
          <a:ext cx="1582738" cy="720725"/>
        </p:xfrm>
        <a:graphic>
          <a:graphicData uri="http://schemas.openxmlformats.org/presentationml/2006/ole">
            <mc:AlternateContent xmlns:mc="http://schemas.openxmlformats.org/markup-compatibility/2006">
              <mc:Choice xmlns:v="urn:schemas-microsoft-com:vml" Requires="v">
                <p:oleObj r:id="rId4" imgW="1002665" imgH="393700" progId="Equation.3">
                  <p:embed/>
                </p:oleObj>
              </mc:Choice>
              <mc:Fallback>
                <p:oleObj r:id="rId4" imgW="1002665" imgH="393700" progId="Equation.3">
                  <p:embed/>
                  <p:pic>
                    <p:nvPicPr>
                      <p:cNvPr id="0" name="图片 3264"/>
                      <p:cNvPicPr/>
                      <p:nvPr/>
                    </p:nvPicPr>
                    <p:blipFill>
                      <a:blip r:embed="rId5"/>
                      <a:stretch>
                        <a:fillRect/>
                      </a:stretch>
                    </p:blipFill>
                    <p:spPr>
                      <a:xfrm>
                        <a:off x="3489325" y="1301750"/>
                        <a:ext cx="1582738" cy="720725"/>
                      </a:xfrm>
                      <a:prstGeom prst="rect">
                        <a:avLst/>
                      </a:prstGeom>
                      <a:noFill/>
                      <a:ln w="38100">
                        <a:noFill/>
                        <a:miter/>
                      </a:ln>
                    </p:spPr>
                  </p:pic>
                </p:oleObj>
              </mc:Fallback>
            </mc:AlternateContent>
          </a:graphicData>
        </a:graphic>
      </p:graphicFrame>
      <p:graphicFrame>
        <p:nvGraphicFramePr>
          <p:cNvPr id="338149" name="Object 229"/>
          <p:cNvGraphicFramePr>
            <a:graphicFrameLocks noChangeAspect="1"/>
          </p:cNvGraphicFramePr>
          <p:nvPr/>
        </p:nvGraphicFramePr>
        <p:xfrm>
          <a:off x="1803400" y="2076450"/>
          <a:ext cx="2347913" cy="722313"/>
        </p:xfrm>
        <a:graphic>
          <a:graphicData uri="http://schemas.openxmlformats.org/presentationml/2006/ole">
            <mc:AlternateContent xmlns:mc="http://schemas.openxmlformats.org/markup-compatibility/2006">
              <mc:Choice xmlns:v="urn:schemas-microsoft-com:vml" Requires="v">
                <p:oleObj r:id="rId6" imgW="1205865" imgH="393700" progId="Equation.3">
                  <p:embed/>
                </p:oleObj>
              </mc:Choice>
              <mc:Fallback>
                <p:oleObj r:id="rId6" imgW="1205865" imgH="393700" progId="Equation.3">
                  <p:embed/>
                  <p:pic>
                    <p:nvPicPr>
                      <p:cNvPr id="0" name="图片 3265"/>
                      <p:cNvPicPr/>
                      <p:nvPr/>
                    </p:nvPicPr>
                    <p:blipFill>
                      <a:blip r:embed="rId7"/>
                      <a:stretch>
                        <a:fillRect/>
                      </a:stretch>
                    </p:blipFill>
                    <p:spPr>
                      <a:xfrm>
                        <a:off x="1803400" y="2076450"/>
                        <a:ext cx="2347913" cy="722313"/>
                      </a:xfrm>
                      <a:prstGeom prst="rect">
                        <a:avLst/>
                      </a:prstGeom>
                      <a:noFill/>
                      <a:ln w="38100">
                        <a:noFill/>
                        <a:miter/>
                      </a:ln>
                    </p:spPr>
                  </p:pic>
                </p:oleObj>
              </mc:Fallback>
            </mc:AlternateContent>
          </a:graphicData>
        </a:graphic>
      </p:graphicFrame>
      <p:graphicFrame>
        <p:nvGraphicFramePr>
          <p:cNvPr id="338157" name="Object 237"/>
          <p:cNvGraphicFramePr>
            <a:graphicFrameLocks noChangeAspect="1"/>
          </p:cNvGraphicFramePr>
          <p:nvPr/>
        </p:nvGraphicFramePr>
        <p:xfrm>
          <a:off x="2241550" y="2798763"/>
          <a:ext cx="1087438" cy="722312"/>
        </p:xfrm>
        <a:graphic>
          <a:graphicData uri="http://schemas.openxmlformats.org/presentationml/2006/ole">
            <mc:AlternateContent xmlns:mc="http://schemas.openxmlformats.org/markup-compatibility/2006">
              <mc:Choice xmlns:v="urn:schemas-microsoft-com:vml" Requires="v">
                <p:oleObj r:id="rId8" imgW="558800" imgH="393700" progId="Equation.3">
                  <p:embed/>
                </p:oleObj>
              </mc:Choice>
              <mc:Fallback>
                <p:oleObj r:id="rId8" imgW="558800" imgH="393700" progId="Equation.3">
                  <p:embed/>
                  <p:pic>
                    <p:nvPicPr>
                      <p:cNvPr id="0" name="图片 3269"/>
                      <p:cNvPicPr/>
                      <p:nvPr/>
                    </p:nvPicPr>
                    <p:blipFill>
                      <a:blip r:embed="rId9"/>
                      <a:stretch>
                        <a:fillRect/>
                      </a:stretch>
                    </p:blipFill>
                    <p:spPr>
                      <a:xfrm>
                        <a:off x="2241550" y="2798763"/>
                        <a:ext cx="1087438" cy="722312"/>
                      </a:xfrm>
                      <a:prstGeom prst="rect">
                        <a:avLst/>
                      </a:prstGeom>
                      <a:solidFill>
                        <a:srgbClr val="FFCC00"/>
                      </a:solidFill>
                      <a:ln w="38100">
                        <a:noFill/>
                        <a:miter/>
                      </a:ln>
                    </p:spPr>
                  </p:pic>
                </p:oleObj>
              </mc:Fallback>
            </mc:AlternateContent>
          </a:graphicData>
        </a:graphic>
      </p:graphicFrame>
      <p:graphicFrame>
        <p:nvGraphicFramePr>
          <p:cNvPr id="338162" name="Object 242"/>
          <p:cNvGraphicFramePr>
            <a:graphicFrameLocks noChangeAspect="1"/>
          </p:cNvGraphicFramePr>
          <p:nvPr/>
        </p:nvGraphicFramePr>
        <p:xfrm>
          <a:off x="879475" y="4667250"/>
          <a:ext cx="2274888" cy="722313"/>
        </p:xfrm>
        <a:graphic>
          <a:graphicData uri="http://schemas.openxmlformats.org/presentationml/2006/ole">
            <mc:AlternateContent xmlns:mc="http://schemas.openxmlformats.org/markup-compatibility/2006">
              <mc:Choice xmlns:v="urn:schemas-microsoft-com:vml" Requires="v">
                <p:oleObj r:id="rId10" imgW="1333500" imgH="393700" progId="Equation.3">
                  <p:embed/>
                </p:oleObj>
              </mc:Choice>
              <mc:Fallback>
                <p:oleObj r:id="rId10" imgW="1333500" imgH="393700" progId="Equation.3">
                  <p:embed/>
                  <p:pic>
                    <p:nvPicPr>
                      <p:cNvPr id="0" name="图片 3266"/>
                      <p:cNvPicPr/>
                      <p:nvPr/>
                    </p:nvPicPr>
                    <p:blipFill>
                      <a:blip r:embed="rId11"/>
                      <a:stretch>
                        <a:fillRect/>
                      </a:stretch>
                    </p:blipFill>
                    <p:spPr>
                      <a:xfrm>
                        <a:off x="879475" y="4667250"/>
                        <a:ext cx="2274888" cy="722313"/>
                      </a:xfrm>
                      <a:prstGeom prst="rect">
                        <a:avLst/>
                      </a:prstGeom>
                      <a:noFill/>
                      <a:ln w="38100">
                        <a:noFill/>
                        <a:miter/>
                      </a:ln>
                    </p:spPr>
                  </p:pic>
                </p:oleObj>
              </mc:Fallback>
            </mc:AlternateContent>
          </a:graphicData>
        </a:graphic>
      </p:graphicFrame>
      <p:graphicFrame>
        <p:nvGraphicFramePr>
          <p:cNvPr id="338163" name="Object 243"/>
          <p:cNvGraphicFramePr>
            <a:graphicFrameLocks noChangeAspect="1"/>
          </p:cNvGraphicFramePr>
          <p:nvPr/>
        </p:nvGraphicFramePr>
        <p:xfrm>
          <a:off x="3616325" y="4848225"/>
          <a:ext cx="1127125" cy="420688"/>
        </p:xfrm>
        <a:graphic>
          <a:graphicData uri="http://schemas.openxmlformats.org/presentationml/2006/ole">
            <mc:AlternateContent xmlns:mc="http://schemas.openxmlformats.org/markup-compatibility/2006">
              <mc:Choice xmlns:v="urn:schemas-microsoft-com:vml" Requires="v">
                <p:oleObj r:id="rId12" imgW="660400" imgH="228600" progId="Equation.3">
                  <p:embed/>
                </p:oleObj>
              </mc:Choice>
              <mc:Fallback>
                <p:oleObj r:id="rId12" imgW="660400" imgH="228600" progId="Equation.3">
                  <p:embed/>
                  <p:pic>
                    <p:nvPicPr>
                      <p:cNvPr id="0" name="图片 3267"/>
                      <p:cNvPicPr/>
                      <p:nvPr/>
                    </p:nvPicPr>
                    <p:blipFill>
                      <a:blip r:embed="rId13"/>
                      <a:stretch>
                        <a:fillRect/>
                      </a:stretch>
                    </p:blipFill>
                    <p:spPr>
                      <a:xfrm>
                        <a:off x="3616325" y="4848225"/>
                        <a:ext cx="1127125" cy="420688"/>
                      </a:xfrm>
                      <a:prstGeom prst="rect">
                        <a:avLst/>
                      </a:prstGeom>
                      <a:noFill/>
                      <a:ln w="38100">
                        <a:noFill/>
                        <a:miter/>
                      </a:ln>
                    </p:spPr>
                  </p:pic>
                </p:oleObj>
              </mc:Fallback>
            </mc:AlternateContent>
          </a:graphicData>
        </a:graphic>
      </p:graphicFrame>
      <p:grpSp>
        <p:nvGrpSpPr>
          <p:cNvPr id="41996" name="Group 254"/>
          <p:cNvGrpSpPr/>
          <p:nvPr/>
        </p:nvGrpSpPr>
        <p:grpSpPr>
          <a:xfrm>
            <a:off x="6234113" y="987425"/>
            <a:ext cx="2724150" cy="4251325"/>
            <a:chOff x="3927" y="622"/>
            <a:chExt cx="1716" cy="2678"/>
          </a:xfrm>
        </p:grpSpPr>
        <p:sp>
          <p:nvSpPr>
            <p:cNvPr id="41997" name="Line 223"/>
            <p:cNvSpPr/>
            <p:nvPr/>
          </p:nvSpPr>
          <p:spPr>
            <a:xfrm flipV="1">
              <a:off x="4197" y="1705"/>
              <a:ext cx="779" cy="3"/>
            </a:xfrm>
            <a:prstGeom prst="line">
              <a:avLst/>
            </a:prstGeom>
            <a:ln w="28575" cap="flat" cmpd="sng">
              <a:solidFill>
                <a:srgbClr val="FF3300"/>
              </a:solidFill>
              <a:prstDash val="solid"/>
              <a:round/>
              <a:headEnd type="none" w="med" len="med"/>
              <a:tailEnd type="none" w="med" len="med"/>
            </a:ln>
          </p:spPr>
        </p:sp>
        <p:sp>
          <p:nvSpPr>
            <p:cNvPr id="41998" name="WordArt 105"/>
            <p:cNvSpPr>
              <a:spLocks noTextEdit="1"/>
            </p:cNvSpPr>
            <p:nvPr/>
          </p:nvSpPr>
          <p:spPr>
            <a:xfrm rot="5400000">
              <a:off x="3987" y="2002"/>
              <a:ext cx="361" cy="204"/>
            </a:xfrm>
            <a:prstGeom prst="rect">
              <a:avLst/>
            </a:prstGeom>
          </p:spPr>
          <p:txBody>
            <a:bodyPr vert="eaVert" wrap="none" fromWordArt="1">
              <a:prstTxWarp prst="textPlain">
                <a:avLst>
                  <a:gd name="adj" fmla="val 50000"/>
                </a:avLst>
              </a:prstTxWarp>
              <a:normAutofit/>
            </a:bodyPr>
            <a:lstStyle/>
            <a:p>
              <a:pPr algn="ctr"/>
              <a:r>
                <a:rPr lang="zh-CN" altLang="en-US" sz="3600" b="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rPr>
                <a:t>中央明纹</a:t>
              </a:r>
            </a:p>
          </p:txBody>
        </p:sp>
        <p:sp>
          <p:nvSpPr>
            <p:cNvPr id="41999" name="WordArt 182"/>
            <p:cNvSpPr>
              <a:spLocks noTextEdit="1"/>
            </p:cNvSpPr>
            <p:nvPr/>
          </p:nvSpPr>
          <p:spPr>
            <a:xfrm>
              <a:off x="5383" y="999"/>
              <a:ext cx="252"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+4级</a:t>
              </a:r>
            </a:p>
          </p:txBody>
        </p:sp>
        <p:grpSp>
          <p:nvGrpSpPr>
            <p:cNvPr id="42000" name="Group 209"/>
            <p:cNvGrpSpPr/>
            <p:nvPr/>
          </p:nvGrpSpPr>
          <p:grpSpPr>
            <a:xfrm>
              <a:off x="4285" y="836"/>
              <a:ext cx="900" cy="2464"/>
              <a:chOff x="3947" y="791"/>
              <a:chExt cx="845" cy="1860"/>
            </a:xfrm>
          </p:grpSpPr>
          <p:sp>
            <p:nvSpPr>
              <p:cNvPr id="42001" name="Line 149"/>
              <p:cNvSpPr/>
              <p:nvPr/>
            </p:nvSpPr>
            <p:spPr>
              <a:xfrm flipV="1">
                <a:off x="3947" y="1748"/>
                <a:ext cx="845" cy="4"/>
              </a:xfrm>
              <a:prstGeom prst="line">
                <a:avLst/>
              </a:prstGeom>
              <a:ln w="12700" cap="flat" cmpd="sng">
                <a:solidFill>
                  <a:schemeClr val="tx1"/>
                </a:solidFill>
                <a:prstDash val="dashDot"/>
                <a:round/>
                <a:headEnd type="none" w="med" len="med"/>
                <a:tailEnd type="none" w="med" len="med"/>
              </a:ln>
            </p:spPr>
          </p:sp>
          <p:sp>
            <p:nvSpPr>
              <p:cNvPr id="42002" name="Rectangle 177"/>
              <p:cNvSpPr/>
              <p:nvPr/>
            </p:nvSpPr>
            <p:spPr>
              <a:xfrm rot="5400000">
                <a:off x="3458" y="1487"/>
                <a:ext cx="1828" cy="465"/>
              </a:xfrm>
              <a:prstGeom prst="rect">
                <a:avLst/>
              </a:prstGeom>
              <a:gradFill rotWithShape="0">
                <a:gsLst>
                  <a:gs pos="0">
                    <a:srgbClr val="B9D9B9"/>
                  </a:gs>
                  <a:gs pos="50000">
                    <a:srgbClr val="007400"/>
                  </a:gs>
                  <a:gs pos="100000">
                    <a:srgbClr val="B9D9B9"/>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003" name="Rectangle 178"/>
              <p:cNvSpPr/>
              <p:nvPr/>
            </p:nvSpPr>
            <p:spPr>
              <a:xfrm rot="5400000">
                <a:off x="4189" y="1485"/>
                <a:ext cx="365" cy="463"/>
              </a:xfrm>
              <a:prstGeom prst="rect">
                <a:avLst/>
              </a:prstGeom>
              <a:gradFill rotWithShape="0">
                <a:gsLst>
                  <a:gs pos="0">
                    <a:srgbClr val="000000"/>
                  </a:gs>
                  <a:gs pos="50000">
                    <a:srgbClr val="00CC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004" name="Rectangle 179"/>
              <p:cNvSpPr/>
              <p:nvPr/>
            </p:nvSpPr>
            <p:spPr>
              <a:xfrm rot="5400000">
                <a:off x="4281" y="1207"/>
                <a:ext cx="182" cy="465"/>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005" name="Rectangle 180"/>
              <p:cNvSpPr/>
              <p:nvPr/>
            </p:nvSpPr>
            <p:spPr>
              <a:xfrm rot="5400000">
                <a:off x="4285" y="1763"/>
                <a:ext cx="182" cy="457"/>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006" name="Rectangle 183"/>
              <p:cNvSpPr/>
              <p:nvPr/>
            </p:nvSpPr>
            <p:spPr>
              <a:xfrm rot="5400000">
                <a:off x="4299" y="1957"/>
                <a:ext cx="182" cy="466"/>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007" name="Rectangle 184"/>
              <p:cNvSpPr/>
              <p:nvPr/>
            </p:nvSpPr>
            <p:spPr>
              <a:xfrm rot="5400000">
                <a:off x="4299" y="2140"/>
                <a:ext cx="182" cy="466"/>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008" name="Rectangle 185"/>
              <p:cNvSpPr/>
              <p:nvPr/>
            </p:nvSpPr>
            <p:spPr>
              <a:xfrm rot="5400000">
                <a:off x="4283" y="2304"/>
                <a:ext cx="179" cy="466"/>
              </a:xfrm>
              <a:prstGeom prst="rect">
                <a:avLst/>
              </a:prstGeom>
              <a:gradFill rotWithShape="0">
                <a:gsLst>
                  <a:gs pos="0">
                    <a:srgbClr val="000000"/>
                  </a:gs>
                  <a:gs pos="50000">
                    <a:srgbClr val="0070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009" name="Rectangle 186"/>
              <p:cNvSpPr/>
              <p:nvPr/>
            </p:nvSpPr>
            <p:spPr>
              <a:xfrm rot="5400000">
                <a:off x="4304" y="677"/>
                <a:ext cx="174" cy="466"/>
              </a:xfrm>
              <a:prstGeom prst="rect">
                <a:avLst/>
              </a:prstGeom>
              <a:gradFill rotWithShape="0">
                <a:gsLst>
                  <a:gs pos="0">
                    <a:srgbClr val="000000"/>
                  </a:gs>
                  <a:gs pos="50000">
                    <a:srgbClr val="0070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010" name="Rectangle 187"/>
              <p:cNvSpPr/>
              <p:nvPr/>
            </p:nvSpPr>
            <p:spPr>
              <a:xfrm rot="5400000">
                <a:off x="4300" y="856"/>
                <a:ext cx="182" cy="466"/>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011" name="Rectangle 188"/>
              <p:cNvSpPr/>
              <p:nvPr/>
            </p:nvSpPr>
            <p:spPr>
              <a:xfrm rot="5400000">
                <a:off x="4300" y="1039"/>
                <a:ext cx="182" cy="466"/>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012" name="Rectangle 207"/>
              <p:cNvSpPr/>
              <p:nvPr/>
            </p:nvSpPr>
            <p:spPr>
              <a:xfrm>
                <a:off x="4154" y="791"/>
                <a:ext cx="477" cy="1859"/>
              </a:xfrm>
              <a:prstGeom prst="rect">
                <a:avLst/>
              </a:prstGeom>
              <a:noFill/>
              <a:ln w="28575"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42013" name="Line 210"/>
            <p:cNvSpPr/>
            <p:nvPr/>
          </p:nvSpPr>
          <p:spPr>
            <a:xfrm flipV="1">
              <a:off x="4528" y="1579"/>
              <a:ext cx="779" cy="3"/>
            </a:xfrm>
            <a:prstGeom prst="line">
              <a:avLst/>
            </a:prstGeom>
            <a:ln w="28575" cap="flat" cmpd="sng">
              <a:solidFill>
                <a:schemeClr val="tx1"/>
              </a:solidFill>
              <a:prstDash val="solid"/>
              <a:round/>
              <a:headEnd type="none" w="med" len="med"/>
              <a:tailEnd type="none" w="med" len="med"/>
            </a:ln>
          </p:spPr>
        </p:sp>
        <p:sp>
          <p:nvSpPr>
            <p:cNvPr id="42014" name="Line 211"/>
            <p:cNvSpPr/>
            <p:nvPr/>
          </p:nvSpPr>
          <p:spPr>
            <a:xfrm flipV="1">
              <a:off x="4537" y="1341"/>
              <a:ext cx="779" cy="3"/>
            </a:xfrm>
            <a:prstGeom prst="line">
              <a:avLst/>
            </a:prstGeom>
            <a:ln w="28575" cap="flat" cmpd="sng">
              <a:solidFill>
                <a:schemeClr val="tx1"/>
              </a:solidFill>
              <a:prstDash val="solid"/>
              <a:round/>
              <a:headEnd type="none" w="med" len="med"/>
              <a:tailEnd type="none" w="med" len="med"/>
            </a:ln>
          </p:spPr>
        </p:sp>
        <p:sp>
          <p:nvSpPr>
            <p:cNvPr id="42015" name="Line 212"/>
            <p:cNvSpPr/>
            <p:nvPr/>
          </p:nvSpPr>
          <p:spPr>
            <a:xfrm flipV="1">
              <a:off x="4528" y="1094"/>
              <a:ext cx="779" cy="3"/>
            </a:xfrm>
            <a:prstGeom prst="line">
              <a:avLst/>
            </a:prstGeom>
            <a:ln w="28575" cap="flat" cmpd="sng">
              <a:solidFill>
                <a:schemeClr val="tx1"/>
              </a:solidFill>
              <a:prstDash val="solid"/>
              <a:round/>
              <a:headEnd type="none" w="med" len="med"/>
              <a:tailEnd type="none" w="med" len="med"/>
            </a:ln>
          </p:spPr>
        </p:sp>
        <p:sp>
          <p:nvSpPr>
            <p:cNvPr id="42016" name="Line 213"/>
            <p:cNvSpPr/>
            <p:nvPr/>
          </p:nvSpPr>
          <p:spPr>
            <a:xfrm flipV="1">
              <a:off x="4199" y="2329"/>
              <a:ext cx="1108" cy="22"/>
            </a:xfrm>
            <a:prstGeom prst="line">
              <a:avLst/>
            </a:prstGeom>
            <a:ln w="28575" cap="flat" cmpd="sng">
              <a:solidFill>
                <a:schemeClr val="tx1"/>
              </a:solidFill>
              <a:prstDash val="solid"/>
              <a:round/>
              <a:headEnd type="none" w="med" len="med"/>
              <a:tailEnd type="none" w="med" len="med"/>
            </a:ln>
          </p:spPr>
        </p:sp>
        <p:sp>
          <p:nvSpPr>
            <p:cNvPr id="42017" name="Line 214"/>
            <p:cNvSpPr/>
            <p:nvPr/>
          </p:nvSpPr>
          <p:spPr>
            <a:xfrm flipV="1">
              <a:off x="4564" y="2575"/>
              <a:ext cx="779" cy="3"/>
            </a:xfrm>
            <a:prstGeom prst="line">
              <a:avLst/>
            </a:prstGeom>
            <a:ln w="28575" cap="flat" cmpd="sng">
              <a:solidFill>
                <a:schemeClr val="tx1"/>
              </a:solidFill>
              <a:prstDash val="solid"/>
              <a:round/>
              <a:headEnd type="none" w="med" len="med"/>
              <a:tailEnd type="none" w="med" len="med"/>
            </a:ln>
          </p:spPr>
        </p:sp>
        <p:sp>
          <p:nvSpPr>
            <p:cNvPr id="42018" name="Line 215"/>
            <p:cNvSpPr/>
            <p:nvPr/>
          </p:nvSpPr>
          <p:spPr>
            <a:xfrm flipV="1">
              <a:off x="4547" y="2804"/>
              <a:ext cx="779" cy="3"/>
            </a:xfrm>
            <a:prstGeom prst="line">
              <a:avLst/>
            </a:prstGeom>
            <a:ln w="28575" cap="flat" cmpd="sng">
              <a:solidFill>
                <a:schemeClr val="tx1"/>
              </a:solidFill>
              <a:prstDash val="solid"/>
              <a:round/>
              <a:headEnd type="none" w="med" len="med"/>
              <a:tailEnd type="none" w="med" len="med"/>
            </a:ln>
          </p:spPr>
        </p:sp>
        <p:sp>
          <p:nvSpPr>
            <p:cNvPr id="42019" name="Line 216"/>
            <p:cNvSpPr/>
            <p:nvPr/>
          </p:nvSpPr>
          <p:spPr>
            <a:xfrm flipV="1">
              <a:off x="4537" y="3051"/>
              <a:ext cx="779" cy="3"/>
            </a:xfrm>
            <a:prstGeom prst="line">
              <a:avLst/>
            </a:prstGeom>
            <a:ln w="28575" cap="flat" cmpd="sng">
              <a:solidFill>
                <a:schemeClr val="tx1"/>
              </a:solidFill>
              <a:prstDash val="solid"/>
              <a:round/>
              <a:headEnd type="none" w="med" len="med"/>
              <a:tailEnd type="none" w="med" len="med"/>
            </a:ln>
          </p:spPr>
        </p:sp>
        <p:sp>
          <p:nvSpPr>
            <p:cNvPr id="42020" name="Line 217"/>
            <p:cNvSpPr/>
            <p:nvPr/>
          </p:nvSpPr>
          <p:spPr>
            <a:xfrm flipV="1">
              <a:off x="4152" y="1852"/>
              <a:ext cx="1163" cy="12"/>
            </a:xfrm>
            <a:prstGeom prst="line">
              <a:avLst/>
            </a:prstGeom>
            <a:ln w="28575" cap="flat" cmpd="sng">
              <a:solidFill>
                <a:schemeClr val="tx1"/>
              </a:solidFill>
              <a:prstDash val="solid"/>
              <a:round/>
              <a:headEnd type="none" w="med" len="med"/>
              <a:tailEnd type="none" w="med" len="med"/>
            </a:ln>
          </p:spPr>
        </p:sp>
        <p:sp>
          <p:nvSpPr>
            <p:cNvPr id="42021" name="WordArt 218"/>
            <p:cNvSpPr>
              <a:spLocks noTextEdit="1"/>
            </p:cNvSpPr>
            <p:nvPr/>
          </p:nvSpPr>
          <p:spPr>
            <a:xfrm>
              <a:off x="5364" y="1227"/>
              <a:ext cx="252"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+3级</a:t>
              </a:r>
            </a:p>
          </p:txBody>
        </p:sp>
        <p:sp>
          <p:nvSpPr>
            <p:cNvPr id="42022" name="WordArt 220"/>
            <p:cNvSpPr>
              <a:spLocks noTextEdit="1"/>
            </p:cNvSpPr>
            <p:nvPr/>
          </p:nvSpPr>
          <p:spPr>
            <a:xfrm>
              <a:off x="5372" y="1491"/>
              <a:ext cx="252"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+2级</a:t>
              </a:r>
            </a:p>
          </p:txBody>
        </p:sp>
        <p:sp>
          <p:nvSpPr>
            <p:cNvPr id="42023" name="WordArt 221"/>
            <p:cNvSpPr>
              <a:spLocks noTextEdit="1"/>
            </p:cNvSpPr>
            <p:nvPr/>
          </p:nvSpPr>
          <p:spPr>
            <a:xfrm>
              <a:off x="5363" y="1737"/>
              <a:ext cx="252"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+1级</a:t>
              </a:r>
            </a:p>
          </p:txBody>
        </p:sp>
        <p:sp>
          <p:nvSpPr>
            <p:cNvPr id="42024" name="WordArt 222"/>
            <p:cNvSpPr>
              <a:spLocks noTextEdit="1"/>
            </p:cNvSpPr>
            <p:nvPr/>
          </p:nvSpPr>
          <p:spPr>
            <a:xfrm>
              <a:off x="5100" y="622"/>
              <a:ext cx="533" cy="198"/>
            </a:xfrm>
            <a:prstGeom prst="rect">
              <a:avLst/>
            </a:prstGeom>
          </p:spPr>
          <p:txBody>
            <a:bodyPr wrap="none" fromWordArt="1">
              <a:prstTxWarp prst="textPlain">
                <a:avLst>
                  <a:gd name="adj" fmla="val 50000"/>
                </a:avLst>
              </a:prstTxWarp>
              <a:normAutofit/>
            </a:bodyPr>
            <a:lstStyle/>
            <a:p>
              <a:pPr algn="ctr"/>
              <a:r>
                <a:rPr lang="zh-CN" altLang="en-US" sz="1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暗纹</a:t>
              </a:r>
            </a:p>
          </p:txBody>
        </p:sp>
        <p:sp>
          <p:nvSpPr>
            <p:cNvPr id="42025" name="Line 224"/>
            <p:cNvSpPr/>
            <p:nvPr/>
          </p:nvSpPr>
          <p:spPr>
            <a:xfrm flipV="1">
              <a:off x="4195" y="1475"/>
              <a:ext cx="779" cy="3"/>
            </a:xfrm>
            <a:prstGeom prst="line">
              <a:avLst/>
            </a:prstGeom>
            <a:ln w="28575" cap="flat" cmpd="sng">
              <a:solidFill>
                <a:srgbClr val="FF3300"/>
              </a:solidFill>
              <a:prstDash val="solid"/>
              <a:round/>
              <a:headEnd type="none" w="med" len="med"/>
              <a:tailEnd type="none" w="med" len="med"/>
            </a:ln>
          </p:spPr>
        </p:sp>
        <p:sp>
          <p:nvSpPr>
            <p:cNvPr id="42026" name="Line 225"/>
            <p:cNvSpPr/>
            <p:nvPr/>
          </p:nvSpPr>
          <p:spPr>
            <a:xfrm flipV="1">
              <a:off x="4196" y="1228"/>
              <a:ext cx="779" cy="3"/>
            </a:xfrm>
            <a:prstGeom prst="line">
              <a:avLst/>
            </a:prstGeom>
            <a:ln w="28575" cap="flat" cmpd="sng">
              <a:solidFill>
                <a:srgbClr val="FF3300"/>
              </a:solidFill>
              <a:prstDash val="solid"/>
              <a:round/>
              <a:headEnd type="none" w="med" len="med"/>
              <a:tailEnd type="none" w="med" len="med"/>
            </a:ln>
          </p:spPr>
        </p:sp>
        <p:sp>
          <p:nvSpPr>
            <p:cNvPr id="42027" name="Line 226"/>
            <p:cNvSpPr/>
            <p:nvPr/>
          </p:nvSpPr>
          <p:spPr>
            <a:xfrm flipV="1">
              <a:off x="4195" y="1000"/>
              <a:ext cx="779" cy="3"/>
            </a:xfrm>
            <a:prstGeom prst="line">
              <a:avLst/>
            </a:prstGeom>
            <a:ln w="28575" cap="flat" cmpd="sng">
              <a:solidFill>
                <a:srgbClr val="FF3300"/>
              </a:solidFill>
              <a:prstDash val="solid"/>
              <a:round/>
              <a:headEnd type="none" w="med" len="med"/>
              <a:tailEnd type="none" w="med" len="med"/>
            </a:ln>
          </p:spPr>
        </p:sp>
        <p:sp>
          <p:nvSpPr>
            <p:cNvPr id="42028" name="WordArt 233"/>
            <p:cNvSpPr>
              <a:spLocks noTextEdit="1"/>
            </p:cNvSpPr>
            <p:nvPr/>
          </p:nvSpPr>
          <p:spPr>
            <a:xfrm>
              <a:off x="5389" y="2229"/>
              <a:ext cx="252"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-1级</a:t>
              </a:r>
            </a:p>
          </p:txBody>
        </p:sp>
        <p:sp>
          <p:nvSpPr>
            <p:cNvPr id="42029" name="WordArt 234"/>
            <p:cNvSpPr>
              <a:spLocks noTextEdit="1"/>
            </p:cNvSpPr>
            <p:nvPr/>
          </p:nvSpPr>
          <p:spPr>
            <a:xfrm>
              <a:off x="5380" y="2477"/>
              <a:ext cx="252"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-2级</a:t>
              </a:r>
            </a:p>
          </p:txBody>
        </p:sp>
        <p:sp>
          <p:nvSpPr>
            <p:cNvPr id="42030" name="WordArt 235"/>
            <p:cNvSpPr>
              <a:spLocks noTextEdit="1"/>
            </p:cNvSpPr>
            <p:nvPr/>
          </p:nvSpPr>
          <p:spPr>
            <a:xfrm>
              <a:off x="5391" y="2716"/>
              <a:ext cx="252"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-3级</a:t>
              </a:r>
            </a:p>
          </p:txBody>
        </p:sp>
        <p:sp>
          <p:nvSpPr>
            <p:cNvPr id="42031" name="WordArt 236"/>
            <p:cNvSpPr>
              <a:spLocks noTextEdit="1"/>
            </p:cNvSpPr>
            <p:nvPr/>
          </p:nvSpPr>
          <p:spPr>
            <a:xfrm>
              <a:off x="5381" y="2937"/>
              <a:ext cx="252"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-4级</a:t>
              </a:r>
            </a:p>
          </p:txBody>
        </p:sp>
        <p:sp>
          <p:nvSpPr>
            <p:cNvPr id="42032" name="WordArt 253"/>
            <p:cNvSpPr>
              <a:spLocks noTextEdit="1"/>
            </p:cNvSpPr>
            <p:nvPr/>
          </p:nvSpPr>
          <p:spPr>
            <a:xfrm>
              <a:off x="3927" y="656"/>
              <a:ext cx="533" cy="198"/>
            </a:xfrm>
            <a:prstGeom prst="rect">
              <a:avLst/>
            </a:prstGeom>
          </p:spPr>
          <p:txBody>
            <a:bodyPr wrap="none" fromWordArt="1">
              <a:prstTxWarp prst="textPlain">
                <a:avLst>
                  <a:gd name="adj" fmla="val 50000"/>
                </a:avLst>
              </a:prstTxWarp>
              <a:normAutofit/>
            </a:bodyPr>
            <a:lstStyle/>
            <a:p>
              <a:pPr algn="ctr"/>
              <a:r>
                <a:rPr lang="zh-CN" altLang="en-US" sz="1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明纹</a:t>
              </a:r>
            </a:p>
          </p:txBody>
        </p:sp>
      </p:grpSp>
      <p:sp>
        <p:nvSpPr>
          <p:cNvPr id="4" name="文本框 3"/>
          <p:cNvSpPr txBox="1"/>
          <p:nvPr/>
        </p:nvSpPr>
        <p:spPr>
          <a:xfrm>
            <a:off x="102235" y="334644"/>
            <a:ext cx="2878455" cy="460375"/>
          </a:xfrm>
          <a:prstGeom prst="rect">
            <a:avLst/>
          </a:prstGeom>
          <a:noFill/>
        </p:spPr>
        <p:txBody>
          <a:bodyPr wrap="square" rtlCol="0" anchor="t">
            <a:spAutoFit/>
          </a:bodyPr>
          <a:lstStyle/>
          <a:p>
            <a:r>
              <a:rPr lang="zh-CN" altLang="en-US" sz="2400" noProof="1">
                <a:ln w="9525" cap="flat" cmpd="sng">
                  <a:solidFill>
                    <a:srgbClr val="FF0000"/>
                  </a:solidFill>
                  <a:prstDash val="solid"/>
                  <a:round/>
                  <a:headEnd type="none" w="med" len="med"/>
                  <a:tailEnd type="none" w="med" len="med"/>
                </a:ln>
                <a:solidFill>
                  <a:srgbClr val="FF0000"/>
                </a:solidFill>
                <a:latin typeface="华文中宋" panose="02010600040101010101" charset="-122"/>
                <a:ea typeface="华文中宋" panose="02010600040101010101" charset="-122"/>
                <a:cs typeface="+mn-cs"/>
                <a:sym typeface="+mn-ea"/>
              </a:rPr>
              <a:t>2、明纹线宽度</a:t>
            </a:r>
            <a:endParaRPr lang="zh-CN" altLang="en-US" sz="2400" noProof="1">
              <a:ln w="9525" cap="flat" cmpd="sng">
                <a:solidFill>
                  <a:srgbClr val="FF0000"/>
                </a:solidFill>
                <a:prstDash val="solid"/>
                <a:round/>
                <a:headEnd type="none" w="med" len="med"/>
                <a:tailEnd type="none" w="med" len="med"/>
              </a:ln>
              <a:solidFill>
                <a:srgbClr val="FF0000"/>
              </a:solidFill>
              <a:latin typeface="华文中宋" panose="02010600040101010101" charset="-122"/>
              <a:ea typeface="华文中宋" panose="02010600040101010101" charset="-122"/>
              <a:sym typeface="+mn-ea"/>
            </a:endParaRPr>
          </a:p>
        </p:txBody>
      </p:sp>
      <p:sp>
        <p:nvSpPr>
          <p:cNvPr id="5" name="文本框 4"/>
          <p:cNvSpPr txBox="1"/>
          <p:nvPr/>
        </p:nvSpPr>
        <p:spPr>
          <a:xfrm>
            <a:off x="228600" y="1508760"/>
            <a:ext cx="1515745" cy="460375"/>
          </a:xfrm>
          <a:prstGeom prst="rect">
            <a:avLst/>
          </a:prstGeom>
          <a:noFill/>
        </p:spPr>
        <p:txBody>
          <a:bodyPr wrap="square" rtlCol="0" anchor="t">
            <a:spAutoFit/>
          </a:bodyPr>
          <a:lstStyle/>
          <a:p>
            <a:pPr algn="ctr"/>
            <a:r>
              <a:rPr lang="zh-CN" altLang="en-US" sz="2400" noProof="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cs typeface="+mn-cs"/>
                <a:sym typeface="+mn-ea"/>
              </a:rPr>
              <a:t>暗纹位置</a:t>
            </a:r>
            <a:endParaRPr lang="zh-CN" altLang="en-US" sz="2400" noProof="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sym typeface="+mn-ea"/>
            </a:endParaRPr>
          </a:p>
        </p:txBody>
      </p:sp>
      <p:sp>
        <p:nvSpPr>
          <p:cNvPr id="6" name="文本框 5"/>
          <p:cNvSpPr txBox="1"/>
          <p:nvPr/>
        </p:nvSpPr>
        <p:spPr>
          <a:xfrm>
            <a:off x="499744" y="795019"/>
            <a:ext cx="4572000" cy="460375"/>
          </a:xfrm>
          <a:prstGeom prst="rect">
            <a:avLst/>
          </a:prstGeom>
          <a:noFill/>
        </p:spPr>
        <p:txBody>
          <a:bodyPr wrap="square" rtlCol="0" anchor="t">
            <a:spAutoFit/>
          </a:bodyPr>
          <a:lstStyle/>
          <a:p>
            <a:pPr algn="ctr"/>
            <a:r>
              <a:rPr lang="zh-CN" altLang="en-US" sz="2400" noProof="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cs typeface="+mn-cs"/>
                <a:sym typeface="+mn-ea"/>
              </a:rPr>
              <a:t>相邻两个暗纹中心之间的距离</a:t>
            </a:r>
            <a:endParaRPr lang="zh-CN" altLang="en-US" sz="2400" noProof="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sym typeface="+mn-ea"/>
            </a:endParaRPr>
          </a:p>
        </p:txBody>
      </p:sp>
      <p:sp>
        <p:nvSpPr>
          <p:cNvPr id="7" name="文本框 6"/>
          <p:cNvSpPr txBox="1"/>
          <p:nvPr/>
        </p:nvSpPr>
        <p:spPr>
          <a:xfrm>
            <a:off x="228600" y="3648710"/>
            <a:ext cx="2926066" cy="460375"/>
          </a:xfrm>
          <a:prstGeom prst="rect">
            <a:avLst/>
          </a:prstGeom>
          <a:noFill/>
        </p:spPr>
        <p:txBody>
          <a:bodyPr wrap="square" rtlCol="0" anchor="t">
            <a:spAutoFit/>
          </a:bodyPr>
          <a:lstStyle/>
          <a:p>
            <a:r>
              <a:rPr lang="zh-CN" altLang="en-US" sz="2400" noProof="1">
                <a:ln w="9525" cap="flat" cmpd="sng">
                  <a:solidFill>
                    <a:srgbClr val="FF0000"/>
                  </a:solidFill>
                  <a:prstDash val="solid"/>
                  <a:round/>
                  <a:headEnd type="none" w="med" len="med"/>
                  <a:tailEnd type="none" w="med" len="med"/>
                </a:ln>
                <a:solidFill>
                  <a:srgbClr val="FF0000"/>
                </a:solidFill>
                <a:latin typeface="华文中宋" panose="02010600040101010101" charset="-122"/>
                <a:ea typeface="华文中宋" panose="02010600040101010101" charset="-122"/>
                <a:cs typeface="+mn-cs"/>
                <a:sym typeface="+mn-ea"/>
              </a:rPr>
              <a:t>3、中央明纹宽度</a:t>
            </a:r>
            <a:endParaRPr lang="zh-CN" altLang="en-US" sz="2400" noProof="1">
              <a:ln w="9525" cap="flat" cmpd="sng">
                <a:solidFill>
                  <a:srgbClr val="FF0000"/>
                </a:solidFill>
                <a:prstDash val="solid"/>
                <a:round/>
                <a:headEnd type="none" w="med" len="med"/>
                <a:tailEnd type="none" w="med" len="med"/>
              </a:ln>
              <a:solidFill>
                <a:srgbClr val="FF0000"/>
              </a:solidFill>
              <a:latin typeface="华文中宋" panose="02010600040101010101" charset="-122"/>
              <a:ea typeface="华文中宋" panose="02010600040101010101" charset="-122"/>
              <a:sym typeface="+mn-ea"/>
            </a:endParaRPr>
          </a:p>
        </p:txBody>
      </p:sp>
      <p:sp>
        <p:nvSpPr>
          <p:cNvPr id="8" name="文本框 7"/>
          <p:cNvSpPr txBox="1"/>
          <p:nvPr/>
        </p:nvSpPr>
        <p:spPr>
          <a:xfrm>
            <a:off x="770890" y="4202418"/>
            <a:ext cx="4572000" cy="460375"/>
          </a:xfrm>
          <a:prstGeom prst="rect">
            <a:avLst/>
          </a:prstGeom>
          <a:noFill/>
        </p:spPr>
        <p:txBody>
          <a:bodyPr wrap="square" rtlCol="0" anchor="t">
            <a:spAutoFit/>
          </a:bodyPr>
          <a:lstStyle/>
          <a:p>
            <a:r>
              <a:rPr lang="zh-CN" altLang="en-US" sz="2400" noProof="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cs typeface="+mn-cs"/>
                <a:sym typeface="+mn-ea"/>
              </a:rPr>
              <a:t>两个第一级暗纹中心之间的距离</a:t>
            </a:r>
            <a:endParaRPr lang="zh-CN" altLang="en-US" sz="2400" noProof="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sym typeface="+mn-ea"/>
            </a:endParaRPr>
          </a:p>
        </p:txBody>
      </p:sp>
      <p:sp>
        <p:nvSpPr>
          <p:cNvPr id="9" name="文本框 8"/>
          <p:cNvSpPr txBox="1"/>
          <p:nvPr/>
        </p:nvSpPr>
        <p:spPr>
          <a:xfrm>
            <a:off x="770884" y="5632450"/>
            <a:ext cx="4900935" cy="460375"/>
          </a:xfrm>
          <a:prstGeom prst="rect">
            <a:avLst/>
          </a:prstGeom>
          <a:noFill/>
        </p:spPr>
        <p:txBody>
          <a:bodyPr wrap="square" rtlCol="0" anchor="t">
            <a:spAutoFit/>
          </a:bodyPr>
          <a:lstStyle/>
          <a:p>
            <a:r>
              <a:rPr lang="zh-CN" altLang="en-US" sz="2400" noProof="1">
                <a:ln w="9525" cap="flat" cmpd="sng">
                  <a:solidFill>
                    <a:srgbClr val="FF0000"/>
                  </a:solidFill>
                  <a:prstDash val="solid"/>
                  <a:round/>
                  <a:headEnd type="none" w="med" len="med"/>
                  <a:tailEnd type="none" w="med" len="med"/>
                </a:ln>
                <a:solidFill>
                  <a:srgbClr val="FF0000"/>
                </a:solidFill>
                <a:latin typeface="华文中宋" panose="02010600040101010101" charset="-122"/>
                <a:ea typeface="华文中宋" panose="02010600040101010101" charset="-122"/>
                <a:cs typeface="+mn-cs"/>
                <a:sym typeface="+mn-ea"/>
              </a:rPr>
              <a:t>中央明纹宽度是一般条纹宽度2倍</a:t>
            </a:r>
            <a:endParaRPr lang="zh-CN" altLang="en-US" sz="2400" noProof="1">
              <a:ln w="9525" cap="flat" cmpd="sng">
                <a:solidFill>
                  <a:srgbClr val="FF0000"/>
                </a:solidFill>
                <a:prstDash val="solid"/>
                <a:round/>
                <a:headEnd type="none" w="med" len="med"/>
                <a:tailEnd type="none" w="med" len="med"/>
              </a:ln>
              <a:solidFill>
                <a:srgbClr val="FF0000"/>
              </a:solidFill>
              <a:latin typeface="华文中宋" panose="02010600040101010101" charset="-122"/>
              <a:ea typeface="华文中宋" panose="02010600040101010101"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38147"/>
                                        </p:tgtEl>
                                        <p:attrNameLst>
                                          <p:attrName>style.visibility</p:attrName>
                                        </p:attrNameLst>
                                      </p:cBhvr>
                                      <p:to>
                                        <p:strVal val="visible"/>
                                      </p:to>
                                    </p:set>
                                    <p:animEffect transition="in" filter="blinds(horizontal)">
                                      <p:cBhvr>
                                        <p:cTn id="19" dur="500"/>
                                        <p:tgtEl>
                                          <p:spTgt spid="338147"/>
                                        </p:tgtEl>
                                      </p:cBhvr>
                                    </p:animEffect>
                                  </p:childTnLst>
                                </p:cTn>
                              </p:par>
                              <p:par>
                                <p:cTn id="20" presetID="3" presetClass="entr" presetSubtype="10" fill="hold" nodeType="withEffect">
                                  <p:stCondLst>
                                    <p:cond delay="0"/>
                                  </p:stCondLst>
                                  <p:childTnLst>
                                    <p:set>
                                      <p:cBhvr>
                                        <p:cTn id="21" dur="1" fill="hold">
                                          <p:stCondLst>
                                            <p:cond delay="0"/>
                                          </p:stCondLst>
                                        </p:cTn>
                                        <p:tgtEl>
                                          <p:spTgt spid="338148"/>
                                        </p:tgtEl>
                                        <p:attrNameLst>
                                          <p:attrName>style.visibility</p:attrName>
                                        </p:attrNameLst>
                                      </p:cBhvr>
                                      <p:to>
                                        <p:strVal val="visible"/>
                                      </p:to>
                                    </p:set>
                                    <p:animEffect transition="in" filter="blinds(horizontal)">
                                      <p:cBhvr>
                                        <p:cTn id="22" dur="500"/>
                                        <p:tgtEl>
                                          <p:spTgt spid="33814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38149"/>
                                        </p:tgtEl>
                                        <p:attrNameLst>
                                          <p:attrName>style.visibility</p:attrName>
                                        </p:attrNameLst>
                                      </p:cBhvr>
                                      <p:to>
                                        <p:strVal val="visible"/>
                                      </p:to>
                                    </p:set>
                                    <p:animEffect transition="in" filter="blinds(horizontal)">
                                      <p:cBhvr>
                                        <p:cTn id="27" dur="500"/>
                                        <p:tgtEl>
                                          <p:spTgt spid="33814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38157"/>
                                        </p:tgtEl>
                                        <p:attrNameLst>
                                          <p:attrName>style.visibility</p:attrName>
                                        </p:attrNameLst>
                                      </p:cBhvr>
                                      <p:to>
                                        <p:strVal val="visible"/>
                                      </p:to>
                                    </p:set>
                                    <p:animEffect transition="in" filter="blinds(horizontal)">
                                      <p:cBhvr>
                                        <p:cTn id="32" dur="500"/>
                                        <p:tgtEl>
                                          <p:spTgt spid="33815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3816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338163"/>
                                        </p:tgtEl>
                                        <p:attrNameLst>
                                          <p:attrName>style.visibility</p:attrName>
                                        </p:attrNameLst>
                                      </p:cBhvr>
                                      <p:to>
                                        <p:strVal val="visible"/>
                                      </p:to>
                                    </p:set>
                                    <p:animEffect transition="in" filter="blinds(horizontal)">
                                      <p:cBhvr>
                                        <p:cTn id="49" dur="500"/>
                                        <p:tgtEl>
                                          <p:spTgt spid="338163"/>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P spid="7" grpId="0"/>
      <p:bldP spid="7" grpId="1"/>
      <p:bldP spid="8" grpId="0"/>
      <p:bldP spid="8" grpId="1"/>
      <p:bldP spid="9" grpId="0"/>
      <p:bldP spid="9" grpId="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extBox 47"/>
          <p:cNvSpPr txBox="1"/>
          <p:nvPr/>
        </p:nvSpPr>
        <p:spPr>
          <a:xfrm>
            <a:off x="106363" y="96838"/>
            <a:ext cx="1262062" cy="523875"/>
          </a:xfrm>
          <a:prstGeom prst="rect">
            <a:avLst/>
          </a:prstGeom>
          <a:noFill/>
          <a:ln w="9525">
            <a:noFill/>
          </a:ln>
        </p:spPr>
        <p:txBody>
          <a:bodyPr wrap="none" anchor="t" anchorCtr="0">
            <a:spAutoFit/>
          </a:bodyPr>
          <a:lstStyle/>
          <a:p>
            <a:r>
              <a:rPr lang="zh-CN" altLang="en-US" dirty="0">
                <a:latin typeface="Times New Roman" panose="02020603050405020304" pitchFamily="18" charset="0"/>
                <a:ea typeface="宋体" panose="02010600030101010101" pitchFamily="2" charset="-122"/>
              </a:rPr>
              <a:t>说明：</a:t>
            </a:r>
          </a:p>
        </p:txBody>
      </p:sp>
      <p:sp>
        <p:nvSpPr>
          <p:cNvPr id="49" name="TextBox 48"/>
          <p:cNvSpPr txBox="1"/>
          <p:nvPr/>
        </p:nvSpPr>
        <p:spPr>
          <a:xfrm>
            <a:off x="428625" y="3309938"/>
            <a:ext cx="8032750" cy="1200150"/>
          </a:xfrm>
          <a:prstGeom prst="rect">
            <a:avLst/>
          </a:prstGeom>
          <a:noFill/>
          <a:ln w="9525">
            <a:noFill/>
          </a:ln>
        </p:spPr>
        <p:txBody>
          <a:bodyPr anchor="t" anchorCtr="0">
            <a:spAutoFit/>
          </a:bodyPr>
          <a:lstStyle/>
          <a:p>
            <a:pPr>
              <a:lnSpc>
                <a:spcPct val="150000"/>
              </a:lnSpc>
            </a:pP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、若单缝左右平移，透镜不动，</a:t>
            </a:r>
            <a:r>
              <a:rPr lang="zh-CN" altLang="en-US" sz="2400" b="1" dirty="0">
                <a:solidFill>
                  <a:srgbClr val="FF0000"/>
                </a:solidFill>
                <a:latin typeface="Times New Roman" panose="02020603050405020304" pitchFamily="18" charset="0"/>
                <a:ea typeface="宋体" panose="02010600030101010101" pitchFamily="2" charset="-122"/>
              </a:rPr>
              <a:t>衍射条纹位置、明纹宽度保持不变</a:t>
            </a:r>
            <a:r>
              <a:rPr lang="zh-CN" altLang="en-US"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sp>
        <p:nvSpPr>
          <p:cNvPr id="50" name="TextBox 49"/>
          <p:cNvSpPr txBox="1"/>
          <p:nvPr/>
        </p:nvSpPr>
        <p:spPr>
          <a:xfrm>
            <a:off x="428625" y="4510088"/>
            <a:ext cx="8034338" cy="1130300"/>
          </a:xfrm>
          <a:prstGeom prst="rect">
            <a:avLst/>
          </a:prstGeom>
          <a:noFill/>
          <a:ln w="9525">
            <a:noFill/>
          </a:ln>
        </p:spPr>
        <p:txBody>
          <a:bodyPr anchor="t" anchorCtr="0">
            <a:spAutoFit/>
          </a:bodyPr>
          <a:lstStyle/>
          <a:p>
            <a:pPr>
              <a:lnSpc>
                <a:spcPct val="150000"/>
              </a:lnSpc>
            </a:pP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、若单缝适当上下平移，透镜不动，</a:t>
            </a:r>
            <a:r>
              <a:rPr lang="zh-CN" altLang="en-US" sz="2400" b="1" dirty="0">
                <a:solidFill>
                  <a:srgbClr val="FF0000"/>
                </a:solidFill>
                <a:latin typeface="Times New Roman" panose="02020603050405020304" pitchFamily="18" charset="0"/>
                <a:ea typeface="宋体" panose="02010600030101010101" pitchFamily="2" charset="-122"/>
              </a:rPr>
              <a:t>衍射条纹位置、明纹宽度保持不变</a:t>
            </a:r>
            <a:r>
              <a:rPr lang="zh-CN" altLang="en-US" sz="2400" b="1" dirty="0">
                <a:latin typeface="Times New Roman" panose="02020603050405020304" pitchFamily="18" charset="0"/>
                <a:ea typeface="宋体" panose="02010600030101010101" pitchFamily="2" charset="-122"/>
              </a:rPr>
              <a:t>。</a:t>
            </a:r>
          </a:p>
        </p:txBody>
      </p:sp>
      <p:sp>
        <p:nvSpPr>
          <p:cNvPr id="51" name="TextBox 50"/>
          <p:cNvSpPr txBox="1"/>
          <p:nvPr/>
        </p:nvSpPr>
        <p:spPr>
          <a:xfrm>
            <a:off x="430213" y="5640388"/>
            <a:ext cx="8032750" cy="1130300"/>
          </a:xfrm>
          <a:prstGeom prst="rect">
            <a:avLst/>
          </a:prstGeom>
          <a:noFill/>
          <a:ln w="9525">
            <a:noFill/>
          </a:ln>
        </p:spPr>
        <p:txBody>
          <a:bodyPr anchor="t" anchorCtr="0">
            <a:spAutoFit/>
          </a:bodyPr>
          <a:lstStyle/>
          <a:p>
            <a:pPr>
              <a:lnSpc>
                <a:spcPct val="150000"/>
              </a:lnSpc>
            </a:pP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、若单缝不动，透镜适当向上平移，</a:t>
            </a:r>
            <a:r>
              <a:rPr lang="zh-CN" altLang="en-US" sz="2400" b="1" dirty="0">
                <a:solidFill>
                  <a:srgbClr val="FF0000"/>
                </a:solidFill>
                <a:latin typeface="Times New Roman" panose="02020603050405020304" pitchFamily="18" charset="0"/>
                <a:ea typeface="宋体" panose="02010600030101010101" pitchFamily="2" charset="-122"/>
              </a:rPr>
              <a:t>衍射条纹位置向上平移，明纹宽度保持不变</a:t>
            </a:r>
            <a:r>
              <a:rPr lang="zh-CN" altLang="en-US" sz="2400" b="1" dirty="0">
                <a:latin typeface="Times New Roman" panose="02020603050405020304" pitchFamily="18" charset="0"/>
                <a:ea typeface="宋体" panose="02010600030101010101" pitchFamily="2" charset="-122"/>
              </a:rPr>
              <a:t>。</a:t>
            </a:r>
          </a:p>
        </p:txBody>
      </p:sp>
      <p:grpSp>
        <p:nvGrpSpPr>
          <p:cNvPr id="43013" name="Group 18"/>
          <p:cNvGrpSpPr/>
          <p:nvPr/>
        </p:nvGrpSpPr>
        <p:grpSpPr>
          <a:xfrm>
            <a:off x="2022475" y="247650"/>
            <a:ext cx="5529263" cy="2908300"/>
            <a:chOff x="2464" y="606"/>
            <a:chExt cx="3187" cy="1792"/>
          </a:xfrm>
        </p:grpSpPr>
        <p:sp>
          <p:nvSpPr>
            <p:cNvPr id="43014" name="WordArt 19"/>
            <p:cNvSpPr>
              <a:spLocks noTextEdit="1"/>
            </p:cNvSpPr>
            <p:nvPr/>
          </p:nvSpPr>
          <p:spPr>
            <a:xfrm>
              <a:off x="2484" y="1529"/>
              <a:ext cx="119" cy="129"/>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a</a:t>
              </a:r>
            </a:p>
          </p:txBody>
        </p:sp>
        <p:grpSp>
          <p:nvGrpSpPr>
            <p:cNvPr id="43015" name="Group 20"/>
            <p:cNvGrpSpPr/>
            <p:nvPr/>
          </p:nvGrpSpPr>
          <p:grpSpPr>
            <a:xfrm>
              <a:off x="2838" y="825"/>
              <a:ext cx="58" cy="1530"/>
              <a:chOff x="2798" y="934"/>
              <a:chExt cx="58" cy="1530"/>
            </a:xfrm>
          </p:grpSpPr>
          <p:sp>
            <p:nvSpPr>
              <p:cNvPr id="43016" name="Rectangle 21"/>
              <p:cNvSpPr/>
              <p:nvPr/>
            </p:nvSpPr>
            <p:spPr>
              <a:xfrm>
                <a:off x="2798" y="934"/>
                <a:ext cx="54" cy="724"/>
              </a:xfrm>
              <a:prstGeom prst="rect">
                <a:avLst/>
              </a:prstGeom>
              <a:solidFill>
                <a:schemeClr val="tx2"/>
              </a:solid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3017" name="Rectangle 22"/>
              <p:cNvSpPr/>
              <p:nvPr/>
            </p:nvSpPr>
            <p:spPr>
              <a:xfrm>
                <a:off x="2802" y="1738"/>
                <a:ext cx="54" cy="726"/>
              </a:xfrm>
              <a:prstGeom prst="rect">
                <a:avLst/>
              </a:prstGeom>
              <a:solidFill>
                <a:schemeClr val="tx2"/>
              </a:solid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43018" name="Line 23"/>
            <p:cNvSpPr/>
            <p:nvPr/>
          </p:nvSpPr>
          <p:spPr>
            <a:xfrm>
              <a:off x="2687" y="1549"/>
              <a:ext cx="182" cy="0"/>
            </a:xfrm>
            <a:prstGeom prst="line">
              <a:avLst/>
            </a:prstGeom>
            <a:ln w="9525" cap="flat" cmpd="sng">
              <a:solidFill>
                <a:schemeClr val="tx1"/>
              </a:solidFill>
              <a:prstDash val="solid"/>
              <a:round/>
              <a:headEnd type="none" w="med" len="med"/>
              <a:tailEnd type="none" w="med" len="med"/>
            </a:ln>
          </p:spPr>
        </p:sp>
        <p:sp>
          <p:nvSpPr>
            <p:cNvPr id="43019" name="Line 24"/>
            <p:cNvSpPr/>
            <p:nvPr/>
          </p:nvSpPr>
          <p:spPr>
            <a:xfrm>
              <a:off x="2693" y="1625"/>
              <a:ext cx="182" cy="0"/>
            </a:xfrm>
            <a:prstGeom prst="line">
              <a:avLst/>
            </a:prstGeom>
            <a:ln w="9525" cap="flat" cmpd="sng">
              <a:solidFill>
                <a:schemeClr val="tx1"/>
              </a:solidFill>
              <a:prstDash val="solid"/>
              <a:round/>
              <a:headEnd type="none" w="med" len="med"/>
              <a:tailEnd type="none" w="med" len="med"/>
            </a:ln>
          </p:spPr>
        </p:sp>
        <p:sp>
          <p:nvSpPr>
            <p:cNvPr id="43020" name="Line 25"/>
            <p:cNvSpPr/>
            <p:nvPr/>
          </p:nvSpPr>
          <p:spPr>
            <a:xfrm>
              <a:off x="2707" y="1433"/>
              <a:ext cx="0" cy="122"/>
            </a:xfrm>
            <a:prstGeom prst="line">
              <a:avLst/>
            </a:prstGeom>
            <a:ln w="28575" cap="flat" cmpd="sng">
              <a:solidFill>
                <a:schemeClr val="tx1"/>
              </a:solidFill>
              <a:prstDash val="solid"/>
              <a:round/>
              <a:headEnd type="none" w="med" len="med"/>
              <a:tailEnd type="triangle" w="sm" len="med"/>
            </a:ln>
          </p:spPr>
        </p:sp>
        <p:sp>
          <p:nvSpPr>
            <p:cNvPr id="43021" name="Line 26"/>
            <p:cNvSpPr/>
            <p:nvPr/>
          </p:nvSpPr>
          <p:spPr>
            <a:xfrm flipV="1">
              <a:off x="2707" y="1614"/>
              <a:ext cx="0" cy="122"/>
            </a:xfrm>
            <a:prstGeom prst="line">
              <a:avLst/>
            </a:prstGeom>
            <a:ln w="28575" cap="flat" cmpd="sng">
              <a:solidFill>
                <a:schemeClr val="tx1"/>
              </a:solidFill>
              <a:prstDash val="solid"/>
              <a:round/>
              <a:headEnd type="none" w="med" len="med"/>
              <a:tailEnd type="triangle" w="sm" len="med"/>
            </a:ln>
          </p:spPr>
        </p:sp>
        <p:sp>
          <p:nvSpPr>
            <p:cNvPr id="43022" name="Line 27"/>
            <p:cNvSpPr/>
            <p:nvPr/>
          </p:nvSpPr>
          <p:spPr>
            <a:xfrm flipV="1">
              <a:off x="2512" y="1565"/>
              <a:ext cx="2354" cy="26"/>
            </a:xfrm>
            <a:prstGeom prst="line">
              <a:avLst/>
            </a:prstGeom>
            <a:ln w="12700" cap="flat" cmpd="sng">
              <a:solidFill>
                <a:schemeClr val="tx1"/>
              </a:solidFill>
              <a:prstDash val="dashDot"/>
              <a:round/>
              <a:headEnd type="none" w="med" len="med"/>
              <a:tailEnd type="none" w="med" len="med"/>
            </a:ln>
          </p:spPr>
        </p:sp>
        <p:sp>
          <p:nvSpPr>
            <p:cNvPr id="43023" name="Line 28"/>
            <p:cNvSpPr/>
            <p:nvPr/>
          </p:nvSpPr>
          <p:spPr>
            <a:xfrm flipV="1">
              <a:off x="3209" y="1327"/>
              <a:ext cx="1721" cy="194"/>
            </a:xfrm>
            <a:prstGeom prst="line">
              <a:avLst/>
            </a:prstGeom>
            <a:ln w="19050" cap="flat" cmpd="sng">
              <a:solidFill>
                <a:schemeClr val="tx1"/>
              </a:solidFill>
              <a:prstDash val="solid"/>
              <a:round/>
              <a:headEnd type="none" w="med" len="med"/>
              <a:tailEnd type="none" w="med" len="med"/>
            </a:ln>
          </p:spPr>
        </p:sp>
        <p:grpSp>
          <p:nvGrpSpPr>
            <p:cNvPr id="43024" name="Group 29"/>
            <p:cNvGrpSpPr/>
            <p:nvPr/>
          </p:nvGrpSpPr>
          <p:grpSpPr>
            <a:xfrm>
              <a:off x="2464" y="606"/>
              <a:ext cx="3187" cy="1792"/>
              <a:chOff x="2424" y="715"/>
              <a:chExt cx="3187" cy="1792"/>
            </a:xfrm>
          </p:grpSpPr>
          <p:sp>
            <p:nvSpPr>
              <p:cNvPr id="43025" name="WordArt 30"/>
              <p:cNvSpPr>
                <a:spLocks noTextEdit="1"/>
              </p:cNvSpPr>
              <p:nvPr/>
            </p:nvSpPr>
            <p:spPr>
              <a:xfrm>
                <a:off x="2443" y="1150"/>
                <a:ext cx="208" cy="156"/>
              </a:xfrm>
              <a:prstGeom prst="rect">
                <a:avLst/>
              </a:prstGeom>
            </p:spPr>
            <p:txBody>
              <a:bodyPr wrap="none" fromWordArt="1">
                <a:prstTxWarp prst="textPlain">
                  <a:avLst>
                    <a:gd name="adj" fmla="val 58208"/>
                  </a:avLst>
                </a:prstTxWarp>
                <a:normAutofit/>
              </a:bodyPr>
              <a:lstStyle/>
              <a:p>
                <a:pPr algn="ctr"/>
                <a:r>
                  <a:rPr lang="zh-CN" altLang="en-US" sz="3600" b="1" i="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rPr>
                  <a:t>l</a:t>
                </a:r>
              </a:p>
            </p:txBody>
          </p:sp>
          <p:sp>
            <p:nvSpPr>
              <p:cNvPr id="43026" name="Line 31"/>
              <p:cNvSpPr/>
              <p:nvPr/>
            </p:nvSpPr>
            <p:spPr>
              <a:xfrm>
                <a:off x="2444" y="1483"/>
                <a:ext cx="304" cy="0"/>
              </a:xfrm>
              <a:prstGeom prst="line">
                <a:avLst/>
              </a:prstGeom>
              <a:ln w="38100" cap="flat" cmpd="sng">
                <a:solidFill>
                  <a:srgbClr val="00CC00"/>
                </a:solidFill>
                <a:prstDash val="solid"/>
                <a:round/>
                <a:headEnd type="none" w="med" len="med"/>
                <a:tailEnd type="triangle" w="sm" len="lg"/>
              </a:ln>
            </p:spPr>
          </p:sp>
          <p:sp>
            <p:nvSpPr>
              <p:cNvPr id="43027" name="Line 32"/>
              <p:cNvSpPr/>
              <p:nvPr/>
            </p:nvSpPr>
            <p:spPr>
              <a:xfrm>
                <a:off x="2424" y="1030"/>
                <a:ext cx="303" cy="0"/>
              </a:xfrm>
              <a:prstGeom prst="line">
                <a:avLst/>
              </a:prstGeom>
              <a:ln w="38100" cap="flat" cmpd="sng">
                <a:solidFill>
                  <a:srgbClr val="00CC00"/>
                </a:solidFill>
                <a:prstDash val="solid"/>
                <a:round/>
                <a:headEnd type="none" w="med" len="med"/>
                <a:tailEnd type="triangle" w="sm" len="lg"/>
              </a:ln>
            </p:spPr>
          </p:sp>
          <p:sp>
            <p:nvSpPr>
              <p:cNvPr id="43028" name="Line 33"/>
              <p:cNvSpPr/>
              <p:nvPr/>
            </p:nvSpPr>
            <p:spPr>
              <a:xfrm>
                <a:off x="2444" y="2319"/>
                <a:ext cx="304" cy="0"/>
              </a:xfrm>
              <a:prstGeom prst="line">
                <a:avLst/>
              </a:prstGeom>
              <a:ln w="38100" cap="flat" cmpd="sng">
                <a:solidFill>
                  <a:srgbClr val="00CC00"/>
                </a:solidFill>
                <a:prstDash val="solid"/>
                <a:round/>
                <a:headEnd type="none" w="med" len="med"/>
                <a:tailEnd type="triangle" w="sm" len="lg"/>
              </a:ln>
            </p:spPr>
          </p:sp>
          <p:sp>
            <p:nvSpPr>
              <p:cNvPr id="43029" name="Line 34"/>
              <p:cNvSpPr/>
              <p:nvPr/>
            </p:nvSpPr>
            <p:spPr>
              <a:xfrm>
                <a:off x="2437" y="1903"/>
                <a:ext cx="304" cy="0"/>
              </a:xfrm>
              <a:prstGeom prst="line">
                <a:avLst/>
              </a:prstGeom>
              <a:ln w="38100" cap="flat" cmpd="sng">
                <a:solidFill>
                  <a:srgbClr val="00CC00"/>
                </a:solidFill>
                <a:prstDash val="solid"/>
                <a:round/>
                <a:headEnd type="none" w="med" len="med"/>
                <a:tailEnd type="triangle" w="sm" len="lg"/>
              </a:ln>
            </p:spPr>
          </p:sp>
          <p:grpSp>
            <p:nvGrpSpPr>
              <p:cNvPr id="43030" name="Group 35"/>
              <p:cNvGrpSpPr/>
              <p:nvPr/>
            </p:nvGrpSpPr>
            <p:grpSpPr>
              <a:xfrm>
                <a:off x="2807" y="715"/>
                <a:ext cx="2804" cy="1792"/>
                <a:chOff x="2807" y="715"/>
                <a:chExt cx="2804" cy="1792"/>
              </a:xfrm>
            </p:grpSpPr>
            <p:sp>
              <p:nvSpPr>
                <p:cNvPr id="43031" name="Line 36"/>
                <p:cNvSpPr/>
                <p:nvPr/>
              </p:nvSpPr>
              <p:spPr>
                <a:xfrm flipV="1">
                  <a:off x="4723" y="1672"/>
                  <a:ext cx="670" cy="4"/>
                </a:xfrm>
                <a:prstGeom prst="line">
                  <a:avLst/>
                </a:prstGeom>
                <a:ln w="12700" cap="flat" cmpd="sng">
                  <a:solidFill>
                    <a:schemeClr val="tx1"/>
                  </a:solidFill>
                  <a:prstDash val="dashDot"/>
                  <a:round/>
                  <a:headEnd type="none" w="med" len="med"/>
                  <a:tailEnd type="none" w="med" len="med"/>
                </a:ln>
              </p:spPr>
            </p:sp>
            <p:grpSp>
              <p:nvGrpSpPr>
                <p:cNvPr id="43032" name="Group 37"/>
                <p:cNvGrpSpPr/>
                <p:nvPr/>
              </p:nvGrpSpPr>
              <p:grpSpPr>
                <a:xfrm>
                  <a:off x="3036" y="1174"/>
                  <a:ext cx="160" cy="1037"/>
                  <a:chOff x="1308" y="1048"/>
                  <a:chExt cx="323" cy="2272"/>
                </a:xfrm>
              </p:grpSpPr>
              <p:sp>
                <p:nvSpPr>
                  <p:cNvPr id="43033" name="Arc 38"/>
                  <p:cNvSpPr/>
                  <p:nvPr/>
                </p:nvSpPr>
                <p:spPr>
                  <a:xfrm rot="5386920">
                    <a:off x="398" y="2073"/>
                    <a:ext cx="2258" cy="179"/>
                  </a:xfrm>
                  <a:custGeom>
                    <a:avLst/>
                    <a:gdLst/>
                    <a:ahLst/>
                    <a:cxnLst>
                      <a:cxn ang="0">
                        <a:pos x="0" y="0"/>
                      </a:cxn>
                      <a:cxn ang="0">
                        <a:pos x="0" y="0"/>
                      </a:cxn>
                      <a:cxn ang="0">
                        <a:pos x="0" y="0"/>
                      </a:cxn>
                    </a:cxnLst>
                    <a:rect l="0" t="0" r="0" b="0"/>
                    <a:pathLst>
                      <a:path w="40634" h="21600" fill="none">
                        <a:moveTo>
                          <a:pt x="-1" y="14300"/>
                        </a:moveTo>
                        <a:cubicBezTo>
                          <a:pt x="3079" y="5721"/>
                          <a:pt x="11213" y="-1"/>
                          <a:pt x="20329" y="0"/>
                        </a:cubicBezTo>
                        <a:cubicBezTo>
                          <a:pt x="29418" y="0"/>
                          <a:pt x="37534" y="5689"/>
                          <a:pt x="40634" y="14233"/>
                        </a:cubicBezTo>
                      </a:path>
                      <a:path w="40634" h="21600" stroke="0">
                        <a:moveTo>
                          <a:pt x="-1" y="14300"/>
                        </a:moveTo>
                        <a:cubicBezTo>
                          <a:pt x="3079" y="5721"/>
                          <a:pt x="11213" y="-1"/>
                          <a:pt x="20329" y="0"/>
                        </a:cubicBezTo>
                        <a:cubicBezTo>
                          <a:pt x="29418" y="0"/>
                          <a:pt x="37534" y="5689"/>
                          <a:pt x="40634" y="14233"/>
                        </a:cubicBezTo>
                        <a:lnTo>
                          <a:pt x="20329" y="21600"/>
                        </a:lnTo>
                        <a:lnTo>
                          <a:pt x="-1" y="14300"/>
                        </a:lnTo>
                        <a:close/>
                      </a:path>
                    </a:pathLst>
                  </a:custGeom>
                  <a:gradFill rotWithShape="0">
                    <a:gsLst>
                      <a:gs pos="0">
                        <a:srgbClr val="66FFFF"/>
                      </a:gs>
                      <a:gs pos="100000">
                        <a:srgbClr val="44AAAA"/>
                      </a:gs>
                    </a:gsLst>
                    <a:lin ang="5400000" scaled="1"/>
                    <a:tileRect/>
                  </a:gradFill>
                  <a:ln w="28575" cap="flat" cmpd="sng">
                    <a:solidFill>
                      <a:srgbClr val="336699"/>
                    </a:solidFill>
                    <a:prstDash val="solid"/>
                    <a:round/>
                    <a:headEnd type="none" w="med" len="med"/>
                    <a:tailEnd type="none" w="med" len="med"/>
                  </a:ln>
                </p:spPr>
                <p:txBody>
                  <a:bodyPr/>
                  <a:lstStyle/>
                  <a:p>
                    <a:endParaRPr lang="zh-CN" altLang="en-US"/>
                  </a:p>
                </p:txBody>
              </p:sp>
              <p:sp>
                <p:nvSpPr>
                  <p:cNvPr id="43034" name="Arc 39"/>
                  <p:cNvSpPr/>
                  <p:nvPr/>
                </p:nvSpPr>
                <p:spPr>
                  <a:xfrm rot="5386920" flipV="1">
                    <a:off x="251" y="2094"/>
                    <a:ext cx="2247" cy="161"/>
                  </a:xfrm>
                  <a:custGeom>
                    <a:avLst/>
                    <a:gdLst/>
                    <a:ahLst/>
                    <a:cxnLst>
                      <a:cxn ang="0">
                        <a:pos x="0" y="0"/>
                      </a:cxn>
                      <a:cxn ang="0">
                        <a:pos x="0" y="0"/>
                      </a:cxn>
                      <a:cxn ang="0">
                        <a:pos x="0" y="0"/>
                      </a:cxn>
                    </a:cxnLst>
                    <a:rect l="0" t="0" r="0" b="0"/>
                    <a:pathLst>
                      <a:path w="40187" h="21600" fill="none">
                        <a:moveTo>
                          <a:pt x="-1" y="13158"/>
                        </a:moveTo>
                        <a:cubicBezTo>
                          <a:pt x="3386" y="5180"/>
                          <a:pt x="11214" y="-1"/>
                          <a:pt x="19882" y="0"/>
                        </a:cubicBezTo>
                        <a:cubicBezTo>
                          <a:pt x="28971" y="0"/>
                          <a:pt x="37087" y="5689"/>
                          <a:pt x="40187" y="14233"/>
                        </a:cubicBezTo>
                      </a:path>
                      <a:path w="40187" h="21600" stroke="0">
                        <a:moveTo>
                          <a:pt x="-1" y="13158"/>
                        </a:moveTo>
                        <a:cubicBezTo>
                          <a:pt x="3386" y="5180"/>
                          <a:pt x="11214" y="-1"/>
                          <a:pt x="19882" y="0"/>
                        </a:cubicBezTo>
                        <a:cubicBezTo>
                          <a:pt x="28971" y="0"/>
                          <a:pt x="37087" y="5689"/>
                          <a:pt x="40187" y="14233"/>
                        </a:cubicBezTo>
                        <a:lnTo>
                          <a:pt x="19882" y="21600"/>
                        </a:lnTo>
                        <a:lnTo>
                          <a:pt x="-1" y="13158"/>
                        </a:lnTo>
                        <a:close/>
                      </a:path>
                    </a:pathLst>
                  </a:custGeom>
                  <a:gradFill rotWithShape="0">
                    <a:gsLst>
                      <a:gs pos="0">
                        <a:srgbClr val="66FFFF"/>
                      </a:gs>
                      <a:gs pos="100000">
                        <a:srgbClr val="47B2B2"/>
                      </a:gs>
                    </a:gsLst>
                    <a:lin ang="5400000" scaled="1"/>
                    <a:tileRect/>
                  </a:gradFill>
                  <a:ln w="28575" cap="flat" cmpd="sng">
                    <a:solidFill>
                      <a:srgbClr val="336699"/>
                    </a:solidFill>
                    <a:prstDash val="solid"/>
                    <a:round/>
                    <a:headEnd type="none" w="med" len="med"/>
                    <a:tailEnd type="none" w="med" len="med"/>
                  </a:ln>
                </p:spPr>
                <p:txBody>
                  <a:bodyPr/>
                  <a:lstStyle/>
                  <a:p>
                    <a:endParaRPr lang="zh-CN" altLang="en-US"/>
                  </a:p>
                </p:txBody>
              </p:sp>
              <p:sp>
                <p:nvSpPr>
                  <p:cNvPr id="43035" name="Rectangle 40"/>
                  <p:cNvSpPr/>
                  <p:nvPr/>
                </p:nvSpPr>
                <p:spPr>
                  <a:xfrm rot="5386920">
                    <a:off x="320" y="2122"/>
                    <a:ext cx="2267" cy="99"/>
                  </a:xfrm>
                  <a:prstGeom prst="rect">
                    <a:avLst/>
                  </a:prstGeom>
                  <a:gradFill rotWithShape="0">
                    <a:gsLst>
                      <a:gs pos="0">
                        <a:srgbClr val="52CCCC"/>
                      </a:gs>
                      <a:gs pos="50000">
                        <a:srgbClr val="66FFFF"/>
                      </a:gs>
                      <a:gs pos="100000">
                        <a:srgbClr val="52CCCC"/>
                      </a:gs>
                    </a:gsLst>
                    <a:lin ang="5400000" scaled="1"/>
                    <a:tileRect/>
                  </a:gradFill>
                  <a:ln w="28575"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3036" name="Line 41"/>
                  <p:cNvSpPr/>
                  <p:nvPr/>
                </p:nvSpPr>
                <p:spPr>
                  <a:xfrm rot="68555">
                    <a:off x="1416" y="1059"/>
                    <a:ext cx="108" cy="2"/>
                  </a:xfrm>
                  <a:prstGeom prst="line">
                    <a:avLst/>
                  </a:prstGeom>
                  <a:ln w="28575" cap="flat" cmpd="sng">
                    <a:solidFill>
                      <a:srgbClr val="336699"/>
                    </a:solidFill>
                    <a:prstDash val="solid"/>
                    <a:round/>
                    <a:headEnd type="none" w="med" len="med"/>
                    <a:tailEnd type="none" w="med" len="med"/>
                  </a:ln>
                </p:spPr>
              </p:sp>
              <p:sp>
                <p:nvSpPr>
                  <p:cNvPr id="43037" name="Line 42"/>
                  <p:cNvSpPr/>
                  <p:nvPr/>
                </p:nvSpPr>
                <p:spPr>
                  <a:xfrm rot="68555" flipV="1">
                    <a:off x="1406" y="3317"/>
                    <a:ext cx="108" cy="3"/>
                  </a:xfrm>
                  <a:prstGeom prst="line">
                    <a:avLst/>
                  </a:prstGeom>
                  <a:ln w="28575" cap="flat" cmpd="sng">
                    <a:solidFill>
                      <a:srgbClr val="336699"/>
                    </a:solidFill>
                    <a:prstDash val="solid"/>
                    <a:round/>
                    <a:headEnd type="none" w="med" len="med"/>
                    <a:tailEnd type="none" w="med" len="med"/>
                  </a:ln>
                </p:spPr>
              </p:sp>
            </p:grpSp>
            <p:sp>
              <p:nvSpPr>
                <p:cNvPr id="43038" name="Line 43"/>
                <p:cNvSpPr/>
                <p:nvPr/>
              </p:nvSpPr>
              <p:spPr>
                <a:xfrm>
                  <a:off x="3118" y="2265"/>
                  <a:ext cx="0" cy="198"/>
                </a:xfrm>
                <a:prstGeom prst="line">
                  <a:avLst/>
                </a:prstGeom>
                <a:ln w="28575" cap="flat" cmpd="sng">
                  <a:solidFill>
                    <a:schemeClr val="tx1"/>
                  </a:solidFill>
                  <a:prstDash val="solid"/>
                  <a:round/>
                  <a:headEnd type="none" w="med" len="med"/>
                  <a:tailEnd type="none" w="med" len="med"/>
                </a:ln>
              </p:spPr>
            </p:sp>
            <p:sp>
              <p:nvSpPr>
                <p:cNvPr id="43039" name="Line 44"/>
                <p:cNvSpPr/>
                <p:nvPr/>
              </p:nvSpPr>
              <p:spPr>
                <a:xfrm flipH="1">
                  <a:off x="3165" y="2324"/>
                  <a:ext cx="660" cy="10"/>
                </a:xfrm>
                <a:prstGeom prst="line">
                  <a:avLst/>
                </a:prstGeom>
                <a:ln w="38100" cap="flat" cmpd="sng">
                  <a:solidFill>
                    <a:schemeClr val="tx1"/>
                  </a:solidFill>
                  <a:prstDash val="solid"/>
                  <a:round/>
                  <a:headEnd type="none" w="med" len="med"/>
                  <a:tailEnd type="triangle" w="sm" len="lg"/>
                </a:ln>
              </p:spPr>
            </p:sp>
            <p:sp>
              <p:nvSpPr>
                <p:cNvPr id="43040" name="Line 45"/>
                <p:cNvSpPr/>
                <p:nvPr/>
              </p:nvSpPr>
              <p:spPr>
                <a:xfrm flipV="1">
                  <a:off x="4908" y="1248"/>
                  <a:ext cx="385" cy="5"/>
                </a:xfrm>
                <a:prstGeom prst="line">
                  <a:avLst/>
                </a:prstGeom>
                <a:ln w="28575" cap="flat" cmpd="sng">
                  <a:solidFill>
                    <a:schemeClr val="tx1"/>
                  </a:solidFill>
                  <a:prstDash val="solid"/>
                  <a:round/>
                  <a:headEnd type="none" w="med" len="med"/>
                  <a:tailEnd type="none" w="med" len="med"/>
                </a:ln>
              </p:spPr>
            </p:sp>
            <p:sp>
              <p:nvSpPr>
                <p:cNvPr id="43041" name="WordArt 46"/>
                <p:cNvSpPr>
                  <a:spLocks noTextEdit="1"/>
                </p:cNvSpPr>
                <p:nvPr/>
              </p:nvSpPr>
              <p:spPr>
                <a:xfrm>
                  <a:off x="3966" y="2206"/>
                  <a:ext cx="269" cy="264"/>
                </a:xfrm>
                <a:prstGeom prst="rect">
                  <a:avLst/>
                </a:prstGeom>
              </p:spPr>
              <p:txBody>
                <a:bodyPr wrap="none" fromWordArt="1">
                  <a:prstTxWarp prst="textPlain">
                    <a:avLst>
                      <a:gd name="adj" fmla="val 58954"/>
                    </a:avLst>
                  </a:prstTxWarp>
                  <a:normAutofit/>
                </a:bodyPr>
                <a:lstStyle/>
                <a:p>
                  <a:pPr algn="ctr"/>
                  <a:r>
                    <a:rPr lang="zh-CN" altLang="en-US" sz="3600" b="1"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f</a:t>
                  </a:r>
                </a:p>
              </p:txBody>
            </p:sp>
            <p:sp>
              <p:nvSpPr>
                <p:cNvPr id="43042" name="WordArt 47"/>
                <p:cNvSpPr>
                  <a:spLocks noTextEdit="1"/>
                </p:cNvSpPr>
                <p:nvPr/>
              </p:nvSpPr>
              <p:spPr>
                <a:xfrm>
                  <a:off x="4169" y="1534"/>
                  <a:ext cx="112" cy="129"/>
                </a:xfrm>
                <a:prstGeom prst="rect">
                  <a:avLst/>
                </a:prstGeom>
              </p:spPr>
              <p:txBody>
                <a:bodyPr wrap="none" fromWordArt="1">
                  <a:prstTxWarp prst="textPlain">
                    <a:avLst>
                      <a:gd name="adj" fmla="val 57694"/>
                    </a:avLst>
                  </a:prstTxWarp>
                  <a:normAutofit/>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Symbol" panose="05050102010706020507" charset="0"/>
                      <a:ea typeface="Symbol" panose="05050102010706020507" charset="0"/>
                    </a:rPr>
                    <a:t>q</a:t>
                  </a:r>
                </a:p>
              </p:txBody>
            </p:sp>
            <p:sp>
              <p:nvSpPr>
                <p:cNvPr id="43043" name="Line 48"/>
                <p:cNvSpPr/>
                <p:nvPr/>
              </p:nvSpPr>
              <p:spPr>
                <a:xfrm flipV="1">
                  <a:off x="4908" y="1397"/>
                  <a:ext cx="385" cy="5"/>
                </a:xfrm>
                <a:prstGeom prst="line">
                  <a:avLst/>
                </a:prstGeom>
                <a:ln w="28575" cap="flat" cmpd="sng">
                  <a:solidFill>
                    <a:schemeClr val="tx1"/>
                  </a:solidFill>
                  <a:prstDash val="solid"/>
                  <a:round/>
                  <a:headEnd type="none" w="med" len="med"/>
                  <a:tailEnd type="none" w="med" len="med"/>
                </a:ln>
              </p:spPr>
            </p:sp>
            <p:sp>
              <p:nvSpPr>
                <p:cNvPr id="43044" name="Line 49"/>
                <p:cNvSpPr/>
                <p:nvPr/>
              </p:nvSpPr>
              <p:spPr>
                <a:xfrm flipV="1">
                  <a:off x="4902" y="1536"/>
                  <a:ext cx="384" cy="5"/>
                </a:xfrm>
                <a:prstGeom prst="line">
                  <a:avLst/>
                </a:prstGeom>
                <a:ln w="28575" cap="flat" cmpd="sng">
                  <a:solidFill>
                    <a:schemeClr val="tx1"/>
                  </a:solidFill>
                  <a:prstDash val="solid"/>
                  <a:round/>
                  <a:headEnd type="none" w="med" len="med"/>
                  <a:tailEnd type="none" w="med" len="med"/>
                </a:ln>
              </p:spPr>
            </p:sp>
            <p:sp>
              <p:nvSpPr>
                <p:cNvPr id="43045" name="Line 50"/>
                <p:cNvSpPr/>
                <p:nvPr/>
              </p:nvSpPr>
              <p:spPr>
                <a:xfrm flipV="1">
                  <a:off x="4915" y="1825"/>
                  <a:ext cx="384" cy="3"/>
                </a:xfrm>
                <a:prstGeom prst="line">
                  <a:avLst/>
                </a:prstGeom>
                <a:ln w="28575" cap="flat" cmpd="sng">
                  <a:solidFill>
                    <a:schemeClr val="tx1"/>
                  </a:solidFill>
                  <a:prstDash val="solid"/>
                  <a:round/>
                  <a:headEnd type="none" w="med" len="med"/>
                  <a:tailEnd type="none" w="med" len="med"/>
                </a:ln>
              </p:spPr>
            </p:sp>
            <p:sp>
              <p:nvSpPr>
                <p:cNvPr id="43046" name="Line 51"/>
                <p:cNvSpPr/>
                <p:nvPr/>
              </p:nvSpPr>
              <p:spPr>
                <a:xfrm>
                  <a:off x="5464" y="1902"/>
                  <a:ext cx="51" cy="3"/>
                </a:xfrm>
                <a:prstGeom prst="line">
                  <a:avLst/>
                </a:prstGeom>
                <a:ln w="38100" cap="flat" cmpd="sng">
                  <a:solidFill>
                    <a:schemeClr val="tx1"/>
                  </a:solidFill>
                  <a:prstDash val="solid"/>
                  <a:round/>
                  <a:headEnd type="none" w="med" len="med"/>
                  <a:tailEnd type="none" w="med" len="med"/>
                </a:ln>
              </p:spPr>
            </p:sp>
            <p:sp>
              <p:nvSpPr>
                <p:cNvPr id="43047" name="WordArt 52"/>
                <p:cNvSpPr>
                  <a:spLocks noTextEdit="1"/>
                </p:cNvSpPr>
                <p:nvPr/>
              </p:nvSpPr>
              <p:spPr>
                <a:xfrm>
                  <a:off x="5548" y="1857"/>
                  <a:ext cx="63" cy="88"/>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1</a:t>
                  </a:r>
                </a:p>
              </p:txBody>
            </p:sp>
            <p:sp>
              <p:nvSpPr>
                <p:cNvPr id="43048" name="Arc 53"/>
                <p:cNvSpPr/>
                <p:nvPr/>
              </p:nvSpPr>
              <p:spPr>
                <a:xfrm rot="2110827">
                  <a:off x="3967" y="1554"/>
                  <a:ext cx="119" cy="101"/>
                </a:xfrm>
                <a:custGeom>
                  <a:avLst/>
                  <a:gdLst/>
                  <a:ahLst/>
                  <a:cxnLst>
                    <a:cxn ang="0">
                      <a:pos x="0" y="0"/>
                    </a:cxn>
                    <a:cxn ang="0">
                      <a:pos x="0" y="0"/>
                    </a:cxn>
                    <a:cxn ang="0">
                      <a:pos x="0" y="0"/>
                    </a:cxn>
                  </a:cxnLst>
                  <a:rect l="0" t="0" r="0" b="0"/>
                  <a:pathLst>
                    <a:path w="21600" h="20217" fill="none">
                      <a:moveTo>
                        <a:pt x="8866" y="-1"/>
                      </a:moveTo>
                      <a:cubicBezTo>
                        <a:pt x="16616" y="3488"/>
                        <a:pt x="21600" y="11197"/>
                        <a:pt x="21600" y="19696"/>
                      </a:cubicBezTo>
                      <a:cubicBezTo>
                        <a:pt x="21600" y="19869"/>
                        <a:pt x="21597" y="20043"/>
                        <a:pt x="21593" y="20216"/>
                      </a:cubicBezTo>
                    </a:path>
                    <a:path w="21600" h="20217" stroke="0">
                      <a:moveTo>
                        <a:pt x="8866" y="-1"/>
                      </a:moveTo>
                      <a:cubicBezTo>
                        <a:pt x="16616" y="3488"/>
                        <a:pt x="21600" y="11197"/>
                        <a:pt x="21600" y="19696"/>
                      </a:cubicBezTo>
                      <a:cubicBezTo>
                        <a:pt x="21600" y="19869"/>
                        <a:pt x="21597" y="20043"/>
                        <a:pt x="21593" y="20216"/>
                      </a:cubicBezTo>
                      <a:lnTo>
                        <a:pt x="0" y="19696"/>
                      </a:lnTo>
                      <a:lnTo>
                        <a:pt x="8866" y="-1"/>
                      </a:lnTo>
                      <a:close/>
                    </a:path>
                  </a:pathLst>
                </a:custGeom>
                <a:noFill/>
                <a:ln w="28575" cap="flat" cmpd="sng">
                  <a:solidFill>
                    <a:schemeClr val="tx1"/>
                  </a:solidFill>
                  <a:prstDash val="solid"/>
                  <a:round/>
                  <a:headEnd type="none" w="med" len="med"/>
                  <a:tailEnd type="none" w="med" len="med"/>
                </a:ln>
              </p:spPr>
              <p:txBody>
                <a:bodyPr/>
                <a:lstStyle/>
                <a:p>
                  <a:endParaRPr lang="zh-CN" altLang="en-US"/>
                </a:p>
              </p:txBody>
            </p:sp>
            <p:sp>
              <p:nvSpPr>
                <p:cNvPr id="43049" name="Line 54"/>
                <p:cNvSpPr/>
                <p:nvPr/>
              </p:nvSpPr>
              <p:spPr>
                <a:xfrm>
                  <a:off x="4341" y="2319"/>
                  <a:ext cx="554" cy="0"/>
                </a:xfrm>
                <a:prstGeom prst="line">
                  <a:avLst/>
                </a:prstGeom>
                <a:ln w="38100" cap="flat" cmpd="sng">
                  <a:solidFill>
                    <a:schemeClr val="tx1"/>
                  </a:solidFill>
                  <a:prstDash val="solid"/>
                  <a:round/>
                  <a:headEnd type="none" w="med" len="med"/>
                  <a:tailEnd type="triangle" w="sm" len="lg"/>
                </a:ln>
              </p:spPr>
            </p:sp>
            <p:grpSp>
              <p:nvGrpSpPr>
                <p:cNvPr id="43050" name="Group 55"/>
                <p:cNvGrpSpPr/>
                <p:nvPr/>
              </p:nvGrpSpPr>
              <p:grpSpPr>
                <a:xfrm>
                  <a:off x="4907" y="962"/>
                  <a:ext cx="402" cy="1428"/>
                  <a:chOff x="3198" y="1086"/>
                  <a:chExt cx="402" cy="1404"/>
                </a:xfrm>
              </p:grpSpPr>
              <p:grpSp>
                <p:nvGrpSpPr>
                  <p:cNvPr id="43051" name="Group 56"/>
                  <p:cNvGrpSpPr/>
                  <p:nvPr/>
                </p:nvGrpSpPr>
                <p:grpSpPr>
                  <a:xfrm>
                    <a:off x="3204" y="1091"/>
                    <a:ext cx="393" cy="1393"/>
                    <a:chOff x="3204" y="1091"/>
                    <a:chExt cx="393" cy="1393"/>
                  </a:xfrm>
                </p:grpSpPr>
                <p:sp>
                  <p:nvSpPr>
                    <p:cNvPr id="43052" name="Rectangle 57"/>
                    <p:cNvSpPr/>
                    <p:nvPr/>
                  </p:nvSpPr>
                  <p:spPr>
                    <a:xfrm rot="5400000">
                      <a:off x="2696" y="1591"/>
                      <a:ext cx="1386" cy="369"/>
                    </a:xfrm>
                    <a:prstGeom prst="rect">
                      <a:avLst/>
                    </a:prstGeom>
                    <a:gradFill rotWithShape="0">
                      <a:gsLst>
                        <a:gs pos="0">
                          <a:srgbClr val="000000"/>
                        </a:gs>
                        <a:gs pos="50000">
                          <a:srgbClr val="0074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3053" name="Rectangle 58"/>
                    <p:cNvSpPr/>
                    <p:nvPr/>
                  </p:nvSpPr>
                  <p:spPr>
                    <a:xfrm rot="5400000">
                      <a:off x="3150" y="1588"/>
                      <a:ext cx="471" cy="375"/>
                    </a:xfrm>
                    <a:prstGeom prst="rect">
                      <a:avLst/>
                    </a:prstGeom>
                    <a:gradFill rotWithShape="0">
                      <a:gsLst>
                        <a:gs pos="0">
                          <a:srgbClr val="000000"/>
                        </a:gs>
                        <a:gs pos="50000">
                          <a:srgbClr val="00CC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3054" name="Rectangle 59"/>
                    <p:cNvSpPr/>
                    <p:nvPr/>
                  </p:nvSpPr>
                  <p:spPr>
                    <a:xfrm rot="5400000">
                      <a:off x="3264" y="1227"/>
                      <a:ext cx="235" cy="384"/>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3055" name="Rectangle 60"/>
                    <p:cNvSpPr/>
                    <p:nvPr/>
                  </p:nvSpPr>
                  <p:spPr>
                    <a:xfrm rot="5400000">
                      <a:off x="3273" y="1931"/>
                      <a:ext cx="234" cy="385"/>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3056" name="Rectangle 61"/>
                    <p:cNvSpPr/>
                    <p:nvPr/>
                  </p:nvSpPr>
                  <p:spPr>
                    <a:xfrm rot="5400000">
                      <a:off x="3278" y="1017"/>
                      <a:ext cx="236" cy="384"/>
                    </a:xfrm>
                    <a:prstGeom prst="rect">
                      <a:avLst/>
                    </a:prstGeom>
                    <a:gradFill rotWithShape="0">
                      <a:gsLst>
                        <a:gs pos="0">
                          <a:srgbClr val="000000"/>
                        </a:gs>
                        <a:gs pos="50000">
                          <a:srgbClr val="0064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3057" name="Rectangle 62"/>
                    <p:cNvSpPr/>
                    <p:nvPr/>
                  </p:nvSpPr>
                  <p:spPr>
                    <a:xfrm rot="5400000">
                      <a:off x="3273" y="2160"/>
                      <a:ext cx="235" cy="385"/>
                    </a:xfrm>
                    <a:prstGeom prst="rect">
                      <a:avLst/>
                    </a:prstGeom>
                    <a:gradFill rotWithShape="0">
                      <a:gsLst>
                        <a:gs pos="0">
                          <a:srgbClr val="000000"/>
                        </a:gs>
                        <a:gs pos="50000">
                          <a:srgbClr val="0064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43058" name="Rectangle 63"/>
                  <p:cNvSpPr/>
                  <p:nvPr/>
                </p:nvSpPr>
                <p:spPr>
                  <a:xfrm>
                    <a:off x="3198" y="1086"/>
                    <a:ext cx="402" cy="1404"/>
                  </a:xfrm>
                  <a:prstGeom prst="rect">
                    <a:avLst/>
                  </a:prstGeom>
                  <a:noFill/>
                  <a:ln w="38100"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43059" name="Line 64"/>
                <p:cNvSpPr/>
                <p:nvPr/>
              </p:nvSpPr>
              <p:spPr>
                <a:xfrm>
                  <a:off x="4886" y="715"/>
                  <a:ext cx="0" cy="1792"/>
                </a:xfrm>
                <a:prstGeom prst="line">
                  <a:avLst/>
                </a:prstGeom>
                <a:ln w="38100" cap="flat" cmpd="sng">
                  <a:solidFill>
                    <a:schemeClr val="tx1"/>
                  </a:solidFill>
                  <a:prstDash val="solid"/>
                  <a:round/>
                  <a:headEnd type="triangle" w="med" len="med"/>
                  <a:tailEnd type="none" w="med" len="med"/>
                </a:ln>
              </p:spPr>
            </p:sp>
            <p:sp>
              <p:nvSpPr>
                <p:cNvPr id="43060" name="Line 65"/>
                <p:cNvSpPr/>
                <p:nvPr/>
              </p:nvSpPr>
              <p:spPr>
                <a:xfrm flipV="1">
                  <a:off x="4883" y="1442"/>
                  <a:ext cx="501" cy="3"/>
                </a:xfrm>
                <a:prstGeom prst="line">
                  <a:avLst/>
                </a:prstGeom>
                <a:ln w="57150" cap="flat" cmpd="sng">
                  <a:solidFill>
                    <a:schemeClr val="tx1"/>
                  </a:solidFill>
                  <a:prstDash val="solid"/>
                  <a:round/>
                  <a:headEnd type="none" w="med" len="med"/>
                  <a:tailEnd type="none" w="med" len="med"/>
                </a:ln>
              </p:spPr>
            </p:sp>
            <p:sp>
              <p:nvSpPr>
                <p:cNvPr id="43061" name="Line 66"/>
                <p:cNvSpPr/>
                <p:nvPr/>
              </p:nvSpPr>
              <p:spPr>
                <a:xfrm flipV="1">
                  <a:off x="4889" y="1907"/>
                  <a:ext cx="501" cy="3"/>
                </a:xfrm>
                <a:prstGeom prst="line">
                  <a:avLst/>
                </a:prstGeom>
                <a:ln w="57150" cap="flat" cmpd="sng">
                  <a:solidFill>
                    <a:schemeClr val="tx1"/>
                  </a:solidFill>
                  <a:prstDash val="solid"/>
                  <a:round/>
                  <a:headEnd type="none" w="med" len="med"/>
                  <a:tailEnd type="none" w="med" len="med"/>
                </a:ln>
              </p:spPr>
            </p:sp>
            <p:sp>
              <p:nvSpPr>
                <p:cNvPr id="43062" name="WordArt 67"/>
                <p:cNvSpPr>
                  <a:spLocks noTextEdit="1"/>
                </p:cNvSpPr>
                <p:nvPr/>
              </p:nvSpPr>
              <p:spPr>
                <a:xfrm>
                  <a:off x="5494" y="1410"/>
                  <a:ext cx="63" cy="88"/>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1</a:t>
                  </a:r>
                </a:p>
              </p:txBody>
            </p:sp>
            <p:sp>
              <p:nvSpPr>
                <p:cNvPr id="43063" name="WordArt 68"/>
                <p:cNvSpPr>
                  <a:spLocks noTextEdit="1"/>
                </p:cNvSpPr>
                <p:nvPr/>
              </p:nvSpPr>
              <p:spPr>
                <a:xfrm>
                  <a:off x="4314" y="1610"/>
                  <a:ext cx="27" cy="68"/>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sp>
              <p:nvSpPr>
                <p:cNvPr id="43064" name="WordArt 69"/>
                <p:cNvSpPr>
                  <a:spLocks noTextEdit="1"/>
                </p:cNvSpPr>
                <p:nvPr/>
              </p:nvSpPr>
              <p:spPr>
                <a:xfrm>
                  <a:off x="4652" y="716"/>
                  <a:ext cx="146" cy="138"/>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x</a:t>
                  </a:r>
                </a:p>
              </p:txBody>
            </p:sp>
            <p:grpSp>
              <p:nvGrpSpPr>
                <p:cNvPr id="43065" name="Group 70"/>
                <p:cNvGrpSpPr/>
                <p:nvPr/>
              </p:nvGrpSpPr>
              <p:grpSpPr>
                <a:xfrm>
                  <a:off x="4641" y="1298"/>
                  <a:ext cx="164" cy="111"/>
                  <a:chOff x="2365" y="1309"/>
                  <a:chExt cx="164" cy="111"/>
                </a:xfrm>
              </p:grpSpPr>
              <p:sp>
                <p:nvSpPr>
                  <p:cNvPr id="43066" name="WordArt 71"/>
                  <p:cNvSpPr>
                    <a:spLocks noTextEdit="1"/>
                  </p:cNvSpPr>
                  <p:nvPr/>
                </p:nvSpPr>
                <p:spPr>
                  <a:xfrm>
                    <a:off x="2365" y="1309"/>
                    <a:ext cx="110" cy="108"/>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x</a:t>
                    </a:r>
                  </a:p>
                </p:txBody>
              </p:sp>
              <p:sp>
                <p:nvSpPr>
                  <p:cNvPr id="43067" name="WordArt 72"/>
                  <p:cNvSpPr>
                    <a:spLocks noTextEdit="1"/>
                  </p:cNvSpPr>
                  <p:nvPr/>
                </p:nvSpPr>
                <p:spPr>
                  <a:xfrm>
                    <a:off x="2502" y="1352"/>
                    <a:ext cx="27" cy="68"/>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sp>
              <p:nvSpPr>
                <p:cNvPr id="43068" name="WordArt 73"/>
                <p:cNvSpPr>
                  <a:spLocks noTextEdit="1"/>
                </p:cNvSpPr>
                <p:nvPr/>
              </p:nvSpPr>
              <p:spPr>
                <a:xfrm>
                  <a:off x="4764" y="1701"/>
                  <a:ext cx="81" cy="9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0</a:t>
                  </a:r>
                </a:p>
              </p:txBody>
            </p:sp>
            <p:sp>
              <p:nvSpPr>
                <p:cNvPr id="43069" name="Line 74"/>
                <p:cNvSpPr/>
                <p:nvPr/>
              </p:nvSpPr>
              <p:spPr>
                <a:xfrm>
                  <a:off x="2807" y="1696"/>
                  <a:ext cx="2084" cy="214"/>
                </a:xfrm>
                <a:prstGeom prst="line">
                  <a:avLst/>
                </a:prstGeom>
                <a:ln w="3175" cap="flat" cmpd="sng">
                  <a:solidFill>
                    <a:schemeClr val="tx1"/>
                  </a:solidFill>
                  <a:prstDash val="dash"/>
                  <a:round/>
                  <a:headEnd type="none" w="med" len="med"/>
                  <a:tailEnd type="none" w="med" len="med"/>
                </a:ln>
              </p:spPr>
            </p:sp>
          </p:grpSp>
        </p:grpSp>
        <p:sp>
          <p:nvSpPr>
            <p:cNvPr id="43070" name="Line 75"/>
            <p:cNvSpPr/>
            <p:nvPr/>
          </p:nvSpPr>
          <p:spPr>
            <a:xfrm flipV="1">
              <a:off x="2889" y="1527"/>
              <a:ext cx="185" cy="26"/>
            </a:xfrm>
            <a:prstGeom prst="line">
              <a:avLst/>
            </a:prstGeom>
            <a:ln w="19050" cap="flat" cmpd="sng">
              <a:solidFill>
                <a:schemeClr val="tx1"/>
              </a:solidFill>
              <a:prstDash val="solid"/>
              <a:round/>
              <a:headEnd type="none" w="med" len="med"/>
              <a:tailEnd type="none" w="med" len="med"/>
            </a:ln>
          </p:spPr>
        </p:sp>
        <p:sp>
          <p:nvSpPr>
            <p:cNvPr id="43071" name="Line 76"/>
            <p:cNvSpPr/>
            <p:nvPr/>
          </p:nvSpPr>
          <p:spPr>
            <a:xfrm flipV="1">
              <a:off x="2905" y="1607"/>
              <a:ext cx="185" cy="26"/>
            </a:xfrm>
            <a:prstGeom prst="line">
              <a:avLst/>
            </a:prstGeom>
            <a:ln w="19050" cap="flat" cmpd="sng">
              <a:solidFill>
                <a:schemeClr val="tx1"/>
              </a:solidFill>
              <a:prstDash val="solid"/>
              <a:round/>
              <a:headEnd type="none" w="med" len="med"/>
              <a:tailEnd type="none" w="med" len="med"/>
            </a:ln>
          </p:spPr>
        </p:sp>
        <p:sp>
          <p:nvSpPr>
            <p:cNvPr id="43072" name="Line 77"/>
            <p:cNvSpPr/>
            <p:nvPr/>
          </p:nvSpPr>
          <p:spPr>
            <a:xfrm flipV="1">
              <a:off x="3257" y="1327"/>
              <a:ext cx="1689" cy="266"/>
            </a:xfrm>
            <a:prstGeom prst="line">
              <a:avLst/>
            </a:prstGeom>
            <a:ln w="19050" cap="flat" cmpd="sng">
              <a:solidFill>
                <a:schemeClr val="tx1"/>
              </a:solidFill>
              <a:prstDash val="solid"/>
              <a:round/>
              <a:headEnd type="none" w="med" len="med"/>
              <a:tailEnd type="none" w="med" len="med"/>
            </a:ln>
          </p:spPr>
        </p:sp>
      </p:grpSp>
      <p:grpSp>
        <p:nvGrpSpPr>
          <p:cNvPr id="14" name="Group 78"/>
          <p:cNvGrpSpPr/>
          <p:nvPr/>
        </p:nvGrpSpPr>
        <p:grpSpPr>
          <a:xfrm>
            <a:off x="2630488" y="1190625"/>
            <a:ext cx="3708400" cy="762000"/>
            <a:chOff x="2544" y="1432"/>
            <a:chExt cx="2336" cy="480"/>
          </a:xfrm>
        </p:grpSpPr>
        <p:sp>
          <p:nvSpPr>
            <p:cNvPr id="43074" name="Rectangle 79"/>
            <p:cNvSpPr/>
            <p:nvPr/>
          </p:nvSpPr>
          <p:spPr>
            <a:xfrm>
              <a:off x="2544" y="1488"/>
              <a:ext cx="136" cy="88"/>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3075" name="Line 80"/>
            <p:cNvSpPr/>
            <p:nvPr/>
          </p:nvSpPr>
          <p:spPr>
            <a:xfrm flipV="1">
              <a:off x="2632" y="1448"/>
              <a:ext cx="208" cy="32"/>
            </a:xfrm>
            <a:prstGeom prst="line">
              <a:avLst/>
            </a:prstGeom>
            <a:ln w="9525" cap="flat" cmpd="sng">
              <a:solidFill>
                <a:schemeClr val="tx1"/>
              </a:solidFill>
              <a:prstDash val="solid"/>
              <a:round/>
              <a:headEnd type="none" w="med" len="med"/>
              <a:tailEnd type="none" w="med" len="med"/>
            </a:ln>
          </p:spPr>
        </p:sp>
        <p:sp>
          <p:nvSpPr>
            <p:cNvPr id="43076" name="Line 81"/>
            <p:cNvSpPr/>
            <p:nvPr/>
          </p:nvSpPr>
          <p:spPr>
            <a:xfrm flipV="1">
              <a:off x="2640" y="1544"/>
              <a:ext cx="208" cy="32"/>
            </a:xfrm>
            <a:prstGeom prst="line">
              <a:avLst/>
            </a:prstGeom>
            <a:ln w="9525" cap="flat" cmpd="sng">
              <a:solidFill>
                <a:schemeClr val="tx1"/>
              </a:solidFill>
              <a:prstDash val="solid"/>
              <a:round/>
              <a:headEnd type="none" w="med" len="med"/>
              <a:tailEnd type="none" w="med" len="med"/>
            </a:ln>
          </p:spPr>
        </p:sp>
        <p:sp>
          <p:nvSpPr>
            <p:cNvPr id="43077" name="Line 82"/>
            <p:cNvSpPr/>
            <p:nvPr/>
          </p:nvSpPr>
          <p:spPr>
            <a:xfrm>
              <a:off x="2976" y="1432"/>
              <a:ext cx="1904" cy="152"/>
            </a:xfrm>
            <a:prstGeom prst="line">
              <a:avLst/>
            </a:prstGeom>
            <a:ln w="9525" cap="flat" cmpd="sng">
              <a:solidFill>
                <a:schemeClr val="tx1"/>
              </a:solidFill>
              <a:prstDash val="solid"/>
              <a:round/>
              <a:headEnd type="none" w="med" len="med"/>
              <a:tailEnd type="none" w="med" len="med"/>
            </a:ln>
          </p:spPr>
        </p:sp>
        <p:sp>
          <p:nvSpPr>
            <p:cNvPr id="43078" name="Line 83"/>
            <p:cNvSpPr/>
            <p:nvPr/>
          </p:nvSpPr>
          <p:spPr>
            <a:xfrm>
              <a:off x="2992" y="1528"/>
              <a:ext cx="1848" cy="40"/>
            </a:xfrm>
            <a:prstGeom prst="line">
              <a:avLst/>
            </a:prstGeom>
            <a:ln w="9525" cap="flat" cmpd="sng">
              <a:solidFill>
                <a:schemeClr val="tx1"/>
              </a:solidFill>
              <a:prstDash val="solid"/>
              <a:round/>
              <a:headEnd type="none" w="med" len="med"/>
              <a:tailEnd type="none" w="med" len="med"/>
            </a:ln>
          </p:spPr>
        </p:sp>
        <p:sp>
          <p:nvSpPr>
            <p:cNvPr id="43079" name="Rectangle 84"/>
            <p:cNvSpPr/>
            <p:nvPr/>
          </p:nvSpPr>
          <p:spPr>
            <a:xfrm>
              <a:off x="2568" y="1784"/>
              <a:ext cx="64" cy="128"/>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nvGrpSpPr>
          <p:cNvPr id="15" name="Group 86"/>
          <p:cNvGrpSpPr/>
          <p:nvPr/>
        </p:nvGrpSpPr>
        <p:grpSpPr>
          <a:xfrm>
            <a:off x="2681288" y="1228725"/>
            <a:ext cx="3657600" cy="1244600"/>
            <a:chOff x="2576" y="1456"/>
            <a:chExt cx="2304" cy="784"/>
          </a:xfrm>
        </p:grpSpPr>
        <p:sp>
          <p:nvSpPr>
            <p:cNvPr id="43081" name="Line 87"/>
            <p:cNvSpPr/>
            <p:nvPr/>
          </p:nvSpPr>
          <p:spPr>
            <a:xfrm flipV="1">
              <a:off x="2616" y="2088"/>
              <a:ext cx="208" cy="32"/>
            </a:xfrm>
            <a:prstGeom prst="line">
              <a:avLst/>
            </a:prstGeom>
            <a:ln w="9525" cap="flat" cmpd="sng">
              <a:solidFill>
                <a:schemeClr val="tx1"/>
              </a:solidFill>
              <a:prstDash val="solid"/>
              <a:round/>
              <a:headEnd type="none" w="med" len="med"/>
              <a:tailEnd type="none" w="med" len="med"/>
            </a:ln>
          </p:spPr>
        </p:sp>
        <p:sp>
          <p:nvSpPr>
            <p:cNvPr id="43082" name="Line 88"/>
            <p:cNvSpPr/>
            <p:nvPr/>
          </p:nvSpPr>
          <p:spPr>
            <a:xfrm flipV="1">
              <a:off x="2632" y="2200"/>
              <a:ext cx="208" cy="32"/>
            </a:xfrm>
            <a:prstGeom prst="line">
              <a:avLst/>
            </a:prstGeom>
            <a:ln w="9525" cap="flat" cmpd="sng">
              <a:solidFill>
                <a:schemeClr val="tx1"/>
              </a:solidFill>
              <a:prstDash val="solid"/>
              <a:round/>
              <a:headEnd type="none" w="med" len="med"/>
              <a:tailEnd type="none" w="med" len="med"/>
            </a:ln>
          </p:spPr>
        </p:sp>
        <p:sp>
          <p:nvSpPr>
            <p:cNvPr id="43083" name="Line 89"/>
            <p:cNvSpPr/>
            <p:nvPr/>
          </p:nvSpPr>
          <p:spPr>
            <a:xfrm flipV="1">
              <a:off x="3024" y="1560"/>
              <a:ext cx="1792" cy="512"/>
            </a:xfrm>
            <a:prstGeom prst="line">
              <a:avLst/>
            </a:prstGeom>
            <a:ln w="9525" cap="flat" cmpd="sng">
              <a:solidFill>
                <a:schemeClr val="tx1"/>
              </a:solidFill>
              <a:prstDash val="solid"/>
              <a:round/>
              <a:headEnd type="none" w="med" len="med"/>
              <a:tailEnd type="none" w="med" len="med"/>
            </a:ln>
          </p:spPr>
        </p:sp>
        <p:sp>
          <p:nvSpPr>
            <p:cNvPr id="43084" name="Line 90"/>
            <p:cNvSpPr/>
            <p:nvPr/>
          </p:nvSpPr>
          <p:spPr>
            <a:xfrm flipV="1">
              <a:off x="3000" y="1568"/>
              <a:ext cx="1880" cy="608"/>
            </a:xfrm>
            <a:prstGeom prst="line">
              <a:avLst/>
            </a:prstGeom>
            <a:ln w="9525" cap="flat" cmpd="sng">
              <a:solidFill>
                <a:schemeClr val="tx1"/>
              </a:solidFill>
              <a:prstDash val="solid"/>
              <a:round/>
              <a:headEnd type="none" w="med" len="med"/>
              <a:tailEnd type="none" w="med" len="med"/>
            </a:ln>
          </p:spPr>
        </p:sp>
        <p:sp>
          <p:nvSpPr>
            <p:cNvPr id="43085" name="Rectangle 91"/>
            <p:cNvSpPr/>
            <p:nvPr/>
          </p:nvSpPr>
          <p:spPr>
            <a:xfrm>
              <a:off x="2576" y="1456"/>
              <a:ext cx="64" cy="128"/>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3086" name="Rectangle 92"/>
            <p:cNvSpPr/>
            <p:nvPr/>
          </p:nvSpPr>
          <p:spPr>
            <a:xfrm>
              <a:off x="2576" y="2112"/>
              <a:ext cx="64" cy="128"/>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blinds(horizontal)">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blinds(horizontal)">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blinds(horizontal)">
                                      <p:cBhvr>
                                        <p:cTn id="2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文本框 3"/>
          <p:cNvSpPr txBox="1"/>
          <p:nvPr>
            <p:custDataLst>
              <p:tags r:id="rId1"/>
            </p:custDataLst>
          </p:nvPr>
        </p:nvSpPr>
        <p:spPr>
          <a:xfrm>
            <a:off x="323215" y="260033"/>
            <a:ext cx="2187575" cy="645160"/>
          </a:xfrm>
          <a:prstGeom prst="rect">
            <a:avLst/>
          </a:prstGeom>
          <a:noFill/>
          <a:ln w="9525">
            <a:noFill/>
          </a:ln>
        </p:spPr>
        <p:txBody>
          <a:bodyPr wrap="square" anchor="t" anchorCtr="0">
            <a:spAutoFit/>
          </a:bodyPr>
          <a:lstStyle/>
          <a:p>
            <a:pPr algn="just">
              <a:lnSpc>
                <a:spcPct val="150000"/>
              </a:lnSpc>
            </a:pPr>
            <a:r>
              <a:rPr lang="zh-CN" altLang="en-US" sz="2400">
                <a:solidFill>
                  <a:srgbClr val="0000FF"/>
                </a:solidFill>
                <a:latin typeface="Verdana" panose="020B0604030504040204" pitchFamily="34" charset="0"/>
                <a:ea typeface="宋体" panose="02010600030101010101" pitchFamily="2" charset="-122"/>
              </a:rPr>
              <a:t>课前测：</a:t>
            </a:r>
            <a:r>
              <a:rPr lang="en-US" altLang="zh-CN" sz="2400">
                <a:solidFill>
                  <a:srgbClr val="0000FF"/>
                </a:solidFill>
                <a:latin typeface="Verdana" panose="020B0604030504040204" pitchFamily="34" charset="0"/>
                <a:ea typeface="宋体" panose="02010600030101010101" pitchFamily="2" charset="-122"/>
              </a:rPr>
              <a:t>    </a:t>
            </a:r>
            <a:r>
              <a:rPr lang="en-US" altLang="zh-CN" sz="2400">
                <a:latin typeface="Verdana" panose="020B0604030504040204" pitchFamily="34" charset="0"/>
                <a:ea typeface="宋体" panose="02010600030101010101" pitchFamily="2" charset="-122"/>
              </a:rPr>
              <a:t>  </a:t>
            </a:r>
            <a:endParaRPr lang="en-US" altLang="zh-CN" sz="2400">
              <a:solidFill>
                <a:srgbClr val="0000FF"/>
              </a:solidFill>
              <a:latin typeface="Verdana" panose="020B0604030504040204" pitchFamily="34" charset="0"/>
              <a:ea typeface="宋体" panose="02010600030101010101" pitchFamily="2" charset="-122"/>
            </a:endParaRPr>
          </a:p>
        </p:txBody>
      </p:sp>
      <p:sp>
        <p:nvSpPr>
          <p:cNvPr id="16388" name="文本框 99"/>
          <p:cNvSpPr txBox="1"/>
          <p:nvPr>
            <p:custDataLst>
              <p:tags r:id="rId2"/>
            </p:custDataLst>
          </p:nvPr>
        </p:nvSpPr>
        <p:spPr>
          <a:xfrm>
            <a:off x="394970" y="980440"/>
            <a:ext cx="8147050" cy="2861310"/>
          </a:xfrm>
          <a:prstGeom prst="rect">
            <a:avLst/>
          </a:prstGeom>
          <a:noFill/>
          <a:ln w="9525">
            <a:noFill/>
          </a:ln>
        </p:spPr>
        <p:txBody>
          <a:bodyPr wrap="square" anchor="t" anchorCtr="0">
            <a:spAutoFit/>
          </a:bodyPr>
          <a:lstStyle/>
          <a:p>
            <a:pPr>
              <a:lnSpc>
                <a:spcPct val="150000"/>
              </a:lnSpc>
            </a:pPr>
            <a:r>
              <a:rPr lang="en-US" altLang="zh-CN" sz="2400">
                <a:latin typeface="Times New Roman" panose="02020603050405020304" pitchFamily="18" charset="0"/>
                <a:ea typeface="宋体" panose="02010600030101010101" pitchFamily="2" charset="-122"/>
              </a:rPr>
              <a:t>      </a:t>
            </a:r>
            <a:r>
              <a:rPr lang="zh-CN" altLang="zh-CN" sz="2400">
                <a:latin typeface="Times New Roman" panose="02020603050405020304" pitchFamily="18" charset="0"/>
                <a:ea typeface="宋体" panose="02010600030101010101" pitchFamily="2" charset="-122"/>
              </a:rPr>
              <a:t>在如图所示的单缝夫琅禾费衍射实验中，若将单缝沿透镜光轴方向向透镜平移，则屏幕上的衍射条纹</a:t>
            </a:r>
            <a:endParaRPr lang="en-US" altLang="zh-CN" sz="2400">
              <a:latin typeface="Times New Roman" panose="02020603050405020304" pitchFamily="18" charset="0"/>
              <a:ea typeface="宋体" panose="02010600030101010101" pitchFamily="2" charset="-122"/>
            </a:endParaRPr>
          </a:p>
          <a:p>
            <a:pPr>
              <a:lnSpc>
                <a:spcPct val="150000"/>
              </a:lnSpc>
            </a:pPr>
            <a:r>
              <a:rPr lang="en-US" altLang="zh-CN" sz="2400">
                <a:latin typeface="Times New Roman" panose="02020603050405020304" pitchFamily="18" charset="0"/>
                <a:ea typeface="宋体" panose="02010600030101010101" pitchFamily="2" charset="-122"/>
              </a:rPr>
              <a:t>(A) </a:t>
            </a:r>
            <a:r>
              <a:rPr lang="zh-CN" altLang="zh-CN" sz="2400">
                <a:latin typeface="Times New Roman" panose="02020603050405020304" pitchFamily="18" charset="0"/>
                <a:ea typeface="宋体" panose="02010600030101010101" pitchFamily="2" charset="-122"/>
              </a:rPr>
              <a:t>间距变大</a:t>
            </a:r>
            <a:r>
              <a:rPr lang="en-US" altLang="zh-CN" sz="2400">
                <a:latin typeface="Times New Roman" panose="02020603050405020304" pitchFamily="18" charset="0"/>
                <a:ea typeface="宋体" panose="02010600030101010101" pitchFamily="2" charset="-122"/>
              </a:rPr>
              <a:t>           (B) </a:t>
            </a:r>
            <a:r>
              <a:rPr lang="zh-CN" altLang="zh-CN" sz="2400">
                <a:latin typeface="Times New Roman" panose="02020603050405020304" pitchFamily="18" charset="0"/>
                <a:ea typeface="宋体" panose="02010600030101010101" pitchFamily="2" charset="-122"/>
              </a:rPr>
              <a:t>间距变小</a:t>
            </a:r>
            <a:r>
              <a:rPr lang="en-US" altLang="zh-CN" sz="2400">
                <a:latin typeface="Times New Roman" panose="02020603050405020304" pitchFamily="18" charset="0"/>
                <a:ea typeface="宋体" panose="02010600030101010101" pitchFamily="2" charset="-122"/>
              </a:rPr>
              <a:t>       </a:t>
            </a:r>
          </a:p>
          <a:p>
            <a:pPr>
              <a:lnSpc>
                <a:spcPct val="150000"/>
              </a:lnSpc>
            </a:pPr>
            <a:r>
              <a:rPr lang="en-US" altLang="zh-CN" sz="2400">
                <a:latin typeface="Times New Roman" panose="02020603050405020304" pitchFamily="18" charset="0"/>
                <a:ea typeface="宋体" panose="02010600030101010101" pitchFamily="2" charset="-122"/>
              </a:rPr>
              <a:t>(C) </a:t>
            </a:r>
            <a:r>
              <a:rPr lang="zh-CN" altLang="zh-CN" sz="2400">
                <a:latin typeface="Times New Roman" panose="02020603050405020304" pitchFamily="18" charset="0"/>
                <a:ea typeface="宋体" panose="02010600030101010101" pitchFamily="2" charset="-122"/>
              </a:rPr>
              <a:t>不发生变化</a:t>
            </a:r>
            <a:r>
              <a:rPr lang="en-US" altLang="zh-CN" sz="2400">
                <a:latin typeface="Times New Roman" panose="02020603050405020304" pitchFamily="18" charset="0"/>
                <a:ea typeface="宋体" panose="02010600030101010101" pitchFamily="2" charset="-122"/>
              </a:rPr>
              <a:t>   </a:t>
            </a:r>
          </a:p>
          <a:p>
            <a:pPr>
              <a:lnSpc>
                <a:spcPct val="150000"/>
              </a:lnSpc>
            </a:pPr>
            <a:r>
              <a:rPr lang="en-US" altLang="zh-CN" sz="2400">
                <a:latin typeface="Times New Roman" panose="02020603050405020304" pitchFamily="18" charset="0"/>
                <a:ea typeface="宋体" panose="02010600030101010101" pitchFamily="2" charset="-122"/>
              </a:rPr>
              <a:t>(D) </a:t>
            </a:r>
            <a:r>
              <a:rPr lang="zh-CN" altLang="zh-CN" sz="2400">
                <a:latin typeface="Times New Roman" panose="02020603050405020304" pitchFamily="18" charset="0"/>
                <a:ea typeface="宋体" panose="02010600030101010101" pitchFamily="2" charset="-122"/>
              </a:rPr>
              <a:t>间距不变，但明暗条纹的位置交替变化</a:t>
            </a:r>
            <a:r>
              <a:rPr lang="en-US" altLang="zh-CN" sz="2400">
                <a:latin typeface="Times New Roman" panose="02020603050405020304" pitchFamily="18" charset="0"/>
                <a:ea typeface="宋体" panose="02010600030101010101" pitchFamily="2" charset="-122"/>
              </a:rPr>
              <a:t> </a:t>
            </a:r>
          </a:p>
        </p:txBody>
      </p:sp>
      <p:sp>
        <p:nvSpPr>
          <p:cNvPr id="16389" name="文本框 1"/>
          <p:cNvSpPr txBox="1"/>
          <p:nvPr>
            <p:custDataLst>
              <p:tags r:id="rId3"/>
            </p:custDataLst>
          </p:nvPr>
        </p:nvSpPr>
        <p:spPr>
          <a:xfrm>
            <a:off x="7164070" y="3356610"/>
            <a:ext cx="723900" cy="460375"/>
          </a:xfrm>
          <a:prstGeom prst="rect">
            <a:avLst/>
          </a:prstGeom>
          <a:noFill/>
          <a:ln w="9525">
            <a:noFill/>
          </a:ln>
        </p:spPr>
        <p:txBody>
          <a:bodyPr wrap="square" anchor="t" anchorCtr="0">
            <a:spAutoFit/>
          </a:bodyPr>
          <a:lstStyle/>
          <a:p>
            <a:r>
              <a:rPr lang="en-US" altLang="zh-CN" sz="2400">
                <a:latin typeface="Times New Roman" panose="02020603050405020304" pitchFamily="18" charset="0"/>
                <a:ea typeface="宋体" panose="02010600030101010101" pitchFamily="2" charset="-122"/>
              </a:rPr>
              <a:t> </a:t>
            </a:r>
            <a:r>
              <a:rPr lang="en-US" altLang="zh-CN" sz="2400">
                <a:solidFill>
                  <a:srgbClr val="FF0000"/>
                </a:solidFill>
                <a:latin typeface="Times New Roman" panose="02020603050405020304" pitchFamily="18" charset="0"/>
                <a:ea typeface="宋体" panose="02010600030101010101" pitchFamily="2" charset="-122"/>
              </a:rPr>
              <a:t>(C)</a:t>
            </a:r>
          </a:p>
        </p:txBody>
      </p:sp>
      <p:sp>
        <p:nvSpPr>
          <p:cNvPr id="6" name="矩形 5"/>
          <p:cNvSpPr/>
          <p:nvPr>
            <p:custDataLst>
              <p:tags r:id="rId4"/>
            </p:custDataLst>
          </p:nvPr>
        </p:nvSpPr>
        <p:spPr>
          <a:xfrm>
            <a:off x="7829868" y="3358833"/>
            <a:ext cx="1076325" cy="546100"/>
          </a:xfrm>
          <a:prstGeom prst="rect">
            <a:avLst/>
          </a:prstGeom>
          <a:solidFill>
            <a:schemeClr val="bg1"/>
          </a:solidFill>
          <a:ln w="9525">
            <a:noFill/>
          </a:ln>
        </p:spPr>
        <p:txBody>
          <a:bodyPr wrap="square" lIns="91440" tIns="45720" rIns="91440" bIns="45720" anchor="t" anchorCtr="0"/>
          <a:lstStyle/>
          <a:p>
            <a:pPr>
              <a:buClrTx/>
              <a:buFontTx/>
            </a:pPr>
            <a:endParaRPr lang="zh-CN" altLang="en-US" sz="2400" b="1">
              <a:latin typeface="Verdana" panose="020B0604030504040204" pitchFamily="34" charset="0"/>
              <a:ea typeface="华文中宋"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2"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animBg="1"/>
      <p:bldP spid="6" grpId="2"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文本框 3"/>
          <p:cNvSpPr txBox="1"/>
          <p:nvPr>
            <p:custDataLst>
              <p:tags r:id="rId1"/>
            </p:custDataLst>
          </p:nvPr>
        </p:nvSpPr>
        <p:spPr>
          <a:xfrm>
            <a:off x="280988" y="411163"/>
            <a:ext cx="8448675" cy="2861310"/>
          </a:xfrm>
          <a:prstGeom prst="rect">
            <a:avLst/>
          </a:prstGeom>
          <a:noFill/>
          <a:ln w="9525">
            <a:noFill/>
          </a:ln>
        </p:spPr>
        <p:txBody>
          <a:bodyPr wrap="square" anchor="t" anchorCtr="0">
            <a:spAutoFit/>
          </a:bodyPr>
          <a:lstStyle/>
          <a:p>
            <a:pPr algn="just">
              <a:lnSpc>
                <a:spcPct val="150000"/>
              </a:lnSpc>
            </a:pPr>
            <a:r>
              <a:rPr lang="zh-CN" altLang="en-US" sz="2400">
                <a:solidFill>
                  <a:srgbClr val="0000FF"/>
                </a:solidFill>
                <a:latin typeface="Verdana" panose="020B0604030504040204" pitchFamily="34" charset="0"/>
                <a:ea typeface="宋体" panose="02010600030101010101" pitchFamily="2" charset="-122"/>
              </a:rPr>
              <a:t>讨论题：在</a:t>
            </a:r>
            <a:r>
              <a:rPr lang="zh-CN" altLang="en-US" sz="2400">
                <a:solidFill>
                  <a:srgbClr val="0000FF"/>
                </a:solidFill>
                <a:latin typeface="Verdana" panose="020B0604030504040204" pitchFamily="34" charset="0"/>
                <a:ea typeface="宋体" panose="02010600030101010101" pitchFamily="2" charset="-122"/>
                <a:sym typeface="宋体" panose="02010600030101010101" pitchFamily="2" charset="-122"/>
              </a:rPr>
              <a:t>单缝夫琅禾费衍射实验中，若减少单缝宽度，各级明纹的衍射角及亮度怎么变化？若增大单缝宽度，各级明纹的衍射角及亮度怎么变化？这种变化对通过单缝夫琅禾费衍射实验测量光波波长会带来什么影响？</a:t>
            </a:r>
            <a:r>
              <a:rPr lang="en-US" altLang="zh-CN" sz="2400">
                <a:solidFill>
                  <a:srgbClr val="0000FF"/>
                </a:solidFill>
                <a:latin typeface="Verdana" panose="020B0604030504040204" pitchFamily="34" charset="0"/>
                <a:ea typeface="宋体" panose="02010600030101010101" pitchFamily="2" charset="-122"/>
                <a:sym typeface="宋体" panose="02010600030101010101" pitchFamily="2" charset="-122"/>
              </a:rPr>
              <a:t>   </a:t>
            </a:r>
            <a:r>
              <a:rPr lang="en-US" altLang="zh-CN" sz="2400">
                <a:latin typeface="Verdana" panose="020B0604030504040204" pitchFamily="34" charset="0"/>
                <a:ea typeface="宋体" panose="02010600030101010101" pitchFamily="2" charset="-122"/>
                <a:sym typeface="宋体" panose="02010600030101010101" pitchFamily="2" charset="-122"/>
              </a:rPr>
              <a:t>  </a:t>
            </a:r>
            <a:endParaRPr lang="zh-CN" altLang="en-US" sz="2400">
              <a:solidFill>
                <a:srgbClr val="0000FF"/>
              </a:solidFill>
              <a:latin typeface="Verdana" panose="020B0604030504040204" pitchFamily="34" charset="0"/>
              <a:ea typeface="宋体" panose="02010600030101010101" pitchFamily="2" charset="-122"/>
            </a:endParaRPr>
          </a:p>
          <a:p>
            <a:pPr algn="just">
              <a:lnSpc>
                <a:spcPct val="150000"/>
              </a:lnSpc>
            </a:pPr>
            <a:r>
              <a:rPr lang="en-US" altLang="zh-CN" sz="2400">
                <a:solidFill>
                  <a:srgbClr val="0000FF"/>
                </a:solidFill>
                <a:latin typeface="Verdana" panose="020B0604030504040204" pitchFamily="34" charset="0"/>
                <a:ea typeface="宋体" panose="02010600030101010101" pitchFamily="2" charset="-122"/>
              </a:rPr>
              <a:t>   </a:t>
            </a:r>
            <a:r>
              <a:rPr lang="en-US" altLang="zh-CN" sz="2400">
                <a:latin typeface="Verdana" panose="020B0604030504040204" pitchFamily="34" charset="0"/>
                <a:ea typeface="宋体" panose="02010600030101010101" pitchFamily="2" charset="-122"/>
              </a:rPr>
              <a:t>  </a:t>
            </a:r>
            <a:endParaRPr lang="en-US" altLang="zh-CN" sz="2400">
              <a:solidFill>
                <a:srgbClr val="0000FF"/>
              </a:solidFill>
              <a:latin typeface="Verdana" panose="020B0604030504040204" pitchFamily="34" charset="0"/>
              <a:ea typeface="宋体" panose="02010600030101010101" pitchFamily="2" charset="-122"/>
            </a:endParaRPr>
          </a:p>
        </p:txBody>
      </p:sp>
      <p:pic>
        <p:nvPicPr>
          <p:cNvPr id="29700" name="Picture 3" descr="IMAGE0009"/>
          <p:cNvPicPr>
            <a:picLocks noChangeAspect="1"/>
          </p:cNvPicPr>
          <p:nvPr>
            <p:custDataLst>
              <p:tags r:id="rId2"/>
            </p:custDataLst>
          </p:nvPr>
        </p:nvPicPr>
        <p:blipFill>
          <a:blip r:embed="rId4"/>
          <a:srcRect l="1186" t="23822" r="3139"/>
          <a:stretch>
            <a:fillRect/>
          </a:stretch>
        </p:blipFill>
        <p:spPr>
          <a:xfrm>
            <a:off x="281305" y="3500755"/>
            <a:ext cx="8456613" cy="148907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4"/>
          <p:cNvSpPr/>
          <p:nvPr/>
        </p:nvSpPr>
        <p:spPr>
          <a:xfrm>
            <a:off x="0" y="6742113"/>
            <a:ext cx="9144000" cy="115887"/>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6866" name="Rectangle 145"/>
          <p:cNvSpPr/>
          <p:nvPr/>
        </p:nvSpPr>
        <p:spPr>
          <a:xfrm>
            <a:off x="0" y="0"/>
            <a:ext cx="9144000" cy="115888"/>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 name="Group 367"/>
          <p:cNvGrpSpPr/>
          <p:nvPr/>
        </p:nvGrpSpPr>
        <p:grpSpPr>
          <a:xfrm>
            <a:off x="827088" y="2568575"/>
            <a:ext cx="5002212" cy="1422400"/>
            <a:chOff x="767" y="752"/>
            <a:chExt cx="4606" cy="1029"/>
          </a:xfrm>
        </p:grpSpPr>
        <p:grpSp>
          <p:nvGrpSpPr>
            <p:cNvPr id="36868" name="Group 361"/>
            <p:cNvGrpSpPr/>
            <p:nvPr/>
          </p:nvGrpSpPr>
          <p:grpSpPr>
            <a:xfrm>
              <a:off x="2031" y="1119"/>
              <a:ext cx="2360" cy="295"/>
              <a:chOff x="2024" y="1150"/>
              <a:chExt cx="2360" cy="295"/>
            </a:xfrm>
          </p:grpSpPr>
          <p:grpSp>
            <p:nvGrpSpPr>
              <p:cNvPr id="36869" name="Group 131"/>
              <p:cNvGrpSpPr/>
              <p:nvPr/>
            </p:nvGrpSpPr>
            <p:grpSpPr>
              <a:xfrm>
                <a:off x="2338" y="1296"/>
                <a:ext cx="164" cy="62"/>
                <a:chOff x="3688" y="2648"/>
                <a:chExt cx="224" cy="72"/>
              </a:xfrm>
            </p:grpSpPr>
            <p:sp>
              <p:nvSpPr>
                <p:cNvPr id="36870" name="Line 132"/>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36871" name="Line 133"/>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23560" name="WordArt 150"/>
              <p:cNvSpPr>
                <a:spLocks noTextEdit="1"/>
              </p:cNvSpPr>
              <p:nvPr/>
            </p:nvSpPr>
            <p:spPr>
              <a:xfrm>
                <a:off x="2574" y="1250"/>
                <a:ext cx="518" cy="178"/>
              </a:xfrm>
              <a:prstGeom prst="rect">
                <a:avLst/>
              </a:prstGeom>
            </p:spPr>
            <p:txBody>
              <a:bodyPr wrap="none" fromWordArt="1">
                <a:prstTxWarp prst="textPlain">
                  <a:avLst>
                    <a:gd name="adj" fmla="val 50000"/>
                  </a:avLst>
                </a:prstTxWarp>
                <a:normAutofit fontScale="70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5000</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23561" name="WordArt 225"/>
              <p:cNvSpPr>
                <a:spLocks noTextEdit="1"/>
              </p:cNvSpPr>
              <p:nvPr/>
            </p:nvSpPr>
            <p:spPr>
              <a:xfrm rot="-142993">
                <a:off x="2024" y="1205"/>
                <a:ext cx="223" cy="240"/>
              </a:xfrm>
              <a:prstGeom prst="rect">
                <a:avLst/>
              </a:prstGeom>
            </p:spPr>
            <p:txBody>
              <a:bodyPr wrap="none" fromWordArt="1">
                <a:prstTxWarp prst="textPlain">
                  <a:avLst>
                    <a:gd name="adj" fmla="val 55806"/>
                  </a:avLst>
                </a:prstTxWarp>
                <a:normAutofit fontScale="40000"/>
              </a:bodyPr>
              <a:lstStyle/>
              <a:p>
                <a:pPr algn="ctr" fontAlgn="base"/>
                <a:r>
                  <a:rPr lang="zh-CN" altLang="en-US" sz="3600" b="1" i="1" strike="noStrike" noProof="1">
                    <a:ln w="1270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cs typeface="+mn-cs"/>
                  </a:rPr>
                  <a:t>l</a:t>
                </a:r>
                <a:endParaRPr lang="zh-CN" altLang="en-US" sz="3600" b="1" i="1" strike="noStrike" noProof="1">
                  <a:ln w="1270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endParaRPr>
              </a:p>
            </p:txBody>
          </p:sp>
          <p:sp>
            <p:nvSpPr>
              <p:cNvPr id="23562" name="WordArt 227"/>
              <p:cNvSpPr>
                <a:spLocks noTextEdit="1"/>
              </p:cNvSpPr>
              <p:nvPr/>
            </p:nvSpPr>
            <p:spPr>
              <a:xfrm>
                <a:off x="3140" y="1241"/>
                <a:ext cx="156" cy="183"/>
              </a:xfrm>
              <a:prstGeom prst="rect">
                <a:avLst/>
              </a:prstGeom>
            </p:spPr>
            <p:txBody>
              <a:bodyPr wrap="none" fromWordArt="1">
                <a:prstTxWarp prst="textPlain">
                  <a:avLst>
                    <a:gd name="adj" fmla="val 50000"/>
                  </a:avLst>
                </a:prstTxWarp>
                <a:normAutofit fontScale="70000"/>
              </a:bodyPr>
              <a:lstStyle/>
              <a:p>
                <a:pPr algn="ctr" fontAlgn="base"/>
                <a:r>
                  <a:rPr lang="zh-CN" altLang="en-US" sz="12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A</a:t>
                </a:r>
                <a:endParaRPr lang="zh-CN" altLang="en-US" sz="12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36875" name="Oval 228"/>
              <p:cNvSpPr/>
              <p:nvPr/>
            </p:nvSpPr>
            <p:spPr>
              <a:xfrm>
                <a:off x="3189" y="1150"/>
                <a:ext cx="56" cy="55"/>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36876" name="Group 229"/>
              <p:cNvGrpSpPr/>
              <p:nvPr/>
            </p:nvGrpSpPr>
            <p:grpSpPr>
              <a:xfrm>
                <a:off x="3358" y="1294"/>
                <a:ext cx="164" cy="62"/>
                <a:chOff x="3688" y="2648"/>
                <a:chExt cx="224" cy="72"/>
              </a:xfrm>
            </p:grpSpPr>
            <p:sp>
              <p:nvSpPr>
                <p:cNvPr id="36877" name="Line 230"/>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36878" name="Line 231"/>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grpSp>
            <p:nvGrpSpPr>
              <p:cNvPr id="36879" name="Group 280"/>
              <p:cNvGrpSpPr/>
              <p:nvPr/>
            </p:nvGrpSpPr>
            <p:grpSpPr>
              <a:xfrm>
                <a:off x="3593" y="1247"/>
                <a:ext cx="791" cy="178"/>
                <a:chOff x="3601" y="1240"/>
                <a:chExt cx="791" cy="178"/>
              </a:xfrm>
            </p:grpSpPr>
            <p:sp>
              <p:nvSpPr>
                <p:cNvPr id="23568" name="WordArt 151"/>
                <p:cNvSpPr>
                  <a:spLocks noTextEdit="1"/>
                </p:cNvSpPr>
                <p:nvPr/>
              </p:nvSpPr>
              <p:spPr>
                <a:xfrm>
                  <a:off x="4061" y="1249"/>
                  <a:ext cx="331" cy="140"/>
                </a:xfrm>
                <a:prstGeom prst="rect">
                  <a:avLst/>
                </a:prstGeom>
              </p:spPr>
              <p:txBody>
                <a:bodyPr wrap="none" fromWordArt="1">
                  <a:prstTxWarp prst="textPlain">
                    <a:avLst>
                      <a:gd name="adj" fmla="val 50000"/>
                    </a:avLst>
                  </a:prstTxWarp>
                  <a:normAutofit fontScale="40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nm</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23569" name="WordArt 232"/>
                <p:cNvSpPr>
                  <a:spLocks noTextEdit="1"/>
                </p:cNvSpPr>
                <p:nvPr/>
              </p:nvSpPr>
              <p:spPr>
                <a:xfrm>
                  <a:off x="3601" y="1240"/>
                  <a:ext cx="403" cy="178"/>
                </a:xfrm>
                <a:prstGeom prst="rect">
                  <a:avLst/>
                </a:prstGeom>
              </p:spPr>
              <p:txBody>
                <a:bodyPr wrap="none" fromWordArt="1">
                  <a:prstTxWarp prst="textPlain">
                    <a:avLst>
                      <a:gd name="adj" fmla="val 50000"/>
                    </a:avLst>
                  </a:prstTxWarp>
                  <a:normAutofit fontScale="70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500</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grpSp>
        <p:grpSp>
          <p:nvGrpSpPr>
            <p:cNvPr id="36882" name="Group 366"/>
            <p:cNvGrpSpPr/>
            <p:nvPr/>
          </p:nvGrpSpPr>
          <p:grpSpPr>
            <a:xfrm>
              <a:off x="767" y="752"/>
              <a:ext cx="4606" cy="249"/>
              <a:chOff x="767" y="752"/>
              <a:chExt cx="4606" cy="249"/>
            </a:xfrm>
          </p:grpSpPr>
          <p:sp>
            <p:nvSpPr>
              <p:cNvPr id="23571" name="WordArt 224"/>
              <p:cNvSpPr>
                <a:spLocks noTextEdit="1"/>
              </p:cNvSpPr>
              <p:nvPr/>
            </p:nvSpPr>
            <p:spPr>
              <a:xfrm>
                <a:off x="767" y="826"/>
                <a:ext cx="620" cy="166"/>
              </a:xfrm>
              <a:prstGeom prst="rect">
                <a:avLst/>
              </a:prstGeom>
            </p:spPr>
            <p:txBody>
              <a:bodyPr wrap="none" fromWordArt="1">
                <a:prstTxWarp prst="textPlain">
                  <a:avLst>
                    <a:gd name="adj" fmla="val 50000"/>
                  </a:avLst>
                </a:prstTxWarp>
                <a:normAutofit fontScale="25000"/>
              </a:bodyPr>
              <a:lstStyle/>
              <a:p>
                <a:pPr algn="ctr" fontAlgn="base"/>
                <a:r>
                  <a:rPr lang="zh-CN" altLang="en-US" sz="3600" b="1" strike="noStrike"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cs typeface="+mn-cs"/>
                  </a:rPr>
                  <a:t>已知</a:t>
                </a:r>
                <a:endParaRPr lang="zh-CN" altLang="en-US" sz="3600" b="1" strike="noStrike"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endParaRPr>
              </a:p>
            </p:txBody>
          </p:sp>
          <p:sp>
            <p:nvSpPr>
              <p:cNvPr id="23572" name="WordArt 261"/>
              <p:cNvSpPr>
                <a:spLocks noTextEdit="1"/>
              </p:cNvSpPr>
              <p:nvPr/>
            </p:nvSpPr>
            <p:spPr>
              <a:xfrm>
                <a:off x="1611" y="831"/>
                <a:ext cx="3384" cy="166"/>
              </a:xfrm>
              <a:prstGeom prst="rect">
                <a:avLst/>
              </a:prstGeom>
            </p:spPr>
            <p:txBody>
              <a:bodyPr wrap="none" fromWordArt="1">
                <a:prstTxWarp prst="textPlain">
                  <a:avLst>
                    <a:gd name="adj" fmla="val 50000"/>
                  </a:avLst>
                </a:prstTxWarp>
                <a:normAutofit fontScale="25000"/>
              </a:bodyPr>
              <a:lstStyle/>
              <a:p>
                <a:pPr algn="ctr" fontAlgn="base"/>
                <a:r>
                  <a:rPr lang="zh-CN" altLang="en-US" sz="3600" b="1" strike="noStrike"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cs typeface="+mn-cs"/>
                  </a:rPr>
                  <a:t>第一级暗纹的衍射角为</a:t>
                </a:r>
                <a:endParaRPr lang="zh-CN" altLang="en-US" sz="3600" b="1" strike="noStrike"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endParaRPr>
              </a:p>
            </p:txBody>
          </p:sp>
          <p:grpSp>
            <p:nvGrpSpPr>
              <p:cNvPr id="36885" name="Group 265"/>
              <p:cNvGrpSpPr/>
              <p:nvPr/>
            </p:nvGrpSpPr>
            <p:grpSpPr>
              <a:xfrm>
                <a:off x="5085" y="752"/>
                <a:ext cx="288" cy="249"/>
                <a:chOff x="2375" y="1611"/>
                <a:chExt cx="204" cy="180"/>
              </a:xfrm>
            </p:grpSpPr>
            <p:sp>
              <p:nvSpPr>
                <p:cNvPr id="23574" name="WordArt 263"/>
                <p:cNvSpPr>
                  <a:spLocks noTextEdit="1"/>
                </p:cNvSpPr>
                <p:nvPr/>
              </p:nvSpPr>
              <p:spPr>
                <a:xfrm>
                  <a:off x="2375" y="1666"/>
                  <a:ext cx="157" cy="125"/>
                </a:xfrm>
                <a:prstGeom prst="rect">
                  <a:avLst/>
                </a:prstGeom>
              </p:spPr>
              <p:txBody>
                <a:bodyPr wrap="none" fromWordArt="1">
                  <a:prstTxWarp prst="textPlain">
                    <a:avLst>
                      <a:gd name="adj" fmla="val 50000"/>
                    </a:avLst>
                  </a:prstTxWarp>
                  <a:normAutofit fontScale="60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30</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36887" name="Oval 264"/>
                <p:cNvSpPr/>
                <p:nvPr/>
              </p:nvSpPr>
              <p:spPr>
                <a:xfrm>
                  <a:off x="2535" y="1611"/>
                  <a:ext cx="44" cy="4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grpSp>
          <p:nvGrpSpPr>
            <p:cNvPr id="36888" name="Group 360"/>
            <p:cNvGrpSpPr/>
            <p:nvPr/>
          </p:nvGrpSpPr>
          <p:grpSpPr>
            <a:xfrm>
              <a:off x="857" y="1599"/>
              <a:ext cx="1815" cy="182"/>
              <a:chOff x="819" y="1661"/>
              <a:chExt cx="1815" cy="182"/>
            </a:xfrm>
          </p:grpSpPr>
          <p:sp>
            <p:nvSpPr>
              <p:cNvPr id="23577" name="WordArt 266"/>
              <p:cNvSpPr>
                <a:spLocks noTextEdit="1"/>
              </p:cNvSpPr>
              <p:nvPr/>
            </p:nvSpPr>
            <p:spPr>
              <a:xfrm>
                <a:off x="819" y="1672"/>
                <a:ext cx="339" cy="171"/>
              </a:xfrm>
              <a:prstGeom prst="rect">
                <a:avLst/>
              </a:prstGeom>
            </p:spPr>
            <p:txBody>
              <a:bodyPr wrap="none" fromWordArt="1">
                <a:prstTxWarp prst="textPlain">
                  <a:avLst>
                    <a:gd name="adj" fmla="val 50000"/>
                  </a:avLst>
                </a:prstTxWarp>
                <a:normAutofit fontScale="25000"/>
              </a:bodyPr>
              <a:lstStyle/>
              <a:p>
                <a:pPr algn="ctr" fontAlgn="base"/>
                <a:r>
                  <a:rPr lang="zh-CN" altLang="en-US" sz="3600" b="1" strike="noStrike" noProof="1">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cs typeface="+mn-cs"/>
                  </a:rPr>
                  <a:t>求</a:t>
                </a:r>
                <a:endParaRPr lang="zh-CN" altLang="en-US" sz="3600" b="1" strike="noStrike" noProof="1">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endParaRPr>
              </a:p>
            </p:txBody>
          </p:sp>
          <p:sp>
            <p:nvSpPr>
              <p:cNvPr id="23578" name="WordArt 267"/>
              <p:cNvSpPr>
                <a:spLocks noTextEdit="1"/>
              </p:cNvSpPr>
              <p:nvPr/>
            </p:nvSpPr>
            <p:spPr>
              <a:xfrm>
                <a:off x="1371" y="1661"/>
                <a:ext cx="1263" cy="182"/>
              </a:xfrm>
              <a:prstGeom prst="rect">
                <a:avLst/>
              </a:prstGeom>
            </p:spPr>
            <p:txBody>
              <a:bodyPr wrap="none" fromWordArt="1">
                <a:prstTxWarp prst="textPlain">
                  <a:avLst>
                    <a:gd name="adj" fmla="val 50000"/>
                  </a:avLst>
                </a:prstTxWarp>
                <a:normAutofit fontScale="25000"/>
              </a:bodyPr>
              <a:lstStyle/>
              <a:p>
                <a:pPr algn="ctr" fontAlgn="base"/>
                <a:r>
                  <a:rPr lang="zh-CN" altLang="en-US" sz="3600" b="1" strike="noStrike"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cs typeface="+mn-cs"/>
                  </a:rPr>
                  <a:t>单缝宽度</a:t>
                </a:r>
                <a:endParaRPr lang="zh-CN" altLang="en-US" sz="3600" b="1" strike="noStrike"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endParaRPr>
              </a:p>
            </p:txBody>
          </p:sp>
        </p:grpSp>
      </p:grpSp>
      <p:grpSp>
        <p:nvGrpSpPr>
          <p:cNvPr id="10" name="Group 359"/>
          <p:cNvGrpSpPr/>
          <p:nvPr/>
        </p:nvGrpSpPr>
        <p:grpSpPr>
          <a:xfrm>
            <a:off x="661988" y="4222750"/>
            <a:ext cx="6383337" cy="852488"/>
            <a:chOff x="511" y="2061"/>
            <a:chExt cx="4415" cy="807"/>
          </a:xfrm>
        </p:grpSpPr>
        <p:grpSp>
          <p:nvGrpSpPr>
            <p:cNvPr id="36892" name="Group 268"/>
            <p:cNvGrpSpPr/>
            <p:nvPr/>
          </p:nvGrpSpPr>
          <p:grpSpPr>
            <a:xfrm>
              <a:off x="511" y="2141"/>
              <a:ext cx="899" cy="268"/>
              <a:chOff x="2222" y="738"/>
              <a:chExt cx="1167" cy="340"/>
            </a:xfrm>
          </p:grpSpPr>
          <p:sp>
            <p:nvSpPr>
              <p:cNvPr id="36893" name="Rectangle 269" descr="栎木"/>
              <p:cNvSpPr/>
              <p:nvPr/>
            </p:nvSpPr>
            <p:spPr>
              <a:xfrm flipH="1">
                <a:off x="2222" y="738"/>
                <a:ext cx="1167" cy="340"/>
              </a:xfrm>
              <a:prstGeom prst="rect">
                <a:avLst/>
              </a:prstGeom>
              <a:blipFill rotWithShape="0">
                <a:blip r:embed="rId2"/>
              </a:blipFill>
              <a:ln w="38100" cap="flat" cmpd="sng">
                <a:solidFill>
                  <a:srgbClr val="00CC99"/>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582" name="WordArt 270"/>
              <p:cNvSpPr>
                <a:spLocks noTextEdit="1"/>
              </p:cNvSpPr>
              <p:nvPr/>
            </p:nvSpPr>
            <p:spPr>
              <a:xfrm>
                <a:off x="2352" y="795"/>
                <a:ext cx="427" cy="223"/>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宋体" panose="02010600030101010101" pitchFamily="2" charset="-122"/>
                    <a:ea typeface="宋体" panose="02010600030101010101" pitchFamily="2" charset="-122"/>
                    <a:cs typeface="+mn-cs"/>
                  </a:rPr>
                  <a:t>解法</a:t>
                </a:r>
                <a:endParaRPr lang="zh-CN" altLang="en-US" sz="3600" strike="noStrike" noProof="1">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宋体" panose="02010600030101010101" pitchFamily="2" charset="-122"/>
                  <a:ea typeface="宋体" panose="02010600030101010101" pitchFamily="2" charset="-122"/>
                </a:endParaRPr>
              </a:p>
            </p:txBody>
          </p:sp>
          <p:sp>
            <p:nvSpPr>
              <p:cNvPr id="23583" name="WordArt 271"/>
              <p:cNvSpPr>
                <a:spLocks noTextEdit="1"/>
              </p:cNvSpPr>
              <p:nvPr/>
            </p:nvSpPr>
            <p:spPr>
              <a:xfrm>
                <a:off x="2795" y="806"/>
                <a:ext cx="448" cy="220"/>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宋体" panose="02010600030101010101" pitchFamily="2" charset="-122"/>
                    <a:ea typeface="宋体" panose="02010600030101010101" pitchFamily="2" charset="-122"/>
                    <a:cs typeface="+mn-cs"/>
                  </a:rPr>
                  <a:t>提要</a:t>
                </a:r>
                <a:endParaRPr lang="zh-CN" altLang="en-US" sz="3600" strike="noStrike" noProof="1">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宋体" panose="02010600030101010101" pitchFamily="2" charset="-122"/>
                  <a:ea typeface="宋体" panose="02010600030101010101" pitchFamily="2" charset="-122"/>
                </a:endParaRPr>
              </a:p>
            </p:txBody>
          </p:sp>
        </p:grpSp>
        <p:sp>
          <p:nvSpPr>
            <p:cNvPr id="23584" name="WordArt 276"/>
            <p:cNvSpPr>
              <a:spLocks noTextEdit="1"/>
            </p:cNvSpPr>
            <p:nvPr/>
          </p:nvSpPr>
          <p:spPr>
            <a:xfrm rot="-142993">
              <a:off x="1798" y="2163"/>
              <a:ext cx="223" cy="240"/>
            </a:xfrm>
            <a:prstGeom prst="rect">
              <a:avLst/>
            </a:prstGeom>
          </p:spPr>
          <p:txBody>
            <a:bodyPr wrap="none" fromWordArt="1">
              <a:prstTxWarp prst="textPlain">
                <a:avLst>
                  <a:gd name="adj" fmla="val 55806"/>
                </a:avLst>
              </a:prstTxWarp>
              <a:normAutofit fontScale="25000"/>
            </a:bodyPr>
            <a:lstStyle/>
            <a:p>
              <a:pPr algn="ctr" fontAlgn="base"/>
              <a:r>
                <a:rPr lang="zh-CN" altLang="en-US" sz="3600" b="1" i="1" strike="noStrike" noProof="1">
                  <a:ln w="1270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cs typeface="+mn-cs"/>
                </a:rPr>
                <a:t>l</a:t>
              </a:r>
              <a:endParaRPr lang="zh-CN" altLang="en-US" sz="3600" b="1" i="1" strike="noStrike" noProof="1">
                <a:ln w="1270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endParaRPr>
            </a:p>
          </p:txBody>
        </p:sp>
        <p:grpSp>
          <p:nvGrpSpPr>
            <p:cNvPr id="36897" name="Group 277"/>
            <p:cNvGrpSpPr/>
            <p:nvPr/>
          </p:nvGrpSpPr>
          <p:grpSpPr>
            <a:xfrm>
              <a:off x="2135" y="2244"/>
              <a:ext cx="164" cy="62"/>
              <a:chOff x="3688" y="2648"/>
              <a:chExt cx="224" cy="72"/>
            </a:xfrm>
          </p:grpSpPr>
          <p:sp>
            <p:nvSpPr>
              <p:cNvPr id="36898" name="Line 278"/>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36899" name="Line 279"/>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grpSp>
          <p:nvGrpSpPr>
            <p:cNvPr id="36900" name="Group 281"/>
            <p:cNvGrpSpPr/>
            <p:nvPr/>
          </p:nvGrpSpPr>
          <p:grpSpPr>
            <a:xfrm>
              <a:off x="2393" y="2190"/>
              <a:ext cx="791" cy="178"/>
              <a:chOff x="3601" y="1240"/>
              <a:chExt cx="791" cy="178"/>
            </a:xfrm>
          </p:grpSpPr>
          <p:sp>
            <p:nvSpPr>
              <p:cNvPr id="23589" name="WordArt 282"/>
              <p:cNvSpPr>
                <a:spLocks noTextEdit="1"/>
              </p:cNvSpPr>
              <p:nvPr/>
            </p:nvSpPr>
            <p:spPr>
              <a:xfrm>
                <a:off x="4061" y="1249"/>
                <a:ext cx="331" cy="140"/>
              </a:xfrm>
              <a:prstGeom prst="rect">
                <a:avLst/>
              </a:prstGeom>
            </p:spPr>
            <p:txBody>
              <a:bodyPr wrap="none" fromWordArt="1">
                <a:prstTxWarp prst="textPlain">
                  <a:avLst>
                    <a:gd name="adj" fmla="val 50000"/>
                  </a:avLst>
                </a:prstTxWarp>
                <a:normAutofit fontScale="25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nm</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23590" name="WordArt 283"/>
              <p:cNvSpPr>
                <a:spLocks noTextEdit="1"/>
              </p:cNvSpPr>
              <p:nvPr/>
            </p:nvSpPr>
            <p:spPr>
              <a:xfrm>
                <a:off x="3601" y="1240"/>
                <a:ext cx="403" cy="178"/>
              </a:xfrm>
              <a:prstGeom prst="rect">
                <a:avLst/>
              </a:prstGeom>
            </p:spPr>
            <p:txBody>
              <a:bodyPr wrap="none" fromWordArt="1">
                <a:prstTxWarp prst="textPlain">
                  <a:avLst>
                    <a:gd name="adj" fmla="val 50000"/>
                  </a:avLst>
                </a:prstTxWarp>
                <a:normAutofit fontScale="40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500</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grpSp>
          <p:nvGrpSpPr>
            <p:cNvPr id="36903" name="Group 284"/>
            <p:cNvGrpSpPr/>
            <p:nvPr/>
          </p:nvGrpSpPr>
          <p:grpSpPr>
            <a:xfrm>
              <a:off x="3262" y="2242"/>
              <a:ext cx="164" cy="62"/>
              <a:chOff x="3688" y="2648"/>
              <a:chExt cx="224" cy="72"/>
            </a:xfrm>
          </p:grpSpPr>
          <p:sp>
            <p:nvSpPr>
              <p:cNvPr id="36904" name="Line 285"/>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36905" name="Line 286"/>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23594" name="WordArt 288"/>
            <p:cNvSpPr>
              <a:spLocks noTextEdit="1"/>
            </p:cNvSpPr>
            <p:nvPr/>
          </p:nvSpPr>
          <p:spPr>
            <a:xfrm>
              <a:off x="4718" y="2188"/>
              <a:ext cx="208" cy="133"/>
            </a:xfrm>
            <a:prstGeom prst="rect">
              <a:avLst/>
            </a:prstGeom>
          </p:spPr>
          <p:txBody>
            <a:bodyPr wrap="none" fromWordArt="1">
              <a:prstTxWarp prst="textPlain">
                <a:avLst>
                  <a:gd name="adj" fmla="val 50000"/>
                </a:avLst>
              </a:prstTxWarp>
              <a:normAutofit fontScale="25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m</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nvGrpSpPr>
            <p:cNvPr id="36907" name="Group 329"/>
            <p:cNvGrpSpPr/>
            <p:nvPr/>
          </p:nvGrpSpPr>
          <p:grpSpPr>
            <a:xfrm>
              <a:off x="3497" y="2061"/>
              <a:ext cx="1142" cy="297"/>
              <a:chOff x="3497" y="2061"/>
              <a:chExt cx="1142" cy="297"/>
            </a:xfrm>
          </p:grpSpPr>
          <p:sp>
            <p:nvSpPr>
              <p:cNvPr id="23596" name="WordArt 289"/>
              <p:cNvSpPr>
                <a:spLocks noTextEdit="1"/>
              </p:cNvSpPr>
              <p:nvPr/>
            </p:nvSpPr>
            <p:spPr>
              <a:xfrm>
                <a:off x="3497" y="2180"/>
                <a:ext cx="403" cy="178"/>
              </a:xfrm>
              <a:prstGeom prst="rect">
                <a:avLst/>
              </a:prstGeom>
            </p:spPr>
            <p:txBody>
              <a:bodyPr wrap="none" fromWordArt="1">
                <a:prstTxWarp prst="textPlain">
                  <a:avLst>
                    <a:gd name="adj" fmla="val 50000"/>
                  </a:avLst>
                </a:prstTxWarp>
                <a:normAutofit fontScale="40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500</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nvGrpSpPr>
              <p:cNvPr id="36909" name="Group 291"/>
              <p:cNvGrpSpPr/>
              <p:nvPr/>
            </p:nvGrpSpPr>
            <p:grpSpPr>
              <a:xfrm>
                <a:off x="3968" y="2196"/>
                <a:ext cx="117" cy="130"/>
                <a:chOff x="1781" y="2282"/>
                <a:chExt cx="577" cy="577"/>
              </a:xfrm>
            </p:grpSpPr>
            <p:sp>
              <p:nvSpPr>
                <p:cNvPr id="36910" name="Line 292"/>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36911" name="Line 293"/>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3600" name="WordArt 294"/>
              <p:cNvSpPr>
                <a:spLocks noTextEdit="1"/>
              </p:cNvSpPr>
              <p:nvPr/>
            </p:nvSpPr>
            <p:spPr>
              <a:xfrm>
                <a:off x="4151" y="2157"/>
                <a:ext cx="224" cy="188"/>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10</a:t>
                </a:r>
                <a:endParaRPr lang="zh-CN" altLang="en-US" sz="36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36913" name="WordArt 295"/>
              <p:cNvSpPr>
                <a:spLocks noTextEdit="1"/>
              </p:cNvSpPr>
              <p:nvPr/>
            </p:nvSpPr>
            <p:spPr>
              <a:xfrm>
                <a:off x="4555" y="2061"/>
                <a:ext cx="84" cy="13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a:t>
                </a:r>
              </a:p>
            </p:txBody>
          </p:sp>
          <p:sp>
            <p:nvSpPr>
              <p:cNvPr id="36914" name="Line 296"/>
              <p:cNvSpPr/>
              <p:nvPr/>
            </p:nvSpPr>
            <p:spPr>
              <a:xfrm flipV="1">
                <a:off x="4401" y="2132"/>
                <a:ext cx="112" cy="2"/>
              </a:xfrm>
              <a:prstGeom prst="line">
                <a:avLst/>
              </a:prstGeom>
              <a:ln w="28575" cap="flat" cmpd="sng">
                <a:solidFill>
                  <a:schemeClr val="tx1"/>
                </a:solidFill>
                <a:prstDash val="solid"/>
                <a:round/>
                <a:headEnd type="none" w="med" len="med"/>
                <a:tailEnd type="none" w="med" len="med"/>
              </a:ln>
            </p:spPr>
          </p:sp>
        </p:grpSp>
        <p:grpSp>
          <p:nvGrpSpPr>
            <p:cNvPr id="36915" name="Group 310"/>
            <p:cNvGrpSpPr/>
            <p:nvPr/>
          </p:nvGrpSpPr>
          <p:grpSpPr>
            <a:xfrm>
              <a:off x="3105" y="2554"/>
              <a:ext cx="845" cy="282"/>
              <a:chOff x="3105" y="2539"/>
              <a:chExt cx="845" cy="282"/>
            </a:xfrm>
          </p:grpSpPr>
          <p:sp>
            <p:nvSpPr>
              <p:cNvPr id="23604" name="WordArt 297"/>
              <p:cNvSpPr>
                <a:spLocks noTextEdit="1"/>
              </p:cNvSpPr>
              <p:nvPr/>
            </p:nvSpPr>
            <p:spPr>
              <a:xfrm>
                <a:off x="3105" y="2595"/>
                <a:ext cx="186" cy="226"/>
              </a:xfrm>
              <a:prstGeom prst="rect">
                <a:avLst/>
              </a:prstGeom>
            </p:spPr>
            <p:txBody>
              <a:bodyPr wrap="none" fromWordArt="1">
                <a:prstTxWarp prst="textPlain">
                  <a:avLst>
                    <a:gd name="adj" fmla="val 50000"/>
                  </a:avLst>
                </a:prstTxWarp>
                <a:normAutofit fontScale="25000"/>
              </a:bodyPr>
              <a:lstStyle/>
              <a:p>
                <a:pPr algn="ctr" fontAlgn="base"/>
                <a:r>
                  <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grpSp>
            <p:nvGrpSpPr>
              <p:cNvPr id="36917" name="Group 298"/>
              <p:cNvGrpSpPr/>
              <p:nvPr/>
            </p:nvGrpSpPr>
            <p:grpSpPr>
              <a:xfrm>
                <a:off x="3363" y="2679"/>
                <a:ext cx="164" cy="62"/>
                <a:chOff x="3688" y="2648"/>
                <a:chExt cx="224" cy="72"/>
              </a:xfrm>
            </p:grpSpPr>
            <p:sp>
              <p:nvSpPr>
                <p:cNvPr id="36918" name="Line 299"/>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36919" name="Line 300"/>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grpSp>
            <p:nvGrpSpPr>
              <p:cNvPr id="36920" name="Group 301"/>
              <p:cNvGrpSpPr/>
              <p:nvPr/>
            </p:nvGrpSpPr>
            <p:grpSpPr>
              <a:xfrm>
                <a:off x="3662" y="2539"/>
                <a:ext cx="288" cy="249"/>
                <a:chOff x="2375" y="1611"/>
                <a:chExt cx="204" cy="180"/>
              </a:xfrm>
            </p:grpSpPr>
            <p:sp>
              <p:nvSpPr>
                <p:cNvPr id="23609" name="WordArt 302"/>
                <p:cNvSpPr>
                  <a:spLocks noTextEdit="1"/>
                </p:cNvSpPr>
                <p:nvPr/>
              </p:nvSpPr>
              <p:spPr>
                <a:xfrm>
                  <a:off x="2375" y="1666"/>
                  <a:ext cx="157" cy="125"/>
                </a:xfrm>
                <a:prstGeom prst="rect">
                  <a:avLst/>
                </a:prstGeom>
              </p:spPr>
              <p:txBody>
                <a:bodyPr wrap="none" fromWordArt="1">
                  <a:prstTxWarp prst="textPlain">
                    <a:avLst>
                      <a:gd name="adj" fmla="val 50000"/>
                    </a:avLst>
                  </a:prstTxWarp>
                  <a:normAutofit fontScale="30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30</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36922" name="Oval 303"/>
                <p:cNvSpPr/>
                <p:nvPr/>
              </p:nvSpPr>
              <p:spPr>
                <a:xfrm>
                  <a:off x="2535" y="1611"/>
                  <a:ext cx="44" cy="4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sp>
          <p:nvSpPr>
            <p:cNvPr id="23611" name="WordArt 304"/>
            <p:cNvSpPr>
              <a:spLocks noTextEdit="1"/>
            </p:cNvSpPr>
            <p:nvPr/>
          </p:nvSpPr>
          <p:spPr>
            <a:xfrm>
              <a:off x="1874" y="2630"/>
              <a:ext cx="158" cy="238"/>
            </a:xfrm>
            <a:prstGeom prst="rect">
              <a:avLst/>
            </a:prstGeom>
          </p:spPr>
          <p:txBody>
            <a:bodyPr wrap="none" fromWordArt="1">
              <a:prstTxWarp prst="textPlain">
                <a:avLst>
                  <a:gd name="adj" fmla="val 50000"/>
                </a:avLst>
              </a:prstTxWarp>
              <a:normAutofit fontScale="25000"/>
            </a:bodyPr>
            <a:lstStyle/>
            <a:p>
              <a:pPr algn="ctr" fontAlgn="base"/>
              <a:r>
                <a:rPr lang="zh-CN" altLang="en-US" sz="3600" i="1" strike="noStrike" noProof="1">
                  <a:ln w="12700"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k</a:t>
              </a:r>
              <a:endParaRPr lang="zh-CN" altLang="en-US" sz="3600" i="1" strike="noStrike" noProof="1">
                <a:ln w="12700"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nvGrpSpPr>
            <p:cNvPr id="36924" name="Group 305"/>
            <p:cNvGrpSpPr/>
            <p:nvPr/>
          </p:nvGrpSpPr>
          <p:grpSpPr>
            <a:xfrm>
              <a:off x="2102" y="2726"/>
              <a:ext cx="164" cy="62"/>
              <a:chOff x="3688" y="2648"/>
              <a:chExt cx="224" cy="72"/>
            </a:xfrm>
          </p:grpSpPr>
          <p:sp>
            <p:nvSpPr>
              <p:cNvPr id="36925" name="Line 306"/>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36926" name="Line 307"/>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36927" name="WordArt 308"/>
            <p:cNvSpPr>
              <a:spLocks noTextEdit="1"/>
            </p:cNvSpPr>
            <p:nvPr/>
          </p:nvSpPr>
          <p:spPr>
            <a:xfrm>
              <a:off x="2350" y="2653"/>
              <a:ext cx="66" cy="178"/>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sp>
          <p:nvSpPr>
            <p:cNvPr id="36928" name="WordArt 309"/>
            <p:cNvSpPr>
              <a:spLocks noTextEdit="1"/>
            </p:cNvSpPr>
            <p:nvPr/>
          </p:nvSpPr>
          <p:spPr>
            <a:xfrm>
              <a:off x="2659" y="2767"/>
              <a:ext cx="35" cy="6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grpSp>
        <p:nvGrpSpPr>
          <p:cNvPr id="21" name="Group 358"/>
          <p:cNvGrpSpPr/>
          <p:nvPr/>
        </p:nvGrpSpPr>
        <p:grpSpPr>
          <a:xfrm>
            <a:off x="763588" y="5229225"/>
            <a:ext cx="6707187" cy="669925"/>
            <a:chOff x="347" y="3156"/>
            <a:chExt cx="5068" cy="669"/>
          </a:xfrm>
        </p:grpSpPr>
        <p:sp>
          <p:nvSpPr>
            <p:cNvPr id="23618" name="WordArt 312"/>
            <p:cNvSpPr>
              <a:spLocks noTextEdit="1"/>
            </p:cNvSpPr>
            <p:nvPr/>
          </p:nvSpPr>
          <p:spPr>
            <a:xfrm>
              <a:off x="347" y="3389"/>
              <a:ext cx="198" cy="232"/>
            </a:xfrm>
            <a:prstGeom prst="rect">
              <a:avLst/>
            </a:prstGeom>
          </p:spPr>
          <p:txBody>
            <a:bodyPr wrap="none" fromWordArt="1">
              <a:prstTxWarp prst="textPlain">
                <a:avLst>
                  <a:gd name="adj" fmla="val 50000"/>
                </a:avLst>
              </a:prstTxWarp>
              <a:normAutofit fontScale="25000"/>
            </a:bodyPr>
            <a:lstStyle/>
            <a:p>
              <a:pPr algn="ctr" fontAlgn="base"/>
              <a:r>
                <a:rPr lang="zh-CN" altLang="en-US" sz="3600" i="1" strike="noStrike" noProof="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cs typeface="+mn-cs"/>
                </a:rPr>
                <a:t>a</a:t>
              </a:r>
              <a:endParaRPr lang="zh-CN" altLang="en-US" sz="3600" i="1" strike="noStrike" noProof="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endParaRPr>
            </a:p>
          </p:txBody>
        </p:sp>
        <p:grpSp>
          <p:nvGrpSpPr>
            <p:cNvPr id="36931" name="Group 323"/>
            <p:cNvGrpSpPr/>
            <p:nvPr/>
          </p:nvGrpSpPr>
          <p:grpSpPr>
            <a:xfrm>
              <a:off x="1167" y="3573"/>
              <a:ext cx="597" cy="210"/>
              <a:chOff x="3608" y="3073"/>
              <a:chExt cx="597" cy="210"/>
            </a:xfrm>
          </p:grpSpPr>
          <p:sp>
            <p:nvSpPr>
              <p:cNvPr id="23620" name="WordArt 311"/>
              <p:cNvSpPr>
                <a:spLocks noTextEdit="1"/>
              </p:cNvSpPr>
              <p:nvPr/>
            </p:nvSpPr>
            <p:spPr>
              <a:xfrm>
                <a:off x="3608" y="3082"/>
                <a:ext cx="388" cy="178"/>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sin</a:t>
                </a:r>
                <a:endPar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23621" name="WordArt 313"/>
              <p:cNvSpPr>
                <a:spLocks noTextEdit="1"/>
              </p:cNvSpPr>
              <p:nvPr/>
            </p:nvSpPr>
            <p:spPr>
              <a:xfrm>
                <a:off x="4049" y="3073"/>
                <a:ext cx="156" cy="210"/>
              </a:xfrm>
              <a:prstGeom prst="rect">
                <a:avLst/>
              </a:prstGeom>
            </p:spPr>
            <p:txBody>
              <a:bodyPr wrap="none" fromWordArt="1">
                <a:prstTxWarp prst="textPlain">
                  <a:avLst>
                    <a:gd name="adj" fmla="val 50000"/>
                  </a:avLst>
                </a:prstTxWarp>
                <a:normAutofit fontScale="25000"/>
              </a:bodyPr>
              <a:lstStyle/>
              <a:p>
                <a:pPr algn="ctr" fontAlgn="base"/>
                <a:r>
                  <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grpSp>
        <p:grpSp>
          <p:nvGrpSpPr>
            <p:cNvPr id="36934" name="Group 314"/>
            <p:cNvGrpSpPr/>
            <p:nvPr/>
          </p:nvGrpSpPr>
          <p:grpSpPr>
            <a:xfrm>
              <a:off x="680" y="3457"/>
              <a:ext cx="227" cy="95"/>
              <a:chOff x="3688" y="2648"/>
              <a:chExt cx="224" cy="72"/>
            </a:xfrm>
          </p:grpSpPr>
          <p:sp>
            <p:nvSpPr>
              <p:cNvPr id="36935" name="Line 315"/>
              <p:cNvSpPr/>
              <p:nvPr/>
            </p:nvSpPr>
            <p:spPr>
              <a:xfrm>
                <a:off x="3688" y="2648"/>
                <a:ext cx="224" cy="0"/>
              </a:xfrm>
              <a:prstGeom prst="line">
                <a:avLst/>
              </a:prstGeom>
              <a:ln w="57150" cap="flat" cmpd="sng">
                <a:solidFill>
                  <a:schemeClr val="tx2"/>
                </a:solidFill>
                <a:prstDash val="solid"/>
                <a:round/>
                <a:headEnd type="none" w="med" len="med"/>
                <a:tailEnd type="none" w="med" len="med"/>
              </a:ln>
            </p:spPr>
          </p:sp>
          <p:sp>
            <p:nvSpPr>
              <p:cNvPr id="36936" name="Line 316"/>
              <p:cNvSpPr/>
              <p:nvPr/>
            </p:nvSpPr>
            <p:spPr>
              <a:xfrm>
                <a:off x="3688" y="2720"/>
                <a:ext cx="224" cy="0"/>
              </a:xfrm>
              <a:prstGeom prst="line">
                <a:avLst/>
              </a:prstGeom>
              <a:ln w="57150" cap="flat" cmpd="sng">
                <a:solidFill>
                  <a:schemeClr val="tx2"/>
                </a:solidFill>
                <a:prstDash val="solid"/>
                <a:round/>
                <a:headEnd type="none" w="med" len="med"/>
                <a:tailEnd type="none" w="med" len="med"/>
              </a:ln>
            </p:spPr>
          </p:sp>
        </p:grpSp>
        <p:sp>
          <p:nvSpPr>
            <p:cNvPr id="36937" name="Line 322"/>
            <p:cNvSpPr/>
            <p:nvPr/>
          </p:nvSpPr>
          <p:spPr>
            <a:xfrm flipV="1">
              <a:off x="1037" y="3506"/>
              <a:ext cx="838" cy="0"/>
            </a:xfrm>
            <a:prstGeom prst="line">
              <a:avLst/>
            </a:prstGeom>
            <a:ln w="38100" cap="flat" cmpd="sng">
              <a:solidFill>
                <a:schemeClr val="tx1"/>
              </a:solidFill>
              <a:prstDash val="solid"/>
              <a:round/>
              <a:headEnd type="none" w="med" len="med"/>
              <a:tailEnd type="none" w="med" len="med"/>
            </a:ln>
          </p:spPr>
        </p:sp>
        <p:sp>
          <p:nvSpPr>
            <p:cNvPr id="23626" name="WordArt 324"/>
            <p:cNvSpPr>
              <a:spLocks noTextEdit="1"/>
            </p:cNvSpPr>
            <p:nvPr/>
          </p:nvSpPr>
          <p:spPr>
            <a:xfrm rot="-142993">
              <a:off x="1320" y="3213"/>
              <a:ext cx="223" cy="240"/>
            </a:xfrm>
            <a:prstGeom prst="rect">
              <a:avLst/>
            </a:prstGeom>
          </p:spPr>
          <p:txBody>
            <a:bodyPr wrap="none" fromWordArt="1">
              <a:prstTxWarp prst="textPlain">
                <a:avLst>
                  <a:gd name="adj" fmla="val 55806"/>
                </a:avLst>
              </a:prstTxWarp>
              <a:normAutofit fontScale="25000"/>
            </a:bodyPr>
            <a:lstStyle/>
            <a:p>
              <a:pPr algn="ctr" fontAlgn="base"/>
              <a:r>
                <a:rPr lang="zh-CN" altLang="en-US" sz="3600" b="1" i="1" strike="noStrike" noProof="1">
                  <a:ln w="1270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cs typeface="+mn-cs"/>
                </a:rPr>
                <a:t>l</a:t>
              </a:r>
              <a:endParaRPr lang="zh-CN" altLang="en-US" sz="3600" b="1" i="1" strike="noStrike" noProof="1">
                <a:ln w="1270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endParaRPr>
            </a:p>
          </p:txBody>
        </p:sp>
        <p:grpSp>
          <p:nvGrpSpPr>
            <p:cNvPr id="36939" name="Group 326"/>
            <p:cNvGrpSpPr/>
            <p:nvPr/>
          </p:nvGrpSpPr>
          <p:grpSpPr>
            <a:xfrm>
              <a:off x="1961" y="3462"/>
              <a:ext cx="227" cy="95"/>
              <a:chOff x="3688" y="2648"/>
              <a:chExt cx="224" cy="72"/>
            </a:xfrm>
          </p:grpSpPr>
          <p:sp>
            <p:nvSpPr>
              <p:cNvPr id="36940" name="Line 327"/>
              <p:cNvSpPr/>
              <p:nvPr/>
            </p:nvSpPr>
            <p:spPr>
              <a:xfrm>
                <a:off x="3688" y="2648"/>
                <a:ext cx="224" cy="0"/>
              </a:xfrm>
              <a:prstGeom prst="line">
                <a:avLst/>
              </a:prstGeom>
              <a:ln w="57150" cap="flat" cmpd="sng">
                <a:solidFill>
                  <a:schemeClr val="tx2"/>
                </a:solidFill>
                <a:prstDash val="solid"/>
                <a:round/>
                <a:headEnd type="none" w="med" len="med"/>
                <a:tailEnd type="none" w="med" len="med"/>
              </a:ln>
            </p:spPr>
          </p:sp>
          <p:sp>
            <p:nvSpPr>
              <p:cNvPr id="36941" name="Line 328"/>
              <p:cNvSpPr/>
              <p:nvPr/>
            </p:nvSpPr>
            <p:spPr>
              <a:xfrm>
                <a:off x="3688" y="2720"/>
                <a:ext cx="224" cy="0"/>
              </a:xfrm>
              <a:prstGeom prst="line">
                <a:avLst/>
              </a:prstGeom>
              <a:ln w="57150" cap="flat" cmpd="sng">
                <a:solidFill>
                  <a:schemeClr val="tx2"/>
                </a:solidFill>
                <a:prstDash val="solid"/>
                <a:round/>
                <a:headEnd type="none" w="med" len="med"/>
                <a:tailEnd type="none" w="med" len="med"/>
              </a:ln>
            </p:spPr>
          </p:sp>
        </p:grpSp>
        <p:grpSp>
          <p:nvGrpSpPr>
            <p:cNvPr id="36942" name="Group 330"/>
            <p:cNvGrpSpPr/>
            <p:nvPr/>
          </p:nvGrpSpPr>
          <p:grpSpPr>
            <a:xfrm>
              <a:off x="2396" y="3156"/>
              <a:ext cx="1142" cy="297"/>
              <a:chOff x="3497" y="2061"/>
              <a:chExt cx="1142" cy="297"/>
            </a:xfrm>
          </p:grpSpPr>
          <p:sp>
            <p:nvSpPr>
              <p:cNvPr id="23631" name="WordArt 331"/>
              <p:cNvSpPr>
                <a:spLocks noTextEdit="1"/>
              </p:cNvSpPr>
              <p:nvPr/>
            </p:nvSpPr>
            <p:spPr>
              <a:xfrm>
                <a:off x="3497" y="2180"/>
                <a:ext cx="403" cy="178"/>
              </a:xfrm>
              <a:prstGeom prst="rect">
                <a:avLst/>
              </a:prstGeom>
            </p:spPr>
            <p:txBody>
              <a:bodyPr wrap="none" fromWordArt="1">
                <a:prstTxWarp prst="textPlain">
                  <a:avLst>
                    <a:gd name="adj" fmla="val 50000"/>
                  </a:avLst>
                </a:prstTxWarp>
                <a:normAutofit fontScale="30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500</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nvGrpSpPr>
              <p:cNvPr id="36944" name="Group 332"/>
              <p:cNvGrpSpPr/>
              <p:nvPr/>
            </p:nvGrpSpPr>
            <p:grpSpPr>
              <a:xfrm>
                <a:off x="3968" y="2196"/>
                <a:ext cx="117" cy="130"/>
                <a:chOff x="1781" y="2282"/>
                <a:chExt cx="577" cy="577"/>
              </a:xfrm>
            </p:grpSpPr>
            <p:sp>
              <p:nvSpPr>
                <p:cNvPr id="36945" name="Line 333"/>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36946" name="Line 334"/>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3635" name="WordArt 335"/>
              <p:cNvSpPr>
                <a:spLocks noTextEdit="1"/>
              </p:cNvSpPr>
              <p:nvPr/>
            </p:nvSpPr>
            <p:spPr>
              <a:xfrm>
                <a:off x="4151" y="2157"/>
                <a:ext cx="224" cy="188"/>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10</a:t>
                </a:r>
                <a:endParaRPr lang="zh-CN" altLang="en-US" sz="36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36948" name="WordArt 336"/>
              <p:cNvSpPr>
                <a:spLocks noTextEdit="1"/>
              </p:cNvSpPr>
              <p:nvPr/>
            </p:nvSpPr>
            <p:spPr>
              <a:xfrm>
                <a:off x="4555" y="2061"/>
                <a:ext cx="84" cy="13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a:t>
                </a:r>
              </a:p>
            </p:txBody>
          </p:sp>
          <p:sp>
            <p:nvSpPr>
              <p:cNvPr id="36949" name="Line 337"/>
              <p:cNvSpPr/>
              <p:nvPr/>
            </p:nvSpPr>
            <p:spPr>
              <a:xfrm flipV="1">
                <a:off x="4401" y="2132"/>
                <a:ext cx="112" cy="2"/>
              </a:xfrm>
              <a:prstGeom prst="line">
                <a:avLst/>
              </a:prstGeom>
              <a:ln w="28575" cap="flat" cmpd="sng">
                <a:solidFill>
                  <a:schemeClr val="tx1"/>
                </a:solidFill>
                <a:prstDash val="solid"/>
                <a:round/>
                <a:headEnd type="none" w="med" len="med"/>
                <a:tailEnd type="none" w="med" len="med"/>
              </a:ln>
            </p:spPr>
          </p:sp>
        </p:grpSp>
        <p:sp>
          <p:nvSpPr>
            <p:cNvPr id="36950" name="Line 338"/>
            <p:cNvSpPr/>
            <p:nvPr/>
          </p:nvSpPr>
          <p:spPr>
            <a:xfrm>
              <a:off x="2327" y="3517"/>
              <a:ext cx="1228" cy="0"/>
            </a:xfrm>
            <a:prstGeom prst="line">
              <a:avLst/>
            </a:prstGeom>
            <a:ln w="38100" cap="flat" cmpd="sng">
              <a:solidFill>
                <a:schemeClr val="tx1"/>
              </a:solidFill>
              <a:prstDash val="solid"/>
              <a:round/>
              <a:headEnd type="none" w="med" len="med"/>
              <a:tailEnd type="none" w="med" len="med"/>
            </a:ln>
          </p:spPr>
        </p:sp>
        <p:sp>
          <p:nvSpPr>
            <p:cNvPr id="23639" name="WordArt 340"/>
            <p:cNvSpPr>
              <a:spLocks noTextEdit="1"/>
            </p:cNvSpPr>
            <p:nvPr/>
          </p:nvSpPr>
          <p:spPr>
            <a:xfrm>
              <a:off x="2563" y="3610"/>
              <a:ext cx="388" cy="178"/>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sin</a:t>
              </a:r>
              <a:endPar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grpSp>
          <p:nvGrpSpPr>
            <p:cNvPr id="36952" name="Group 342"/>
            <p:cNvGrpSpPr/>
            <p:nvPr/>
          </p:nvGrpSpPr>
          <p:grpSpPr>
            <a:xfrm>
              <a:off x="3002" y="3576"/>
              <a:ext cx="288" cy="249"/>
              <a:chOff x="2375" y="1611"/>
              <a:chExt cx="204" cy="180"/>
            </a:xfrm>
          </p:grpSpPr>
          <p:sp>
            <p:nvSpPr>
              <p:cNvPr id="23641" name="WordArt 343"/>
              <p:cNvSpPr>
                <a:spLocks noTextEdit="1"/>
              </p:cNvSpPr>
              <p:nvPr/>
            </p:nvSpPr>
            <p:spPr>
              <a:xfrm>
                <a:off x="2375" y="1666"/>
                <a:ext cx="157" cy="125"/>
              </a:xfrm>
              <a:prstGeom prst="rect">
                <a:avLst/>
              </a:prstGeom>
            </p:spPr>
            <p:txBody>
              <a:bodyPr wrap="none" fromWordArt="1">
                <a:prstTxWarp prst="textPlain">
                  <a:avLst>
                    <a:gd name="adj" fmla="val 50000"/>
                  </a:avLst>
                </a:prstTxWarp>
                <a:normAutofit fontScale="30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30</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36954" name="Oval 344"/>
              <p:cNvSpPr/>
              <p:nvPr/>
            </p:nvSpPr>
            <p:spPr>
              <a:xfrm>
                <a:off x="2535" y="1611"/>
                <a:ext cx="44" cy="4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nvGrpSpPr>
            <p:cNvPr id="36955" name="Group 345"/>
            <p:cNvGrpSpPr/>
            <p:nvPr/>
          </p:nvGrpSpPr>
          <p:grpSpPr>
            <a:xfrm>
              <a:off x="3664" y="3460"/>
              <a:ext cx="227" cy="95"/>
              <a:chOff x="3688" y="2648"/>
              <a:chExt cx="224" cy="72"/>
            </a:xfrm>
          </p:grpSpPr>
          <p:sp>
            <p:nvSpPr>
              <p:cNvPr id="36956" name="Line 346"/>
              <p:cNvSpPr/>
              <p:nvPr/>
            </p:nvSpPr>
            <p:spPr>
              <a:xfrm>
                <a:off x="3688" y="2648"/>
                <a:ext cx="224" cy="0"/>
              </a:xfrm>
              <a:prstGeom prst="line">
                <a:avLst/>
              </a:prstGeom>
              <a:ln w="57150" cap="flat" cmpd="sng">
                <a:solidFill>
                  <a:schemeClr val="tx2"/>
                </a:solidFill>
                <a:prstDash val="solid"/>
                <a:round/>
                <a:headEnd type="none" w="med" len="med"/>
                <a:tailEnd type="none" w="med" len="med"/>
              </a:ln>
            </p:spPr>
          </p:sp>
          <p:sp>
            <p:nvSpPr>
              <p:cNvPr id="36957" name="Line 347"/>
              <p:cNvSpPr/>
              <p:nvPr/>
            </p:nvSpPr>
            <p:spPr>
              <a:xfrm>
                <a:off x="3688" y="2720"/>
                <a:ext cx="224" cy="0"/>
              </a:xfrm>
              <a:prstGeom prst="line">
                <a:avLst/>
              </a:prstGeom>
              <a:ln w="57150" cap="flat" cmpd="sng">
                <a:solidFill>
                  <a:schemeClr val="tx2"/>
                </a:solidFill>
                <a:prstDash val="solid"/>
                <a:round/>
                <a:headEnd type="none" w="med" len="med"/>
                <a:tailEnd type="none" w="med" len="med"/>
              </a:ln>
            </p:spPr>
          </p:sp>
        </p:grpSp>
        <p:grpSp>
          <p:nvGrpSpPr>
            <p:cNvPr id="36958" name="Group 350"/>
            <p:cNvGrpSpPr/>
            <p:nvPr/>
          </p:nvGrpSpPr>
          <p:grpSpPr>
            <a:xfrm>
              <a:off x="4422" y="3442"/>
              <a:ext cx="117" cy="130"/>
              <a:chOff x="1781" y="2282"/>
              <a:chExt cx="577" cy="577"/>
            </a:xfrm>
          </p:grpSpPr>
          <p:sp>
            <p:nvSpPr>
              <p:cNvPr id="36959" name="Line 351"/>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36960" name="Line 352"/>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3649" name="WordArt 353"/>
            <p:cNvSpPr>
              <a:spLocks noTextEdit="1"/>
            </p:cNvSpPr>
            <p:nvPr/>
          </p:nvSpPr>
          <p:spPr>
            <a:xfrm>
              <a:off x="4646" y="3404"/>
              <a:ext cx="224" cy="188"/>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10</a:t>
              </a:r>
              <a:endParaRPr lang="zh-CN" altLang="en-US" sz="36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36962" name="WordArt 354"/>
            <p:cNvSpPr>
              <a:spLocks noTextEdit="1"/>
            </p:cNvSpPr>
            <p:nvPr/>
          </p:nvSpPr>
          <p:spPr>
            <a:xfrm>
              <a:off x="5050" y="3308"/>
              <a:ext cx="84" cy="13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6</a:t>
              </a:r>
            </a:p>
          </p:txBody>
        </p:sp>
        <p:sp>
          <p:nvSpPr>
            <p:cNvPr id="36963" name="Line 355"/>
            <p:cNvSpPr/>
            <p:nvPr/>
          </p:nvSpPr>
          <p:spPr>
            <a:xfrm flipV="1">
              <a:off x="4896" y="3379"/>
              <a:ext cx="112" cy="2"/>
            </a:xfrm>
            <a:prstGeom prst="line">
              <a:avLst/>
            </a:prstGeom>
            <a:ln w="28575" cap="flat" cmpd="sng">
              <a:solidFill>
                <a:schemeClr val="tx1"/>
              </a:solidFill>
              <a:prstDash val="solid"/>
              <a:round/>
              <a:headEnd type="none" w="med" len="med"/>
              <a:tailEnd type="none" w="med" len="med"/>
            </a:ln>
          </p:spPr>
        </p:sp>
        <p:sp>
          <p:nvSpPr>
            <p:cNvPr id="23652" name="WordArt 356"/>
            <p:cNvSpPr>
              <a:spLocks noTextEdit="1"/>
            </p:cNvSpPr>
            <p:nvPr/>
          </p:nvSpPr>
          <p:spPr>
            <a:xfrm>
              <a:off x="4030" y="3418"/>
              <a:ext cx="311" cy="186"/>
            </a:xfrm>
            <a:prstGeom prst="rect">
              <a:avLst/>
            </a:prstGeom>
          </p:spPr>
          <p:txBody>
            <a:bodyPr wrap="none" fromWordArt="1">
              <a:prstTxWarp prst="textPlain">
                <a:avLst>
                  <a:gd name="adj" fmla="val 50000"/>
                </a:avLst>
              </a:prstTxWarp>
              <a:normAutofit fontScale="40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1.0</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23653" name="WordArt 357"/>
            <p:cNvSpPr>
              <a:spLocks noTextEdit="1"/>
            </p:cNvSpPr>
            <p:nvPr/>
          </p:nvSpPr>
          <p:spPr>
            <a:xfrm>
              <a:off x="5207" y="3422"/>
              <a:ext cx="208" cy="133"/>
            </a:xfrm>
            <a:prstGeom prst="rect">
              <a:avLst/>
            </a:prstGeom>
          </p:spPr>
          <p:txBody>
            <a:bodyPr wrap="none" fromWordArt="1">
              <a:prstTxWarp prst="textPlain">
                <a:avLst>
                  <a:gd name="adj" fmla="val 50000"/>
                </a:avLst>
              </a:prstTxWarp>
              <a:normAutofit fontScale="25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m</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sp>
        <p:nvSpPr>
          <p:cNvPr id="227692" name="WordArt 364"/>
          <p:cNvSpPr>
            <a:spLocks noTextEdit="1"/>
          </p:cNvSpPr>
          <p:nvPr/>
        </p:nvSpPr>
        <p:spPr>
          <a:xfrm>
            <a:off x="712788" y="6165850"/>
            <a:ext cx="6837363" cy="260350"/>
          </a:xfrm>
          <a:prstGeom prst="rect">
            <a:avLst/>
          </a:prstGeom>
        </p:spPr>
        <p:txBody>
          <a:bodyPr wrap="none" fromWordArt="1">
            <a:prstTxWarp prst="textPlain">
              <a:avLst>
                <a:gd name="adj" fmla="val 50000"/>
              </a:avLst>
            </a:prstTxWarp>
            <a:normAutofit fontScale="25000"/>
          </a:bodyPr>
          <a:lstStyle/>
          <a:p>
            <a:pPr algn="ctr" fontAlgn="base"/>
            <a:r>
              <a:rPr lang="zh-CN" altLang="en-US" sz="3600" b="1" strike="noStrike" noProof="1">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cs typeface="+mn-cs"/>
              </a:rPr>
              <a:t>刻一条千分之一毫米宽的单缝,要求相当高的工艺水平.</a:t>
            </a:r>
            <a:endParaRPr lang="zh-CN" altLang="en-US" sz="3600" b="1" strike="noStrike" noProof="1">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endParaRPr>
          </a:p>
        </p:txBody>
      </p:sp>
      <p:grpSp>
        <p:nvGrpSpPr>
          <p:cNvPr id="36967" name="Group 369"/>
          <p:cNvGrpSpPr/>
          <p:nvPr/>
        </p:nvGrpSpPr>
        <p:grpSpPr>
          <a:xfrm>
            <a:off x="0" y="2568575"/>
            <a:ext cx="698500" cy="390525"/>
            <a:chOff x="127" y="728"/>
            <a:chExt cx="437" cy="256"/>
          </a:xfrm>
        </p:grpSpPr>
        <p:sp>
          <p:nvSpPr>
            <p:cNvPr id="36968" name="Oval 370" descr="栎木"/>
            <p:cNvSpPr/>
            <p:nvPr/>
          </p:nvSpPr>
          <p:spPr>
            <a:xfrm>
              <a:off x="127" y="728"/>
              <a:ext cx="437" cy="256"/>
            </a:xfrm>
            <a:prstGeom prst="ellipse">
              <a:avLst/>
            </a:prstGeom>
            <a:blipFill rotWithShape="0">
              <a:blip r:embed="rId2"/>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6969" name="WordArt 371"/>
            <p:cNvSpPr>
              <a:spLocks noTextEdit="1"/>
            </p:cNvSpPr>
            <p:nvPr/>
          </p:nvSpPr>
          <p:spPr>
            <a:xfrm>
              <a:off x="187" y="780"/>
              <a:ext cx="305" cy="147"/>
            </a:xfrm>
            <a:prstGeom prst="rect">
              <a:avLst/>
            </a:prstGeom>
          </p:spPr>
          <p:txBody>
            <a:bodyPr wrap="none" fromWordArt="1">
              <a:prstTxWarp prst="textPlain">
                <a:avLst>
                  <a:gd name="adj" fmla="val 50287"/>
                </a:avLst>
              </a:prstTxWarp>
              <a:normAutofit/>
            </a:bodyPr>
            <a:lstStyle/>
            <a:p>
              <a:pPr algn="ctr"/>
              <a:r>
                <a:rPr lang="zh-CN" altLang="en-US" sz="3600">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rPr>
                <a:t>例1</a:t>
              </a:r>
            </a:p>
          </p:txBody>
        </p:sp>
      </p:grpSp>
      <p:sp>
        <p:nvSpPr>
          <p:cNvPr id="16395" name="WordArt 375"/>
          <p:cNvSpPr>
            <a:spLocks noTextEdit="1"/>
          </p:cNvSpPr>
          <p:nvPr/>
        </p:nvSpPr>
        <p:spPr>
          <a:xfrm>
            <a:off x="3000375" y="3752850"/>
            <a:ext cx="246063" cy="233363"/>
          </a:xfrm>
          <a:prstGeom prst="rect">
            <a:avLst/>
          </a:prstGeom>
        </p:spPr>
        <p:txBody>
          <a:bodyPr wrap="none" fromWordArt="1">
            <a:prstTxWarp prst="textPlain">
              <a:avLst>
                <a:gd name="adj" fmla="val 50000"/>
              </a:avLst>
            </a:prstTxWarp>
            <a:normAutofit fontScale="25000"/>
          </a:bodyPr>
          <a:lstStyle/>
          <a:p>
            <a:pPr algn="ctr" fontAlgn="base"/>
            <a:r>
              <a:rPr lang="zh-CN" altLang="en-US" sz="3600" i="1" strike="noStrike" noProof="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cs typeface="+mn-cs"/>
              </a:rPr>
              <a:t>a</a:t>
            </a:r>
            <a:endParaRPr lang="zh-CN" altLang="en-US" sz="3600" i="1" strike="noStrike" noProof="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endParaRPr>
          </a:p>
        </p:txBody>
      </p:sp>
      <p:sp>
        <p:nvSpPr>
          <p:cNvPr id="36971" name="Rectangle 210"/>
          <p:cNvSpPr/>
          <p:nvPr/>
        </p:nvSpPr>
        <p:spPr>
          <a:xfrm>
            <a:off x="69850" y="2363788"/>
            <a:ext cx="8839200" cy="115887"/>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36972" name="组合 17"/>
          <p:cNvGrpSpPr/>
          <p:nvPr/>
        </p:nvGrpSpPr>
        <p:grpSpPr>
          <a:xfrm>
            <a:off x="141288" y="219075"/>
            <a:ext cx="8716962" cy="1093788"/>
            <a:chOff x="138" y="7180"/>
            <a:chExt cx="13726" cy="1723"/>
          </a:xfrm>
        </p:grpSpPr>
        <p:sp>
          <p:nvSpPr>
            <p:cNvPr id="6" name="文本框 5"/>
            <p:cNvSpPr txBox="1"/>
            <p:nvPr/>
          </p:nvSpPr>
          <p:spPr>
            <a:xfrm>
              <a:off x="138" y="7454"/>
              <a:ext cx="2404" cy="725"/>
            </a:xfrm>
            <a:prstGeom prst="rect">
              <a:avLst/>
            </a:prstGeom>
            <a:noFill/>
          </p:spPr>
          <p:txBody>
            <a:bodyPr wrap="square" rtlCol="0" anchor="t">
              <a:spAutoFit/>
            </a:bodyPr>
            <a:lstStyle/>
            <a:p>
              <a:r>
                <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sym typeface="+mn-ea"/>
                </a:rPr>
                <a:t>暗纹公式</a:t>
              </a:r>
              <a:endPar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sym typeface="+mn-ea"/>
              </a:endParaRPr>
            </a:p>
          </p:txBody>
        </p:sp>
        <p:graphicFrame>
          <p:nvGraphicFramePr>
            <p:cNvPr id="36974" name="Object 2"/>
            <p:cNvGraphicFramePr>
              <a:graphicFrameLocks noChangeAspect="1"/>
            </p:cNvGraphicFramePr>
            <p:nvPr/>
          </p:nvGraphicFramePr>
          <p:xfrm>
            <a:off x="2526" y="7180"/>
            <a:ext cx="3344" cy="1175"/>
          </p:xfrm>
          <a:graphic>
            <a:graphicData uri="http://schemas.openxmlformats.org/presentationml/2006/ole">
              <mc:AlternateContent xmlns:mc="http://schemas.openxmlformats.org/markup-compatibility/2006">
                <mc:Choice xmlns:v="urn:schemas-microsoft-com:vml" Requires="v">
                  <p:oleObj r:id="rId3" imgW="1155065" imgH="406400" progId="Equation.DSMT4">
                    <p:embed/>
                  </p:oleObj>
                </mc:Choice>
                <mc:Fallback>
                  <p:oleObj r:id="rId3" imgW="1155065" imgH="406400" progId="Equation.DSMT4">
                    <p:embed/>
                    <p:pic>
                      <p:nvPicPr>
                        <p:cNvPr id="0" name="图片 3130"/>
                        <p:cNvPicPr/>
                        <p:nvPr/>
                      </p:nvPicPr>
                      <p:blipFill>
                        <a:blip r:embed="rId4"/>
                        <a:stretch>
                          <a:fillRect/>
                        </a:stretch>
                      </p:blipFill>
                      <p:spPr>
                        <a:xfrm>
                          <a:off x="2526" y="7180"/>
                          <a:ext cx="3344" cy="1175"/>
                        </a:xfrm>
                        <a:prstGeom prst="rect">
                          <a:avLst/>
                        </a:prstGeom>
                        <a:noFill/>
                        <a:ln w="38100">
                          <a:noFill/>
                          <a:miter/>
                        </a:ln>
                      </p:spPr>
                    </p:pic>
                  </p:oleObj>
                </mc:Fallback>
              </mc:AlternateContent>
            </a:graphicData>
          </a:graphic>
        </p:graphicFrame>
        <p:sp>
          <p:nvSpPr>
            <p:cNvPr id="7" name="文本框 6"/>
            <p:cNvSpPr txBox="1"/>
            <p:nvPr/>
          </p:nvSpPr>
          <p:spPr>
            <a:xfrm>
              <a:off x="10900" y="7405"/>
              <a:ext cx="2965" cy="725"/>
            </a:xfrm>
            <a:prstGeom prst="rect">
              <a:avLst/>
            </a:prstGeom>
            <a:noFill/>
          </p:spPr>
          <p:txBody>
            <a:bodyPr wrap="square" rtlCol="0" anchor="t">
              <a:spAutoFit/>
            </a:bodyPr>
            <a:lstStyle/>
            <a:p>
              <a:r>
                <a:rPr lang="en-US" altLang="zh-CN" sz="2400" i="1"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为</a:t>
              </a:r>
              <a:r>
                <a:rPr lang="zh-CN" altLang="en-US" sz="2400" noProof="1">
                  <a:ln w="9525" cap="flat" cmpd="sng">
                    <a:solidFill>
                      <a:schemeClr val="tx2"/>
                    </a:solidFill>
                    <a:prstDash val="solid"/>
                    <a:round/>
                    <a:headEnd type="none" w="med" len="med"/>
                    <a:tailEnd type="none" w="med" len="med"/>
                  </a:ln>
                  <a:latin typeface="宋体" panose="02010600030101010101" pitchFamily="2" charset="-122"/>
                  <a:ea typeface="宋体" panose="02010600030101010101" pitchFamily="2" charset="-122"/>
                  <a:cs typeface="+mn-cs"/>
                  <a:sym typeface="+mn-ea"/>
                </a:rPr>
                <a:t>暗纹</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级数</a:t>
              </a:r>
              <a:endPar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sym typeface="+mn-ea"/>
              </a:endParaRPr>
            </a:p>
          </p:txBody>
        </p:sp>
        <p:sp>
          <p:nvSpPr>
            <p:cNvPr id="8" name="文本框 7"/>
            <p:cNvSpPr txBox="1"/>
            <p:nvPr/>
          </p:nvSpPr>
          <p:spPr>
            <a:xfrm>
              <a:off x="6734" y="7454"/>
              <a:ext cx="4367" cy="725"/>
            </a:xfrm>
            <a:prstGeom prst="rect">
              <a:avLst/>
            </a:prstGeom>
            <a:noFill/>
          </p:spPr>
          <p:txBody>
            <a:bodyPr wrap="square" rtlCol="0" anchor="t">
              <a:spAutoFit/>
            </a:bodyPr>
            <a:lstStyle/>
            <a:p>
              <a:r>
                <a:rPr lang="en-US" altLang="zh-CN" sz="2400" i="1"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 ·········</a:t>
              </a:r>
              <a:endParaRPr lang="en-US" altLang="zh-CN" sz="2400" noProof="1">
                <a:ln w="9525" cap="flat" cmpd="sng">
                  <a:solidFill>
                    <a:srgbClr val="FF0000"/>
                  </a:solidFill>
                  <a:prstDash val="solid"/>
                  <a:round/>
                  <a:headEnd type="none" w="med" len="med"/>
                  <a:tailEnd type="none" w="med" len="med"/>
                </a:ln>
                <a:solidFill>
                  <a:srgbClr val="FF0000"/>
                </a:solidFill>
                <a:cs typeface="Times New Roman" panose="02020603050405020304" pitchFamily="18" charset="0"/>
                <a:sym typeface="+mn-ea"/>
              </a:endParaRPr>
            </a:p>
          </p:txBody>
        </p:sp>
        <p:sp>
          <p:nvSpPr>
            <p:cNvPr id="12" name="文本框 11"/>
            <p:cNvSpPr txBox="1"/>
            <p:nvPr/>
          </p:nvSpPr>
          <p:spPr>
            <a:xfrm>
              <a:off x="7573" y="8179"/>
              <a:ext cx="5667" cy="725"/>
            </a:xfrm>
            <a:prstGeom prst="rect">
              <a:avLst/>
            </a:prstGeom>
            <a:noFill/>
          </p:spPr>
          <p:txBody>
            <a:bodyPr wrap="square" rtlCol="0" anchor="t">
              <a:spAutoFit/>
            </a:bodyPr>
            <a:lstStyle/>
            <a:p>
              <a:r>
                <a:rPr lang="zh-CN" altLang="en-US" sz="2400" noProof="1">
                  <a:latin typeface="Times New Roman" panose="02020603050405020304" pitchFamily="18" charset="0"/>
                  <a:ea typeface="宋体" panose="02010600030101010101" pitchFamily="2" charset="-122"/>
                  <a:cs typeface="+mn-cs"/>
                  <a:sym typeface="+mn-ea"/>
                </a:rPr>
                <a:t>（单缝被分成2k个半波带)</a:t>
              </a:r>
              <a:endParaRPr lang="zh-CN" altLang="en-US" sz="2400" noProof="1">
                <a:ln w="9525" cap="flat" cmpd="sng">
                  <a:solidFill>
                    <a:srgbClr val="FF0000"/>
                  </a:solidFill>
                  <a:prstDash val="solid"/>
                  <a:round/>
                  <a:headEnd type="none" w="med" len="med"/>
                  <a:tailEnd type="none" w="med" len="med"/>
                </a:ln>
                <a:latin typeface="宋体" panose="02010600030101010101" pitchFamily="2" charset="-122"/>
                <a:sym typeface="+mn-ea"/>
              </a:endParaRPr>
            </a:p>
          </p:txBody>
        </p:sp>
      </p:grpSp>
      <p:grpSp>
        <p:nvGrpSpPr>
          <p:cNvPr id="36978" name="组合 18"/>
          <p:cNvGrpSpPr/>
          <p:nvPr/>
        </p:nvGrpSpPr>
        <p:grpSpPr>
          <a:xfrm>
            <a:off x="112713" y="1273175"/>
            <a:ext cx="8753475" cy="1031875"/>
            <a:chOff x="92" y="8840"/>
            <a:chExt cx="13786" cy="1626"/>
          </a:xfrm>
        </p:grpSpPr>
        <p:sp>
          <p:nvSpPr>
            <p:cNvPr id="13" name="文本框 12"/>
            <p:cNvSpPr txBox="1"/>
            <p:nvPr/>
          </p:nvSpPr>
          <p:spPr>
            <a:xfrm>
              <a:off x="92" y="9066"/>
              <a:ext cx="2473" cy="725"/>
            </a:xfrm>
            <a:prstGeom prst="rect">
              <a:avLst/>
            </a:prstGeom>
            <a:noFill/>
          </p:spPr>
          <p:txBody>
            <a:bodyPr wrap="square" rtlCol="0" anchor="t">
              <a:spAutoFit/>
            </a:bodyPr>
            <a:lstStyle/>
            <a:p>
              <a:r>
                <a:rPr lang="zh-CN" altLang="en-US" sz="2400"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cs typeface="+mn-cs"/>
                  <a:sym typeface="+mn-ea"/>
                </a:rPr>
                <a:t>明纹公式</a:t>
              </a:r>
              <a:endParaRPr lang="zh-CN" altLang="en-US" sz="2400"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sym typeface="+mn-ea"/>
              </a:endParaRPr>
            </a:p>
          </p:txBody>
        </p:sp>
        <p:graphicFrame>
          <p:nvGraphicFramePr>
            <p:cNvPr id="36980" name="Object 2"/>
            <p:cNvGraphicFramePr>
              <a:graphicFrameLocks noChangeAspect="1"/>
            </p:cNvGraphicFramePr>
            <p:nvPr/>
          </p:nvGraphicFramePr>
          <p:xfrm>
            <a:off x="2431" y="8840"/>
            <a:ext cx="4192" cy="1174"/>
          </p:xfrm>
          <a:graphic>
            <a:graphicData uri="http://schemas.openxmlformats.org/presentationml/2006/ole">
              <mc:AlternateContent xmlns:mc="http://schemas.openxmlformats.org/markup-compatibility/2006">
                <mc:Choice xmlns:v="urn:schemas-microsoft-com:vml" Requires="v">
                  <p:oleObj r:id="rId5" imgW="1447800" imgH="405765" progId="Equation.DSMT4">
                    <p:embed/>
                  </p:oleObj>
                </mc:Choice>
                <mc:Fallback>
                  <p:oleObj r:id="rId5" imgW="1447800" imgH="405765" progId="Equation.DSMT4">
                    <p:embed/>
                    <p:pic>
                      <p:nvPicPr>
                        <p:cNvPr id="0" name="图片 3131"/>
                        <p:cNvPicPr/>
                        <p:nvPr/>
                      </p:nvPicPr>
                      <p:blipFill>
                        <a:blip r:embed="rId6"/>
                        <a:stretch>
                          <a:fillRect/>
                        </a:stretch>
                      </p:blipFill>
                      <p:spPr>
                        <a:xfrm>
                          <a:off x="2431" y="8840"/>
                          <a:ext cx="4192" cy="1174"/>
                        </a:xfrm>
                        <a:prstGeom prst="rect">
                          <a:avLst/>
                        </a:prstGeom>
                        <a:noFill/>
                        <a:ln w="38100">
                          <a:noFill/>
                          <a:miter/>
                        </a:ln>
                      </p:spPr>
                    </p:pic>
                  </p:oleObj>
                </mc:Fallback>
              </mc:AlternateContent>
            </a:graphicData>
          </a:graphic>
        </p:graphicFrame>
        <p:sp>
          <p:nvSpPr>
            <p:cNvPr id="14" name="文本框 13"/>
            <p:cNvSpPr txBox="1"/>
            <p:nvPr/>
          </p:nvSpPr>
          <p:spPr>
            <a:xfrm>
              <a:off x="10913" y="9016"/>
              <a:ext cx="2965" cy="725"/>
            </a:xfrm>
            <a:prstGeom prst="rect">
              <a:avLst/>
            </a:prstGeom>
            <a:noFill/>
          </p:spPr>
          <p:txBody>
            <a:bodyPr wrap="square" rtlCol="0" anchor="t">
              <a:spAutoFit/>
            </a:bodyPr>
            <a:lstStyle/>
            <a:p>
              <a:r>
                <a:rPr lang="en-US" altLang="zh-CN" sz="2400" i="1"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为</a:t>
              </a:r>
              <a:r>
                <a:rPr lang="zh-CN" altLang="en-US" sz="2400" noProof="1">
                  <a:ln w="9525" cap="flat" cmpd="sng">
                    <a:solidFill>
                      <a:schemeClr val="tx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cs typeface="+mn-cs"/>
                  <a:sym typeface="+mn-ea"/>
                </a:rPr>
                <a:t>明纹</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级数</a:t>
              </a:r>
              <a:endPar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sym typeface="+mn-ea"/>
              </a:endParaRPr>
            </a:p>
          </p:txBody>
        </p:sp>
        <p:sp>
          <p:nvSpPr>
            <p:cNvPr id="15" name="文本框 14"/>
            <p:cNvSpPr txBox="1"/>
            <p:nvPr/>
          </p:nvSpPr>
          <p:spPr>
            <a:xfrm>
              <a:off x="6747" y="9065"/>
              <a:ext cx="4367" cy="725"/>
            </a:xfrm>
            <a:prstGeom prst="rect">
              <a:avLst/>
            </a:prstGeom>
            <a:noFill/>
          </p:spPr>
          <p:txBody>
            <a:bodyPr wrap="square" rtlCol="0" anchor="t">
              <a:spAutoFit/>
            </a:bodyPr>
            <a:lstStyle/>
            <a:p>
              <a:r>
                <a:rPr lang="zh-CN" altLang="en-US" sz="2400"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cs typeface="+mn-cs"/>
                  <a:sym typeface="+mn-ea"/>
                </a:rPr>
                <a:t>k=1、2、3</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400" noProof="1">
                  <a:ln w="9525" cap="flat" cmpd="sng">
                    <a:solidFill>
                      <a:srgbClr val="FF0000"/>
                    </a:solidFill>
                    <a:prstDash val="solid"/>
                    <a:round/>
                    <a:headEnd type="none" w="med" len="med"/>
                    <a:tailEnd type="none" w="med" len="med"/>
                  </a:ln>
                  <a:solidFill>
                    <a:srgbClr val="00B05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2400" noProof="1">
                <a:ln w="9525" cap="flat" cmpd="sng">
                  <a:solidFill>
                    <a:srgbClr val="FF0000"/>
                  </a:solidFill>
                  <a:prstDash val="solid"/>
                  <a:round/>
                  <a:headEnd type="none" w="med" len="med"/>
                  <a:tailEnd type="none" w="med" len="med"/>
                </a:ln>
                <a:solidFill>
                  <a:srgbClr val="00B050"/>
                </a:solidFill>
                <a:cs typeface="Times New Roman" panose="02020603050405020304" pitchFamily="18" charset="0"/>
                <a:sym typeface="+mn-ea"/>
              </a:endParaRPr>
            </a:p>
          </p:txBody>
        </p:sp>
        <p:sp>
          <p:nvSpPr>
            <p:cNvPr id="18" name="文本框 17"/>
            <p:cNvSpPr txBox="1"/>
            <p:nvPr/>
          </p:nvSpPr>
          <p:spPr>
            <a:xfrm>
              <a:off x="7213" y="9741"/>
              <a:ext cx="6149" cy="725"/>
            </a:xfrm>
            <a:prstGeom prst="rect">
              <a:avLst/>
            </a:prstGeom>
            <a:noFill/>
          </p:spPr>
          <p:txBody>
            <a:bodyPr wrap="square" rtlCol="0" anchor="t">
              <a:spAutoFit/>
            </a:bodyPr>
            <a:lstStyle/>
            <a:p>
              <a:r>
                <a:rPr lang="zh-CN" altLang="en-US" sz="2400" noProof="1">
                  <a:latin typeface="Times New Roman" panose="02020603050405020304" pitchFamily="18" charset="0"/>
                  <a:ea typeface="宋体" panose="02010600030101010101" pitchFamily="2" charset="-122"/>
                  <a:cs typeface="+mn-cs"/>
                  <a:sym typeface="+mn-ea"/>
                </a:rPr>
                <a:t>（单缝被分成2k</a:t>
              </a:r>
              <a:r>
                <a:rPr lang="en-US" altLang="zh-CN" sz="2400" noProof="1">
                  <a:latin typeface="Times New Roman" panose="02020603050405020304" pitchFamily="18" charset="0"/>
                  <a:ea typeface="宋体" panose="02010600030101010101" pitchFamily="2" charset="-122"/>
                  <a:cs typeface="+mn-cs"/>
                  <a:sym typeface="+mn-ea"/>
                </a:rPr>
                <a:t>+1</a:t>
              </a:r>
              <a:r>
                <a:rPr lang="zh-CN" altLang="en-US" sz="2400" noProof="1">
                  <a:latin typeface="Times New Roman" panose="02020603050405020304" pitchFamily="18" charset="0"/>
                  <a:ea typeface="宋体" panose="02010600030101010101" pitchFamily="2" charset="-122"/>
                  <a:cs typeface="+mn-cs"/>
                  <a:sym typeface="+mn-ea"/>
                </a:rPr>
                <a:t>个半波带)</a:t>
              </a:r>
              <a:endParaRPr lang="zh-CN" altLang="en-US" sz="2400" noProof="1">
                <a:ln w="9525" cap="flat" cmpd="sng">
                  <a:solidFill>
                    <a:srgbClr val="FF0000"/>
                  </a:solidFill>
                  <a:prstDash val="solid"/>
                  <a:round/>
                  <a:headEnd type="none" w="med" len="med"/>
                  <a:tailEnd type="none" w="med" len="med"/>
                </a:ln>
                <a:latin typeface="宋体" panose="02010600030101010101" pitchFamily="2" charset="-122"/>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6395"/>
                                        </p:tgtEl>
                                        <p:attrNameLst>
                                          <p:attrName>style.visibility</p:attrName>
                                        </p:attrNameLst>
                                      </p:cBhvr>
                                      <p:to>
                                        <p:strVal val="visible"/>
                                      </p:to>
                                    </p:set>
                                    <p:animEffect transition="in" filter="blinds(horizontal)">
                                      <p:cBhvr>
                                        <p:cTn id="11" dur="500"/>
                                        <p:tgtEl>
                                          <p:spTgt spid="1639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up)">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227692"/>
                                        </p:tgtEl>
                                        <p:attrNameLst>
                                          <p:attrName>style.visibility</p:attrName>
                                        </p:attrNameLst>
                                      </p:cBhvr>
                                      <p:to>
                                        <p:strVal val="visible"/>
                                      </p:to>
                                    </p:set>
                                    <p:animEffect transition="in" filter="wipe(up)">
                                      <p:cBhvr>
                                        <p:cTn id="26" dur="500"/>
                                        <p:tgtEl>
                                          <p:spTgt spid="227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type="title" idx="4294967295"/>
          </p:nvPr>
        </p:nvSpPr>
        <p:spPr>
          <a:xfrm>
            <a:off x="1371600" y="0"/>
            <a:ext cx="7772400" cy="166688"/>
          </a:xfrm>
        </p:spPr>
        <p:txBody>
          <a:bodyPr vert="horz" wrap="square" lIns="91440" tIns="45720" rIns="91440" bIns="45720" anchor="ctr" anchorCtr="0"/>
          <a:lstStyle/>
          <a:p>
            <a:pPr eaLnBrk="1" hangingPunct="1"/>
            <a:r>
              <a:rPr lang="zh-CN" altLang="en-US" sz="700" dirty="0">
                <a:solidFill>
                  <a:schemeClr val="bg1"/>
                </a:solidFill>
              </a:rPr>
              <a:t>例</a:t>
            </a:r>
          </a:p>
        </p:txBody>
      </p:sp>
      <p:sp>
        <p:nvSpPr>
          <p:cNvPr id="37890" name="Rectangle 3"/>
          <p:cNvSpPr/>
          <p:nvPr/>
        </p:nvSpPr>
        <p:spPr>
          <a:xfrm>
            <a:off x="0" y="0"/>
            <a:ext cx="9144000" cy="120650"/>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7891" name="Rectangle 4"/>
          <p:cNvSpPr/>
          <p:nvPr/>
        </p:nvSpPr>
        <p:spPr>
          <a:xfrm>
            <a:off x="0" y="6711950"/>
            <a:ext cx="9144000" cy="146050"/>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7892" name="Line 5"/>
          <p:cNvSpPr/>
          <p:nvPr/>
        </p:nvSpPr>
        <p:spPr>
          <a:xfrm>
            <a:off x="1104900" y="4121150"/>
            <a:ext cx="7113588" cy="0"/>
          </a:xfrm>
          <a:prstGeom prst="line">
            <a:avLst/>
          </a:prstGeom>
          <a:ln w="3175" cap="flat" cmpd="sng">
            <a:solidFill>
              <a:schemeClr val="tx1"/>
            </a:solidFill>
            <a:prstDash val="lgDashDot"/>
            <a:round/>
            <a:headEnd type="none" w="med" len="med"/>
            <a:tailEnd type="none" w="med" len="med"/>
          </a:ln>
        </p:spPr>
      </p:sp>
      <p:grpSp>
        <p:nvGrpSpPr>
          <p:cNvPr id="2" name="Group 6"/>
          <p:cNvGrpSpPr/>
          <p:nvPr/>
        </p:nvGrpSpPr>
        <p:grpSpPr>
          <a:xfrm>
            <a:off x="1365250" y="2481263"/>
            <a:ext cx="2376488" cy="3676650"/>
            <a:chOff x="1140" y="1563"/>
            <a:chExt cx="1497" cy="2316"/>
          </a:xfrm>
        </p:grpSpPr>
        <p:sp>
          <p:nvSpPr>
            <p:cNvPr id="37894" name="Line 7"/>
            <p:cNvSpPr/>
            <p:nvPr/>
          </p:nvSpPr>
          <p:spPr>
            <a:xfrm>
              <a:off x="1409" y="1563"/>
              <a:ext cx="0" cy="552"/>
            </a:xfrm>
            <a:prstGeom prst="line">
              <a:avLst/>
            </a:prstGeom>
            <a:ln w="76200" cap="flat" cmpd="sng">
              <a:solidFill>
                <a:schemeClr val="tx1"/>
              </a:solidFill>
              <a:prstDash val="solid"/>
              <a:round/>
              <a:headEnd type="none" w="med" len="med"/>
              <a:tailEnd type="none" w="med" len="med"/>
            </a:ln>
          </p:spPr>
        </p:sp>
        <p:sp>
          <p:nvSpPr>
            <p:cNvPr id="37895" name="Line 8"/>
            <p:cNvSpPr/>
            <p:nvPr/>
          </p:nvSpPr>
          <p:spPr>
            <a:xfrm>
              <a:off x="1406" y="3106"/>
              <a:ext cx="0" cy="552"/>
            </a:xfrm>
            <a:prstGeom prst="line">
              <a:avLst/>
            </a:prstGeom>
            <a:ln w="76200" cap="flat" cmpd="sng">
              <a:solidFill>
                <a:schemeClr val="tx1"/>
              </a:solidFill>
              <a:prstDash val="solid"/>
              <a:round/>
              <a:headEnd type="none" w="med" len="med"/>
              <a:tailEnd type="none" w="med" len="med"/>
            </a:ln>
          </p:spPr>
        </p:sp>
        <p:sp>
          <p:nvSpPr>
            <p:cNvPr id="37896" name="Line 9"/>
            <p:cNvSpPr/>
            <p:nvPr/>
          </p:nvSpPr>
          <p:spPr>
            <a:xfrm>
              <a:off x="1412" y="2092"/>
              <a:ext cx="989" cy="796"/>
            </a:xfrm>
            <a:prstGeom prst="line">
              <a:avLst/>
            </a:prstGeom>
            <a:ln w="9525" cap="flat" cmpd="sng">
              <a:solidFill>
                <a:schemeClr val="tx1"/>
              </a:solidFill>
              <a:prstDash val="solid"/>
              <a:round/>
              <a:headEnd type="none" w="med" len="med"/>
              <a:tailEnd type="triangle" w="med" len="lg"/>
            </a:ln>
          </p:spPr>
        </p:sp>
        <p:sp>
          <p:nvSpPr>
            <p:cNvPr id="37897" name="Line 10"/>
            <p:cNvSpPr/>
            <p:nvPr/>
          </p:nvSpPr>
          <p:spPr>
            <a:xfrm>
              <a:off x="1396" y="2138"/>
              <a:ext cx="0" cy="982"/>
            </a:xfrm>
            <a:prstGeom prst="line">
              <a:avLst/>
            </a:prstGeom>
            <a:ln w="9525" cap="flat" cmpd="sng">
              <a:solidFill>
                <a:schemeClr val="tx1"/>
              </a:solidFill>
              <a:prstDash val="dash"/>
              <a:round/>
              <a:headEnd type="none" w="med" len="med"/>
              <a:tailEnd type="none" w="med" len="med"/>
            </a:ln>
          </p:spPr>
        </p:sp>
        <p:sp>
          <p:nvSpPr>
            <p:cNvPr id="37898" name="Line 11"/>
            <p:cNvSpPr/>
            <p:nvPr/>
          </p:nvSpPr>
          <p:spPr>
            <a:xfrm flipV="1">
              <a:off x="1396" y="2501"/>
              <a:ext cx="513" cy="619"/>
            </a:xfrm>
            <a:prstGeom prst="line">
              <a:avLst/>
            </a:prstGeom>
            <a:ln w="9525" cap="flat" cmpd="sng">
              <a:solidFill>
                <a:schemeClr val="accent2"/>
              </a:solidFill>
              <a:prstDash val="dash"/>
              <a:round/>
              <a:headEnd type="none" w="med" len="med"/>
              <a:tailEnd type="none" w="med" len="med"/>
            </a:ln>
          </p:spPr>
        </p:sp>
        <p:sp>
          <p:nvSpPr>
            <p:cNvPr id="37899" name="Line 12"/>
            <p:cNvSpPr/>
            <p:nvPr/>
          </p:nvSpPr>
          <p:spPr>
            <a:xfrm rot="1717499">
              <a:off x="1389" y="2151"/>
              <a:ext cx="213" cy="39"/>
            </a:xfrm>
            <a:prstGeom prst="line">
              <a:avLst/>
            </a:prstGeom>
            <a:ln w="38100" cap="flat" cmpd="sng">
              <a:solidFill>
                <a:schemeClr val="accent2"/>
              </a:solidFill>
              <a:prstDash val="solid"/>
              <a:round/>
              <a:headEnd type="none" w="med" len="med"/>
              <a:tailEnd type="none" w="med" len="med"/>
            </a:ln>
          </p:spPr>
        </p:sp>
        <p:sp>
          <p:nvSpPr>
            <p:cNvPr id="37900" name="Line 13"/>
            <p:cNvSpPr/>
            <p:nvPr/>
          </p:nvSpPr>
          <p:spPr>
            <a:xfrm rot="1717499">
              <a:off x="1554" y="2279"/>
              <a:ext cx="213" cy="39"/>
            </a:xfrm>
            <a:prstGeom prst="line">
              <a:avLst/>
            </a:prstGeom>
            <a:ln w="38100" cap="flat" cmpd="sng">
              <a:solidFill>
                <a:schemeClr val="accent2"/>
              </a:solidFill>
              <a:prstDash val="solid"/>
              <a:round/>
              <a:headEnd type="none" w="med" len="med"/>
              <a:tailEnd type="none" w="med" len="med"/>
            </a:ln>
          </p:spPr>
        </p:sp>
        <p:sp>
          <p:nvSpPr>
            <p:cNvPr id="37901" name="Line 14"/>
            <p:cNvSpPr/>
            <p:nvPr/>
          </p:nvSpPr>
          <p:spPr>
            <a:xfrm rot="1717499">
              <a:off x="1719" y="2408"/>
              <a:ext cx="213" cy="40"/>
            </a:xfrm>
            <a:prstGeom prst="line">
              <a:avLst/>
            </a:prstGeom>
            <a:ln w="38100" cap="flat" cmpd="sng">
              <a:solidFill>
                <a:schemeClr val="accent2"/>
              </a:solidFill>
              <a:prstDash val="solid"/>
              <a:round/>
              <a:headEnd type="none" w="med" len="med"/>
              <a:tailEnd type="none" w="med" len="med"/>
            </a:ln>
          </p:spPr>
        </p:sp>
        <p:sp>
          <p:nvSpPr>
            <p:cNvPr id="37902" name="Freeform 15"/>
            <p:cNvSpPr/>
            <p:nvPr/>
          </p:nvSpPr>
          <p:spPr>
            <a:xfrm>
              <a:off x="1722" y="2422"/>
              <a:ext cx="115" cy="172"/>
            </a:xfrm>
            <a:custGeom>
              <a:avLst/>
              <a:gdLst/>
              <a:ahLst/>
              <a:cxnLst>
                <a:cxn ang="0">
                  <a:pos x="338" y="0"/>
                </a:cxn>
                <a:cxn ang="0">
                  <a:pos x="0" y="248"/>
                </a:cxn>
                <a:cxn ang="0">
                  <a:pos x="488" y="437"/>
                </a:cxn>
              </a:cxnLst>
              <a:rect l="0" t="0" r="0" b="0"/>
              <a:pathLst>
                <a:path w="96" h="153">
                  <a:moveTo>
                    <a:pt x="66" y="0"/>
                  </a:moveTo>
                  <a:lnTo>
                    <a:pt x="0" y="87"/>
                  </a:lnTo>
                  <a:lnTo>
                    <a:pt x="96" y="153"/>
                  </a:lnTo>
                </a:path>
              </a:pathLst>
            </a:custGeom>
            <a:noFill/>
            <a:ln w="3175" cap="flat" cmpd="sng">
              <a:solidFill>
                <a:schemeClr val="tx1"/>
              </a:solidFill>
              <a:prstDash val="dash"/>
              <a:round/>
              <a:headEnd type="none" w="med" len="med"/>
              <a:tailEnd type="none" w="med" len="med"/>
            </a:ln>
          </p:spPr>
          <p:txBody>
            <a:bodyPr/>
            <a:lstStyle/>
            <a:p>
              <a:endParaRPr lang="zh-CN" altLang="en-US"/>
            </a:p>
          </p:txBody>
        </p:sp>
        <p:sp>
          <p:nvSpPr>
            <p:cNvPr id="37903" name="Line 16"/>
            <p:cNvSpPr/>
            <p:nvPr/>
          </p:nvSpPr>
          <p:spPr>
            <a:xfrm>
              <a:off x="1396" y="2592"/>
              <a:ext cx="989" cy="796"/>
            </a:xfrm>
            <a:prstGeom prst="line">
              <a:avLst/>
            </a:prstGeom>
            <a:ln w="9525" cap="flat" cmpd="sng">
              <a:solidFill>
                <a:schemeClr val="tx1"/>
              </a:solidFill>
              <a:prstDash val="solid"/>
              <a:round/>
              <a:headEnd type="none" w="med" len="med"/>
              <a:tailEnd type="triangle" w="med" len="lg"/>
            </a:ln>
          </p:spPr>
        </p:sp>
        <p:sp>
          <p:nvSpPr>
            <p:cNvPr id="37904" name="Line 17"/>
            <p:cNvSpPr/>
            <p:nvPr/>
          </p:nvSpPr>
          <p:spPr>
            <a:xfrm>
              <a:off x="1396" y="3082"/>
              <a:ext cx="989" cy="797"/>
            </a:xfrm>
            <a:prstGeom prst="line">
              <a:avLst/>
            </a:prstGeom>
            <a:ln w="9525" cap="flat" cmpd="sng">
              <a:solidFill>
                <a:schemeClr val="tx1"/>
              </a:solidFill>
              <a:prstDash val="solid"/>
              <a:round/>
              <a:headEnd type="none" w="med" len="med"/>
              <a:tailEnd type="triangle" w="med" len="lg"/>
            </a:ln>
          </p:spPr>
        </p:sp>
        <p:sp>
          <p:nvSpPr>
            <p:cNvPr id="37905" name="WordArt 18"/>
            <p:cNvSpPr>
              <a:spLocks noTextEdit="1"/>
            </p:cNvSpPr>
            <p:nvPr/>
          </p:nvSpPr>
          <p:spPr>
            <a:xfrm>
              <a:off x="2501" y="2920"/>
              <a:ext cx="136" cy="146"/>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rPr>
                <a:t>q</a:t>
              </a:r>
            </a:p>
          </p:txBody>
        </p:sp>
        <p:sp>
          <p:nvSpPr>
            <p:cNvPr id="37906" name="Arc 19"/>
            <p:cNvSpPr/>
            <p:nvPr/>
          </p:nvSpPr>
          <p:spPr>
            <a:xfrm>
              <a:off x="1847" y="2609"/>
              <a:ext cx="689" cy="650"/>
            </a:xfrm>
            <a:custGeom>
              <a:avLst/>
              <a:gdLst/>
              <a:ahLst/>
              <a:cxnLst>
                <a:cxn ang="0">
                  <a:pos x="0" y="0"/>
                </a:cxn>
                <a:cxn ang="0">
                  <a:pos x="0" y="0"/>
                </a:cxn>
                <a:cxn ang="0">
                  <a:pos x="0" y="0"/>
                </a:cxn>
              </a:cxnLst>
              <a:rect l="0" t="0" r="0" b="0"/>
              <a:pathLst>
                <a:path w="21600" h="18492" fill="none">
                  <a:moveTo>
                    <a:pt x="21596" y="-1"/>
                  </a:moveTo>
                  <a:cubicBezTo>
                    <a:pt x="21598" y="132"/>
                    <a:pt x="21600" y="265"/>
                    <a:pt x="21600" y="399"/>
                  </a:cubicBezTo>
                  <a:cubicBezTo>
                    <a:pt x="21600" y="7698"/>
                    <a:pt x="17913" y="14504"/>
                    <a:pt x="11798" y="18491"/>
                  </a:cubicBezTo>
                </a:path>
                <a:path w="21600" h="18492" stroke="0">
                  <a:moveTo>
                    <a:pt x="21596" y="-1"/>
                  </a:moveTo>
                  <a:cubicBezTo>
                    <a:pt x="21598" y="132"/>
                    <a:pt x="21600" y="265"/>
                    <a:pt x="21600" y="399"/>
                  </a:cubicBezTo>
                  <a:cubicBezTo>
                    <a:pt x="21600" y="7698"/>
                    <a:pt x="17913" y="14504"/>
                    <a:pt x="11798" y="18491"/>
                  </a:cubicBezTo>
                  <a:lnTo>
                    <a:pt x="0" y="399"/>
                  </a:lnTo>
                  <a:lnTo>
                    <a:pt x="21596" y="-1"/>
                  </a:lnTo>
                  <a:close/>
                </a:path>
              </a:pathLst>
            </a:custGeom>
            <a:noFill/>
            <a:ln w="9525" cap="flat" cmpd="sng">
              <a:solidFill>
                <a:schemeClr val="accent2"/>
              </a:solidFill>
              <a:prstDash val="solid"/>
              <a:round/>
              <a:headEnd type="none" w="med" len="med"/>
              <a:tailEnd type="none" w="med" len="med"/>
            </a:ln>
          </p:spPr>
          <p:txBody>
            <a:bodyPr/>
            <a:lstStyle/>
            <a:p>
              <a:endParaRPr lang="zh-CN" altLang="en-US"/>
            </a:p>
          </p:txBody>
        </p:sp>
        <p:sp>
          <p:nvSpPr>
            <p:cNvPr id="37907" name="Line 20"/>
            <p:cNvSpPr/>
            <p:nvPr/>
          </p:nvSpPr>
          <p:spPr>
            <a:xfrm>
              <a:off x="1140" y="2094"/>
              <a:ext cx="221" cy="0"/>
            </a:xfrm>
            <a:prstGeom prst="line">
              <a:avLst/>
            </a:prstGeom>
            <a:ln w="9525" cap="flat" cmpd="sng">
              <a:solidFill>
                <a:schemeClr val="tx1"/>
              </a:solidFill>
              <a:prstDash val="solid"/>
              <a:round/>
              <a:headEnd type="none" w="med" len="med"/>
              <a:tailEnd type="none" w="med" len="med"/>
            </a:ln>
          </p:spPr>
        </p:sp>
        <p:sp>
          <p:nvSpPr>
            <p:cNvPr id="37908" name="Line 21"/>
            <p:cNvSpPr/>
            <p:nvPr/>
          </p:nvSpPr>
          <p:spPr>
            <a:xfrm>
              <a:off x="1140" y="3096"/>
              <a:ext cx="220" cy="0"/>
            </a:xfrm>
            <a:prstGeom prst="line">
              <a:avLst/>
            </a:prstGeom>
            <a:ln w="9525" cap="flat" cmpd="sng">
              <a:solidFill>
                <a:schemeClr val="tx1"/>
              </a:solidFill>
              <a:prstDash val="solid"/>
              <a:round/>
              <a:headEnd type="none" w="med" len="med"/>
              <a:tailEnd type="none" w="med" len="med"/>
            </a:ln>
          </p:spPr>
        </p:sp>
        <p:sp>
          <p:nvSpPr>
            <p:cNvPr id="37909" name="Line 22"/>
            <p:cNvSpPr/>
            <p:nvPr/>
          </p:nvSpPr>
          <p:spPr>
            <a:xfrm>
              <a:off x="1252" y="2078"/>
              <a:ext cx="0" cy="1017"/>
            </a:xfrm>
            <a:prstGeom prst="line">
              <a:avLst/>
            </a:prstGeom>
            <a:ln w="9525" cap="flat" cmpd="sng">
              <a:solidFill>
                <a:schemeClr val="tx1"/>
              </a:solidFill>
              <a:prstDash val="solid"/>
              <a:round/>
              <a:headEnd type="triangle" w="med" len="lg"/>
              <a:tailEnd type="triangle" w="med" len="lg"/>
            </a:ln>
          </p:spPr>
        </p:sp>
        <p:sp>
          <p:nvSpPr>
            <p:cNvPr id="37910" name="Rectangle 23"/>
            <p:cNvSpPr/>
            <p:nvPr/>
          </p:nvSpPr>
          <p:spPr>
            <a:xfrm>
              <a:off x="1140" y="2449"/>
              <a:ext cx="209" cy="331"/>
            </a:xfrm>
            <a:prstGeom prst="rect">
              <a:avLst/>
            </a:prstGeom>
            <a:solidFill>
              <a:schemeClr val="bg1"/>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7911" name="WordArt 24"/>
            <p:cNvSpPr>
              <a:spLocks noTextEdit="1"/>
            </p:cNvSpPr>
            <p:nvPr/>
          </p:nvSpPr>
          <p:spPr>
            <a:xfrm>
              <a:off x="1178" y="2532"/>
              <a:ext cx="136" cy="156"/>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a</a:t>
              </a:r>
            </a:p>
          </p:txBody>
        </p:sp>
        <p:sp>
          <p:nvSpPr>
            <p:cNvPr id="37912" name="WordArt 25"/>
            <p:cNvSpPr>
              <a:spLocks noTextEdit="1"/>
            </p:cNvSpPr>
            <p:nvPr/>
          </p:nvSpPr>
          <p:spPr>
            <a:xfrm rot="2394400">
              <a:off x="1441" y="3516"/>
              <a:ext cx="781" cy="18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rPr>
                <a:t>三级暗纹方向</a:t>
              </a:r>
            </a:p>
          </p:txBody>
        </p:sp>
      </p:grpSp>
      <p:grpSp>
        <p:nvGrpSpPr>
          <p:cNvPr id="3" name="Group 26"/>
          <p:cNvGrpSpPr/>
          <p:nvPr/>
        </p:nvGrpSpPr>
        <p:grpSpPr>
          <a:xfrm>
            <a:off x="4643438" y="2493963"/>
            <a:ext cx="2892425" cy="3325812"/>
            <a:chOff x="2925" y="1571"/>
            <a:chExt cx="1822" cy="2095"/>
          </a:xfrm>
        </p:grpSpPr>
        <p:sp>
          <p:nvSpPr>
            <p:cNvPr id="37914" name="Line 27"/>
            <p:cNvSpPr/>
            <p:nvPr/>
          </p:nvSpPr>
          <p:spPr>
            <a:xfrm>
              <a:off x="3756" y="1571"/>
              <a:ext cx="0" cy="551"/>
            </a:xfrm>
            <a:prstGeom prst="line">
              <a:avLst/>
            </a:prstGeom>
            <a:ln w="76200" cap="flat" cmpd="sng">
              <a:solidFill>
                <a:schemeClr val="tx1"/>
              </a:solidFill>
              <a:prstDash val="solid"/>
              <a:round/>
              <a:headEnd type="none" w="med" len="med"/>
              <a:tailEnd type="none" w="med" len="med"/>
            </a:ln>
          </p:spPr>
        </p:sp>
        <p:sp>
          <p:nvSpPr>
            <p:cNvPr id="37915" name="Line 28"/>
            <p:cNvSpPr/>
            <p:nvPr/>
          </p:nvSpPr>
          <p:spPr>
            <a:xfrm flipH="1">
              <a:off x="3753" y="2592"/>
              <a:ext cx="0" cy="1074"/>
            </a:xfrm>
            <a:prstGeom prst="line">
              <a:avLst/>
            </a:prstGeom>
            <a:ln w="76200" cap="flat" cmpd="sng">
              <a:solidFill>
                <a:schemeClr val="tx1"/>
              </a:solidFill>
              <a:prstDash val="solid"/>
              <a:round/>
              <a:headEnd type="none" w="med" len="med"/>
              <a:tailEnd type="none" w="med" len="med"/>
            </a:ln>
          </p:spPr>
        </p:sp>
        <p:sp>
          <p:nvSpPr>
            <p:cNvPr id="37916" name="Line 29"/>
            <p:cNvSpPr/>
            <p:nvPr/>
          </p:nvSpPr>
          <p:spPr>
            <a:xfrm>
              <a:off x="3758" y="2100"/>
              <a:ext cx="989" cy="796"/>
            </a:xfrm>
            <a:prstGeom prst="line">
              <a:avLst/>
            </a:prstGeom>
            <a:ln w="9525" cap="flat" cmpd="sng">
              <a:solidFill>
                <a:schemeClr val="tx1"/>
              </a:solidFill>
              <a:prstDash val="solid"/>
              <a:round/>
              <a:headEnd type="none" w="med" len="med"/>
              <a:tailEnd type="triangle" w="med" len="lg"/>
            </a:ln>
          </p:spPr>
        </p:sp>
        <p:sp>
          <p:nvSpPr>
            <p:cNvPr id="37917" name="Line 30"/>
            <p:cNvSpPr/>
            <p:nvPr/>
          </p:nvSpPr>
          <p:spPr>
            <a:xfrm>
              <a:off x="3743" y="2146"/>
              <a:ext cx="0" cy="425"/>
            </a:xfrm>
            <a:prstGeom prst="line">
              <a:avLst/>
            </a:prstGeom>
            <a:ln w="9525" cap="flat" cmpd="sng">
              <a:solidFill>
                <a:schemeClr val="tx1"/>
              </a:solidFill>
              <a:prstDash val="dash"/>
              <a:round/>
              <a:headEnd type="none" w="med" len="med"/>
              <a:tailEnd type="none" w="med" len="med"/>
            </a:ln>
          </p:spPr>
        </p:sp>
        <p:sp>
          <p:nvSpPr>
            <p:cNvPr id="37918" name="Line 31"/>
            <p:cNvSpPr/>
            <p:nvPr/>
          </p:nvSpPr>
          <p:spPr>
            <a:xfrm flipV="1">
              <a:off x="3743" y="2273"/>
              <a:ext cx="249" cy="317"/>
            </a:xfrm>
            <a:prstGeom prst="line">
              <a:avLst/>
            </a:prstGeom>
            <a:ln w="9525" cap="flat" cmpd="sng">
              <a:solidFill>
                <a:schemeClr val="accent2"/>
              </a:solidFill>
              <a:prstDash val="dash"/>
              <a:round/>
              <a:headEnd type="none" w="med" len="med"/>
              <a:tailEnd type="none" w="med" len="med"/>
            </a:ln>
          </p:spPr>
        </p:sp>
        <p:sp>
          <p:nvSpPr>
            <p:cNvPr id="37919" name="Line 32"/>
            <p:cNvSpPr/>
            <p:nvPr/>
          </p:nvSpPr>
          <p:spPr>
            <a:xfrm rot="1717499">
              <a:off x="3729" y="2174"/>
              <a:ext cx="285" cy="47"/>
            </a:xfrm>
            <a:prstGeom prst="line">
              <a:avLst/>
            </a:prstGeom>
            <a:ln w="38100" cap="flat" cmpd="sng">
              <a:solidFill>
                <a:schemeClr val="accent2"/>
              </a:solidFill>
              <a:prstDash val="solid"/>
              <a:round/>
              <a:headEnd type="none" w="med" len="med"/>
              <a:tailEnd type="none" w="med" len="med"/>
            </a:ln>
          </p:spPr>
        </p:sp>
        <p:sp>
          <p:nvSpPr>
            <p:cNvPr id="37920" name="Line 33"/>
            <p:cNvSpPr/>
            <p:nvPr/>
          </p:nvSpPr>
          <p:spPr>
            <a:xfrm>
              <a:off x="3743" y="2600"/>
              <a:ext cx="989" cy="796"/>
            </a:xfrm>
            <a:prstGeom prst="line">
              <a:avLst/>
            </a:prstGeom>
            <a:ln w="9525" cap="flat" cmpd="sng">
              <a:solidFill>
                <a:schemeClr val="tx1"/>
              </a:solidFill>
              <a:prstDash val="solid"/>
              <a:round/>
              <a:headEnd type="none" w="med" len="med"/>
              <a:tailEnd type="triangle" w="med" len="lg"/>
            </a:ln>
          </p:spPr>
        </p:sp>
        <p:sp>
          <p:nvSpPr>
            <p:cNvPr id="37921" name="Line 34"/>
            <p:cNvSpPr/>
            <p:nvPr/>
          </p:nvSpPr>
          <p:spPr>
            <a:xfrm>
              <a:off x="3487" y="2101"/>
              <a:ext cx="221" cy="0"/>
            </a:xfrm>
            <a:prstGeom prst="line">
              <a:avLst/>
            </a:prstGeom>
            <a:ln w="9525" cap="flat" cmpd="sng">
              <a:solidFill>
                <a:schemeClr val="tx1"/>
              </a:solidFill>
              <a:prstDash val="solid"/>
              <a:round/>
              <a:headEnd type="none" w="med" len="med"/>
              <a:tailEnd type="none" w="med" len="med"/>
            </a:ln>
          </p:spPr>
        </p:sp>
        <p:sp>
          <p:nvSpPr>
            <p:cNvPr id="37922" name="Line 35"/>
            <p:cNvSpPr/>
            <p:nvPr/>
          </p:nvSpPr>
          <p:spPr>
            <a:xfrm>
              <a:off x="3515" y="2598"/>
              <a:ext cx="220" cy="0"/>
            </a:xfrm>
            <a:prstGeom prst="line">
              <a:avLst/>
            </a:prstGeom>
            <a:ln w="9525" cap="flat" cmpd="sng">
              <a:solidFill>
                <a:schemeClr val="tx1"/>
              </a:solidFill>
              <a:prstDash val="solid"/>
              <a:round/>
              <a:headEnd type="none" w="med" len="med"/>
              <a:tailEnd type="none" w="med" len="med"/>
            </a:ln>
          </p:spPr>
        </p:sp>
        <p:sp>
          <p:nvSpPr>
            <p:cNvPr id="37923" name="Line 36"/>
            <p:cNvSpPr/>
            <p:nvPr/>
          </p:nvSpPr>
          <p:spPr>
            <a:xfrm>
              <a:off x="3599" y="2096"/>
              <a:ext cx="0" cy="496"/>
            </a:xfrm>
            <a:prstGeom prst="line">
              <a:avLst/>
            </a:prstGeom>
            <a:ln w="9525" cap="flat" cmpd="sng">
              <a:solidFill>
                <a:schemeClr val="tx1"/>
              </a:solidFill>
              <a:prstDash val="solid"/>
              <a:round/>
              <a:headEnd type="triangle" w="med" len="lg"/>
              <a:tailEnd type="triangle" w="med" len="lg"/>
            </a:ln>
          </p:spPr>
        </p:sp>
        <p:grpSp>
          <p:nvGrpSpPr>
            <p:cNvPr id="37924" name="Group 37"/>
            <p:cNvGrpSpPr/>
            <p:nvPr/>
          </p:nvGrpSpPr>
          <p:grpSpPr>
            <a:xfrm>
              <a:off x="2925" y="2204"/>
              <a:ext cx="226" cy="192"/>
              <a:chOff x="2631" y="1662"/>
              <a:chExt cx="261" cy="229"/>
            </a:xfrm>
          </p:grpSpPr>
          <p:sp>
            <p:nvSpPr>
              <p:cNvPr id="37925" name="WordArt 38"/>
              <p:cNvSpPr>
                <a:spLocks noTextEdit="1"/>
              </p:cNvSpPr>
              <p:nvPr/>
            </p:nvSpPr>
            <p:spPr>
              <a:xfrm>
                <a:off x="2631" y="1705"/>
                <a:ext cx="157" cy="186"/>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a</a:t>
                </a:r>
              </a:p>
            </p:txBody>
          </p:sp>
          <p:sp>
            <p:nvSpPr>
              <p:cNvPr id="37926" name="Freeform 39"/>
              <p:cNvSpPr/>
              <p:nvPr/>
            </p:nvSpPr>
            <p:spPr>
              <a:xfrm rot="5978253" flipH="1">
                <a:off x="2794" y="1655"/>
                <a:ext cx="91" cy="75"/>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chemeClr val="accent2"/>
              </a:solidFill>
              <a:ln w="9525" cap="flat" cmpd="sng">
                <a:solidFill>
                  <a:schemeClr val="accent2"/>
                </a:solidFill>
                <a:prstDash val="solid"/>
                <a:round/>
                <a:headEnd type="none" w="med" len="med"/>
                <a:tailEnd type="none" w="med" len="med"/>
              </a:ln>
            </p:spPr>
            <p:txBody>
              <a:bodyPr/>
              <a:lstStyle/>
              <a:p>
                <a:endParaRPr lang="zh-CN" altLang="en-US"/>
              </a:p>
            </p:txBody>
          </p:sp>
        </p:grpSp>
        <p:grpSp>
          <p:nvGrpSpPr>
            <p:cNvPr id="37927" name="Group 40"/>
            <p:cNvGrpSpPr/>
            <p:nvPr/>
          </p:nvGrpSpPr>
          <p:grpSpPr>
            <a:xfrm>
              <a:off x="3131" y="2300"/>
              <a:ext cx="138" cy="47"/>
              <a:chOff x="1260" y="2371"/>
              <a:chExt cx="151" cy="53"/>
            </a:xfrm>
          </p:grpSpPr>
          <p:sp>
            <p:nvSpPr>
              <p:cNvPr id="37928" name="Line 41"/>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37929" name="Line 42"/>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37930" name="WordArt 43"/>
            <p:cNvSpPr>
              <a:spLocks noTextEdit="1"/>
            </p:cNvSpPr>
            <p:nvPr/>
          </p:nvSpPr>
          <p:spPr>
            <a:xfrm>
              <a:off x="3369" y="2378"/>
              <a:ext cx="80" cy="13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2</a:t>
              </a:r>
            </a:p>
          </p:txBody>
        </p:sp>
        <p:sp>
          <p:nvSpPr>
            <p:cNvPr id="37931" name="Line 44"/>
            <p:cNvSpPr/>
            <p:nvPr/>
          </p:nvSpPr>
          <p:spPr>
            <a:xfrm>
              <a:off x="3309" y="2332"/>
              <a:ext cx="170" cy="0"/>
            </a:xfrm>
            <a:prstGeom prst="line">
              <a:avLst/>
            </a:prstGeom>
            <a:ln w="28575" cap="flat" cmpd="sng">
              <a:solidFill>
                <a:schemeClr val="accent2"/>
              </a:solidFill>
              <a:prstDash val="solid"/>
              <a:round/>
              <a:headEnd type="none" w="med" len="med"/>
              <a:tailEnd type="none" w="med" len="med"/>
            </a:ln>
          </p:spPr>
        </p:sp>
        <p:sp>
          <p:nvSpPr>
            <p:cNvPr id="37932" name="WordArt 45"/>
            <p:cNvSpPr>
              <a:spLocks noTextEdit="1"/>
            </p:cNvSpPr>
            <p:nvPr/>
          </p:nvSpPr>
          <p:spPr>
            <a:xfrm>
              <a:off x="3337" y="2139"/>
              <a:ext cx="118" cy="129"/>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a</a:t>
              </a:r>
            </a:p>
          </p:txBody>
        </p:sp>
        <p:sp>
          <p:nvSpPr>
            <p:cNvPr id="37933" name="Freeform 46"/>
            <p:cNvSpPr/>
            <p:nvPr/>
          </p:nvSpPr>
          <p:spPr>
            <a:xfrm>
              <a:off x="3914" y="2355"/>
              <a:ext cx="159" cy="88"/>
            </a:xfrm>
            <a:custGeom>
              <a:avLst/>
              <a:gdLst/>
              <a:ahLst/>
              <a:cxnLst>
                <a:cxn ang="0">
                  <a:pos x="0" y="5"/>
                </a:cxn>
                <a:cxn ang="0">
                  <a:pos x="30" y="22"/>
                </a:cxn>
                <a:cxn ang="0">
                  <a:pos x="51" y="0"/>
                </a:cxn>
              </a:cxnLst>
              <a:rect l="0" t="0" r="0" b="0"/>
              <a:pathLst>
                <a:path w="183" h="105">
                  <a:moveTo>
                    <a:pt x="0" y="21"/>
                  </a:moveTo>
                  <a:lnTo>
                    <a:pt x="105" y="105"/>
                  </a:lnTo>
                  <a:lnTo>
                    <a:pt x="183" y="0"/>
                  </a:lnTo>
                </a:path>
              </a:pathLst>
            </a:custGeom>
            <a:noFill/>
            <a:ln w="3175" cap="flat" cmpd="sng">
              <a:solidFill>
                <a:schemeClr val="tx1"/>
              </a:solidFill>
              <a:prstDash val="dash"/>
              <a:round/>
              <a:headEnd type="none" w="med" len="med"/>
              <a:tailEnd type="none" w="med" len="med"/>
            </a:ln>
          </p:spPr>
          <p:txBody>
            <a:bodyPr/>
            <a:lstStyle/>
            <a:p>
              <a:endParaRPr lang="zh-CN" altLang="en-US"/>
            </a:p>
          </p:txBody>
        </p:sp>
      </p:grpSp>
      <p:sp>
        <p:nvSpPr>
          <p:cNvPr id="289839" name="WordArt 47"/>
          <p:cNvSpPr>
            <a:spLocks noTextEdit="1"/>
          </p:cNvSpPr>
          <p:nvPr/>
        </p:nvSpPr>
        <p:spPr>
          <a:xfrm>
            <a:off x="592138" y="2035175"/>
            <a:ext cx="7626350" cy="285750"/>
          </a:xfrm>
          <a:prstGeom prst="rect">
            <a:avLst/>
          </a:prstGeom>
        </p:spPr>
        <p:txBody>
          <a:bodyPr wrap="none" fromWordArt="1">
            <a:prstTxWarp prst="textPlain">
              <a:avLst>
                <a:gd name="adj" fmla="val 50000"/>
              </a:avLst>
            </a:prstTxWarp>
            <a:normAutofit fontScale="30000"/>
          </a:bodyPr>
          <a:lstStyle/>
          <a:p>
            <a:pPr algn="ctr" fontAlgn="base"/>
            <a:r>
              <a:rPr lang="zh-CN" altLang="en-US" sz="3600" strike="noStrike" noProof="1">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cs typeface="+mn-cs"/>
              </a:rPr>
              <a:t>若将缝宽遮去一半,在同一方向上得明纹还是暗纹?</a:t>
            </a:r>
            <a:endParaRPr lang="zh-CN" altLang="en-US" sz="3600" strike="noStrike" noProof="1">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endParaRPr>
          </a:p>
        </p:txBody>
      </p:sp>
      <p:grpSp>
        <p:nvGrpSpPr>
          <p:cNvPr id="6" name="Group 48"/>
          <p:cNvGrpSpPr/>
          <p:nvPr/>
        </p:nvGrpSpPr>
        <p:grpSpPr>
          <a:xfrm>
            <a:off x="887413" y="1620838"/>
            <a:ext cx="7921625" cy="285750"/>
            <a:chOff x="332" y="853"/>
            <a:chExt cx="4990" cy="180"/>
          </a:xfrm>
        </p:grpSpPr>
        <p:sp>
          <p:nvSpPr>
            <p:cNvPr id="37936" name="WordArt 49"/>
            <p:cNvSpPr>
              <a:spLocks noTextEdit="1"/>
            </p:cNvSpPr>
            <p:nvPr/>
          </p:nvSpPr>
          <p:spPr>
            <a:xfrm>
              <a:off x="332" y="859"/>
              <a:ext cx="460" cy="16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已知</a:t>
              </a:r>
            </a:p>
          </p:txBody>
        </p:sp>
        <p:sp>
          <p:nvSpPr>
            <p:cNvPr id="37937" name="WordArt 50"/>
            <p:cNvSpPr>
              <a:spLocks noTextEdit="1"/>
            </p:cNvSpPr>
            <p:nvPr/>
          </p:nvSpPr>
          <p:spPr>
            <a:xfrm>
              <a:off x="1016" y="853"/>
              <a:ext cx="4306" cy="18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单缝宽度为  ,在衍射角为   的方向得三级暗纹,</a:t>
              </a:r>
            </a:p>
          </p:txBody>
        </p:sp>
        <p:sp>
          <p:nvSpPr>
            <p:cNvPr id="37938" name="WordArt 51"/>
            <p:cNvSpPr>
              <a:spLocks noTextEdit="1"/>
            </p:cNvSpPr>
            <p:nvPr/>
          </p:nvSpPr>
          <p:spPr>
            <a:xfrm>
              <a:off x="3422" y="858"/>
              <a:ext cx="165" cy="150"/>
            </a:xfrm>
            <a:prstGeom prst="rect">
              <a:avLst/>
            </a:prstGeom>
          </p:spPr>
          <p:txBody>
            <a:bodyPr wrap="none" fromWordArt="1">
              <a:prstTxWarp prst="textPlain">
                <a:avLst>
                  <a:gd name="adj" fmla="val 54546"/>
                </a:avLst>
              </a:prstTxWarp>
              <a:normAutofit/>
            </a:bodyPr>
            <a:lstStyle/>
            <a:p>
              <a:pPr algn="ctr"/>
              <a:r>
                <a:rPr lang="zh-CN" altLang="en-US" sz="1200" i="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rPr>
                <a:t>q</a:t>
              </a:r>
            </a:p>
          </p:txBody>
        </p:sp>
        <p:sp>
          <p:nvSpPr>
            <p:cNvPr id="37939" name="WordArt 52"/>
            <p:cNvSpPr>
              <a:spLocks noTextEdit="1"/>
            </p:cNvSpPr>
            <p:nvPr/>
          </p:nvSpPr>
          <p:spPr>
            <a:xfrm>
              <a:off x="2051" y="878"/>
              <a:ext cx="149" cy="155"/>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a</a:t>
              </a:r>
            </a:p>
          </p:txBody>
        </p:sp>
      </p:grpSp>
      <p:grpSp>
        <p:nvGrpSpPr>
          <p:cNvPr id="7" name="Group 83"/>
          <p:cNvGrpSpPr/>
          <p:nvPr/>
        </p:nvGrpSpPr>
        <p:grpSpPr>
          <a:xfrm rot="2158614">
            <a:off x="2097088" y="3217863"/>
            <a:ext cx="544512" cy="298450"/>
            <a:chOff x="4275" y="1786"/>
            <a:chExt cx="248" cy="140"/>
          </a:xfrm>
        </p:grpSpPr>
        <p:sp>
          <p:nvSpPr>
            <p:cNvPr id="37941" name="WordArt 84"/>
            <p:cNvSpPr>
              <a:spLocks noTextEdit="1"/>
            </p:cNvSpPr>
            <p:nvPr/>
          </p:nvSpPr>
          <p:spPr>
            <a:xfrm>
              <a:off x="4332" y="1786"/>
              <a:ext cx="191" cy="140"/>
            </a:xfrm>
            <a:prstGeom prst="rect">
              <a:avLst/>
            </a:prstGeom>
          </p:spPr>
          <p:txBody>
            <a:bodyPr wrap="none" fromWordArt="1">
              <a:prstTxWarp prst="textPlain">
                <a:avLst>
                  <a:gd name="adj" fmla="val 63968"/>
                </a:avLst>
              </a:prstTxWarp>
              <a:normAutofit/>
            </a:bodyPr>
            <a:lstStyle/>
            <a:p>
              <a:pPr algn="ctr"/>
              <a:r>
                <a:rPr lang="zh-CN" altLang="en-US" sz="1200" i="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rPr>
                <a:t>l</a:t>
              </a:r>
            </a:p>
          </p:txBody>
        </p:sp>
        <p:sp>
          <p:nvSpPr>
            <p:cNvPr id="37942" name="WordArt 85"/>
            <p:cNvSpPr>
              <a:spLocks noTextEdit="1"/>
            </p:cNvSpPr>
            <p:nvPr/>
          </p:nvSpPr>
          <p:spPr>
            <a:xfrm>
              <a:off x="4275" y="1799"/>
              <a:ext cx="78" cy="11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3</a:t>
              </a:r>
            </a:p>
          </p:txBody>
        </p:sp>
      </p:grpSp>
      <p:grpSp>
        <p:nvGrpSpPr>
          <p:cNvPr id="8" name="Group 86"/>
          <p:cNvGrpSpPr/>
          <p:nvPr/>
        </p:nvGrpSpPr>
        <p:grpSpPr>
          <a:xfrm rot="1971833">
            <a:off x="6138863" y="2986088"/>
            <a:ext cx="363537" cy="474662"/>
            <a:chOff x="3860" y="3049"/>
            <a:chExt cx="319" cy="433"/>
          </a:xfrm>
        </p:grpSpPr>
        <p:sp>
          <p:nvSpPr>
            <p:cNvPr id="37944" name="WordArt 87"/>
            <p:cNvSpPr>
              <a:spLocks noTextEdit="1"/>
            </p:cNvSpPr>
            <p:nvPr/>
          </p:nvSpPr>
          <p:spPr>
            <a:xfrm rot="392937">
              <a:off x="3915" y="3049"/>
              <a:ext cx="264" cy="188"/>
            </a:xfrm>
            <a:prstGeom prst="rect">
              <a:avLst/>
            </a:prstGeom>
          </p:spPr>
          <p:txBody>
            <a:bodyPr wrap="none" fromWordArt="1">
              <a:prstTxWarp prst="textPlain">
                <a:avLst>
                  <a:gd name="adj" fmla="val 63968"/>
                </a:avLst>
              </a:prstTxWarp>
              <a:normAutofit/>
            </a:bodyPr>
            <a:lstStyle/>
            <a:p>
              <a:pPr algn="ctr"/>
              <a:r>
                <a:rPr lang="zh-CN" altLang="en-US" sz="1200" i="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rPr>
                <a:t>l</a:t>
              </a:r>
            </a:p>
          </p:txBody>
        </p:sp>
        <p:sp>
          <p:nvSpPr>
            <p:cNvPr id="37945" name="WordArt 88"/>
            <p:cNvSpPr>
              <a:spLocks noTextEdit="1"/>
            </p:cNvSpPr>
            <p:nvPr/>
          </p:nvSpPr>
          <p:spPr>
            <a:xfrm>
              <a:off x="4013" y="3325"/>
              <a:ext cx="92" cy="157"/>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2</a:t>
              </a:r>
            </a:p>
          </p:txBody>
        </p:sp>
        <p:sp>
          <p:nvSpPr>
            <p:cNvPr id="37946" name="Line 89"/>
            <p:cNvSpPr/>
            <p:nvPr/>
          </p:nvSpPr>
          <p:spPr>
            <a:xfrm>
              <a:off x="3978" y="3282"/>
              <a:ext cx="184" cy="0"/>
            </a:xfrm>
            <a:prstGeom prst="line">
              <a:avLst/>
            </a:prstGeom>
            <a:ln w="28575" cap="flat" cmpd="sng">
              <a:solidFill>
                <a:schemeClr val="accent2"/>
              </a:solidFill>
              <a:prstDash val="solid"/>
              <a:round/>
              <a:headEnd type="none" w="med" len="med"/>
              <a:tailEnd type="none" w="med" len="med"/>
            </a:ln>
          </p:spPr>
        </p:sp>
        <p:sp>
          <p:nvSpPr>
            <p:cNvPr id="37947" name="WordArt 90"/>
            <p:cNvSpPr>
              <a:spLocks noTextEdit="1"/>
            </p:cNvSpPr>
            <p:nvPr/>
          </p:nvSpPr>
          <p:spPr>
            <a:xfrm>
              <a:off x="3860" y="3182"/>
              <a:ext cx="92" cy="157"/>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3</a:t>
              </a:r>
            </a:p>
          </p:txBody>
        </p:sp>
      </p:grpSp>
      <p:sp>
        <p:nvSpPr>
          <p:cNvPr id="17421" name="WordArt 91"/>
          <p:cNvSpPr>
            <a:spLocks noTextEdit="1"/>
          </p:cNvSpPr>
          <p:nvPr/>
        </p:nvSpPr>
        <p:spPr>
          <a:xfrm>
            <a:off x="7632700" y="4762500"/>
            <a:ext cx="452438" cy="77311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a:t>
            </a:r>
          </a:p>
        </p:txBody>
      </p:sp>
      <p:grpSp>
        <p:nvGrpSpPr>
          <p:cNvPr id="9" name="Group 92"/>
          <p:cNvGrpSpPr/>
          <p:nvPr/>
        </p:nvGrpSpPr>
        <p:grpSpPr>
          <a:xfrm>
            <a:off x="7294563" y="5673725"/>
            <a:ext cx="1438275" cy="671513"/>
            <a:chOff x="4549" y="3565"/>
            <a:chExt cx="906" cy="423"/>
          </a:xfrm>
        </p:grpSpPr>
        <p:sp>
          <p:nvSpPr>
            <p:cNvPr id="37950" name="WordArt 93"/>
            <p:cNvSpPr>
              <a:spLocks noTextEdit="1"/>
            </p:cNvSpPr>
            <p:nvPr/>
          </p:nvSpPr>
          <p:spPr>
            <a:xfrm>
              <a:off x="4953" y="3565"/>
              <a:ext cx="312" cy="18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明</a:t>
              </a:r>
            </a:p>
          </p:txBody>
        </p:sp>
        <p:sp>
          <p:nvSpPr>
            <p:cNvPr id="37951" name="WordArt 94"/>
            <p:cNvSpPr>
              <a:spLocks noTextEdit="1"/>
            </p:cNvSpPr>
            <p:nvPr/>
          </p:nvSpPr>
          <p:spPr>
            <a:xfrm>
              <a:off x="4549" y="3821"/>
              <a:ext cx="906" cy="16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华文中宋" panose="02010600040101010101" charset="-122"/>
                  <a:ea typeface="华文中宋" panose="02010600040101010101" charset="-122"/>
                </a:rPr>
                <a:t>(一级明纹)</a:t>
              </a:r>
            </a:p>
          </p:txBody>
        </p:sp>
      </p:grpSp>
      <p:grpSp>
        <p:nvGrpSpPr>
          <p:cNvPr id="37952" name="Group 96"/>
          <p:cNvGrpSpPr/>
          <p:nvPr/>
        </p:nvGrpSpPr>
        <p:grpSpPr>
          <a:xfrm>
            <a:off x="98425" y="1589088"/>
            <a:ext cx="698500" cy="390525"/>
            <a:chOff x="127" y="728"/>
            <a:chExt cx="437" cy="256"/>
          </a:xfrm>
        </p:grpSpPr>
        <p:sp>
          <p:nvSpPr>
            <p:cNvPr id="37953" name="Oval 97" descr="栎木"/>
            <p:cNvSpPr/>
            <p:nvPr/>
          </p:nvSpPr>
          <p:spPr>
            <a:xfrm>
              <a:off x="127" y="728"/>
              <a:ext cx="437" cy="256"/>
            </a:xfrm>
            <a:prstGeom prst="ellipse">
              <a:avLst/>
            </a:prstGeom>
            <a:blipFill rotWithShape="0">
              <a:blip r:embed="rId2"/>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7954" name="WordArt 98"/>
            <p:cNvSpPr>
              <a:spLocks noTextEdit="1"/>
            </p:cNvSpPr>
            <p:nvPr/>
          </p:nvSpPr>
          <p:spPr>
            <a:xfrm>
              <a:off x="187" y="780"/>
              <a:ext cx="305" cy="147"/>
            </a:xfrm>
            <a:prstGeom prst="rect">
              <a:avLst/>
            </a:prstGeom>
          </p:spPr>
          <p:txBody>
            <a:bodyPr wrap="none" fromWordArt="1">
              <a:prstTxWarp prst="textPlain">
                <a:avLst>
                  <a:gd name="adj" fmla="val 50287"/>
                </a:avLst>
              </a:prstTxWarp>
              <a:normAutofit/>
            </a:bodyPr>
            <a:lstStyle/>
            <a:p>
              <a:pPr algn="ctr"/>
              <a:r>
                <a:rPr lang="zh-CN" altLang="en-US" sz="3600">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rPr>
                <a:t>例2</a:t>
              </a:r>
            </a:p>
          </p:txBody>
        </p:sp>
      </p:grpSp>
      <p:sp>
        <p:nvSpPr>
          <p:cNvPr id="37955" name="Rectangle 210"/>
          <p:cNvSpPr/>
          <p:nvPr/>
        </p:nvSpPr>
        <p:spPr>
          <a:xfrm>
            <a:off x="98425" y="1377950"/>
            <a:ext cx="8839200" cy="115888"/>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37956" name="组合 17"/>
          <p:cNvGrpSpPr/>
          <p:nvPr/>
        </p:nvGrpSpPr>
        <p:grpSpPr>
          <a:xfrm>
            <a:off x="141288" y="219075"/>
            <a:ext cx="8716962" cy="1093788"/>
            <a:chOff x="138" y="7180"/>
            <a:chExt cx="13726" cy="1723"/>
          </a:xfrm>
        </p:grpSpPr>
        <p:sp>
          <p:nvSpPr>
            <p:cNvPr id="5" name="文本框 4"/>
            <p:cNvSpPr txBox="1"/>
            <p:nvPr/>
          </p:nvSpPr>
          <p:spPr>
            <a:xfrm>
              <a:off x="138" y="7454"/>
              <a:ext cx="2404" cy="725"/>
            </a:xfrm>
            <a:prstGeom prst="rect">
              <a:avLst/>
            </a:prstGeom>
            <a:noFill/>
          </p:spPr>
          <p:txBody>
            <a:bodyPr wrap="square" rtlCol="0" anchor="t">
              <a:spAutoFit/>
            </a:bodyPr>
            <a:lstStyle/>
            <a:p>
              <a:r>
                <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sym typeface="+mn-ea"/>
                </a:rPr>
                <a:t>暗纹公式</a:t>
              </a:r>
              <a:endPar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sym typeface="+mn-ea"/>
              </a:endParaRPr>
            </a:p>
          </p:txBody>
        </p:sp>
        <p:graphicFrame>
          <p:nvGraphicFramePr>
            <p:cNvPr id="37958" name="Object 2"/>
            <p:cNvGraphicFramePr>
              <a:graphicFrameLocks noChangeAspect="1"/>
            </p:cNvGraphicFramePr>
            <p:nvPr/>
          </p:nvGraphicFramePr>
          <p:xfrm>
            <a:off x="2526" y="7180"/>
            <a:ext cx="3344" cy="1175"/>
          </p:xfrm>
          <a:graphic>
            <a:graphicData uri="http://schemas.openxmlformats.org/presentationml/2006/ole">
              <mc:AlternateContent xmlns:mc="http://schemas.openxmlformats.org/markup-compatibility/2006">
                <mc:Choice xmlns:v="urn:schemas-microsoft-com:vml" Requires="v">
                  <p:oleObj r:id="rId3" imgW="1155065" imgH="406400" progId="Equation.DSMT4">
                    <p:embed/>
                  </p:oleObj>
                </mc:Choice>
                <mc:Fallback>
                  <p:oleObj r:id="rId3" imgW="1155065" imgH="406400" progId="Equation.DSMT4">
                    <p:embed/>
                    <p:pic>
                      <p:nvPicPr>
                        <p:cNvPr id="0" name="图片 3132"/>
                        <p:cNvPicPr/>
                        <p:nvPr/>
                      </p:nvPicPr>
                      <p:blipFill>
                        <a:blip r:embed="rId4"/>
                        <a:stretch>
                          <a:fillRect/>
                        </a:stretch>
                      </p:blipFill>
                      <p:spPr>
                        <a:xfrm>
                          <a:off x="2526" y="7180"/>
                          <a:ext cx="3344" cy="1175"/>
                        </a:xfrm>
                        <a:prstGeom prst="rect">
                          <a:avLst/>
                        </a:prstGeom>
                        <a:noFill/>
                        <a:ln w="38100">
                          <a:noFill/>
                          <a:miter/>
                        </a:ln>
                      </p:spPr>
                    </p:pic>
                  </p:oleObj>
                </mc:Fallback>
              </mc:AlternateContent>
            </a:graphicData>
          </a:graphic>
        </p:graphicFrame>
        <p:sp>
          <p:nvSpPr>
            <p:cNvPr id="10" name="文本框 9"/>
            <p:cNvSpPr txBox="1"/>
            <p:nvPr/>
          </p:nvSpPr>
          <p:spPr>
            <a:xfrm>
              <a:off x="10900" y="7405"/>
              <a:ext cx="2965" cy="725"/>
            </a:xfrm>
            <a:prstGeom prst="rect">
              <a:avLst/>
            </a:prstGeom>
            <a:noFill/>
          </p:spPr>
          <p:txBody>
            <a:bodyPr wrap="square" rtlCol="0" anchor="t">
              <a:spAutoFit/>
            </a:bodyPr>
            <a:lstStyle/>
            <a:p>
              <a:r>
                <a:rPr lang="en-US" altLang="zh-CN" sz="2400" i="1"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为</a:t>
              </a:r>
              <a:r>
                <a:rPr lang="zh-CN" altLang="en-US" sz="2400" noProof="1">
                  <a:ln w="9525" cap="flat" cmpd="sng">
                    <a:solidFill>
                      <a:schemeClr val="tx2"/>
                    </a:solidFill>
                    <a:prstDash val="solid"/>
                    <a:round/>
                    <a:headEnd type="none" w="med" len="med"/>
                    <a:tailEnd type="none" w="med" len="med"/>
                  </a:ln>
                  <a:latin typeface="宋体" panose="02010600030101010101" pitchFamily="2" charset="-122"/>
                  <a:ea typeface="宋体" panose="02010600030101010101" pitchFamily="2" charset="-122"/>
                  <a:cs typeface="+mn-cs"/>
                  <a:sym typeface="+mn-ea"/>
                </a:rPr>
                <a:t>暗纹</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级数</a:t>
              </a:r>
              <a:endPar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sym typeface="+mn-ea"/>
              </a:endParaRPr>
            </a:p>
          </p:txBody>
        </p:sp>
        <p:sp>
          <p:nvSpPr>
            <p:cNvPr id="11" name="文本框 10"/>
            <p:cNvSpPr txBox="1"/>
            <p:nvPr/>
          </p:nvSpPr>
          <p:spPr>
            <a:xfrm>
              <a:off x="6734" y="7454"/>
              <a:ext cx="4367" cy="725"/>
            </a:xfrm>
            <a:prstGeom prst="rect">
              <a:avLst/>
            </a:prstGeom>
            <a:noFill/>
          </p:spPr>
          <p:txBody>
            <a:bodyPr wrap="square" rtlCol="0" anchor="t">
              <a:spAutoFit/>
            </a:bodyPr>
            <a:lstStyle/>
            <a:p>
              <a:r>
                <a:rPr lang="en-US" altLang="zh-CN" sz="2400" i="1"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 ·········</a:t>
              </a:r>
              <a:endParaRPr lang="en-US" altLang="zh-CN" sz="2400" noProof="1">
                <a:ln w="9525" cap="flat" cmpd="sng">
                  <a:solidFill>
                    <a:srgbClr val="FF0000"/>
                  </a:solidFill>
                  <a:prstDash val="solid"/>
                  <a:round/>
                  <a:headEnd type="none" w="med" len="med"/>
                  <a:tailEnd type="none" w="med" len="med"/>
                </a:ln>
                <a:solidFill>
                  <a:srgbClr val="FF0000"/>
                </a:solidFill>
                <a:cs typeface="Times New Roman" panose="02020603050405020304" pitchFamily="18" charset="0"/>
                <a:sym typeface="+mn-ea"/>
              </a:endParaRPr>
            </a:p>
          </p:txBody>
        </p:sp>
        <p:sp>
          <p:nvSpPr>
            <p:cNvPr id="12" name="文本框 11"/>
            <p:cNvSpPr txBox="1"/>
            <p:nvPr/>
          </p:nvSpPr>
          <p:spPr>
            <a:xfrm>
              <a:off x="7573" y="8179"/>
              <a:ext cx="5667" cy="725"/>
            </a:xfrm>
            <a:prstGeom prst="rect">
              <a:avLst/>
            </a:prstGeom>
            <a:noFill/>
          </p:spPr>
          <p:txBody>
            <a:bodyPr wrap="square" rtlCol="0" anchor="t">
              <a:spAutoFit/>
            </a:bodyPr>
            <a:lstStyle/>
            <a:p>
              <a:r>
                <a:rPr lang="zh-CN" altLang="en-US" sz="2400" noProof="1">
                  <a:latin typeface="Times New Roman" panose="02020603050405020304" pitchFamily="18" charset="0"/>
                  <a:ea typeface="宋体" panose="02010600030101010101" pitchFamily="2" charset="-122"/>
                  <a:cs typeface="+mn-cs"/>
                  <a:sym typeface="+mn-ea"/>
                </a:rPr>
                <a:t>（单缝被分成2k个半波带)</a:t>
              </a:r>
              <a:endParaRPr lang="zh-CN" altLang="en-US" sz="2400" noProof="1">
                <a:ln w="9525" cap="flat" cmpd="sng">
                  <a:solidFill>
                    <a:srgbClr val="FF0000"/>
                  </a:solidFill>
                  <a:prstDash val="solid"/>
                  <a:round/>
                  <a:headEnd type="none" w="med" len="med"/>
                  <a:tailEnd type="none" w="med" len="med"/>
                </a:ln>
                <a:latin typeface="宋体" panose="02010600030101010101" pitchFamily="2" charset="-122"/>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14" presetClass="entr" presetSubtype="5"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randombar(vertical)">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89839"/>
                                        </p:tgtEl>
                                        <p:attrNameLst>
                                          <p:attrName>style.visibility</p:attrName>
                                        </p:attrNameLst>
                                      </p:cBhvr>
                                      <p:to>
                                        <p:strVal val="visible"/>
                                      </p:to>
                                    </p:set>
                                    <p:animEffect transition="in" filter="wipe(left)">
                                      <p:cBhvr>
                                        <p:cTn id="16" dur="500"/>
                                        <p:tgtEl>
                                          <p:spTgt spid="289839"/>
                                        </p:tgtEl>
                                      </p:cBhvr>
                                    </p:animEffect>
                                  </p:childTnLst>
                                </p:cTn>
                              </p:par>
                            </p:childTnLst>
                          </p:cTn>
                        </p:par>
                        <p:par>
                          <p:cTn id="17" fill="hold">
                            <p:stCondLst>
                              <p:cond delay="500"/>
                            </p:stCondLst>
                            <p:childTnLst>
                              <p:par>
                                <p:cTn id="18" presetID="14" presetClass="entr" presetSubtype="10"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randombar(horizontal)">
                                      <p:cBhvr>
                                        <p:cTn id="20" dur="500"/>
                                        <p:tgtEl>
                                          <p:spTgt spid="3"/>
                                        </p:tgtEl>
                                      </p:cBhvr>
                                    </p:animEffect>
                                  </p:childTnLst>
                                </p:cTn>
                              </p:par>
                            </p:childTnLst>
                          </p:cTn>
                        </p:par>
                        <p:par>
                          <p:cTn id="21" fill="hold">
                            <p:stCondLst>
                              <p:cond delay="1000"/>
                            </p:stCondLst>
                            <p:childTnLst>
                              <p:par>
                                <p:cTn id="22" presetID="26" presetClass="entr" presetSubtype="0" fill="hold" nodeType="afterEffect">
                                  <p:stCondLst>
                                    <p:cond delay="0"/>
                                  </p:stCondLst>
                                  <p:childTnLst>
                                    <p:set>
                                      <p:cBhvr>
                                        <p:cTn id="23" dur="1" fill="hold">
                                          <p:stCondLst>
                                            <p:cond delay="0"/>
                                          </p:stCondLst>
                                        </p:cTn>
                                        <p:tgtEl>
                                          <p:spTgt spid="17421"/>
                                        </p:tgtEl>
                                        <p:attrNameLst>
                                          <p:attrName>style.visibility</p:attrName>
                                        </p:attrNameLst>
                                      </p:cBhvr>
                                      <p:to>
                                        <p:strVal val="visible"/>
                                      </p:to>
                                    </p:set>
                                    <p:animEffect transition="in" filter="wipe(down)">
                                      <p:cBhvr>
                                        <p:cTn id="24" dur="580">
                                          <p:stCondLst>
                                            <p:cond delay="0"/>
                                          </p:stCondLst>
                                        </p:cTn>
                                        <p:tgtEl>
                                          <p:spTgt spid="17421"/>
                                        </p:tgtEl>
                                      </p:cBhvr>
                                    </p:animEffect>
                                    <p:anim calcmode="lin" valueType="num">
                                      <p:cBhvr>
                                        <p:cTn id="25" dur="1822" tmFilter="0,0; 0.14,0.36; 0.43,0.73; 0.71,0.91; 1.0,1.0">
                                          <p:stCondLst>
                                            <p:cond delay="0"/>
                                          </p:stCondLst>
                                        </p:cTn>
                                        <p:tgtEl>
                                          <p:spTgt spid="17421"/>
                                        </p:tgtEl>
                                        <p:attrNameLst>
                                          <p:attrName>ppt_x</p:attrName>
                                        </p:attrNameLst>
                                      </p:cBhvr>
                                      <p:tavLst>
                                        <p:tav tm="0">
                                          <p:val>
                                            <p:strVal val="#ppt_x-0.25"/>
                                          </p:val>
                                        </p:tav>
                                        <p:tav tm="100000">
                                          <p:val>
                                            <p:strVal val="#ppt_x"/>
                                          </p:val>
                                        </p:tav>
                                      </p:tavLst>
                                    </p:anim>
                                    <p:anim calcmode="lin" valueType="num">
                                      <p:cBhvr>
                                        <p:cTn id="26" dur="664" tmFilter="0.0,0.0; 0.25,0.07; 0.50,0.2; 0.75,0.467; 1.0,1.0">
                                          <p:stCondLst>
                                            <p:cond delay="0"/>
                                          </p:stCondLst>
                                        </p:cTn>
                                        <p:tgtEl>
                                          <p:spTgt spid="17421"/>
                                        </p:tgtEl>
                                        <p:attrNameLst>
                                          <p:attrName>ppt_y</p:attrName>
                                        </p:attrNameLst>
                                      </p:cBhvr>
                                      <p:tavLst>
                                        <p:tav tm="0" fmla="#ppt_y-sin(pi*$)/3">
                                          <p:val>
                                            <p:fltVal val="0.5"/>
                                          </p:val>
                                        </p:tav>
                                        <p:tav tm="100000">
                                          <p:val>
                                            <p:fltVal val="1"/>
                                          </p:val>
                                        </p:tav>
                                      </p:tavLst>
                                    </p:anim>
                                    <p:anim calcmode="lin" valueType="num">
                                      <p:cBhvr>
                                        <p:cTn id="27" dur="664" tmFilter="0, 0; 0.125,0.2665; 0.25,0.4; 0.375,0.465; 0.5,0.5;  0.625,0.535; 0.75,0.6; 0.875,0.7335; 1,1">
                                          <p:stCondLst>
                                            <p:cond delay="664"/>
                                          </p:stCondLst>
                                        </p:cTn>
                                        <p:tgtEl>
                                          <p:spTgt spid="17421"/>
                                        </p:tgtEl>
                                        <p:attrNameLst>
                                          <p:attrName>ppt_y</p:attrName>
                                        </p:attrNameLst>
                                      </p:cBhvr>
                                      <p:tavLst>
                                        <p:tav tm="0" fmla="#ppt_y-sin(pi*$)/9">
                                          <p:val>
                                            <p:fltVal val="0"/>
                                          </p:val>
                                        </p:tav>
                                        <p:tav tm="100000">
                                          <p:val>
                                            <p:fltVal val="1"/>
                                          </p:val>
                                        </p:tav>
                                      </p:tavLst>
                                    </p:anim>
                                    <p:anim calcmode="lin" valueType="num">
                                      <p:cBhvr>
                                        <p:cTn id="28" dur="332" tmFilter="0, 0; 0.125,0.2665; 0.25,0.4; 0.375,0.465; 0.5,0.5;  0.625,0.535; 0.75,0.6; 0.875,0.7335; 1,1">
                                          <p:stCondLst>
                                            <p:cond delay="1324"/>
                                          </p:stCondLst>
                                        </p:cTn>
                                        <p:tgtEl>
                                          <p:spTgt spid="17421"/>
                                        </p:tgtEl>
                                        <p:attrNameLst>
                                          <p:attrName>ppt_y</p:attrName>
                                        </p:attrNameLst>
                                      </p:cBhvr>
                                      <p:tavLst>
                                        <p:tav tm="0" fmla="#ppt_y-sin(pi*$)/27">
                                          <p:val>
                                            <p:fltVal val="0"/>
                                          </p:val>
                                        </p:tav>
                                        <p:tav tm="100000">
                                          <p:val>
                                            <p:fltVal val="1"/>
                                          </p:val>
                                        </p:tav>
                                      </p:tavLst>
                                    </p:anim>
                                    <p:anim calcmode="lin" valueType="num">
                                      <p:cBhvr>
                                        <p:cTn id="29" dur="164" tmFilter="0, 0; 0.125,0.2665; 0.25,0.4; 0.375,0.465; 0.5,0.5;  0.625,0.535; 0.75,0.6; 0.875,0.7335; 1,1">
                                          <p:stCondLst>
                                            <p:cond delay="1656"/>
                                          </p:stCondLst>
                                        </p:cTn>
                                        <p:tgtEl>
                                          <p:spTgt spid="17421"/>
                                        </p:tgtEl>
                                        <p:attrNameLst>
                                          <p:attrName>ppt_y</p:attrName>
                                        </p:attrNameLst>
                                      </p:cBhvr>
                                      <p:tavLst>
                                        <p:tav tm="0" fmla="#ppt_y-sin(pi*$)/81">
                                          <p:val>
                                            <p:fltVal val="0"/>
                                          </p:val>
                                        </p:tav>
                                        <p:tav tm="100000">
                                          <p:val>
                                            <p:fltVal val="1"/>
                                          </p:val>
                                        </p:tav>
                                      </p:tavLst>
                                    </p:anim>
                                    <p:animScale>
                                      <p:cBhvr>
                                        <p:cTn id="30" dur="26">
                                          <p:stCondLst>
                                            <p:cond delay="650"/>
                                          </p:stCondLst>
                                        </p:cTn>
                                        <p:tgtEl>
                                          <p:spTgt spid="17421"/>
                                        </p:tgtEl>
                                      </p:cBhvr>
                                      <p:to x="100000" y="60000"/>
                                    </p:animScale>
                                    <p:animScale>
                                      <p:cBhvr>
                                        <p:cTn id="31" dur="166" decel="50000">
                                          <p:stCondLst>
                                            <p:cond delay="676"/>
                                          </p:stCondLst>
                                        </p:cTn>
                                        <p:tgtEl>
                                          <p:spTgt spid="17421"/>
                                        </p:tgtEl>
                                      </p:cBhvr>
                                      <p:to x="100000" y="100000"/>
                                    </p:animScale>
                                    <p:animScale>
                                      <p:cBhvr>
                                        <p:cTn id="32" dur="26">
                                          <p:stCondLst>
                                            <p:cond delay="1312"/>
                                          </p:stCondLst>
                                        </p:cTn>
                                        <p:tgtEl>
                                          <p:spTgt spid="17421"/>
                                        </p:tgtEl>
                                      </p:cBhvr>
                                      <p:to x="100000" y="80000"/>
                                    </p:animScale>
                                    <p:animScale>
                                      <p:cBhvr>
                                        <p:cTn id="33" dur="166" decel="50000">
                                          <p:stCondLst>
                                            <p:cond delay="1338"/>
                                          </p:stCondLst>
                                        </p:cTn>
                                        <p:tgtEl>
                                          <p:spTgt spid="17421"/>
                                        </p:tgtEl>
                                      </p:cBhvr>
                                      <p:to x="100000" y="100000"/>
                                    </p:animScale>
                                    <p:animScale>
                                      <p:cBhvr>
                                        <p:cTn id="34" dur="26">
                                          <p:stCondLst>
                                            <p:cond delay="1642"/>
                                          </p:stCondLst>
                                        </p:cTn>
                                        <p:tgtEl>
                                          <p:spTgt spid="17421"/>
                                        </p:tgtEl>
                                      </p:cBhvr>
                                      <p:to x="100000" y="90000"/>
                                    </p:animScale>
                                    <p:animScale>
                                      <p:cBhvr>
                                        <p:cTn id="35" dur="166" decel="50000">
                                          <p:stCondLst>
                                            <p:cond delay="1668"/>
                                          </p:stCondLst>
                                        </p:cTn>
                                        <p:tgtEl>
                                          <p:spTgt spid="17421"/>
                                        </p:tgtEl>
                                      </p:cBhvr>
                                      <p:to x="100000" y="100000"/>
                                    </p:animScale>
                                    <p:animScale>
                                      <p:cBhvr>
                                        <p:cTn id="36" dur="26">
                                          <p:stCondLst>
                                            <p:cond delay="1808"/>
                                          </p:stCondLst>
                                        </p:cTn>
                                        <p:tgtEl>
                                          <p:spTgt spid="17421"/>
                                        </p:tgtEl>
                                      </p:cBhvr>
                                      <p:to x="100000" y="95000"/>
                                    </p:animScale>
                                    <p:animScale>
                                      <p:cBhvr>
                                        <p:cTn id="37" dur="166" decel="50000">
                                          <p:stCondLst>
                                            <p:cond delay="1834"/>
                                          </p:stCondLst>
                                        </p:cTn>
                                        <p:tgtEl>
                                          <p:spTgt spid="17421"/>
                                        </p:tgtEl>
                                      </p:cBhvr>
                                      <p:to x="100000" y="100000"/>
                                    </p:animScale>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p:cTn id="42" dur="500" fill="hold"/>
                                        <p:tgtEl>
                                          <p:spTgt spid="7"/>
                                        </p:tgtEl>
                                        <p:attrNameLst>
                                          <p:attrName>ppt_w</p:attrName>
                                        </p:attrNameLst>
                                      </p:cBhvr>
                                      <p:tavLst>
                                        <p:tav tm="0">
                                          <p:val>
                                            <p:fltVal val="0"/>
                                          </p:val>
                                        </p:tav>
                                        <p:tav tm="100000">
                                          <p:val>
                                            <p:strVal val="#ppt_w"/>
                                          </p:val>
                                        </p:tav>
                                      </p:tavLst>
                                    </p:anim>
                                    <p:anim calcmode="lin" valueType="num">
                                      <p:cBhvr>
                                        <p:cTn id="43" dur="500" fill="hold"/>
                                        <p:tgtEl>
                                          <p:spTgt spid="7"/>
                                        </p:tgtEl>
                                        <p:attrNameLst>
                                          <p:attrName>ppt_h</p:attrName>
                                        </p:attrNameLst>
                                      </p:cBhvr>
                                      <p:tavLst>
                                        <p:tav tm="0">
                                          <p:val>
                                            <p:fltVal val="0"/>
                                          </p:val>
                                        </p:tav>
                                        <p:tav tm="100000">
                                          <p:val>
                                            <p:strVal val="#ppt_h"/>
                                          </p:val>
                                        </p:tav>
                                      </p:tavLst>
                                    </p:anim>
                                    <p:animEffect transition="in" filter="fade">
                                      <p:cBhvr>
                                        <p:cTn id="44" dur="500"/>
                                        <p:tgtEl>
                                          <p:spTgt spid="7"/>
                                        </p:tgtEl>
                                      </p:cBhvr>
                                    </p:animEffect>
                                  </p:childTnLst>
                                </p:cTn>
                              </p:par>
                            </p:childTnLst>
                          </p:cTn>
                        </p:par>
                        <p:par>
                          <p:cTn id="45" fill="hold">
                            <p:stCondLst>
                              <p:cond delay="500"/>
                            </p:stCondLst>
                            <p:childTnLst>
                              <p:par>
                                <p:cTn id="46" presetID="53" presetClass="entr" presetSubtype="16" fill="hold" nodeType="after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p:cTn id="48" dur="500" fill="hold"/>
                                        <p:tgtEl>
                                          <p:spTgt spid="8"/>
                                        </p:tgtEl>
                                        <p:attrNameLst>
                                          <p:attrName>ppt_w</p:attrName>
                                        </p:attrNameLst>
                                      </p:cBhvr>
                                      <p:tavLst>
                                        <p:tav tm="0">
                                          <p:val>
                                            <p:fltVal val="0"/>
                                          </p:val>
                                        </p:tav>
                                        <p:tav tm="100000">
                                          <p:val>
                                            <p:strVal val="#ppt_w"/>
                                          </p:val>
                                        </p:tav>
                                      </p:tavLst>
                                    </p:anim>
                                    <p:anim calcmode="lin" valueType="num">
                                      <p:cBhvr>
                                        <p:cTn id="49" dur="500" fill="hold"/>
                                        <p:tgtEl>
                                          <p:spTgt spid="8"/>
                                        </p:tgtEl>
                                        <p:attrNameLst>
                                          <p:attrName>ppt_h</p:attrName>
                                        </p:attrNameLst>
                                      </p:cBhvr>
                                      <p:tavLst>
                                        <p:tav tm="0">
                                          <p:val>
                                            <p:fltVal val="0"/>
                                          </p:val>
                                        </p:tav>
                                        <p:tav tm="100000">
                                          <p:val>
                                            <p:strVal val="#ppt_h"/>
                                          </p:val>
                                        </p:tav>
                                      </p:tavLst>
                                    </p:anim>
                                    <p:animEffect transition="in" filter="fade">
                                      <p:cBhvr>
                                        <p:cTn id="50"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p:cTn id="55" dur="500" fill="hold"/>
                                        <p:tgtEl>
                                          <p:spTgt spid="9"/>
                                        </p:tgtEl>
                                        <p:attrNameLst>
                                          <p:attrName>ppt_w</p:attrName>
                                        </p:attrNameLst>
                                      </p:cBhvr>
                                      <p:tavLst>
                                        <p:tav tm="0">
                                          <p:val>
                                            <p:fltVal val="0"/>
                                          </p:val>
                                        </p:tav>
                                        <p:tav tm="100000">
                                          <p:val>
                                            <p:strVal val="#ppt_w"/>
                                          </p:val>
                                        </p:tav>
                                      </p:tavLst>
                                    </p:anim>
                                    <p:anim calcmode="lin" valueType="num">
                                      <p:cBhvr>
                                        <p:cTn id="56" dur="500" fill="hold"/>
                                        <p:tgtEl>
                                          <p:spTgt spid="9"/>
                                        </p:tgtEl>
                                        <p:attrNameLst>
                                          <p:attrName>ppt_h</p:attrName>
                                        </p:attrNameLst>
                                      </p:cBhvr>
                                      <p:tavLst>
                                        <p:tav tm="0">
                                          <p:val>
                                            <p:fltVal val="0"/>
                                          </p:val>
                                        </p:tav>
                                        <p:tav tm="100000">
                                          <p:val>
                                            <p:strVal val="#ppt_h"/>
                                          </p:val>
                                        </p:tav>
                                      </p:tavLst>
                                    </p:anim>
                                    <p:animEffect transition="in" filter="fade">
                                      <p:cBhvr>
                                        <p:cTn id="5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105"/>
          <p:cNvSpPr>
            <a:spLocks noGrp="1"/>
          </p:cNvSpPr>
          <p:nvPr>
            <p:ph type="title" idx="4294967295"/>
          </p:nvPr>
        </p:nvSpPr>
        <p:spPr>
          <a:xfrm>
            <a:off x="1371600" y="0"/>
            <a:ext cx="7772400" cy="192088"/>
          </a:xfrm>
        </p:spPr>
        <p:txBody>
          <a:bodyPr vert="horz" wrap="square" lIns="91440" tIns="45720" rIns="91440" bIns="45720" anchor="ctr" anchorCtr="0"/>
          <a:lstStyle/>
          <a:p>
            <a:pPr eaLnBrk="1" hangingPunct="1"/>
            <a:r>
              <a:rPr lang="zh-CN" altLang="en-US" sz="700" dirty="0">
                <a:solidFill>
                  <a:schemeClr val="bg1"/>
                </a:solidFill>
              </a:rPr>
              <a:t>例</a:t>
            </a:r>
          </a:p>
        </p:txBody>
      </p:sp>
      <p:sp>
        <p:nvSpPr>
          <p:cNvPr id="38914" name="Rectangle 35"/>
          <p:cNvSpPr/>
          <p:nvPr/>
        </p:nvSpPr>
        <p:spPr>
          <a:xfrm>
            <a:off x="0" y="6742113"/>
            <a:ext cx="9144000" cy="115887"/>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 name="Group 94"/>
          <p:cNvGrpSpPr/>
          <p:nvPr/>
        </p:nvGrpSpPr>
        <p:grpSpPr>
          <a:xfrm>
            <a:off x="719138" y="2836863"/>
            <a:ext cx="7673975" cy="1008062"/>
            <a:chOff x="685" y="798"/>
            <a:chExt cx="4834" cy="635"/>
          </a:xfrm>
        </p:grpSpPr>
        <p:sp>
          <p:nvSpPr>
            <p:cNvPr id="38916" name="WordArt 40"/>
            <p:cNvSpPr>
              <a:spLocks noTextEdit="1"/>
            </p:cNvSpPr>
            <p:nvPr/>
          </p:nvSpPr>
          <p:spPr>
            <a:xfrm>
              <a:off x="980" y="808"/>
              <a:ext cx="2541" cy="216"/>
            </a:xfrm>
            <a:prstGeom prst="rect">
              <a:avLst/>
            </a:prstGeom>
          </p:spPr>
          <p:txBody>
            <a:bodyPr wrap="none" fromWordArt="1">
              <a:prstTxWarp prst="textPlain">
                <a:avLst>
                  <a:gd name="adj" fmla="val 50000"/>
                </a:avLst>
              </a:prstTxWarp>
              <a:normAutofit/>
            </a:bodyPr>
            <a:lstStyle/>
            <a:p>
              <a:pPr algn="ctr"/>
              <a:r>
                <a:rPr lang="zh-CN" altLang="en-US" sz="2000">
                  <a:ln w="9525" cap="flat" cmpd="sng">
                    <a:solidFill>
                      <a:schemeClr val="tx1"/>
                    </a:solidFill>
                    <a:prstDash val="solid"/>
                    <a:round/>
                    <a:headEnd type="none" w="med" len="med"/>
                    <a:tailEnd type="none" w="med" len="med"/>
                  </a:ln>
                  <a:solidFill>
                    <a:schemeClr val="tx1"/>
                  </a:solidFill>
                  <a:latin typeface="华文中宋" panose="02010600040101010101" charset="-122"/>
                  <a:ea typeface="华文中宋" panose="02010600040101010101" charset="-122"/>
                </a:rPr>
                <a:t>单缝衍射的第3级暗纹对应</a:t>
              </a:r>
            </a:p>
          </p:txBody>
        </p:sp>
        <p:sp>
          <p:nvSpPr>
            <p:cNvPr id="38917" name="Line 41"/>
            <p:cNvSpPr/>
            <p:nvPr/>
          </p:nvSpPr>
          <p:spPr>
            <a:xfrm>
              <a:off x="3610" y="1020"/>
              <a:ext cx="500" cy="0"/>
            </a:xfrm>
            <a:prstGeom prst="line">
              <a:avLst/>
            </a:prstGeom>
            <a:ln w="28575" cap="flat" cmpd="sng">
              <a:solidFill>
                <a:schemeClr val="tx1"/>
              </a:solidFill>
              <a:prstDash val="solid"/>
              <a:round/>
              <a:headEnd type="none" w="med" len="med"/>
              <a:tailEnd type="none" w="med" len="med"/>
            </a:ln>
          </p:spPr>
        </p:sp>
        <p:sp>
          <p:nvSpPr>
            <p:cNvPr id="38918" name="WordArt 42"/>
            <p:cNvSpPr>
              <a:spLocks noTextEdit="1"/>
            </p:cNvSpPr>
            <p:nvPr/>
          </p:nvSpPr>
          <p:spPr>
            <a:xfrm>
              <a:off x="4196" y="798"/>
              <a:ext cx="951" cy="208"/>
            </a:xfrm>
            <a:prstGeom prst="rect">
              <a:avLst/>
            </a:prstGeom>
          </p:spPr>
          <p:txBody>
            <a:bodyPr wrap="none" fromWordArt="1">
              <a:prstTxWarp prst="textPlain">
                <a:avLst>
                  <a:gd name="adj" fmla="val 50000"/>
                </a:avLst>
              </a:prstTxWarp>
              <a:normAutofit/>
            </a:bodyPr>
            <a:lstStyle/>
            <a:p>
              <a:pPr algn="ctr"/>
              <a:r>
                <a:rPr lang="zh-CN" altLang="en-US" sz="2000">
                  <a:ln w="9525" cap="flat" cmpd="sng">
                    <a:solidFill>
                      <a:schemeClr val="tx1"/>
                    </a:solidFill>
                    <a:prstDash val="solid"/>
                    <a:round/>
                    <a:headEnd type="none" w="med" len="med"/>
                    <a:tailEnd type="none" w="med" len="med"/>
                  </a:ln>
                  <a:solidFill>
                    <a:schemeClr val="tx1"/>
                  </a:solidFill>
                  <a:latin typeface="华文中宋" panose="02010600040101010101" charset="-122"/>
                  <a:ea typeface="华文中宋" panose="02010600040101010101" charset="-122"/>
                </a:rPr>
                <a:t>个半波带.</a:t>
              </a:r>
            </a:p>
          </p:txBody>
        </p:sp>
        <p:sp>
          <p:nvSpPr>
            <p:cNvPr id="37895" name="WordArt 43"/>
            <p:cNvSpPr>
              <a:spLocks noTextEdit="1"/>
            </p:cNvSpPr>
            <p:nvPr/>
          </p:nvSpPr>
          <p:spPr>
            <a:xfrm>
              <a:off x="685" y="1183"/>
              <a:ext cx="3609" cy="216"/>
            </a:xfrm>
            <a:prstGeom prst="rect">
              <a:avLst/>
            </a:prstGeom>
          </p:spPr>
          <p:txBody>
            <a:bodyPr wrap="none" fromWordArt="1">
              <a:prstTxWarp prst="textPlain">
                <a:avLst>
                  <a:gd name="adj" fmla="val 50000"/>
                </a:avLst>
              </a:prstTxWarp>
              <a:normAutofit fontScale="80000"/>
            </a:bodyPr>
            <a:lstStyle/>
            <a:p>
              <a:pPr algn="ctr" fontAlgn="base"/>
              <a:r>
                <a:rPr lang="zh-CN" altLang="en-US" sz="2000" strike="noStrike" noProof="1">
                  <a:ln w="9525" cap="flat" cmpd="sng">
                    <a:solidFill>
                      <a:schemeClr val="tx1"/>
                    </a:solidFill>
                    <a:prstDash val="solid"/>
                    <a:round/>
                    <a:headEnd type="none" w="med" len="med"/>
                    <a:tailEnd type="none" w="med" len="med"/>
                  </a:ln>
                  <a:solidFill>
                    <a:schemeClr val="tx1"/>
                  </a:solidFill>
                  <a:latin typeface="华文中宋" panose="02010600040101010101" charset="-122"/>
                  <a:ea typeface="华文中宋" panose="02010600040101010101" charset="-122"/>
                  <a:cs typeface="+mn-cs"/>
                </a:rPr>
                <a:t>若将缝宽缩小一半,原来的第3级暗纹处变为</a:t>
              </a:r>
              <a:endParaRPr lang="zh-CN" altLang="en-US" sz="2000" strike="noStrike" noProof="1">
                <a:ln w="9525" cap="flat" cmpd="sng">
                  <a:solidFill>
                    <a:schemeClr val="tx1"/>
                  </a:solidFill>
                  <a:prstDash val="solid"/>
                  <a:round/>
                  <a:headEnd type="none" w="med" len="med"/>
                  <a:tailEnd type="none" w="med" len="med"/>
                </a:ln>
                <a:solidFill>
                  <a:schemeClr val="tx1"/>
                </a:solidFill>
                <a:latin typeface="华文中宋" panose="02010600040101010101" charset="-122"/>
                <a:ea typeface="华文中宋" panose="02010600040101010101" charset="-122"/>
              </a:endParaRPr>
            </a:p>
          </p:txBody>
        </p:sp>
        <p:sp>
          <p:nvSpPr>
            <p:cNvPr id="38920" name="Line 44"/>
            <p:cNvSpPr/>
            <p:nvPr/>
          </p:nvSpPr>
          <p:spPr>
            <a:xfrm flipV="1">
              <a:off x="4360" y="1433"/>
              <a:ext cx="861" cy="0"/>
            </a:xfrm>
            <a:prstGeom prst="line">
              <a:avLst/>
            </a:prstGeom>
            <a:ln w="28575" cap="flat" cmpd="sng">
              <a:solidFill>
                <a:schemeClr val="tx1"/>
              </a:solidFill>
              <a:prstDash val="solid"/>
              <a:round/>
              <a:headEnd type="none" w="med" len="med"/>
              <a:tailEnd type="none" w="med" len="med"/>
            </a:ln>
          </p:spPr>
        </p:sp>
        <p:sp>
          <p:nvSpPr>
            <p:cNvPr id="38921" name="WordArt 45"/>
            <p:cNvSpPr>
              <a:spLocks noTextEdit="1"/>
            </p:cNvSpPr>
            <p:nvPr/>
          </p:nvSpPr>
          <p:spPr>
            <a:xfrm>
              <a:off x="5252" y="1172"/>
              <a:ext cx="267" cy="208"/>
            </a:xfrm>
            <a:prstGeom prst="rect">
              <a:avLst/>
            </a:prstGeom>
          </p:spPr>
          <p:txBody>
            <a:bodyPr wrap="none" fromWordArt="1">
              <a:prstTxWarp prst="textPlain">
                <a:avLst>
                  <a:gd name="adj" fmla="val 50000"/>
                </a:avLst>
              </a:prstTxWarp>
              <a:normAutofit/>
            </a:bodyPr>
            <a:lstStyle/>
            <a:p>
              <a:pPr algn="ctr"/>
              <a:r>
                <a:rPr lang="zh-CN" altLang="en-US" sz="2000">
                  <a:ln w="9525" cap="flat" cmpd="sng">
                    <a:solidFill>
                      <a:schemeClr val="tx1"/>
                    </a:solidFill>
                    <a:prstDash val="solid"/>
                    <a:round/>
                    <a:headEnd type="none" w="med" len="med"/>
                    <a:tailEnd type="none" w="med" len="med"/>
                  </a:ln>
                  <a:solidFill>
                    <a:schemeClr val="tx1"/>
                  </a:solidFill>
                  <a:latin typeface="华文中宋" panose="02010600040101010101" charset="-122"/>
                  <a:ea typeface="华文中宋" panose="02010600040101010101" charset="-122"/>
                </a:rPr>
                <a:t>纹.</a:t>
              </a:r>
            </a:p>
          </p:txBody>
        </p:sp>
      </p:grpSp>
      <p:grpSp>
        <p:nvGrpSpPr>
          <p:cNvPr id="3" name="Group 97"/>
          <p:cNvGrpSpPr/>
          <p:nvPr/>
        </p:nvGrpSpPr>
        <p:grpSpPr>
          <a:xfrm>
            <a:off x="474663" y="4502150"/>
            <a:ext cx="8193087" cy="701675"/>
            <a:chOff x="295" y="3558"/>
            <a:chExt cx="5161" cy="442"/>
          </a:xfrm>
        </p:grpSpPr>
        <p:sp>
          <p:nvSpPr>
            <p:cNvPr id="38923" name="WordArt 74"/>
            <p:cNvSpPr>
              <a:spLocks noTextEdit="1"/>
            </p:cNvSpPr>
            <p:nvPr/>
          </p:nvSpPr>
          <p:spPr>
            <a:xfrm>
              <a:off x="673" y="3781"/>
              <a:ext cx="105" cy="21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A50021"/>
                    </a:solidFill>
                    <a:prstDash val="solid"/>
                    <a:round/>
                    <a:headEnd type="none" w="med" len="med"/>
                    <a:tailEnd type="none" w="med" len="med"/>
                  </a:ln>
                  <a:solidFill>
                    <a:srgbClr val="A50021"/>
                  </a:solidFill>
                  <a:latin typeface="宋体" panose="02010600030101010101" pitchFamily="2" charset="-122"/>
                  <a:ea typeface="宋体" panose="02010600030101010101" pitchFamily="2" charset="-122"/>
                </a:rPr>
                <a:t>6</a:t>
              </a:r>
            </a:p>
          </p:txBody>
        </p:sp>
        <p:sp>
          <p:nvSpPr>
            <p:cNvPr id="38924" name="WordArt 75"/>
            <p:cNvSpPr>
              <a:spLocks noTextEdit="1"/>
            </p:cNvSpPr>
            <p:nvPr/>
          </p:nvSpPr>
          <p:spPr>
            <a:xfrm>
              <a:off x="364" y="3781"/>
              <a:ext cx="4975" cy="208"/>
            </a:xfrm>
            <a:prstGeom prst="rect">
              <a:avLst/>
            </a:prstGeom>
          </p:spPr>
          <p:txBody>
            <a:bodyPr wrap="none" fromWordArt="1">
              <a:prstTxWarp prst="textPlain">
                <a:avLst>
                  <a:gd name="adj" fmla="val 50000"/>
                </a:avLst>
              </a:prstTxWarp>
              <a:normAutofit/>
            </a:bodyPr>
            <a:lstStyle/>
            <a:p>
              <a:pPr algn="ctr"/>
              <a:r>
                <a:rPr lang="zh-CN" altLang="en-US" sz="2000">
                  <a:ln w="9525" cap="flat" cmpd="sng">
                    <a:solidFill>
                      <a:schemeClr val="tx1"/>
                    </a:solidFill>
                    <a:prstDash val="solid"/>
                    <a:round/>
                    <a:headEnd type="none" w="med" len="med"/>
                    <a:tailEnd type="none" w="med" len="med"/>
                  </a:ln>
                  <a:solidFill>
                    <a:schemeClr val="tx1"/>
                  </a:solidFill>
                  <a:latin typeface="华文中宋" panose="02010600040101010101" charset="-122"/>
                  <a:ea typeface="华文中宋" panose="02010600040101010101" charset="-122"/>
                </a:rPr>
                <a:t>含     个半波带的缝宽缩小一半,剩下3个半波带,对应于1级明纹.</a:t>
              </a:r>
            </a:p>
          </p:txBody>
        </p:sp>
        <p:sp>
          <p:nvSpPr>
            <p:cNvPr id="38925" name="Rectangle 86"/>
            <p:cNvSpPr/>
            <p:nvPr/>
          </p:nvSpPr>
          <p:spPr>
            <a:xfrm>
              <a:off x="295" y="3558"/>
              <a:ext cx="5161" cy="27"/>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236642" name="WordArt 98"/>
          <p:cNvSpPr>
            <a:spLocks noTextEdit="1"/>
          </p:cNvSpPr>
          <p:nvPr/>
        </p:nvSpPr>
        <p:spPr>
          <a:xfrm>
            <a:off x="6716713" y="3436938"/>
            <a:ext cx="982663" cy="330200"/>
          </a:xfrm>
          <a:prstGeom prst="rect">
            <a:avLst/>
          </a:prstGeom>
        </p:spPr>
        <p:txBody>
          <a:bodyPr wrap="none" fromWordArt="1">
            <a:prstTxWarp prst="textPlain">
              <a:avLst>
                <a:gd name="adj" fmla="val 50000"/>
              </a:avLst>
            </a:prstTxWarp>
            <a:normAutofit fontScale="70000"/>
          </a:bodyPr>
          <a:lstStyle/>
          <a:p>
            <a:pPr algn="ctr" fontAlgn="base"/>
            <a:r>
              <a:rPr lang="zh-CN" altLang="en-US" sz="2000" strike="noStrike" noProof="1">
                <a:ln w="9525" cap="flat" cmpd="sng">
                  <a:solidFill>
                    <a:srgbClr val="800000"/>
                  </a:solidFill>
                  <a:prstDash val="solid"/>
                  <a:round/>
                  <a:headEnd type="none" w="med" len="med"/>
                  <a:tailEnd type="none" w="med" len="med"/>
                </a:ln>
                <a:solidFill>
                  <a:srgbClr val="800000"/>
                </a:solidFill>
                <a:latin typeface="宋体" panose="02010600030101010101" pitchFamily="2" charset="-122"/>
                <a:ea typeface="宋体" panose="02010600030101010101" pitchFamily="2" charset="-122"/>
                <a:cs typeface="+mn-cs"/>
              </a:rPr>
              <a:t>1级明</a:t>
            </a:r>
            <a:endParaRPr lang="zh-CN" altLang="en-US" sz="2000" strike="noStrike" noProof="1">
              <a:ln w="9525" cap="flat" cmpd="sng">
                <a:solidFill>
                  <a:srgbClr val="800000"/>
                </a:solidFill>
                <a:prstDash val="solid"/>
                <a:round/>
                <a:headEnd type="none" w="med" len="med"/>
                <a:tailEnd type="none" w="med" len="med"/>
              </a:ln>
              <a:solidFill>
                <a:srgbClr val="800000"/>
              </a:solidFill>
              <a:latin typeface="宋体" panose="02010600030101010101" pitchFamily="2" charset="-122"/>
              <a:ea typeface="宋体" panose="02010600030101010101" pitchFamily="2" charset="-122"/>
            </a:endParaRPr>
          </a:p>
        </p:txBody>
      </p:sp>
      <p:sp>
        <p:nvSpPr>
          <p:cNvPr id="18442" name="WordArt 99"/>
          <p:cNvSpPr>
            <a:spLocks noTextEdit="1"/>
          </p:cNvSpPr>
          <p:nvPr/>
        </p:nvSpPr>
        <p:spPr>
          <a:xfrm>
            <a:off x="5632450" y="2746375"/>
            <a:ext cx="166688" cy="34766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A50021"/>
                  </a:solidFill>
                  <a:prstDash val="solid"/>
                  <a:round/>
                  <a:headEnd type="none" w="med" len="med"/>
                  <a:tailEnd type="none" w="med" len="med"/>
                </a:ln>
                <a:solidFill>
                  <a:srgbClr val="A50021"/>
                </a:solidFill>
                <a:latin typeface="宋体" panose="02010600030101010101" pitchFamily="2" charset="-122"/>
                <a:ea typeface="宋体" panose="02010600030101010101" pitchFamily="2" charset="-122"/>
              </a:rPr>
              <a:t>6</a:t>
            </a:r>
          </a:p>
        </p:txBody>
      </p:sp>
      <p:grpSp>
        <p:nvGrpSpPr>
          <p:cNvPr id="38928" name="Group 106"/>
          <p:cNvGrpSpPr/>
          <p:nvPr/>
        </p:nvGrpSpPr>
        <p:grpSpPr>
          <a:xfrm>
            <a:off x="134938" y="2919413"/>
            <a:ext cx="698500" cy="390525"/>
            <a:chOff x="127" y="728"/>
            <a:chExt cx="437" cy="256"/>
          </a:xfrm>
        </p:grpSpPr>
        <p:sp>
          <p:nvSpPr>
            <p:cNvPr id="38929" name="Oval 107" descr="栎木"/>
            <p:cNvSpPr/>
            <p:nvPr/>
          </p:nvSpPr>
          <p:spPr>
            <a:xfrm>
              <a:off x="127" y="728"/>
              <a:ext cx="437" cy="256"/>
            </a:xfrm>
            <a:prstGeom prst="ellipse">
              <a:avLst/>
            </a:prstGeom>
            <a:blipFill rotWithShape="0">
              <a:blip r:embed="rId2"/>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8930" name="WordArt 108"/>
            <p:cNvSpPr>
              <a:spLocks noTextEdit="1"/>
            </p:cNvSpPr>
            <p:nvPr/>
          </p:nvSpPr>
          <p:spPr>
            <a:xfrm>
              <a:off x="187" y="780"/>
              <a:ext cx="305" cy="147"/>
            </a:xfrm>
            <a:prstGeom prst="rect">
              <a:avLst/>
            </a:prstGeom>
          </p:spPr>
          <p:txBody>
            <a:bodyPr wrap="none" fromWordArt="1">
              <a:prstTxWarp prst="textPlain">
                <a:avLst>
                  <a:gd name="adj" fmla="val 50287"/>
                </a:avLst>
              </a:prstTxWarp>
              <a:normAutofit/>
            </a:bodyPr>
            <a:lstStyle/>
            <a:p>
              <a:pPr algn="ctr"/>
              <a:r>
                <a:rPr lang="zh-CN" altLang="en-US" sz="3600">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rPr>
                <a:t>例3</a:t>
              </a:r>
            </a:p>
          </p:txBody>
        </p:sp>
      </p:grpSp>
      <p:sp>
        <p:nvSpPr>
          <p:cNvPr id="38931" name="Rectangle 210"/>
          <p:cNvSpPr/>
          <p:nvPr/>
        </p:nvSpPr>
        <p:spPr>
          <a:xfrm>
            <a:off x="101600" y="2451100"/>
            <a:ext cx="8839200" cy="115888"/>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38932" name="组合 17"/>
          <p:cNvGrpSpPr/>
          <p:nvPr/>
        </p:nvGrpSpPr>
        <p:grpSpPr>
          <a:xfrm>
            <a:off x="141288" y="219075"/>
            <a:ext cx="8716962" cy="1093788"/>
            <a:chOff x="138" y="7180"/>
            <a:chExt cx="13726" cy="1723"/>
          </a:xfrm>
        </p:grpSpPr>
        <p:sp>
          <p:nvSpPr>
            <p:cNvPr id="7" name="文本框 6"/>
            <p:cNvSpPr txBox="1"/>
            <p:nvPr/>
          </p:nvSpPr>
          <p:spPr>
            <a:xfrm>
              <a:off x="138" y="7454"/>
              <a:ext cx="2404" cy="725"/>
            </a:xfrm>
            <a:prstGeom prst="rect">
              <a:avLst/>
            </a:prstGeom>
            <a:noFill/>
          </p:spPr>
          <p:txBody>
            <a:bodyPr wrap="square" rtlCol="0" anchor="t">
              <a:spAutoFit/>
            </a:bodyPr>
            <a:lstStyle/>
            <a:p>
              <a:r>
                <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sym typeface="+mn-ea"/>
                </a:rPr>
                <a:t>暗纹公式</a:t>
              </a:r>
              <a:endPar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sym typeface="+mn-ea"/>
              </a:endParaRPr>
            </a:p>
          </p:txBody>
        </p:sp>
        <p:graphicFrame>
          <p:nvGraphicFramePr>
            <p:cNvPr id="38934" name="Object 2"/>
            <p:cNvGraphicFramePr>
              <a:graphicFrameLocks noChangeAspect="1"/>
            </p:cNvGraphicFramePr>
            <p:nvPr/>
          </p:nvGraphicFramePr>
          <p:xfrm>
            <a:off x="2526" y="7180"/>
            <a:ext cx="3344" cy="1175"/>
          </p:xfrm>
          <a:graphic>
            <a:graphicData uri="http://schemas.openxmlformats.org/presentationml/2006/ole">
              <mc:AlternateContent xmlns:mc="http://schemas.openxmlformats.org/markup-compatibility/2006">
                <mc:Choice xmlns:v="urn:schemas-microsoft-com:vml" Requires="v">
                  <p:oleObj r:id="rId3" imgW="1155065" imgH="406400" progId="Equation.DSMT4">
                    <p:embed/>
                  </p:oleObj>
                </mc:Choice>
                <mc:Fallback>
                  <p:oleObj r:id="rId3" imgW="1155065" imgH="406400" progId="Equation.DSMT4">
                    <p:embed/>
                    <p:pic>
                      <p:nvPicPr>
                        <p:cNvPr id="0" name="图片 3134"/>
                        <p:cNvPicPr/>
                        <p:nvPr/>
                      </p:nvPicPr>
                      <p:blipFill>
                        <a:blip r:embed="rId4"/>
                        <a:stretch>
                          <a:fillRect/>
                        </a:stretch>
                      </p:blipFill>
                      <p:spPr>
                        <a:xfrm>
                          <a:off x="2526" y="7180"/>
                          <a:ext cx="3344" cy="1175"/>
                        </a:xfrm>
                        <a:prstGeom prst="rect">
                          <a:avLst/>
                        </a:prstGeom>
                        <a:noFill/>
                        <a:ln w="38100">
                          <a:noFill/>
                          <a:miter/>
                        </a:ln>
                      </p:spPr>
                    </p:pic>
                  </p:oleObj>
                </mc:Fallback>
              </mc:AlternateContent>
            </a:graphicData>
          </a:graphic>
        </p:graphicFrame>
        <p:sp>
          <p:nvSpPr>
            <p:cNvPr id="8" name="文本框 7"/>
            <p:cNvSpPr txBox="1"/>
            <p:nvPr/>
          </p:nvSpPr>
          <p:spPr>
            <a:xfrm>
              <a:off x="10900" y="7405"/>
              <a:ext cx="2965" cy="725"/>
            </a:xfrm>
            <a:prstGeom prst="rect">
              <a:avLst/>
            </a:prstGeom>
            <a:noFill/>
          </p:spPr>
          <p:txBody>
            <a:bodyPr wrap="square" rtlCol="0" anchor="t">
              <a:spAutoFit/>
            </a:bodyPr>
            <a:lstStyle/>
            <a:p>
              <a:r>
                <a:rPr lang="en-US" altLang="zh-CN" sz="2400" i="1"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为</a:t>
              </a:r>
              <a:r>
                <a:rPr lang="zh-CN" altLang="en-US" sz="2400" noProof="1">
                  <a:ln w="9525" cap="flat" cmpd="sng">
                    <a:solidFill>
                      <a:schemeClr val="tx2"/>
                    </a:solidFill>
                    <a:prstDash val="solid"/>
                    <a:round/>
                    <a:headEnd type="none" w="med" len="med"/>
                    <a:tailEnd type="none" w="med" len="med"/>
                  </a:ln>
                  <a:latin typeface="宋体" panose="02010600030101010101" pitchFamily="2" charset="-122"/>
                  <a:ea typeface="宋体" panose="02010600030101010101" pitchFamily="2" charset="-122"/>
                  <a:cs typeface="+mn-cs"/>
                  <a:sym typeface="+mn-ea"/>
                </a:rPr>
                <a:t>暗纹</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级数</a:t>
              </a:r>
              <a:endPar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sym typeface="+mn-ea"/>
              </a:endParaRPr>
            </a:p>
          </p:txBody>
        </p:sp>
        <p:sp>
          <p:nvSpPr>
            <p:cNvPr id="9" name="文本框 8"/>
            <p:cNvSpPr txBox="1"/>
            <p:nvPr/>
          </p:nvSpPr>
          <p:spPr>
            <a:xfrm>
              <a:off x="6734" y="7454"/>
              <a:ext cx="4367" cy="725"/>
            </a:xfrm>
            <a:prstGeom prst="rect">
              <a:avLst/>
            </a:prstGeom>
            <a:noFill/>
          </p:spPr>
          <p:txBody>
            <a:bodyPr wrap="square" rtlCol="0" anchor="t">
              <a:spAutoFit/>
            </a:bodyPr>
            <a:lstStyle/>
            <a:p>
              <a:r>
                <a:rPr lang="en-US" altLang="zh-CN" sz="2400" i="1"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 ·········</a:t>
              </a:r>
              <a:endParaRPr lang="en-US" altLang="zh-CN" sz="2400" noProof="1">
                <a:ln w="9525" cap="flat" cmpd="sng">
                  <a:solidFill>
                    <a:srgbClr val="FF0000"/>
                  </a:solidFill>
                  <a:prstDash val="solid"/>
                  <a:round/>
                  <a:headEnd type="none" w="med" len="med"/>
                  <a:tailEnd type="none" w="med" len="med"/>
                </a:ln>
                <a:solidFill>
                  <a:srgbClr val="FF0000"/>
                </a:solidFill>
                <a:cs typeface="Times New Roman" panose="02020603050405020304" pitchFamily="18" charset="0"/>
                <a:sym typeface="+mn-ea"/>
              </a:endParaRPr>
            </a:p>
          </p:txBody>
        </p:sp>
        <p:sp>
          <p:nvSpPr>
            <p:cNvPr id="12" name="文本框 11"/>
            <p:cNvSpPr txBox="1"/>
            <p:nvPr/>
          </p:nvSpPr>
          <p:spPr>
            <a:xfrm>
              <a:off x="7573" y="8179"/>
              <a:ext cx="5667" cy="725"/>
            </a:xfrm>
            <a:prstGeom prst="rect">
              <a:avLst/>
            </a:prstGeom>
            <a:noFill/>
          </p:spPr>
          <p:txBody>
            <a:bodyPr wrap="square" rtlCol="0" anchor="t">
              <a:spAutoFit/>
            </a:bodyPr>
            <a:lstStyle/>
            <a:p>
              <a:r>
                <a:rPr lang="zh-CN" altLang="en-US" sz="2400" noProof="1">
                  <a:latin typeface="Times New Roman" panose="02020603050405020304" pitchFamily="18" charset="0"/>
                  <a:ea typeface="宋体" panose="02010600030101010101" pitchFamily="2" charset="-122"/>
                  <a:cs typeface="+mn-cs"/>
                  <a:sym typeface="+mn-ea"/>
                </a:rPr>
                <a:t>（单缝被分成2k个半波带)</a:t>
              </a:r>
              <a:endParaRPr lang="zh-CN" altLang="en-US" sz="2400" noProof="1">
                <a:ln w="9525" cap="flat" cmpd="sng">
                  <a:solidFill>
                    <a:srgbClr val="FF0000"/>
                  </a:solidFill>
                  <a:prstDash val="solid"/>
                  <a:round/>
                  <a:headEnd type="none" w="med" len="med"/>
                  <a:tailEnd type="none" w="med" len="med"/>
                </a:ln>
                <a:latin typeface="宋体" panose="02010600030101010101" pitchFamily="2" charset="-122"/>
                <a:sym typeface="+mn-ea"/>
              </a:endParaRPr>
            </a:p>
          </p:txBody>
        </p:sp>
      </p:grpSp>
      <p:grpSp>
        <p:nvGrpSpPr>
          <p:cNvPr id="38938" name="组合 18"/>
          <p:cNvGrpSpPr/>
          <p:nvPr/>
        </p:nvGrpSpPr>
        <p:grpSpPr>
          <a:xfrm>
            <a:off x="112713" y="1273175"/>
            <a:ext cx="8753475" cy="1031875"/>
            <a:chOff x="92" y="8840"/>
            <a:chExt cx="13786" cy="1626"/>
          </a:xfrm>
        </p:grpSpPr>
        <p:sp>
          <p:nvSpPr>
            <p:cNvPr id="13" name="文本框 12"/>
            <p:cNvSpPr txBox="1"/>
            <p:nvPr/>
          </p:nvSpPr>
          <p:spPr>
            <a:xfrm>
              <a:off x="92" y="9066"/>
              <a:ext cx="2473" cy="725"/>
            </a:xfrm>
            <a:prstGeom prst="rect">
              <a:avLst/>
            </a:prstGeom>
            <a:noFill/>
          </p:spPr>
          <p:txBody>
            <a:bodyPr wrap="square" rtlCol="0" anchor="t">
              <a:spAutoFit/>
            </a:bodyPr>
            <a:lstStyle/>
            <a:p>
              <a:r>
                <a:rPr lang="zh-CN" altLang="en-US" sz="2400"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cs typeface="+mn-cs"/>
                  <a:sym typeface="+mn-ea"/>
                </a:rPr>
                <a:t>明纹公式</a:t>
              </a:r>
              <a:endParaRPr lang="zh-CN" altLang="en-US" sz="2400"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sym typeface="+mn-ea"/>
              </a:endParaRPr>
            </a:p>
          </p:txBody>
        </p:sp>
        <p:graphicFrame>
          <p:nvGraphicFramePr>
            <p:cNvPr id="38940" name="Object 2"/>
            <p:cNvGraphicFramePr>
              <a:graphicFrameLocks noChangeAspect="1"/>
            </p:cNvGraphicFramePr>
            <p:nvPr/>
          </p:nvGraphicFramePr>
          <p:xfrm>
            <a:off x="2431" y="8840"/>
            <a:ext cx="4192" cy="1174"/>
          </p:xfrm>
          <a:graphic>
            <a:graphicData uri="http://schemas.openxmlformats.org/presentationml/2006/ole">
              <mc:AlternateContent xmlns:mc="http://schemas.openxmlformats.org/markup-compatibility/2006">
                <mc:Choice xmlns:v="urn:schemas-microsoft-com:vml" Requires="v">
                  <p:oleObj r:id="rId5" imgW="1447800" imgH="405765" progId="Equation.DSMT4">
                    <p:embed/>
                  </p:oleObj>
                </mc:Choice>
                <mc:Fallback>
                  <p:oleObj r:id="rId5" imgW="1447800" imgH="405765" progId="Equation.DSMT4">
                    <p:embed/>
                    <p:pic>
                      <p:nvPicPr>
                        <p:cNvPr id="0" name="图片 3133"/>
                        <p:cNvPicPr/>
                        <p:nvPr/>
                      </p:nvPicPr>
                      <p:blipFill>
                        <a:blip r:embed="rId6"/>
                        <a:stretch>
                          <a:fillRect/>
                        </a:stretch>
                      </p:blipFill>
                      <p:spPr>
                        <a:xfrm>
                          <a:off x="2431" y="8840"/>
                          <a:ext cx="4192" cy="1174"/>
                        </a:xfrm>
                        <a:prstGeom prst="rect">
                          <a:avLst/>
                        </a:prstGeom>
                        <a:noFill/>
                        <a:ln w="38100">
                          <a:noFill/>
                          <a:miter/>
                        </a:ln>
                      </p:spPr>
                    </p:pic>
                  </p:oleObj>
                </mc:Fallback>
              </mc:AlternateContent>
            </a:graphicData>
          </a:graphic>
        </p:graphicFrame>
        <p:sp>
          <p:nvSpPr>
            <p:cNvPr id="14" name="文本框 13"/>
            <p:cNvSpPr txBox="1"/>
            <p:nvPr/>
          </p:nvSpPr>
          <p:spPr>
            <a:xfrm>
              <a:off x="10913" y="9016"/>
              <a:ext cx="2965" cy="725"/>
            </a:xfrm>
            <a:prstGeom prst="rect">
              <a:avLst/>
            </a:prstGeom>
            <a:noFill/>
          </p:spPr>
          <p:txBody>
            <a:bodyPr wrap="square" rtlCol="0" anchor="t">
              <a:spAutoFit/>
            </a:bodyPr>
            <a:lstStyle/>
            <a:p>
              <a:r>
                <a:rPr lang="en-US" altLang="zh-CN" sz="2400" i="1"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为</a:t>
              </a:r>
              <a:r>
                <a:rPr lang="zh-CN" altLang="en-US" sz="2400" noProof="1">
                  <a:ln w="9525" cap="flat" cmpd="sng">
                    <a:solidFill>
                      <a:schemeClr val="tx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cs typeface="+mn-cs"/>
                  <a:sym typeface="+mn-ea"/>
                </a:rPr>
                <a:t>明纹</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级数</a:t>
              </a:r>
              <a:endPar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sym typeface="+mn-ea"/>
              </a:endParaRPr>
            </a:p>
          </p:txBody>
        </p:sp>
        <p:sp>
          <p:nvSpPr>
            <p:cNvPr id="15" name="文本框 14"/>
            <p:cNvSpPr txBox="1"/>
            <p:nvPr/>
          </p:nvSpPr>
          <p:spPr>
            <a:xfrm>
              <a:off x="6747" y="9065"/>
              <a:ext cx="4367" cy="725"/>
            </a:xfrm>
            <a:prstGeom prst="rect">
              <a:avLst/>
            </a:prstGeom>
            <a:noFill/>
          </p:spPr>
          <p:txBody>
            <a:bodyPr wrap="square" rtlCol="0" anchor="t">
              <a:spAutoFit/>
            </a:bodyPr>
            <a:lstStyle/>
            <a:p>
              <a:r>
                <a:rPr lang="zh-CN" altLang="en-US" sz="2400"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cs typeface="+mn-cs"/>
                  <a:sym typeface="+mn-ea"/>
                </a:rPr>
                <a:t>k=1、2、3</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400" noProof="1">
                  <a:ln w="9525" cap="flat" cmpd="sng">
                    <a:solidFill>
                      <a:srgbClr val="FF0000"/>
                    </a:solidFill>
                    <a:prstDash val="solid"/>
                    <a:round/>
                    <a:headEnd type="none" w="med" len="med"/>
                    <a:tailEnd type="none" w="med" len="med"/>
                  </a:ln>
                  <a:solidFill>
                    <a:srgbClr val="00B05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2400" noProof="1">
                <a:ln w="9525" cap="flat" cmpd="sng">
                  <a:solidFill>
                    <a:srgbClr val="FF0000"/>
                  </a:solidFill>
                  <a:prstDash val="solid"/>
                  <a:round/>
                  <a:headEnd type="none" w="med" len="med"/>
                  <a:tailEnd type="none" w="med" len="med"/>
                </a:ln>
                <a:solidFill>
                  <a:srgbClr val="00B050"/>
                </a:solidFill>
                <a:cs typeface="Times New Roman" panose="02020603050405020304" pitchFamily="18" charset="0"/>
                <a:sym typeface="+mn-ea"/>
              </a:endParaRPr>
            </a:p>
          </p:txBody>
        </p:sp>
        <p:sp>
          <p:nvSpPr>
            <p:cNvPr id="18" name="文本框 17"/>
            <p:cNvSpPr txBox="1"/>
            <p:nvPr/>
          </p:nvSpPr>
          <p:spPr>
            <a:xfrm>
              <a:off x="7213" y="9741"/>
              <a:ext cx="6149" cy="725"/>
            </a:xfrm>
            <a:prstGeom prst="rect">
              <a:avLst/>
            </a:prstGeom>
            <a:noFill/>
          </p:spPr>
          <p:txBody>
            <a:bodyPr wrap="square" rtlCol="0" anchor="t">
              <a:spAutoFit/>
            </a:bodyPr>
            <a:lstStyle/>
            <a:p>
              <a:r>
                <a:rPr lang="zh-CN" altLang="en-US" sz="2400" noProof="1">
                  <a:latin typeface="Times New Roman" panose="02020603050405020304" pitchFamily="18" charset="0"/>
                  <a:ea typeface="宋体" panose="02010600030101010101" pitchFamily="2" charset="-122"/>
                  <a:cs typeface="+mn-cs"/>
                  <a:sym typeface="+mn-ea"/>
                </a:rPr>
                <a:t>（单缝被分成2k</a:t>
              </a:r>
              <a:r>
                <a:rPr lang="en-US" altLang="zh-CN" sz="2400" noProof="1">
                  <a:latin typeface="Times New Roman" panose="02020603050405020304" pitchFamily="18" charset="0"/>
                  <a:ea typeface="宋体" panose="02010600030101010101" pitchFamily="2" charset="-122"/>
                  <a:cs typeface="+mn-cs"/>
                  <a:sym typeface="+mn-ea"/>
                </a:rPr>
                <a:t>+1</a:t>
              </a:r>
              <a:r>
                <a:rPr lang="zh-CN" altLang="en-US" sz="2400" noProof="1">
                  <a:latin typeface="Times New Roman" panose="02020603050405020304" pitchFamily="18" charset="0"/>
                  <a:ea typeface="宋体" panose="02010600030101010101" pitchFamily="2" charset="-122"/>
                  <a:cs typeface="+mn-cs"/>
                  <a:sym typeface="+mn-ea"/>
                </a:rPr>
                <a:t>个半波带)</a:t>
              </a:r>
              <a:endParaRPr lang="zh-CN" altLang="en-US" sz="2400" noProof="1">
                <a:ln w="9525" cap="flat" cmpd="sng">
                  <a:solidFill>
                    <a:srgbClr val="FF0000"/>
                  </a:solidFill>
                  <a:prstDash val="solid"/>
                  <a:round/>
                  <a:headEnd type="none" w="med" len="med"/>
                  <a:tailEnd type="none" w="med" len="med"/>
                </a:ln>
                <a:latin typeface="宋体" panose="02010600030101010101" pitchFamily="2" charset="-122"/>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8442"/>
                                        </p:tgtEl>
                                        <p:attrNameLst>
                                          <p:attrName>style.visibility</p:attrName>
                                        </p:attrNameLst>
                                      </p:cBhvr>
                                      <p:to>
                                        <p:strVal val="visible"/>
                                      </p:to>
                                    </p:set>
                                    <p:anim calcmode="lin" valueType="num">
                                      <p:cBhvr>
                                        <p:cTn id="12" dur="500" fill="hold"/>
                                        <p:tgtEl>
                                          <p:spTgt spid="18442"/>
                                        </p:tgtEl>
                                        <p:attrNameLst>
                                          <p:attrName>ppt_w</p:attrName>
                                        </p:attrNameLst>
                                      </p:cBhvr>
                                      <p:tavLst>
                                        <p:tav tm="0">
                                          <p:val>
                                            <p:fltVal val="0"/>
                                          </p:val>
                                        </p:tav>
                                        <p:tav tm="100000">
                                          <p:val>
                                            <p:strVal val="#ppt_w"/>
                                          </p:val>
                                        </p:tav>
                                      </p:tavLst>
                                    </p:anim>
                                    <p:anim calcmode="lin" valueType="num">
                                      <p:cBhvr>
                                        <p:cTn id="13" dur="500" fill="hold"/>
                                        <p:tgtEl>
                                          <p:spTgt spid="18442"/>
                                        </p:tgtEl>
                                        <p:attrNameLst>
                                          <p:attrName>ppt_h</p:attrName>
                                        </p:attrNameLst>
                                      </p:cBhvr>
                                      <p:tavLst>
                                        <p:tav tm="0">
                                          <p:val>
                                            <p:fltVal val="0"/>
                                          </p:val>
                                        </p:tav>
                                        <p:tav tm="100000">
                                          <p:val>
                                            <p:strVal val="#ppt_h"/>
                                          </p:val>
                                        </p:tav>
                                      </p:tavLst>
                                    </p:anim>
                                    <p:animEffect transition="in" filter="fade">
                                      <p:cBhvr>
                                        <p:cTn id="14" dur="500"/>
                                        <p:tgtEl>
                                          <p:spTgt spid="1844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up)">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236642"/>
                                        </p:tgtEl>
                                        <p:attrNameLst>
                                          <p:attrName>style.visibility</p:attrName>
                                        </p:attrNameLst>
                                      </p:cBhvr>
                                      <p:to>
                                        <p:strVal val="visible"/>
                                      </p:to>
                                    </p:set>
                                    <p:anim calcmode="lin" valueType="num">
                                      <p:cBhvr>
                                        <p:cTn id="24" dur="500" fill="hold"/>
                                        <p:tgtEl>
                                          <p:spTgt spid="236642"/>
                                        </p:tgtEl>
                                        <p:attrNameLst>
                                          <p:attrName>ppt_w</p:attrName>
                                        </p:attrNameLst>
                                      </p:cBhvr>
                                      <p:tavLst>
                                        <p:tav tm="0">
                                          <p:val>
                                            <p:fltVal val="0"/>
                                          </p:val>
                                        </p:tav>
                                        <p:tav tm="100000">
                                          <p:val>
                                            <p:strVal val="#ppt_w"/>
                                          </p:val>
                                        </p:tav>
                                      </p:tavLst>
                                    </p:anim>
                                    <p:anim calcmode="lin" valueType="num">
                                      <p:cBhvr>
                                        <p:cTn id="25" dur="500" fill="hold"/>
                                        <p:tgtEl>
                                          <p:spTgt spid="236642"/>
                                        </p:tgtEl>
                                        <p:attrNameLst>
                                          <p:attrName>ppt_h</p:attrName>
                                        </p:attrNameLst>
                                      </p:cBhvr>
                                      <p:tavLst>
                                        <p:tav tm="0">
                                          <p:val>
                                            <p:fltVal val="0"/>
                                          </p:val>
                                        </p:tav>
                                        <p:tav tm="100000">
                                          <p:val>
                                            <p:strVal val="#ppt_h"/>
                                          </p:val>
                                        </p:tav>
                                      </p:tavLst>
                                    </p:anim>
                                    <p:animEffect transition="in" filter="fade">
                                      <p:cBhvr>
                                        <p:cTn id="26" dur="500"/>
                                        <p:tgtEl>
                                          <p:spTgt spid="236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58"/>
          <p:cNvSpPr>
            <a:spLocks noGrp="1"/>
          </p:cNvSpPr>
          <p:nvPr>
            <p:ph type="title" idx="4294967295"/>
          </p:nvPr>
        </p:nvSpPr>
        <p:spPr>
          <a:xfrm>
            <a:off x="1371600" y="0"/>
            <a:ext cx="7772400" cy="277813"/>
          </a:xfrm>
        </p:spPr>
        <p:txBody>
          <a:bodyPr vert="horz" wrap="square" lIns="91440" tIns="45720" rIns="91440" bIns="45720" anchor="ctr" anchorCtr="0"/>
          <a:lstStyle/>
          <a:p>
            <a:pPr eaLnBrk="1" hangingPunct="1"/>
            <a:r>
              <a:rPr lang="zh-CN" altLang="en-US" sz="800" dirty="0">
                <a:solidFill>
                  <a:schemeClr val="bg1"/>
                </a:solidFill>
              </a:rPr>
              <a:t>中央亮纹宽</a:t>
            </a:r>
          </a:p>
        </p:txBody>
      </p:sp>
      <p:sp>
        <p:nvSpPr>
          <p:cNvPr id="39938" name="Rectangle 2"/>
          <p:cNvSpPr/>
          <p:nvPr/>
        </p:nvSpPr>
        <p:spPr>
          <a:xfrm>
            <a:off x="0" y="0"/>
            <a:ext cx="9144000" cy="115888"/>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9939" name="Rectangle 3"/>
          <p:cNvSpPr/>
          <p:nvPr/>
        </p:nvSpPr>
        <p:spPr>
          <a:xfrm>
            <a:off x="0" y="6750050"/>
            <a:ext cx="9144000" cy="107950"/>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 name="Group 256"/>
          <p:cNvGrpSpPr/>
          <p:nvPr/>
        </p:nvGrpSpPr>
        <p:grpSpPr>
          <a:xfrm>
            <a:off x="1466850" y="4781550"/>
            <a:ext cx="5035550" cy="733425"/>
            <a:chOff x="1014" y="2628"/>
            <a:chExt cx="3655" cy="533"/>
          </a:xfrm>
        </p:grpSpPr>
        <p:grpSp>
          <p:nvGrpSpPr>
            <p:cNvPr id="39941" name="Group 179"/>
            <p:cNvGrpSpPr/>
            <p:nvPr/>
          </p:nvGrpSpPr>
          <p:grpSpPr>
            <a:xfrm>
              <a:off x="1014" y="2828"/>
              <a:ext cx="263" cy="199"/>
              <a:chOff x="1483" y="3731"/>
              <a:chExt cx="263" cy="199"/>
            </a:xfrm>
          </p:grpSpPr>
          <p:sp>
            <p:nvSpPr>
              <p:cNvPr id="39942" name="WordArt 180"/>
              <p:cNvSpPr>
                <a:spLocks noTextEdit="1"/>
              </p:cNvSpPr>
              <p:nvPr/>
            </p:nvSpPr>
            <p:spPr>
              <a:xfrm>
                <a:off x="1483" y="3731"/>
                <a:ext cx="176" cy="194"/>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x</a:t>
                </a:r>
              </a:p>
            </p:txBody>
          </p:sp>
          <p:sp>
            <p:nvSpPr>
              <p:cNvPr id="39943" name="WordArt 181"/>
              <p:cNvSpPr>
                <a:spLocks noTextEdit="1"/>
              </p:cNvSpPr>
              <p:nvPr/>
            </p:nvSpPr>
            <p:spPr>
              <a:xfrm>
                <a:off x="1703" y="3808"/>
                <a:ext cx="43" cy="12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grpSp>
          <p:nvGrpSpPr>
            <p:cNvPr id="39944" name="Group 182"/>
            <p:cNvGrpSpPr/>
            <p:nvPr/>
          </p:nvGrpSpPr>
          <p:grpSpPr>
            <a:xfrm>
              <a:off x="1364" y="2876"/>
              <a:ext cx="211" cy="71"/>
              <a:chOff x="3688" y="2648"/>
              <a:chExt cx="224" cy="72"/>
            </a:xfrm>
          </p:grpSpPr>
          <p:sp>
            <p:nvSpPr>
              <p:cNvPr id="39945" name="Line 183"/>
              <p:cNvSpPr/>
              <p:nvPr/>
            </p:nvSpPr>
            <p:spPr>
              <a:xfrm>
                <a:off x="3688" y="2648"/>
                <a:ext cx="224" cy="0"/>
              </a:xfrm>
              <a:prstGeom prst="line">
                <a:avLst/>
              </a:prstGeom>
              <a:ln w="76200" cap="flat" cmpd="sng">
                <a:solidFill>
                  <a:schemeClr val="tx2"/>
                </a:solidFill>
                <a:prstDash val="solid"/>
                <a:round/>
                <a:headEnd type="none" w="med" len="med"/>
                <a:tailEnd type="none" w="med" len="med"/>
              </a:ln>
            </p:spPr>
          </p:sp>
          <p:sp>
            <p:nvSpPr>
              <p:cNvPr id="39946" name="Line 184"/>
              <p:cNvSpPr/>
              <p:nvPr/>
            </p:nvSpPr>
            <p:spPr>
              <a:xfrm>
                <a:off x="3688" y="2720"/>
                <a:ext cx="224" cy="0"/>
              </a:xfrm>
              <a:prstGeom prst="line">
                <a:avLst/>
              </a:prstGeom>
              <a:ln w="76200" cap="flat" cmpd="sng">
                <a:solidFill>
                  <a:schemeClr val="tx2"/>
                </a:solidFill>
                <a:prstDash val="solid"/>
                <a:round/>
                <a:headEnd type="none" w="med" len="med"/>
                <a:tailEnd type="none" w="med" len="med"/>
              </a:ln>
            </p:spPr>
          </p:sp>
        </p:grpSp>
        <p:sp>
          <p:nvSpPr>
            <p:cNvPr id="26635" name="WordArt 192"/>
            <p:cNvSpPr>
              <a:spLocks noTextEdit="1"/>
            </p:cNvSpPr>
            <p:nvPr/>
          </p:nvSpPr>
          <p:spPr>
            <a:xfrm>
              <a:off x="1858" y="2817"/>
              <a:ext cx="330" cy="179"/>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tan</a:t>
              </a:r>
              <a:endParaRPr lang="zh-CN" altLang="en-US" sz="3600"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nvGrpSpPr>
            <p:cNvPr id="39948" name="Group 193"/>
            <p:cNvGrpSpPr/>
            <p:nvPr/>
          </p:nvGrpSpPr>
          <p:grpSpPr>
            <a:xfrm>
              <a:off x="2254" y="2804"/>
              <a:ext cx="228" cy="231"/>
              <a:chOff x="1299" y="2902"/>
              <a:chExt cx="228" cy="231"/>
            </a:xfrm>
          </p:grpSpPr>
          <p:sp>
            <p:nvSpPr>
              <p:cNvPr id="26637" name="WordArt 194"/>
              <p:cNvSpPr>
                <a:spLocks noTextEdit="1"/>
              </p:cNvSpPr>
              <p:nvPr/>
            </p:nvSpPr>
            <p:spPr>
              <a:xfrm>
                <a:off x="1299" y="2902"/>
                <a:ext cx="156" cy="210"/>
              </a:xfrm>
              <a:prstGeom prst="rect">
                <a:avLst/>
              </a:prstGeom>
            </p:spPr>
            <p:txBody>
              <a:bodyPr wrap="none" fromWordArt="1">
                <a:prstTxWarp prst="textPlain">
                  <a:avLst>
                    <a:gd name="adj" fmla="val 50000"/>
                  </a:avLst>
                </a:prstTxWarp>
                <a:normAutofit fontScale="30000"/>
              </a:bodyPr>
              <a:lstStyle/>
              <a:p>
                <a:pPr algn="ctr" fontAlgn="base"/>
                <a:r>
                  <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39950" name="WordArt 195"/>
              <p:cNvSpPr>
                <a:spLocks noTextEdit="1"/>
              </p:cNvSpPr>
              <p:nvPr/>
            </p:nvSpPr>
            <p:spPr>
              <a:xfrm>
                <a:off x="1484" y="3011"/>
                <a:ext cx="43" cy="12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1</a:t>
                </a:r>
              </a:p>
            </p:txBody>
          </p:sp>
        </p:grpSp>
        <p:grpSp>
          <p:nvGrpSpPr>
            <p:cNvPr id="39951" name="Group 199"/>
            <p:cNvGrpSpPr/>
            <p:nvPr/>
          </p:nvGrpSpPr>
          <p:grpSpPr>
            <a:xfrm>
              <a:off x="2578" y="2854"/>
              <a:ext cx="183" cy="115"/>
              <a:chOff x="1730" y="3733"/>
              <a:chExt cx="183" cy="115"/>
            </a:xfrm>
          </p:grpSpPr>
          <p:sp>
            <p:nvSpPr>
              <p:cNvPr id="39952" name="WordArt 197"/>
              <p:cNvSpPr>
                <a:spLocks noTextEdit="1"/>
              </p:cNvSpPr>
              <p:nvPr/>
            </p:nvSpPr>
            <p:spPr>
              <a:xfrm>
                <a:off x="1730" y="3733"/>
                <a:ext cx="181" cy="46"/>
              </a:xfrm>
              <a:prstGeom prst="rect">
                <a:avLst/>
              </a:prstGeom>
            </p:spPr>
            <p:txBody>
              <a:bodyPr wrap="none" fromWordArt="1">
                <a:prstTxWarp prst="textPlain">
                  <a:avLst>
                    <a:gd name="adj" fmla="val 50000"/>
                  </a:avLst>
                </a:prstTxWarp>
                <a:normAutofit/>
              </a:bodyPr>
              <a:lstStyle/>
              <a:p>
                <a:pPr algn="ctr"/>
                <a:r>
                  <a:rPr lang="zh-CN" altLang="en-US" sz="3600">
                    <a:ln w="2857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39953" name="WordArt 198"/>
              <p:cNvSpPr>
                <a:spLocks noTextEdit="1"/>
              </p:cNvSpPr>
              <p:nvPr/>
            </p:nvSpPr>
            <p:spPr>
              <a:xfrm>
                <a:off x="1732" y="3802"/>
                <a:ext cx="181" cy="46"/>
              </a:xfrm>
              <a:prstGeom prst="rect">
                <a:avLst/>
              </a:prstGeom>
            </p:spPr>
            <p:txBody>
              <a:bodyPr wrap="none" fromWordArt="1">
                <a:prstTxWarp prst="textPlain">
                  <a:avLst>
                    <a:gd name="adj" fmla="val 50000"/>
                  </a:avLst>
                </a:prstTxWarp>
                <a:normAutofit/>
              </a:bodyPr>
              <a:lstStyle/>
              <a:p>
                <a:pPr algn="ctr"/>
                <a:r>
                  <a:rPr lang="zh-CN" altLang="en-US" sz="3600">
                    <a:ln w="2857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grpSp>
          <p:nvGrpSpPr>
            <p:cNvPr id="39954" name="Group 201"/>
            <p:cNvGrpSpPr/>
            <p:nvPr/>
          </p:nvGrpSpPr>
          <p:grpSpPr>
            <a:xfrm>
              <a:off x="3019" y="2793"/>
              <a:ext cx="669" cy="231"/>
              <a:chOff x="858" y="2902"/>
              <a:chExt cx="669" cy="231"/>
            </a:xfrm>
          </p:grpSpPr>
          <p:sp>
            <p:nvSpPr>
              <p:cNvPr id="26643" name="WordArt 202"/>
              <p:cNvSpPr>
                <a:spLocks noTextEdit="1"/>
              </p:cNvSpPr>
              <p:nvPr/>
            </p:nvSpPr>
            <p:spPr>
              <a:xfrm>
                <a:off x="858" y="2911"/>
                <a:ext cx="388" cy="178"/>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sin</a:t>
                </a:r>
                <a:endPar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grpSp>
            <p:nvGrpSpPr>
              <p:cNvPr id="39956" name="Group 203"/>
              <p:cNvGrpSpPr/>
              <p:nvPr/>
            </p:nvGrpSpPr>
            <p:grpSpPr>
              <a:xfrm>
                <a:off x="1299" y="2902"/>
                <a:ext cx="228" cy="231"/>
                <a:chOff x="1299" y="2902"/>
                <a:chExt cx="228" cy="231"/>
              </a:xfrm>
            </p:grpSpPr>
            <p:sp>
              <p:nvSpPr>
                <p:cNvPr id="26645" name="WordArt 204"/>
                <p:cNvSpPr>
                  <a:spLocks noTextEdit="1"/>
                </p:cNvSpPr>
                <p:nvPr/>
              </p:nvSpPr>
              <p:spPr>
                <a:xfrm>
                  <a:off x="1299" y="2902"/>
                  <a:ext cx="156" cy="210"/>
                </a:xfrm>
                <a:prstGeom prst="rect">
                  <a:avLst/>
                </a:prstGeom>
              </p:spPr>
              <p:txBody>
                <a:bodyPr wrap="none" fromWordArt="1">
                  <a:prstTxWarp prst="textPlain">
                    <a:avLst>
                      <a:gd name="adj" fmla="val 50000"/>
                    </a:avLst>
                  </a:prstTxWarp>
                  <a:normAutofit fontScale="30000"/>
                </a:bodyPr>
                <a:lstStyle/>
                <a:p>
                  <a:pPr algn="ctr" fontAlgn="base"/>
                  <a:r>
                    <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39958" name="WordArt 205"/>
                <p:cNvSpPr>
                  <a:spLocks noTextEdit="1"/>
                </p:cNvSpPr>
                <p:nvPr/>
              </p:nvSpPr>
              <p:spPr>
                <a:xfrm>
                  <a:off x="1484" y="3011"/>
                  <a:ext cx="43" cy="12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1</a:t>
                  </a:r>
                </a:p>
              </p:txBody>
            </p:sp>
          </p:grpSp>
        </p:grpSp>
        <p:grpSp>
          <p:nvGrpSpPr>
            <p:cNvPr id="39959" name="Group 209"/>
            <p:cNvGrpSpPr/>
            <p:nvPr/>
          </p:nvGrpSpPr>
          <p:grpSpPr>
            <a:xfrm>
              <a:off x="3785" y="2876"/>
              <a:ext cx="211" cy="71"/>
              <a:chOff x="3688" y="2648"/>
              <a:chExt cx="224" cy="72"/>
            </a:xfrm>
          </p:grpSpPr>
          <p:sp>
            <p:nvSpPr>
              <p:cNvPr id="39960" name="Line 210"/>
              <p:cNvSpPr/>
              <p:nvPr/>
            </p:nvSpPr>
            <p:spPr>
              <a:xfrm>
                <a:off x="3688" y="2648"/>
                <a:ext cx="224" cy="0"/>
              </a:xfrm>
              <a:prstGeom prst="line">
                <a:avLst/>
              </a:prstGeom>
              <a:ln w="76200" cap="flat" cmpd="sng">
                <a:solidFill>
                  <a:schemeClr val="tx2"/>
                </a:solidFill>
                <a:prstDash val="solid"/>
                <a:round/>
                <a:headEnd type="none" w="med" len="med"/>
                <a:tailEnd type="none" w="med" len="med"/>
              </a:ln>
            </p:spPr>
          </p:sp>
          <p:sp>
            <p:nvSpPr>
              <p:cNvPr id="39961" name="Line 211"/>
              <p:cNvSpPr/>
              <p:nvPr/>
            </p:nvSpPr>
            <p:spPr>
              <a:xfrm>
                <a:off x="3688" y="2720"/>
                <a:ext cx="224" cy="0"/>
              </a:xfrm>
              <a:prstGeom prst="line">
                <a:avLst/>
              </a:prstGeom>
              <a:ln w="76200" cap="flat" cmpd="sng">
                <a:solidFill>
                  <a:schemeClr val="tx2"/>
                </a:solidFill>
                <a:prstDash val="solid"/>
                <a:round/>
                <a:headEnd type="none" w="med" len="med"/>
                <a:tailEnd type="none" w="med" len="med"/>
              </a:ln>
            </p:spPr>
          </p:sp>
        </p:grpSp>
        <p:sp>
          <p:nvSpPr>
            <p:cNvPr id="26650" name="WordArt 218"/>
            <p:cNvSpPr>
              <a:spLocks noTextEdit="1"/>
            </p:cNvSpPr>
            <p:nvPr/>
          </p:nvSpPr>
          <p:spPr>
            <a:xfrm>
              <a:off x="1587" y="2777"/>
              <a:ext cx="269" cy="264"/>
            </a:xfrm>
            <a:prstGeom prst="rect">
              <a:avLst/>
            </a:prstGeom>
          </p:spPr>
          <p:txBody>
            <a:bodyPr wrap="none" fromWordArt="1">
              <a:prstTxWarp prst="textPlain">
                <a:avLst>
                  <a:gd name="adj" fmla="val 58954"/>
                </a:avLst>
              </a:prstTxWarp>
              <a:normAutofit fontScale="40000"/>
            </a:bodyPr>
            <a:lstStyle/>
            <a:p>
              <a:pPr algn="ctr" fontAlgn="base"/>
              <a:r>
                <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cs typeface="+mn-cs"/>
                </a:rPr>
                <a:t>f</a:t>
              </a:r>
              <a:endPar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sp>
          <p:nvSpPr>
            <p:cNvPr id="26651" name="WordArt 219"/>
            <p:cNvSpPr>
              <a:spLocks noTextEdit="1"/>
            </p:cNvSpPr>
            <p:nvPr/>
          </p:nvSpPr>
          <p:spPr>
            <a:xfrm>
              <a:off x="2769" y="2775"/>
              <a:ext cx="269" cy="264"/>
            </a:xfrm>
            <a:prstGeom prst="rect">
              <a:avLst/>
            </a:prstGeom>
          </p:spPr>
          <p:txBody>
            <a:bodyPr wrap="none" fromWordArt="1">
              <a:prstTxWarp prst="textPlain">
                <a:avLst>
                  <a:gd name="adj" fmla="val 58954"/>
                </a:avLst>
              </a:prstTxWarp>
              <a:normAutofit fontScale="40000"/>
            </a:bodyPr>
            <a:lstStyle/>
            <a:p>
              <a:pPr algn="ctr" fontAlgn="base"/>
              <a:r>
                <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cs typeface="+mn-cs"/>
                </a:rPr>
                <a:t>f</a:t>
              </a:r>
              <a:endPar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sp>
          <p:nvSpPr>
            <p:cNvPr id="26652" name="WordArt 212"/>
            <p:cNvSpPr>
              <a:spLocks noTextEdit="1"/>
            </p:cNvSpPr>
            <p:nvPr/>
          </p:nvSpPr>
          <p:spPr>
            <a:xfrm rot="-142993">
              <a:off x="4368" y="2628"/>
              <a:ext cx="208" cy="217"/>
            </a:xfrm>
            <a:prstGeom prst="rect">
              <a:avLst/>
            </a:prstGeom>
          </p:spPr>
          <p:txBody>
            <a:bodyPr wrap="none" fromWordArt="1">
              <a:prstTxWarp prst="textPlain">
                <a:avLst>
                  <a:gd name="adj" fmla="val 55806"/>
                </a:avLst>
              </a:prstTxWarp>
              <a:normAutofit fontScale="30000"/>
            </a:bodyPr>
            <a:lstStyle/>
            <a:p>
              <a:pPr algn="ctr" fontAlgn="base"/>
              <a:r>
                <a:rPr lang="zh-CN" altLang="en-US" sz="3600" b="1" i="1" strike="noStrike" noProof="1">
                  <a:ln w="2857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cs typeface="+mn-cs"/>
                </a:rPr>
                <a:t>l</a:t>
              </a:r>
              <a:endParaRPr lang="zh-CN" altLang="en-US" sz="3600" b="1" i="1" strike="noStrike" noProof="1">
                <a:ln w="2857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endParaRPr>
            </a:p>
          </p:txBody>
        </p:sp>
        <p:sp>
          <p:nvSpPr>
            <p:cNvPr id="39965" name="Line 213"/>
            <p:cNvSpPr/>
            <p:nvPr/>
          </p:nvSpPr>
          <p:spPr>
            <a:xfrm flipH="1" flipV="1">
              <a:off x="4295" y="2896"/>
              <a:ext cx="374" cy="0"/>
            </a:xfrm>
            <a:prstGeom prst="line">
              <a:avLst/>
            </a:prstGeom>
            <a:ln w="57150" cap="flat" cmpd="sng">
              <a:solidFill>
                <a:schemeClr val="tx1"/>
              </a:solidFill>
              <a:prstDash val="solid"/>
              <a:round/>
              <a:headEnd type="none" w="med" len="med"/>
              <a:tailEnd type="none" w="med" len="med"/>
            </a:ln>
          </p:spPr>
        </p:sp>
        <p:sp>
          <p:nvSpPr>
            <p:cNvPr id="26654" name="WordArt 214"/>
            <p:cNvSpPr>
              <a:spLocks noTextEdit="1"/>
            </p:cNvSpPr>
            <p:nvPr/>
          </p:nvSpPr>
          <p:spPr>
            <a:xfrm>
              <a:off x="4384" y="2954"/>
              <a:ext cx="160" cy="207"/>
            </a:xfrm>
            <a:prstGeom prst="rect">
              <a:avLst/>
            </a:prstGeom>
          </p:spPr>
          <p:txBody>
            <a:bodyPr wrap="none" fromWordArt="1">
              <a:prstTxWarp prst="textPlain">
                <a:avLst>
                  <a:gd name="adj" fmla="val 50000"/>
                </a:avLst>
              </a:prstTxWarp>
              <a:normAutofit fontScale="30000"/>
            </a:bodyPr>
            <a:lstStyle/>
            <a:p>
              <a:pPr algn="ctr" fontAlgn="base"/>
              <a:r>
                <a:rPr lang="zh-CN" altLang="en-US" sz="3600" i="1" strike="noStrike" noProof="1">
                  <a:ln w="38100"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cs typeface="+mn-cs"/>
                </a:rPr>
                <a:t>a</a:t>
              </a:r>
              <a:endParaRPr lang="zh-CN" altLang="en-US" sz="3600" i="1" strike="noStrike" noProof="1">
                <a:ln w="38100"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sp>
          <p:nvSpPr>
            <p:cNvPr id="26655" name="WordArt 220"/>
            <p:cNvSpPr>
              <a:spLocks noTextEdit="1"/>
            </p:cNvSpPr>
            <p:nvPr/>
          </p:nvSpPr>
          <p:spPr>
            <a:xfrm>
              <a:off x="4006" y="2774"/>
              <a:ext cx="269" cy="264"/>
            </a:xfrm>
            <a:prstGeom prst="rect">
              <a:avLst/>
            </a:prstGeom>
          </p:spPr>
          <p:txBody>
            <a:bodyPr wrap="none" fromWordArt="1">
              <a:prstTxWarp prst="textPlain">
                <a:avLst>
                  <a:gd name="adj" fmla="val 58954"/>
                </a:avLst>
              </a:prstTxWarp>
              <a:normAutofit fontScale="40000"/>
            </a:bodyPr>
            <a:lstStyle/>
            <a:p>
              <a:pPr algn="ctr" fontAlgn="base"/>
              <a:r>
                <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cs typeface="+mn-cs"/>
                </a:rPr>
                <a:t>f</a:t>
              </a:r>
              <a:endPar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grpSp>
      <p:grpSp>
        <p:nvGrpSpPr>
          <p:cNvPr id="10" name="Group 261"/>
          <p:cNvGrpSpPr/>
          <p:nvPr/>
        </p:nvGrpSpPr>
        <p:grpSpPr>
          <a:xfrm>
            <a:off x="1193800" y="1624013"/>
            <a:ext cx="7148513" cy="2844800"/>
            <a:chOff x="714" y="715"/>
            <a:chExt cx="4503" cy="1792"/>
          </a:xfrm>
        </p:grpSpPr>
        <p:sp>
          <p:nvSpPr>
            <p:cNvPr id="39969" name="WordArt 72"/>
            <p:cNvSpPr/>
            <p:nvPr/>
          </p:nvSpPr>
          <p:spPr>
            <a:xfrm>
              <a:off x="4146" y="1520"/>
              <a:ext cx="1071" cy="28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中央亮纹宽？</a:t>
              </a:r>
            </a:p>
          </p:txBody>
        </p:sp>
        <p:sp>
          <p:nvSpPr>
            <p:cNvPr id="39970" name="Line 137"/>
            <p:cNvSpPr/>
            <p:nvPr/>
          </p:nvSpPr>
          <p:spPr>
            <a:xfrm flipV="1">
              <a:off x="2403" y="1672"/>
              <a:ext cx="670" cy="4"/>
            </a:xfrm>
            <a:prstGeom prst="line">
              <a:avLst/>
            </a:prstGeom>
            <a:ln w="12700" cap="flat" cmpd="sng">
              <a:solidFill>
                <a:schemeClr val="tx1"/>
              </a:solidFill>
              <a:prstDash val="dashDot"/>
              <a:round/>
              <a:headEnd type="none" w="med" len="med"/>
              <a:tailEnd type="none" w="med" len="med"/>
            </a:ln>
          </p:spPr>
        </p:sp>
        <p:grpSp>
          <p:nvGrpSpPr>
            <p:cNvPr id="39971" name="Group 79"/>
            <p:cNvGrpSpPr/>
            <p:nvPr/>
          </p:nvGrpSpPr>
          <p:grpSpPr>
            <a:xfrm>
              <a:off x="1326" y="1174"/>
              <a:ext cx="160" cy="1037"/>
              <a:chOff x="1308" y="1048"/>
              <a:chExt cx="323" cy="2272"/>
            </a:xfrm>
          </p:grpSpPr>
          <p:sp>
            <p:nvSpPr>
              <p:cNvPr id="39972" name="Arc 80"/>
              <p:cNvSpPr/>
              <p:nvPr/>
            </p:nvSpPr>
            <p:spPr>
              <a:xfrm rot="5386920">
                <a:off x="397" y="2072"/>
                <a:ext cx="2258" cy="179"/>
              </a:xfrm>
              <a:custGeom>
                <a:avLst/>
                <a:gdLst/>
                <a:ahLst/>
                <a:cxnLst>
                  <a:cxn ang="0">
                    <a:pos x="0" y="0"/>
                  </a:cxn>
                  <a:cxn ang="0">
                    <a:pos x="0" y="0"/>
                  </a:cxn>
                  <a:cxn ang="0">
                    <a:pos x="0" y="0"/>
                  </a:cxn>
                </a:cxnLst>
                <a:rect l="0" t="0" r="0" b="0"/>
                <a:pathLst>
                  <a:path w="40634" h="21600" fill="none">
                    <a:moveTo>
                      <a:pt x="-1" y="14300"/>
                    </a:moveTo>
                    <a:cubicBezTo>
                      <a:pt x="3079" y="5721"/>
                      <a:pt x="11213" y="-1"/>
                      <a:pt x="20329" y="0"/>
                    </a:cubicBezTo>
                    <a:cubicBezTo>
                      <a:pt x="29418" y="0"/>
                      <a:pt x="37534" y="5689"/>
                      <a:pt x="40634" y="14233"/>
                    </a:cubicBezTo>
                  </a:path>
                  <a:path w="40634" h="21600" stroke="0">
                    <a:moveTo>
                      <a:pt x="-1" y="14300"/>
                    </a:moveTo>
                    <a:cubicBezTo>
                      <a:pt x="3079" y="5721"/>
                      <a:pt x="11213" y="-1"/>
                      <a:pt x="20329" y="0"/>
                    </a:cubicBezTo>
                    <a:cubicBezTo>
                      <a:pt x="29418" y="0"/>
                      <a:pt x="37534" y="5689"/>
                      <a:pt x="40634" y="14233"/>
                    </a:cubicBezTo>
                    <a:lnTo>
                      <a:pt x="20329" y="21600"/>
                    </a:lnTo>
                    <a:lnTo>
                      <a:pt x="-1" y="14300"/>
                    </a:lnTo>
                    <a:close/>
                  </a:path>
                </a:pathLst>
              </a:custGeom>
              <a:gradFill rotWithShape="0">
                <a:gsLst>
                  <a:gs pos="0">
                    <a:srgbClr val="66FFFF"/>
                  </a:gs>
                  <a:gs pos="100000">
                    <a:srgbClr val="44AAAA"/>
                  </a:gs>
                </a:gsLst>
                <a:lin ang="5400000" scaled="1"/>
                <a:tileRect/>
              </a:gradFill>
              <a:ln w="28575" cap="flat" cmpd="sng">
                <a:solidFill>
                  <a:srgbClr val="336699"/>
                </a:solidFill>
                <a:prstDash val="solid"/>
                <a:round/>
                <a:headEnd type="none" w="med" len="med"/>
                <a:tailEnd type="none" w="med" len="med"/>
              </a:ln>
            </p:spPr>
            <p:txBody>
              <a:bodyPr/>
              <a:lstStyle/>
              <a:p>
                <a:endParaRPr lang="zh-CN" altLang="en-US"/>
              </a:p>
            </p:txBody>
          </p:sp>
          <p:sp>
            <p:nvSpPr>
              <p:cNvPr id="39973" name="Arc 81"/>
              <p:cNvSpPr/>
              <p:nvPr/>
            </p:nvSpPr>
            <p:spPr>
              <a:xfrm rot="5386920" flipV="1">
                <a:off x="250" y="2093"/>
                <a:ext cx="2247" cy="161"/>
              </a:xfrm>
              <a:custGeom>
                <a:avLst/>
                <a:gdLst/>
                <a:ahLst/>
                <a:cxnLst>
                  <a:cxn ang="0">
                    <a:pos x="0" y="0"/>
                  </a:cxn>
                  <a:cxn ang="0">
                    <a:pos x="0" y="0"/>
                  </a:cxn>
                  <a:cxn ang="0">
                    <a:pos x="0" y="0"/>
                  </a:cxn>
                </a:cxnLst>
                <a:rect l="0" t="0" r="0" b="0"/>
                <a:pathLst>
                  <a:path w="40187" h="21600" fill="none">
                    <a:moveTo>
                      <a:pt x="-1" y="13158"/>
                    </a:moveTo>
                    <a:cubicBezTo>
                      <a:pt x="3386" y="5180"/>
                      <a:pt x="11214" y="-1"/>
                      <a:pt x="19882" y="0"/>
                    </a:cubicBezTo>
                    <a:cubicBezTo>
                      <a:pt x="28971" y="0"/>
                      <a:pt x="37087" y="5689"/>
                      <a:pt x="40187" y="14233"/>
                    </a:cubicBezTo>
                  </a:path>
                  <a:path w="40187" h="21600" stroke="0">
                    <a:moveTo>
                      <a:pt x="-1" y="13158"/>
                    </a:moveTo>
                    <a:cubicBezTo>
                      <a:pt x="3386" y="5180"/>
                      <a:pt x="11214" y="-1"/>
                      <a:pt x="19882" y="0"/>
                    </a:cubicBezTo>
                    <a:cubicBezTo>
                      <a:pt x="28971" y="0"/>
                      <a:pt x="37087" y="5689"/>
                      <a:pt x="40187" y="14233"/>
                    </a:cubicBezTo>
                    <a:lnTo>
                      <a:pt x="19882" y="21600"/>
                    </a:lnTo>
                    <a:lnTo>
                      <a:pt x="-1" y="13158"/>
                    </a:lnTo>
                    <a:close/>
                  </a:path>
                </a:pathLst>
              </a:custGeom>
              <a:gradFill rotWithShape="0">
                <a:gsLst>
                  <a:gs pos="0">
                    <a:srgbClr val="66FFFF"/>
                  </a:gs>
                  <a:gs pos="100000">
                    <a:srgbClr val="47B2B2"/>
                  </a:gs>
                </a:gsLst>
                <a:lin ang="5400000" scaled="1"/>
                <a:tileRect/>
              </a:gradFill>
              <a:ln w="28575" cap="flat" cmpd="sng">
                <a:solidFill>
                  <a:srgbClr val="336699"/>
                </a:solidFill>
                <a:prstDash val="solid"/>
                <a:round/>
                <a:headEnd type="none" w="med" len="med"/>
                <a:tailEnd type="none" w="med" len="med"/>
              </a:ln>
            </p:spPr>
            <p:txBody>
              <a:bodyPr/>
              <a:lstStyle/>
              <a:p>
                <a:endParaRPr lang="zh-CN" altLang="en-US"/>
              </a:p>
            </p:txBody>
          </p:sp>
          <p:sp>
            <p:nvSpPr>
              <p:cNvPr id="39974" name="Rectangle 82"/>
              <p:cNvSpPr/>
              <p:nvPr/>
            </p:nvSpPr>
            <p:spPr>
              <a:xfrm rot="5386920">
                <a:off x="319" y="2121"/>
                <a:ext cx="2267" cy="99"/>
              </a:xfrm>
              <a:prstGeom prst="rect">
                <a:avLst/>
              </a:prstGeom>
              <a:gradFill rotWithShape="0">
                <a:gsLst>
                  <a:gs pos="0">
                    <a:srgbClr val="52CCCC"/>
                  </a:gs>
                  <a:gs pos="50000">
                    <a:srgbClr val="66FFFF"/>
                  </a:gs>
                  <a:gs pos="100000">
                    <a:srgbClr val="52CCCC"/>
                  </a:gs>
                </a:gsLst>
                <a:lin ang="5400000" scaled="1"/>
                <a:tileRect/>
              </a:gradFill>
              <a:ln w="28575"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9975" name="Line 83"/>
              <p:cNvSpPr/>
              <p:nvPr/>
            </p:nvSpPr>
            <p:spPr>
              <a:xfrm rot="68555">
                <a:off x="1416" y="1059"/>
                <a:ext cx="108" cy="2"/>
              </a:xfrm>
              <a:prstGeom prst="line">
                <a:avLst/>
              </a:prstGeom>
              <a:ln w="28575" cap="flat" cmpd="sng">
                <a:solidFill>
                  <a:srgbClr val="336699"/>
                </a:solidFill>
                <a:prstDash val="solid"/>
                <a:round/>
                <a:headEnd type="none" w="med" len="med"/>
                <a:tailEnd type="none" w="med" len="med"/>
              </a:ln>
            </p:spPr>
          </p:sp>
          <p:sp>
            <p:nvSpPr>
              <p:cNvPr id="39976" name="Line 84"/>
              <p:cNvSpPr/>
              <p:nvPr/>
            </p:nvSpPr>
            <p:spPr>
              <a:xfrm rot="68555" flipV="1">
                <a:off x="1406" y="3317"/>
                <a:ext cx="108" cy="3"/>
              </a:xfrm>
              <a:prstGeom prst="line">
                <a:avLst/>
              </a:prstGeom>
              <a:ln w="28575" cap="flat" cmpd="sng">
                <a:solidFill>
                  <a:srgbClr val="336699"/>
                </a:solidFill>
                <a:prstDash val="solid"/>
                <a:round/>
                <a:headEnd type="none" w="med" len="med"/>
                <a:tailEnd type="none" w="med" len="med"/>
              </a:ln>
            </p:spPr>
          </p:sp>
        </p:grpSp>
        <p:sp>
          <p:nvSpPr>
            <p:cNvPr id="39977" name="Line 87"/>
            <p:cNvSpPr/>
            <p:nvPr/>
          </p:nvSpPr>
          <p:spPr>
            <a:xfrm>
              <a:off x="1408" y="2265"/>
              <a:ext cx="0" cy="198"/>
            </a:xfrm>
            <a:prstGeom prst="line">
              <a:avLst/>
            </a:prstGeom>
            <a:ln w="28575" cap="flat" cmpd="sng">
              <a:solidFill>
                <a:schemeClr val="tx1"/>
              </a:solidFill>
              <a:prstDash val="solid"/>
              <a:round/>
              <a:headEnd type="none" w="med" len="med"/>
              <a:tailEnd type="none" w="med" len="med"/>
            </a:ln>
          </p:spPr>
        </p:sp>
        <p:sp>
          <p:nvSpPr>
            <p:cNvPr id="39978" name="Line 94"/>
            <p:cNvSpPr/>
            <p:nvPr/>
          </p:nvSpPr>
          <p:spPr>
            <a:xfrm flipH="1">
              <a:off x="1402" y="2324"/>
              <a:ext cx="391" cy="0"/>
            </a:xfrm>
            <a:prstGeom prst="line">
              <a:avLst/>
            </a:prstGeom>
            <a:ln w="38100" cap="flat" cmpd="sng">
              <a:solidFill>
                <a:schemeClr val="tx1"/>
              </a:solidFill>
              <a:prstDash val="solid"/>
              <a:round/>
              <a:headEnd type="none" w="med" len="med"/>
              <a:tailEnd type="triangle" w="sm" len="lg"/>
            </a:ln>
          </p:spPr>
        </p:sp>
        <p:sp>
          <p:nvSpPr>
            <p:cNvPr id="39979" name="WordArt 74"/>
            <p:cNvSpPr>
              <a:spLocks noTextEdit="1"/>
            </p:cNvSpPr>
            <p:nvPr/>
          </p:nvSpPr>
          <p:spPr>
            <a:xfrm>
              <a:off x="734" y="1638"/>
              <a:ext cx="119" cy="129"/>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a</a:t>
              </a:r>
            </a:p>
          </p:txBody>
        </p:sp>
        <p:sp>
          <p:nvSpPr>
            <p:cNvPr id="39980" name="WordArt 78"/>
            <p:cNvSpPr>
              <a:spLocks noTextEdit="1"/>
            </p:cNvSpPr>
            <p:nvPr/>
          </p:nvSpPr>
          <p:spPr>
            <a:xfrm>
              <a:off x="733" y="1150"/>
              <a:ext cx="208" cy="156"/>
            </a:xfrm>
            <a:prstGeom prst="rect">
              <a:avLst/>
            </a:prstGeom>
          </p:spPr>
          <p:txBody>
            <a:bodyPr wrap="none" fromWordArt="1">
              <a:prstTxWarp prst="textPlain">
                <a:avLst>
                  <a:gd name="adj" fmla="val 58208"/>
                </a:avLst>
              </a:prstTxWarp>
              <a:normAutofit/>
            </a:bodyPr>
            <a:lstStyle/>
            <a:p>
              <a:pPr algn="ctr"/>
              <a:r>
                <a:rPr lang="zh-CN" altLang="en-US" sz="3600" b="1" i="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rPr>
                <a:t>l</a:t>
              </a:r>
            </a:p>
          </p:txBody>
        </p:sp>
        <p:sp>
          <p:nvSpPr>
            <p:cNvPr id="39981" name="Rectangle 85"/>
            <p:cNvSpPr/>
            <p:nvPr/>
          </p:nvSpPr>
          <p:spPr>
            <a:xfrm>
              <a:off x="1092" y="934"/>
              <a:ext cx="54" cy="724"/>
            </a:xfrm>
            <a:prstGeom prst="rect">
              <a:avLst/>
            </a:prstGeom>
            <a:solidFill>
              <a:schemeClr val="tx2"/>
            </a:solid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9982" name="Rectangle 86"/>
            <p:cNvSpPr/>
            <p:nvPr/>
          </p:nvSpPr>
          <p:spPr>
            <a:xfrm>
              <a:off x="1092" y="1738"/>
              <a:ext cx="54" cy="726"/>
            </a:xfrm>
            <a:prstGeom prst="rect">
              <a:avLst/>
            </a:prstGeom>
            <a:solidFill>
              <a:schemeClr val="tx2"/>
            </a:solid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9983" name="Line 88"/>
            <p:cNvSpPr/>
            <p:nvPr/>
          </p:nvSpPr>
          <p:spPr>
            <a:xfrm>
              <a:off x="734" y="1483"/>
              <a:ext cx="304" cy="0"/>
            </a:xfrm>
            <a:prstGeom prst="line">
              <a:avLst/>
            </a:prstGeom>
            <a:ln w="38100" cap="flat" cmpd="sng">
              <a:solidFill>
                <a:srgbClr val="00CC00"/>
              </a:solidFill>
              <a:prstDash val="solid"/>
              <a:round/>
              <a:headEnd type="none" w="med" len="med"/>
              <a:tailEnd type="triangle" w="sm" len="lg"/>
            </a:ln>
          </p:spPr>
        </p:sp>
        <p:sp>
          <p:nvSpPr>
            <p:cNvPr id="39984" name="Line 89"/>
            <p:cNvSpPr/>
            <p:nvPr/>
          </p:nvSpPr>
          <p:spPr>
            <a:xfrm>
              <a:off x="714" y="1030"/>
              <a:ext cx="303" cy="0"/>
            </a:xfrm>
            <a:prstGeom prst="line">
              <a:avLst/>
            </a:prstGeom>
            <a:ln w="38100" cap="flat" cmpd="sng">
              <a:solidFill>
                <a:srgbClr val="00CC00"/>
              </a:solidFill>
              <a:prstDash val="solid"/>
              <a:round/>
              <a:headEnd type="none" w="med" len="med"/>
              <a:tailEnd type="triangle" w="sm" len="lg"/>
            </a:ln>
          </p:spPr>
        </p:sp>
        <p:sp>
          <p:nvSpPr>
            <p:cNvPr id="39985" name="Line 90"/>
            <p:cNvSpPr/>
            <p:nvPr/>
          </p:nvSpPr>
          <p:spPr>
            <a:xfrm>
              <a:off x="734" y="2319"/>
              <a:ext cx="304" cy="0"/>
            </a:xfrm>
            <a:prstGeom prst="line">
              <a:avLst/>
            </a:prstGeom>
            <a:ln w="38100" cap="flat" cmpd="sng">
              <a:solidFill>
                <a:srgbClr val="00CC00"/>
              </a:solidFill>
              <a:prstDash val="solid"/>
              <a:round/>
              <a:headEnd type="none" w="med" len="med"/>
              <a:tailEnd type="triangle" w="sm" len="lg"/>
            </a:ln>
          </p:spPr>
        </p:sp>
        <p:sp>
          <p:nvSpPr>
            <p:cNvPr id="39986" name="Line 91"/>
            <p:cNvSpPr/>
            <p:nvPr/>
          </p:nvSpPr>
          <p:spPr>
            <a:xfrm>
              <a:off x="727" y="1903"/>
              <a:ext cx="304" cy="0"/>
            </a:xfrm>
            <a:prstGeom prst="line">
              <a:avLst/>
            </a:prstGeom>
            <a:ln w="38100" cap="flat" cmpd="sng">
              <a:solidFill>
                <a:srgbClr val="00CC00"/>
              </a:solidFill>
              <a:prstDash val="solid"/>
              <a:round/>
              <a:headEnd type="none" w="med" len="med"/>
              <a:tailEnd type="triangle" w="sm" len="lg"/>
            </a:ln>
          </p:spPr>
        </p:sp>
        <p:sp>
          <p:nvSpPr>
            <p:cNvPr id="39987" name="Line 92"/>
            <p:cNvSpPr/>
            <p:nvPr/>
          </p:nvSpPr>
          <p:spPr>
            <a:xfrm>
              <a:off x="937" y="1658"/>
              <a:ext cx="182" cy="0"/>
            </a:xfrm>
            <a:prstGeom prst="line">
              <a:avLst/>
            </a:prstGeom>
            <a:ln w="9525" cap="flat" cmpd="sng">
              <a:solidFill>
                <a:schemeClr val="tx1"/>
              </a:solidFill>
              <a:prstDash val="solid"/>
              <a:round/>
              <a:headEnd type="none" w="med" len="med"/>
              <a:tailEnd type="none" w="med" len="med"/>
            </a:ln>
          </p:spPr>
        </p:sp>
        <p:sp>
          <p:nvSpPr>
            <p:cNvPr id="39988" name="Line 93"/>
            <p:cNvSpPr/>
            <p:nvPr/>
          </p:nvSpPr>
          <p:spPr>
            <a:xfrm>
              <a:off x="943" y="1734"/>
              <a:ext cx="182" cy="0"/>
            </a:xfrm>
            <a:prstGeom prst="line">
              <a:avLst/>
            </a:prstGeom>
            <a:ln w="9525" cap="flat" cmpd="sng">
              <a:solidFill>
                <a:schemeClr val="tx1"/>
              </a:solidFill>
              <a:prstDash val="solid"/>
              <a:round/>
              <a:headEnd type="none" w="med" len="med"/>
              <a:tailEnd type="none" w="med" len="med"/>
            </a:ln>
          </p:spPr>
        </p:sp>
        <p:sp>
          <p:nvSpPr>
            <p:cNvPr id="39989" name="Line 95"/>
            <p:cNvSpPr/>
            <p:nvPr/>
          </p:nvSpPr>
          <p:spPr>
            <a:xfrm>
              <a:off x="957" y="1542"/>
              <a:ext cx="0" cy="122"/>
            </a:xfrm>
            <a:prstGeom prst="line">
              <a:avLst/>
            </a:prstGeom>
            <a:ln w="28575" cap="flat" cmpd="sng">
              <a:solidFill>
                <a:schemeClr val="tx1"/>
              </a:solidFill>
              <a:prstDash val="solid"/>
              <a:round/>
              <a:headEnd type="none" w="med" len="med"/>
              <a:tailEnd type="triangle" w="sm" len="med"/>
            </a:ln>
          </p:spPr>
        </p:sp>
        <p:sp>
          <p:nvSpPr>
            <p:cNvPr id="39990" name="Line 96"/>
            <p:cNvSpPr/>
            <p:nvPr/>
          </p:nvSpPr>
          <p:spPr>
            <a:xfrm flipV="1">
              <a:off x="957" y="1723"/>
              <a:ext cx="0" cy="122"/>
            </a:xfrm>
            <a:prstGeom prst="line">
              <a:avLst/>
            </a:prstGeom>
            <a:ln w="28575" cap="flat" cmpd="sng">
              <a:solidFill>
                <a:schemeClr val="tx1"/>
              </a:solidFill>
              <a:prstDash val="solid"/>
              <a:round/>
              <a:headEnd type="none" w="med" len="med"/>
              <a:tailEnd type="triangle" w="sm" len="med"/>
            </a:ln>
          </p:spPr>
        </p:sp>
        <p:sp>
          <p:nvSpPr>
            <p:cNvPr id="39991" name="Line 108"/>
            <p:cNvSpPr/>
            <p:nvPr/>
          </p:nvSpPr>
          <p:spPr>
            <a:xfrm flipV="1">
              <a:off x="2588" y="1248"/>
              <a:ext cx="385" cy="5"/>
            </a:xfrm>
            <a:prstGeom prst="line">
              <a:avLst/>
            </a:prstGeom>
            <a:ln w="28575" cap="flat" cmpd="sng">
              <a:solidFill>
                <a:schemeClr val="tx1"/>
              </a:solidFill>
              <a:prstDash val="solid"/>
              <a:round/>
              <a:headEnd type="none" w="med" len="med"/>
              <a:tailEnd type="none" w="med" len="med"/>
            </a:ln>
          </p:spPr>
        </p:sp>
        <p:sp>
          <p:nvSpPr>
            <p:cNvPr id="39992" name="WordArt 109"/>
            <p:cNvSpPr>
              <a:spLocks noTextEdit="1"/>
            </p:cNvSpPr>
            <p:nvPr/>
          </p:nvSpPr>
          <p:spPr>
            <a:xfrm>
              <a:off x="1838" y="2168"/>
              <a:ext cx="269" cy="264"/>
            </a:xfrm>
            <a:prstGeom prst="rect">
              <a:avLst/>
            </a:prstGeom>
          </p:spPr>
          <p:txBody>
            <a:bodyPr wrap="none" fromWordArt="1">
              <a:prstTxWarp prst="textPlain">
                <a:avLst>
                  <a:gd name="adj" fmla="val 58954"/>
                </a:avLst>
              </a:prstTxWarp>
              <a:normAutofit/>
            </a:bodyPr>
            <a:lstStyle/>
            <a:p>
              <a:pPr algn="ctr"/>
              <a:r>
                <a:rPr lang="zh-CN" altLang="en-US" sz="3600" b="1"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f</a:t>
              </a:r>
            </a:p>
          </p:txBody>
        </p:sp>
        <p:sp>
          <p:nvSpPr>
            <p:cNvPr id="39993" name="WordArt 110"/>
            <p:cNvSpPr>
              <a:spLocks noTextEdit="1"/>
            </p:cNvSpPr>
            <p:nvPr/>
          </p:nvSpPr>
          <p:spPr>
            <a:xfrm>
              <a:off x="2223" y="1524"/>
              <a:ext cx="112" cy="129"/>
            </a:xfrm>
            <a:prstGeom prst="rect">
              <a:avLst/>
            </a:prstGeom>
          </p:spPr>
          <p:txBody>
            <a:bodyPr wrap="none" fromWordArt="1">
              <a:prstTxWarp prst="textPlain">
                <a:avLst>
                  <a:gd name="adj" fmla="val 57694"/>
                </a:avLst>
              </a:prstTxWarp>
              <a:normAutofit/>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Symbol" panose="05050102010706020507" charset="0"/>
                  <a:ea typeface="Symbol" panose="05050102010706020507" charset="0"/>
                </a:rPr>
                <a:t>q</a:t>
              </a:r>
            </a:p>
          </p:txBody>
        </p:sp>
        <p:sp>
          <p:nvSpPr>
            <p:cNvPr id="39994" name="Line 111"/>
            <p:cNvSpPr/>
            <p:nvPr/>
          </p:nvSpPr>
          <p:spPr>
            <a:xfrm flipV="1">
              <a:off x="1398" y="1436"/>
              <a:ext cx="1172" cy="258"/>
            </a:xfrm>
            <a:prstGeom prst="line">
              <a:avLst/>
            </a:prstGeom>
            <a:ln w="19050" cap="flat" cmpd="sng">
              <a:solidFill>
                <a:schemeClr val="tx1"/>
              </a:solidFill>
              <a:prstDash val="solid"/>
              <a:round/>
              <a:headEnd type="none" w="med" len="med"/>
              <a:tailEnd type="none" w="med" len="med"/>
            </a:ln>
          </p:spPr>
        </p:sp>
        <p:sp>
          <p:nvSpPr>
            <p:cNvPr id="39995" name="Line 112"/>
            <p:cNvSpPr/>
            <p:nvPr/>
          </p:nvSpPr>
          <p:spPr>
            <a:xfrm flipV="1">
              <a:off x="2588" y="1397"/>
              <a:ext cx="385" cy="5"/>
            </a:xfrm>
            <a:prstGeom prst="line">
              <a:avLst/>
            </a:prstGeom>
            <a:ln w="28575" cap="flat" cmpd="sng">
              <a:solidFill>
                <a:schemeClr val="tx1"/>
              </a:solidFill>
              <a:prstDash val="solid"/>
              <a:round/>
              <a:headEnd type="none" w="med" len="med"/>
              <a:tailEnd type="none" w="med" len="med"/>
            </a:ln>
          </p:spPr>
        </p:sp>
        <p:sp>
          <p:nvSpPr>
            <p:cNvPr id="39996" name="Line 113"/>
            <p:cNvSpPr/>
            <p:nvPr/>
          </p:nvSpPr>
          <p:spPr>
            <a:xfrm flipV="1">
              <a:off x="2582" y="1536"/>
              <a:ext cx="384" cy="5"/>
            </a:xfrm>
            <a:prstGeom prst="line">
              <a:avLst/>
            </a:prstGeom>
            <a:ln w="28575" cap="flat" cmpd="sng">
              <a:solidFill>
                <a:schemeClr val="tx1"/>
              </a:solidFill>
              <a:prstDash val="solid"/>
              <a:round/>
              <a:headEnd type="none" w="med" len="med"/>
              <a:tailEnd type="none" w="med" len="med"/>
            </a:ln>
          </p:spPr>
        </p:sp>
        <p:sp>
          <p:nvSpPr>
            <p:cNvPr id="39997" name="Line 114"/>
            <p:cNvSpPr/>
            <p:nvPr/>
          </p:nvSpPr>
          <p:spPr>
            <a:xfrm flipV="1">
              <a:off x="2595" y="1825"/>
              <a:ext cx="384" cy="3"/>
            </a:xfrm>
            <a:prstGeom prst="line">
              <a:avLst/>
            </a:prstGeom>
            <a:ln w="28575" cap="flat" cmpd="sng">
              <a:solidFill>
                <a:schemeClr val="tx1"/>
              </a:solidFill>
              <a:prstDash val="solid"/>
              <a:round/>
              <a:headEnd type="none" w="med" len="med"/>
              <a:tailEnd type="none" w="med" len="med"/>
            </a:ln>
          </p:spPr>
        </p:sp>
        <p:sp>
          <p:nvSpPr>
            <p:cNvPr id="39998" name="Line 115"/>
            <p:cNvSpPr/>
            <p:nvPr/>
          </p:nvSpPr>
          <p:spPr>
            <a:xfrm>
              <a:off x="3144" y="1902"/>
              <a:ext cx="51" cy="3"/>
            </a:xfrm>
            <a:prstGeom prst="line">
              <a:avLst/>
            </a:prstGeom>
            <a:ln w="38100" cap="flat" cmpd="sng">
              <a:solidFill>
                <a:schemeClr val="tx1"/>
              </a:solidFill>
              <a:prstDash val="solid"/>
              <a:round/>
              <a:headEnd type="none" w="med" len="med"/>
              <a:tailEnd type="none" w="med" len="med"/>
            </a:ln>
          </p:spPr>
        </p:sp>
        <p:sp>
          <p:nvSpPr>
            <p:cNvPr id="39999" name="WordArt 116"/>
            <p:cNvSpPr>
              <a:spLocks noTextEdit="1"/>
            </p:cNvSpPr>
            <p:nvPr/>
          </p:nvSpPr>
          <p:spPr>
            <a:xfrm>
              <a:off x="3228" y="1857"/>
              <a:ext cx="63" cy="88"/>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1</a:t>
              </a:r>
            </a:p>
          </p:txBody>
        </p:sp>
        <p:sp>
          <p:nvSpPr>
            <p:cNvPr id="40000" name="Arc 117"/>
            <p:cNvSpPr/>
            <p:nvPr/>
          </p:nvSpPr>
          <p:spPr>
            <a:xfrm rot="2110827">
              <a:off x="1954" y="1554"/>
              <a:ext cx="119" cy="101"/>
            </a:xfrm>
            <a:custGeom>
              <a:avLst/>
              <a:gdLst/>
              <a:ahLst/>
              <a:cxnLst>
                <a:cxn ang="0">
                  <a:pos x="0" y="0"/>
                </a:cxn>
                <a:cxn ang="0">
                  <a:pos x="0" y="0"/>
                </a:cxn>
                <a:cxn ang="0">
                  <a:pos x="0" y="0"/>
                </a:cxn>
              </a:cxnLst>
              <a:rect l="0" t="0" r="0" b="0"/>
              <a:pathLst>
                <a:path w="21600" h="20217" fill="none">
                  <a:moveTo>
                    <a:pt x="8866" y="-1"/>
                  </a:moveTo>
                  <a:cubicBezTo>
                    <a:pt x="16616" y="3488"/>
                    <a:pt x="21600" y="11197"/>
                    <a:pt x="21600" y="19696"/>
                  </a:cubicBezTo>
                  <a:cubicBezTo>
                    <a:pt x="21600" y="19869"/>
                    <a:pt x="21597" y="20043"/>
                    <a:pt x="21593" y="20216"/>
                  </a:cubicBezTo>
                </a:path>
                <a:path w="21600" h="20217" stroke="0">
                  <a:moveTo>
                    <a:pt x="8866" y="-1"/>
                  </a:moveTo>
                  <a:cubicBezTo>
                    <a:pt x="16616" y="3488"/>
                    <a:pt x="21600" y="11197"/>
                    <a:pt x="21600" y="19696"/>
                  </a:cubicBezTo>
                  <a:cubicBezTo>
                    <a:pt x="21600" y="19869"/>
                    <a:pt x="21597" y="20043"/>
                    <a:pt x="21593" y="20216"/>
                  </a:cubicBezTo>
                  <a:lnTo>
                    <a:pt x="0" y="19696"/>
                  </a:lnTo>
                  <a:lnTo>
                    <a:pt x="8866" y="-1"/>
                  </a:lnTo>
                  <a:close/>
                </a:path>
              </a:pathLst>
            </a:custGeom>
            <a:noFill/>
            <a:ln w="28575" cap="flat" cmpd="sng">
              <a:solidFill>
                <a:schemeClr val="tx1"/>
              </a:solidFill>
              <a:prstDash val="solid"/>
              <a:round/>
              <a:headEnd type="none" w="med" len="med"/>
              <a:tailEnd type="none" w="med" len="med"/>
            </a:ln>
          </p:spPr>
          <p:txBody>
            <a:bodyPr/>
            <a:lstStyle/>
            <a:p>
              <a:endParaRPr lang="zh-CN" altLang="en-US"/>
            </a:p>
          </p:txBody>
        </p:sp>
        <p:sp>
          <p:nvSpPr>
            <p:cNvPr id="40001" name="Line 118"/>
            <p:cNvSpPr/>
            <p:nvPr/>
          </p:nvSpPr>
          <p:spPr>
            <a:xfrm>
              <a:off x="2184" y="2319"/>
              <a:ext cx="391" cy="0"/>
            </a:xfrm>
            <a:prstGeom prst="line">
              <a:avLst/>
            </a:prstGeom>
            <a:ln w="38100" cap="flat" cmpd="sng">
              <a:solidFill>
                <a:schemeClr val="tx1"/>
              </a:solidFill>
              <a:prstDash val="solid"/>
              <a:round/>
              <a:headEnd type="none" w="med" len="med"/>
              <a:tailEnd type="triangle" w="sm" len="lg"/>
            </a:ln>
          </p:spPr>
        </p:sp>
        <p:grpSp>
          <p:nvGrpSpPr>
            <p:cNvPr id="40002" name="Group 129"/>
            <p:cNvGrpSpPr/>
            <p:nvPr/>
          </p:nvGrpSpPr>
          <p:grpSpPr>
            <a:xfrm>
              <a:off x="2587" y="962"/>
              <a:ext cx="402" cy="1428"/>
              <a:chOff x="3198" y="1086"/>
              <a:chExt cx="402" cy="1404"/>
            </a:xfrm>
          </p:grpSpPr>
          <p:grpSp>
            <p:nvGrpSpPr>
              <p:cNvPr id="40003" name="Group 127"/>
              <p:cNvGrpSpPr/>
              <p:nvPr/>
            </p:nvGrpSpPr>
            <p:grpSpPr>
              <a:xfrm>
                <a:off x="3204" y="1091"/>
                <a:ext cx="393" cy="1393"/>
                <a:chOff x="3204" y="1091"/>
                <a:chExt cx="393" cy="1393"/>
              </a:xfrm>
            </p:grpSpPr>
            <p:sp>
              <p:nvSpPr>
                <p:cNvPr id="40004" name="Rectangle 98"/>
                <p:cNvSpPr/>
                <p:nvPr/>
              </p:nvSpPr>
              <p:spPr>
                <a:xfrm rot="5400000">
                  <a:off x="2695" y="1590"/>
                  <a:ext cx="1386" cy="369"/>
                </a:xfrm>
                <a:prstGeom prst="rect">
                  <a:avLst/>
                </a:prstGeom>
                <a:gradFill rotWithShape="0">
                  <a:gsLst>
                    <a:gs pos="0">
                      <a:srgbClr val="000000"/>
                    </a:gs>
                    <a:gs pos="50000">
                      <a:srgbClr val="0074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0005" name="Rectangle 99"/>
                <p:cNvSpPr/>
                <p:nvPr/>
              </p:nvSpPr>
              <p:spPr>
                <a:xfrm rot="5400000">
                  <a:off x="3149" y="1587"/>
                  <a:ext cx="471" cy="375"/>
                </a:xfrm>
                <a:prstGeom prst="rect">
                  <a:avLst/>
                </a:prstGeom>
                <a:gradFill rotWithShape="0">
                  <a:gsLst>
                    <a:gs pos="0">
                      <a:srgbClr val="000000"/>
                    </a:gs>
                    <a:gs pos="50000">
                      <a:srgbClr val="00CC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0006" name="Rectangle 100"/>
                <p:cNvSpPr/>
                <p:nvPr/>
              </p:nvSpPr>
              <p:spPr>
                <a:xfrm rot="5400000">
                  <a:off x="3263" y="1226"/>
                  <a:ext cx="235" cy="384"/>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0007" name="Rectangle 101"/>
                <p:cNvSpPr/>
                <p:nvPr/>
              </p:nvSpPr>
              <p:spPr>
                <a:xfrm rot="5400000">
                  <a:off x="3272" y="1930"/>
                  <a:ext cx="234" cy="385"/>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0008" name="Rectangle 102"/>
                <p:cNvSpPr/>
                <p:nvPr/>
              </p:nvSpPr>
              <p:spPr>
                <a:xfrm rot="5400000">
                  <a:off x="3278" y="1017"/>
                  <a:ext cx="236" cy="384"/>
                </a:xfrm>
                <a:prstGeom prst="rect">
                  <a:avLst/>
                </a:prstGeom>
                <a:gradFill rotWithShape="0">
                  <a:gsLst>
                    <a:gs pos="0">
                      <a:srgbClr val="000000"/>
                    </a:gs>
                    <a:gs pos="50000">
                      <a:srgbClr val="0064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0009" name="Rectangle 103"/>
                <p:cNvSpPr/>
                <p:nvPr/>
              </p:nvSpPr>
              <p:spPr>
                <a:xfrm rot="5400000">
                  <a:off x="3272" y="2159"/>
                  <a:ext cx="235" cy="385"/>
                </a:xfrm>
                <a:prstGeom prst="rect">
                  <a:avLst/>
                </a:prstGeom>
                <a:gradFill rotWithShape="0">
                  <a:gsLst>
                    <a:gs pos="0">
                      <a:srgbClr val="000000"/>
                    </a:gs>
                    <a:gs pos="50000">
                      <a:srgbClr val="0064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40010" name="Rectangle 128"/>
              <p:cNvSpPr/>
              <p:nvPr/>
            </p:nvSpPr>
            <p:spPr>
              <a:xfrm>
                <a:off x="3198" y="1086"/>
                <a:ext cx="402" cy="1404"/>
              </a:xfrm>
              <a:prstGeom prst="rect">
                <a:avLst/>
              </a:prstGeom>
              <a:noFill/>
              <a:ln w="38100"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40011" name="Line 123"/>
            <p:cNvSpPr/>
            <p:nvPr/>
          </p:nvSpPr>
          <p:spPr>
            <a:xfrm>
              <a:off x="2566" y="715"/>
              <a:ext cx="0" cy="1792"/>
            </a:xfrm>
            <a:prstGeom prst="line">
              <a:avLst/>
            </a:prstGeom>
            <a:ln w="38100" cap="flat" cmpd="sng">
              <a:solidFill>
                <a:schemeClr val="tx1"/>
              </a:solidFill>
              <a:prstDash val="solid"/>
              <a:round/>
              <a:headEnd type="triangle" w="med" len="med"/>
              <a:tailEnd type="none" w="med" len="med"/>
            </a:ln>
          </p:spPr>
        </p:sp>
        <p:sp>
          <p:nvSpPr>
            <p:cNvPr id="40012" name="Line 134"/>
            <p:cNvSpPr/>
            <p:nvPr/>
          </p:nvSpPr>
          <p:spPr>
            <a:xfrm flipV="1">
              <a:off x="2563" y="1442"/>
              <a:ext cx="501" cy="3"/>
            </a:xfrm>
            <a:prstGeom prst="line">
              <a:avLst/>
            </a:prstGeom>
            <a:ln w="57150" cap="flat" cmpd="sng">
              <a:solidFill>
                <a:schemeClr val="tx1"/>
              </a:solidFill>
              <a:prstDash val="solid"/>
              <a:round/>
              <a:headEnd type="none" w="med" len="med"/>
              <a:tailEnd type="none" w="med" len="med"/>
            </a:ln>
          </p:spPr>
        </p:sp>
        <p:sp>
          <p:nvSpPr>
            <p:cNvPr id="40013" name="Line 135"/>
            <p:cNvSpPr/>
            <p:nvPr/>
          </p:nvSpPr>
          <p:spPr>
            <a:xfrm flipV="1">
              <a:off x="2569" y="1907"/>
              <a:ext cx="501" cy="3"/>
            </a:xfrm>
            <a:prstGeom prst="line">
              <a:avLst/>
            </a:prstGeom>
            <a:ln w="57150" cap="flat" cmpd="sng">
              <a:solidFill>
                <a:schemeClr val="tx1"/>
              </a:solidFill>
              <a:prstDash val="solid"/>
              <a:round/>
              <a:headEnd type="none" w="med" len="med"/>
              <a:tailEnd type="none" w="med" len="med"/>
            </a:ln>
          </p:spPr>
        </p:sp>
        <p:sp>
          <p:nvSpPr>
            <p:cNvPr id="40014" name="WordArt 136"/>
            <p:cNvSpPr>
              <a:spLocks noTextEdit="1"/>
            </p:cNvSpPr>
            <p:nvPr/>
          </p:nvSpPr>
          <p:spPr>
            <a:xfrm>
              <a:off x="3174" y="1410"/>
              <a:ext cx="63" cy="88"/>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1</a:t>
              </a:r>
            </a:p>
          </p:txBody>
        </p:sp>
        <p:sp>
          <p:nvSpPr>
            <p:cNvPr id="40015" name="WordArt 140"/>
            <p:cNvSpPr>
              <a:spLocks noTextEdit="1"/>
            </p:cNvSpPr>
            <p:nvPr/>
          </p:nvSpPr>
          <p:spPr>
            <a:xfrm>
              <a:off x="2350" y="1581"/>
              <a:ext cx="27" cy="68"/>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sp>
          <p:nvSpPr>
            <p:cNvPr id="40016" name="Line 142"/>
            <p:cNvSpPr/>
            <p:nvPr/>
          </p:nvSpPr>
          <p:spPr>
            <a:xfrm>
              <a:off x="3467" y="1445"/>
              <a:ext cx="815" cy="0"/>
            </a:xfrm>
            <a:prstGeom prst="line">
              <a:avLst/>
            </a:prstGeom>
            <a:ln w="9525" cap="flat" cmpd="sng">
              <a:solidFill>
                <a:schemeClr val="tx1"/>
              </a:solidFill>
              <a:prstDash val="solid"/>
              <a:round/>
              <a:headEnd type="none" w="med" len="med"/>
              <a:tailEnd type="none" w="med" len="med"/>
            </a:ln>
          </p:spPr>
        </p:sp>
        <p:sp>
          <p:nvSpPr>
            <p:cNvPr id="40017" name="Line 143"/>
            <p:cNvSpPr/>
            <p:nvPr/>
          </p:nvSpPr>
          <p:spPr>
            <a:xfrm>
              <a:off x="3497" y="1900"/>
              <a:ext cx="815" cy="0"/>
            </a:xfrm>
            <a:prstGeom prst="line">
              <a:avLst/>
            </a:prstGeom>
            <a:ln w="9525" cap="flat" cmpd="sng">
              <a:solidFill>
                <a:schemeClr val="tx1"/>
              </a:solidFill>
              <a:prstDash val="solid"/>
              <a:round/>
              <a:headEnd type="none" w="med" len="med"/>
              <a:tailEnd type="none" w="med" len="med"/>
            </a:ln>
          </p:spPr>
        </p:sp>
        <p:sp>
          <p:nvSpPr>
            <p:cNvPr id="40018" name="Line 145"/>
            <p:cNvSpPr/>
            <p:nvPr/>
          </p:nvSpPr>
          <p:spPr>
            <a:xfrm>
              <a:off x="3618" y="1445"/>
              <a:ext cx="0" cy="455"/>
            </a:xfrm>
            <a:prstGeom prst="line">
              <a:avLst/>
            </a:prstGeom>
            <a:ln w="28575" cap="flat" cmpd="sng">
              <a:solidFill>
                <a:schemeClr val="tx1"/>
              </a:solidFill>
              <a:prstDash val="solid"/>
              <a:round/>
              <a:headEnd type="triangle" w="med" len="lg"/>
              <a:tailEnd type="triangle" w="med" len="lg"/>
            </a:ln>
          </p:spPr>
        </p:sp>
        <p:sp>
          <p:nvSpPr>
            <p:cNvPr id="40019" name="WordArt 146"/>
            <p:cNvSpPr>
              <a:spLocks noTextEdit="1"/>
            </p:cNvSpPr>
            <p:nvPr/>
          </p:nvSpPr>
          <p:spPr>
            <a:xfrm>
              <a:off x="3743" y="1520"/>
              <a:ext cx="240" cy="280"/>
            </a:xfrm>
            <a:prstGeom prst="rect">
              <a:avLst/>
            </a:prstGeom>
          </p:spPr>
          <p:txBody>
            <a:bodyPr wrap="none" fromWordArt="1">
              <a:prstTxWarp prst="textPlain">
                <a:avLst>
                  <a:gd name="adj" fmla="val 59361"/>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W</a:t>
              </a:r>
            </a:p>
          </p:txBody>
        </p:sp>
        <p:sp>
          <p:nvSpPr>
            <p:cNvPr id="40020" name="Line 131"/>
            <p:cNvSpPr/>
            <p:nvPr/>
          </p:nvSpPr>
          <p:spPr>
            <a:xfrm flipV="1">
              <a:off x="1179" y="1674"/>
              <a:ext cx="1250" cy="26"/>
            </a:xfrm>
            <a:prstGeom prst="line">
              <a:avLst/>
            </a:prstGeom>
            <a:ln w="12700" cap="flat" cmpd="sng">
              <a:solidFill>
                <a:schemeClr val="tx1"/>
              </a:solidFill>
              <a:prstDash val="dashDot"/>
              <a:round/>
              <a:headEnd type="none" w="med" len="med"/>
              <a:tailEnd type="none" w="med" len="med"/>
            </a:ln>
          </p:spPr>
        </p:sp>
        <p:sp>
          <p:nvSpPr>
            <p:cNvPr id="40021" name="WordArt 148"/>
            <p:cNvSpPr>
              <a:spLocks noTextEdit="1"/>
            </p:cNvSpPr>
            <p:nvPr/>
          </p:nvSpPr>
          <p:spPr>
            <a:xfrm>
              <a:off x="2332" y="716"/>
              <a:ext cx="146" cy="138"/>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x</a:t>
              </a:r>
            </a:p>
          </p:txBody>
        </p:sp>
        <p:grpSp>
          <p:nvGrpSpPr>
            <p:cNvPr id="40022" name="Group 156"/>
            <p:cNvGrpSpPr/>
            <p:nvPr/>
          </p:nvGrpSpPr>
          <p:grpSpPr>
            <a:xfrm>
              <a:off x="2321" y="1298"/>
              <a:ext cx="164" cy="111"/>
              <a:chOff x="2365" y="1309"/>
              <a:chExt cx="164" cy="111"/>
            </a:xfrm>
          </p:grpSpPr>
          <p:sp>
            <p:nvSpPr>
              <p:cNvPr id="40023" name="WordArt 149"/>
              <p:cNvSpPr>
                <a:spLocks noTextEdit="1"/>
              </p:cNvSpPr>
              <p:nvPr/>
            </p:nvSpPr>
            <p:spPr>
              <a:xfrm>
                <a:off x="2365" y="1309"/>
                <a:ext cx="110" cy="108"/>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x</a:t>
                </a:r>
              </a:p>
            </p:txBody>
          </p:sp>
          <p:sp>
            <p:nvSpPr>
              <p:cNvPr id="40024" name="WordArt 150"/>
              <p:cNvSpPr>
                <a:spLocks noTextEdit="1"/>
              </p:cNvSpPr>
              <p:nvPr/>
            </p:nvSpPr>
            <p:spPr>
              <a:xfrm>
                <a:off x="2502" y="1352"/>
                <a:ext cx="27" cy="68"/>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sp>
          <p:nvSpPr>
            <p:cNvPr id="40025" name="WordArt 151"/>
            <p:cNvSpPr>
              <a:spLocks noTextEdit="1"/>
            </p:cNvSpPr>
            <p:nvPr/>
          </p:nvSpPr>
          <p:spPr>
            <a:xfrm>
              <a:off x="2444" y="1701"/>
              <a:ext cx="81" cy="9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0</a:t>
              </a:r>
            </a:p>
          </p:txBody>
        </p:sp>
        <p:sp>
          <p:nvSpPr>
            <p:cNvPr id="40026" name="Line 160"/>
            <p:cNvSpPr/>
            <p:nvPr/>
          </p:nvSpPr>
          <p:spPr>
            <a:xfrm>
              <a:off x="1399" y="1696"/>
              <a:ext cx="1172" cy="214"/>
            </a:xfrm>
            <a:prstGeom prst="line">
              <a:avLst/>
            </a:prstGeom>
            <a:ln w="3175" cap="flat" cmpd="sng">
              <a:solidFill>
                <a:schemeClr val="tx1"/>
              </a:solidFill>
              <a:prstDash val="dash"/>
              <a:round/>
              <a:headEnd type="none" w="med" len="med"/>
              <a:tailEnd type="none" w="med" len="med"/>
            </a:ln>
          </p:spPr>
        </p:sp>
        <p:grpSp>
          <p:nvGrpSpPr>
            <p:cNvPr id="40027" name="Group 239"/>
            <p:cNvGrpSpPr/>
            <p:nvPr/>
          </p:nvGrpSpPr>
          <p:grpSpPr>
            <a:xfrm>
              <a:off x="3516" y="933"/>
              <a:ext cx="1421" cy="1448"/>
              <a:chOff x="3516" y="933"/>
              <a:chExt cx="1421" cy="1448"/>
            </a:xfrm>
          </p:grpSpPr>
          <p:grpSp>
            <p:nvGrpSpPr>
              <p:cNvPr id="40028" name="Group 240"/>
              <p:cNvGrpSpPr/>
              <p:nvPr/>
            </p:nvGrpSpPr>
            <p:grpSpPr>
              <a:xfrm>
                <a:off x="3516" y="933"/>
                <a:ext cx="1421" cy="235"/>
                <a:chOff x="1461" y="2704"/>
                <a:chExt cx="1421" cy="235"/>
              </a:xfrm>
            </p:grpSpPr>
            <p:sp>
              <p:nvSpPr>
                <p:cNvPr id="40029" name="WordArt 241"/>
                <p:cNvSpPr>
                  <a:spLocks noTextEdit="1"/>
                </p:cNvSpPr>
                <p:nvPr/>
              </p:nvSpPr>
              <p:spPr>
                <a:xfrm>
                  <a:off x="1461" y="2704"/>
                  <a:ext cx="160" cy="207"/>
                </a:xfrm>
                <a:prstGeom prst="rect">
                  <a:avLst/>
                </a:prstGeom>
              </p:spPr>
              <p:txBody>
                <a:bodyPr wrap="none" fromWordArt="1">
                  <a:prstTxWarp prst="textPlain">
                    <a:avLst>
                      <a:gd name="adj" fmla="val 50000"/>
                    </a:avLst>
                  </a:prstTxWarp>
                  <a:normAutofit/>
                </a:bodyPr>
                <a:lstStyle/>
                <a:p>
                  <a:pPr algn="ctr"/>
                  <a:r>
                    <a:rPr lang="zh-CN" altLang="en-US" sz="3600" i="1">
                      <a:ln w="38100"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a</a:t>
                  </a:r>
                </a:p>
              </p:txBody>
            </p:sp>
            <p:grpSp>
              <p:nvGrpSpPr>
                <p:cNvPr id="40030" name="Group 242"/>
                <p:cNvGrpSpPr/>
                <p:nvPr/>
              </p:nvGrpSpPr>
              <p:grpSpPr>
                <a:xfrm>
                  <a:off x="2426" y="2778"/>
                  <a:ext cx="211" cy="71"/>
                  <a:chOff x="3688" y="2648"/>
                  <a:chExt cx="224" cy="72"/>
                </a:xfrm>
              </p:grpSpPr>
              <p:sp>
                <p:nvSpPr>
                  <p:cNvPr id="40031" name="Line 243"/>
                  <p:cNvSpPr/>
                  <p:nvPr/>
                </p:nvSpPr>
                <p:spPr>
                  <a:xfrm>
                    <a:off x="3688" y="2648"/>
                    <a:ext cx="224" cy="0"/>
                  </a:xfrm>
                  <a:prstGeom prst="line">
                    <a:avLst/>
                  </a:prstGeom>
                  <a:ln w="76200" cap="flat" cmpd="sng">
                    <a:solidFill>
                      <a:schemeClr val="tx2"/>
                    </a:solidFill>
                    <a:prstDash val="solid"/>
                    <a:round/>
                    <a:headEnd type="none" w="med" len="med"/>
                    <a:tailEnd type="none" w="med" len="med"/>
                  </a:ln>
                </p:spPr>
              </p:sp>
              <p:sp>
                <p:nvSpPr>
                  <p:cNvPr id="40032" name="Line 244"/>
                  <p:cNvSpPr/>
                  <p:nvPr/>
                </p:nvSpPr>
                <p:spPr>
                  <a:xfrm>
                    <a:off x="3688" y="2720"/>
                    <a:ext cx="224" cy="0"/>
                  </a:xfrm>
                  <a:prstGeom prst="line">
                    <a:avLst/>
                  </a:prstGeom>
                  <a:ln w="76200" cap="flat" cmpd="sng">
                    <a:solidFill>
                      <a:schemeClr val="tx2"/>
                    </a:solidFill>
                    <a:prstDash val="solid"/>
                    <a:round/>
                    <a:headEnd type="none" w="med" len="med"/>
                    <a:tailEnd type="none" w="med" len="med"/>
                  </a:ln>
                </p:spPr>
              </p:sp>
            </p:grpSp>
            <p:sp>
              <p:nvSpPr>
                <p:cNvPr id="40033" name="WordArt 245"/>
                <p:cNvSpPr>
                  <a:spLocks noTextEdit="1"/>
                </p:cNvSpPr>
                <p:nvPr/>
              </p:nvSpPr>
              <p:spPr>
                <a:xfrm rot="-142993">
                  <a:off x="2674" y="2714"/>
                  <a:ext cx="208" cy="217"/>
                </a:xfrm>
                <a:prstGeom prst="rect">
                  <a:avLst/>
                </a:prstGeom>
              </p:spPr>
              <p:txBody>
                <a:bodyPr wrap="none" fromWordArt="1">
                  <a:prstTxWarp prst="textPlain">
                    <a:avLst>
                      <a:gd name="adj" fmla="val 55806"/>
                    </a:avLst>
                  </a:prstTxWarp>
                  <a:normAutofit/>
                </a:bodyPr>
                <a:lstStyle/>
                <a:p>
                  <a:pPr algn="ctr"/>
                  <a:r>
                    <a:rPr lang="zh-CN" altLang="en-US" sz="3600" b="1" i="1">
                      <a:ln w="2857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rPr>
                    <a:t>l</a:t>
                  </a:r>
                </a:p>
              </p:txBody>
            </p:sp>
            <p:grpSp>
              <p:nvGrpSpPr>
                <p:cNvPr id="40034" name="Group 246"/>
                <p:cNvGrpSpPr/>
                <p:nvPr/>
              </p:nvGrpSpPr>
              <p:grpSpPr>
                <a:xfrm>
                  <a:off x="1673" y="2708"/>
                  <a:ext cx="669" cy="231"/>
                  <a:chOff x="858" y="2902"/>
                  <a:chExt cx="669" cy="231"/>
                </a:xfrm>
              </p:grpSpPr>
              <p:sp>
                <p:nvSpPr>
                  <p:cNvPr id="40035" name="WordArt 247"/>
                  <p:cNvSpPr>
                    <a:spLocks noTextEdit="1"/>
                  </p:cNvSpPr>
                  <p:nvPr/>
                </p:nvSpPr>
                <p:spPr>
                  <a:xfrm>
                    <a:off x="858" y="2911"/>
                    <a:ext cx="388" cy="17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grpSp>
                <p:nvGrpSpPr>
                  <p:cNvPr id="40036" name="Group 248"/>
                  <p:cNvGrpSpPr/>
                  <p:nvPr/>
                </p:nvGrpSpPr>
                <p:grpSpPr>
                  <a:xfrm>
                    <a:off x="1299" y="2902"/>
                    <a:ext cx="228" cy="231"/>
                    <a:chOff x="1299" y="2902"/>
                    <a:chExt cx="228" cy="231"/>
                  </a:xfrm>
                </p:grpSpPr>
                <p:sp>
                  <p:nvSpPr>
                    <p:cNvPr id="40037" name="WordArt 249"/>
                    <p:cNvSpPr>
                      <a:spLocks noTextEdit="1"/>
                    </p:cNvSpPr>
                    <p:nvPr/>
                  </p:nvSpPr>
                  <p:spPr>
                    <a:xfrm>
                      <a:off x="1299" y="2902"/>
                      <a:ext cx="156" cy="21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40038" name="WordArt 250"/>
                    <p:cNvSpPr>
                      <a:spLocks noTextEdit="1"/>
                    </p:cNvSpPr>
                    <p:nvPr/>
                  </p:nvSpPr>
                  <p:spPr>
                    <a:xfrm>
                      <a:off x="1484" y="3011"/>
                      <a:ext cx="43" cy="12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1</a:t>
                      </a:r>
                    </a:p>
                  </p:txBody>
                </p:sp>
              </p:grpSp>
            </p:grpSp>
          </p:grpSp>
          <p:grpSp>
            <p:nvGrpSpPr>
              <p:cNvPr id="40039" name="Group 251"/>
              <p:cNvGrpSpPr/>
              <p:nvPr/>
            </p:nvGrpSpPr>
            <p:grpSpPr>
              <a:xfrm>
                <a:off x="3774" y="2151"/>
                <a:ext cx="995" cy="230"/>
                <a:chOff x="2677" y="2890"/>
                <a:chExt cx="930" cy="231"/>
              </a:xfrm>
            </p:grpSpPr>
            <p:grpSp>
              <p:nvGrpSpPr>
                <p:cNvPr id="40040" name="Group 252"/>
                <p:cNvGrpSpPr/>
                <p:nvPr/>
              </p:nvGrpSpPr>
              <p:grpSpPr>
                <a:xfrm>
                  <a:off x="2677" y="2890"/>
                  <a:ext cx="228" cy="231"/>
                  <a:chOff x="1299" y="2902"/>
                  <a:chExt cx="228" cy="231"/>
                </a:xfrm>
              </p:grpSpPr>
              <p:sp>
                <p:nvSpPr>
                  <p:cNvPr id="40041" name="WordArt 253"/>
                  <p:cNvSpPr>
                    <a:spLocks noTextEdit="1"/>
                  </p:cNvSpPr>
                  <p:nvPr/>
                </p:nvSpPr>
                <p:spPr>
                  <a:xfrm>
                    <a:off x="1299" y="2902"/>
                    <a:ext cx="156" cy="21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40042" name="WordArt 254"/>
                  <p:cNvSpPr>
                    <a:spLocks noTextEdit="1"/>
                  </p:cNvSpPr>
                  <p:nvPr/>
                </p:nvSpPr>
                <p:spPr>
                  <a:xfrm>
                    <a:off x="1484" y="3011"/>
                    <a:ext cx="43" cy="12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1</a:t>
                    </a:r>
                  </a:p>
                </p:txBody>
              </p:sp>
            </p:grpSp>
            <p:sp>
              <p:nvSpPr>
                <p:cNvPr id="40043" name="WordArt 255"/>
                <p:cNvSpPr/>
                <p:nvPr/>
              </p:nvSpPr>
              <p:spPr>
                <a:xfrm>
                  <a:off x="3003" y="2898"/>
                  <a:ext cx="604" cy="21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实际很小</a:t>
                  </a:r>
                </a:p>
              </p:txBody>
            </p:sp>
          </p:grpSp>
        </p:grpSp>
        <p:sp>
          <p:nvSpPr>
            <p:cNvPr id="40044" name="WordArt 259"/>
            <p:cNvSpPr>
              <a:spLocks noTextEdit="1"/>
            </p:cNvSpPr>
            <p:nvPr/>
          </p:nvSpPr>
          <p:spPr>
            <a:xfrm>
              <a:off x="3928" y="1699"/>
              <a:ext cx="90" cy="105"/>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o</a:t>
              </a:r>
            </a:p>
          </p:txBody>
        </p:sp>
      </p:grpSp>
      <p:grpSp>
        <p:nvGrpSpPr>
          <p:cNvPr id="22" name="Group 262"/>
          <p:cNvGrpSpPr/>
          <p:nvPr/>
        </p:nvGrpSpPr>
        <p:grpSpPr>
          <a:xfrm>
            <a:off x="1847850" y="5618163"/>
            <a:ext cx="3756025" cy="896937"/>
            <a:chOff x="1250" y="3260"/>
            <a:chExt cx="3108" cy="772"/>
          </a:xfrm>
        </p:grpSpPr>
        <p:grpSp>
          <p:nvGrpSpPr>
            <p:cNvPr id="40046" name="Group 257"/>
            <p:cNvGrpSpPr/>
            <p:nvPr/>
          </p:nvGrpSpPr>
          <p:grpSpPr>
            <a:xfrm>
              <a:off x="1250" y="3260"/>
              <a:ext cx="3108" cy="772"/>
              <a:chOff x="1250" y="3260"/>
              <a:chExt cx="3108" cy="772"/>
            </a:xfrm>
          </p:grpSpPr>
          <p:sp>
            <p:nvSpPr>
              <p:cNvPr id="40047" name="WordArt 152"/>
              <p:cNvSpPr>
                <a:spLocks noTextEdit="1"/>
              </p:cNvSpPr>
              <p:nvPr/>
            </p:nvSpPr>
            <p:spPr>
              <a:xfrm>
                <a:off x="1485" y="3505"/>
                <a:ext cx="303" cy="326"/>
              </a:xfrm>
              <a:prstGeom prst="rect">
                <a:avLst/>
              </a:prstGeom>
            </p:spPr>
            <p:txBody>
              <a:bodyPr wrap="none" fromWordArt="1">
                <a:prstTxWarp prst="textPlain">
                  <a:avLst>
                    <a:gd name="adj" fmla="val 59361"/>
                  </a:avLst>
                </a:prstTxWarp>
                <a:normAutofit/>
              </a:bodyPr>
              <a:lstStyle/>
              <a:p>
                <a:pPr algn="ctr"/>
                <a:r>
                  <a:rPr lang="zh-CN" altLang="en-US" sz="1200" i="1">
                    <a:ln w="2857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W</a:t>
                </a:r>
              </a:p>
            </p:txBody>
          </p:sp>
          <p:grpSp>
            <p:nvGrpSpPr>
              <p:cNvPr id="40048" name="Group 153"/>
              <p:cNvGrpSpPr/>
              <p:nvPr/>
            </p:nvGrpSpPr>
            <p:grpSpPr>
              <a:xfrm>
                <a:off x="1853" y="3659"/>
                <a:ext cx="217" cy="80"/>
                <a:chOff x="3688" y="2648"/>
                <a:chExt cx="224" cy="72"/>
              </a:xfrm>
            </p:grpSpPr>
            <p:sp>
              <p:nvSpPr>
                <p:cNvPr id="40049" name="Line 154"/>
                <p:cNvSpPr/>
                <p:nvPr/>
              </p:nvSpPr>
              <p:spPr>
                <a:xfrm>
                  <a:off x="3688" y="2648"/>
                  <a:ext cx="224" cy="0"/>
                </a:xfrm>
                <a:prstGeom prst="line">
                  <a:avLst/>
                </a:prstGeom>
                <a:ln w="76200" cap="flat" cmpd="sng">
                  <a:solidFill>
                    <a:schemeClr val="tx2"/>
                  </a:solidFill>
                  <a:prstDash val="solid"/>
                  <a:round/>
                  <a:headEnd type="none" w="med" len="med"/>
                  <a:tailEnd type="none" w="med" len="med"/>
                </a:ln>
              </p:spPr>
            </p:sp>
            <p:sp>
              <p:nvSpPr>
                <p:cNvPr id="40050" name="Line 155"/>
                <p:cNvSpPr/>
                <p:nvPr/>
              </p:nvSpPr>
              <p:spPr>
                <a:xfrm>
                  <a:off x="3688" y="2720"/>
                  <a:ext cx="224" cy="0"/>
                </a:xfrm>
                <a:prstGeom prst="line">
                  <a:avLst/>
                </a:prstGeom>
                <a:ln w="76200" cap="flat" cmpd="sng">
                  <a:solidFill>
                    <a:schemeClr val="tx2"/>
                  </a:solidFill>
                  <a:prstDash val="solid"/>
                  <a:round/>
                  <a:headEnd type="none" w="med" len="med"/>
                  <a:tailEnd type="none" w="med" len="med"/>
                </a:ln>
              </p:spPr>
            </p:sp>
          </p:grpSp>
          <p:grpSp>
            <p:nvGrpSpPr>
              <p:cNvPr id="40051" name="Group 178"/>
              <p:cNvGrpSpPr/>
              <p:nvPr/>
            </p:nvGrpSpPr>
            <p:grpSpPr>
              <a:xfrm>
                <a:off x="2393" y="3582"/>
                <a:ext cx="271" cy="224"/>
                <a:chOff x="1483" y="3731"/>
                <a:chExt cx="263" cy="199"/>
              </a:xfrm>
            </p:grpSpPr>
            <p:sp>
              <p:nvSpPr>
                <p:cNvPr id="26740" name="WordArt 158"/>
                <p:cNvSpPr>
                  <a:spLocks noTextEdit="1"/>
                </p:cNvSpPr>
                <p:nvPr/>
              </p:nvSpPr>
              <p:spPr>
                <a:xfrm>
                  <a:off x="1483" y="3731"/>
                  <a:ext cx="176" cy="194"/>
                </a:xfrm>
                <a:prstGeom prst="rect">
                  <a:avLst/>
                </a:prstGeom>
              </p:spPr>
              <p:txBody>
                <a:bodyPr wrap="none" fromWordArt="1">
                  <a:prstTxWarp prst="textPlain">
                    <a:avLst>
                      <a:gd name="adj" fmla="val 50000"/>
                    </a:avLst>
                  </a:prstTxWarp>
                  <a:normAutofit fontScale="90000" lnSpcReduction="10000"/>
                </a:bodyPr>
                <a:lstStyle/>
                <a:p>
                  <a:pPr algn="ctr" fontAlgn="base"/>
                  <a:r>
                    <a:rPr lang="zh-CN" altLang="en-US" sz="1200" i="1"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x</a:t>
                  </a:r>
                  <a:endParaRPr lang="zh-CN" altLang="en-US" sz="1200" i="1"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40053" name="WordArt 159"/>
                <p:cNvSpPr>
                  <a:spLocks noTextEdit="1"/>
                </p:cNvSpPr>
                <p:nvPr/>
              </p:nvSpPr>
              <p:spPr>
                <a:xfrm>
                  <a:off x="1703" y="3808"/>
                  <a:ext cx="43" cy="12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sp>
            <p:nvSpPr>
              <p:cNvPr id="40054" name="WordArt 161"/>
              <p:cNvSpPr>
                <a:spLocks noTextEdit="1"/>
              </p:cNvSpPr>
              <p:nvPr/>
            </p:nvSpPr>
            <p:spPr>
              <a:xfrm>
                <a:off x="2184" y="3573"/>
                <a:ext cx="151" cy="239"/>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nvGrpSpPr>
              <p:cNvPr id="40055" name="Group 215"/>
              <p:cNvGrpSpPr/>
              <p:nvPr/>
            </p:nvGrpSpPr>
            <p:grpSpPr>
              <a:xfrm>
                <a:off x="2792" y="3644"/>
                <a:ext cx="217" cy="80"/>
                <a:chOff x="3688" y="2648"/>
                <a:chExt cx="224" cy="72"/>
              </a:xfrm>
            </p:grpSpPr>
            <p:sp>
              <p:nvSpPr>
                <p:cNvPr id="40056" name="Line 216"/>
                <p:cNvSpPr/>
                <p:nvPr/>
              </p:nvSpPr>
              <p:spPr>
                <a:xfrm>
                  <a:off x="3688" y="2648"/>
                  <a:ext cx="224" cy="0"/>
                </a:xfrm>
                <a:prstGeom prst="line">
                  <a:avLst/>
                </a:prstGeom>
                <a:ln w="76200" cap="flat" cmpd="sng">
                  <a:solidFill>
                    <a:schemeClr val="tx2"/>
                  </a:solidFill>
                  <a:prstDash val="solid"/>
                  <a:round/>
                  <a:headEnd type="none" w="med" len="med"/>
                  <a:tailEnd type="none" w="med" len="med"/>
                </a:ln>
              </p:spPr>
            </p:sp>
            <p:sp>
              <p:nvSpPr>
                <p:cNvPr id="40057" name="Line 217"/>
                <p:cNvSpPr/>
                <p:nvPr/>
              </p:nvSpPr>
              <p:spPr>
                <a:xfrm>
                  <a:off x="3688" y="2720"/>
                  <a:ext cx="224" cy="0"/>
                </a:xfrm>
                <a:prstGeom prst="line">
                  <a:avLst/>
                </a:prstGeom>
                <a:ln w="76200" cap="flat" cmpd="sng">
                  <a:solidFill>
                    <a:schemeClr val="tx2"/>
                  </a:solidFill>
                  <a:prstDash val="solid"/>
                  <a:round/>
                  <a:headEnd type="none" w="med" len="med"/>
                  <a:tailEnd type="none" w="med" len="med"/>
                </a:ln>
              </p:spPr>
            </p:sp>
          </p:grpSp>
          <p:sp>
            <p:nvSpPr>
              <p:cNvPr id="26746" name="WordArt 224"/>
              <p:cNvSpPr>
                <a:spLocks noTextEdit="1"/>
              </p:cNvSpPr>
              <p:nvPr/>
            </p:nvSpPr>
            <p:spPr>
              <a:xfrm>
                <a:off x="3148" y="3548"/>
                <a:ext cx="193" cy="239"/>
              </a:xfrm>
              <a:prstGeom prst="rect">
                <a:avLst/>
              </a:prstGeom>
            </p:spPr>
            <p:txBody>
              <a:bodyPr wrap="none" fromWordArt="1">
                <a:prstTxWarp prst="textPlain">
                  <a:avLst>
                    <a:gd name="adj" fmla="val 50000"/>
                  </a:avLst>
                </a:prstTxWarp>
                <a:normAutofit fontScale="90000" lnSpcReduction="20000"/>
              </a:bodyPr>
              <a:lstStyle/>
              <a:p>
                <a:pPr algn="ctr" fontAlgn="base"/>
                <a:r>
                  <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2</a:t>
                </a:r>
                <a:endParaRPr lang="zh-CN" altLang="en-US" sz="14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26747" name="WordArt 227"/>
              <p:cNvSpPr>
                <a:spLocks noTextEdit="1"/>
              </p:cNvSpPr>
              <p:nvPr/>
            </p:nvSpPr>
            <p:spPr>
              <a:xfrm rot="-142993">
                <a:off x="3768" y="3363"/>
                <a:ext cx="242" cy="236"/>
              </a:xfrm>
              <a:prstGeom prst="rect">
                <a:avLst/>
              </a:prstGeom>
            </p:spPr>
            <p:txBody>
              <a:bodyPr wrap="none" fromWordArt="1">
                <a:prstTxWarp prst="textPlain">
                  <a:avLst>
                    <a:gd name="adj" fmla="val 55806"/>
                  </a:avLst>
                </a:prstTxWarp>
                <a:normAutofit fontScale="30000"/>
              </a:bodyPr>
              <a:lstStyle/>
              <a:p>
                <a:pPr algn="ctr" fontAlgn="base"/>
                <a:r>
                  <a:rPr lang="zh-CN" altLang="en-US" sz="3600" b="1" i="1" strike="noStrike" noProof="1">
                    <a:ln w="2857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cs typeface="+mn-cs"/>
                  </a:rPr>
                  <a:t>l</a:t>
                </a:r>
                <a:endParaRPr lang="zh-CN" altLang="en-US" sz="3600" b="1" i="1" strike="noStrike" noProof="1">
                  <a:ln w="2857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endParaRPr>
              </a:p>
            </p:txBody>
          </p:sp>
          <p:sp>
            <p:nvSpPr>
              <p:cNvPr id="40060" name="Line 228"/>
              <p:cNvSpPr/>
              <p:nvPr/>
            </p:nvSpPr>
            <p:spPr>
              <a:xfrm flipH="1">
                <a:off x="3683" y="3651"/>
                <a:ext cx="445" cy="1"/>
              </a:xfrm>
              <a:prstGeom prst="line">
                <a:avLst/>
              </a:prstGeom>
              <a:ln w="57150" cap="flat" cmpd="sng">
                <a:solidFill>
                  <a:schemeClr val="tx1"/>
                </a:solidFill>
                <a:prstDash val="solid"/>
                <a:round/>
                <a:headEnd type="none" w="med" len="med"/>
                <a:tailEnd type="none" w="med" len="med"/>
              </a:ln>
            </p:spPr>
          </p:sp>
          <p:sp>
            <p:nvSpPr>
              <p:cNvPr id="26749" name="WordArt 229"/>
              <p:cNvSpPr>
                <a:spLocks noTextEdit="1"/>
              </p:cNvSpPr>
              <p:nvPr/>
            </p:nvSpPr>
            <p:spPr>
              <a:xfrm>
                <a:off x="3786" y="3717"/>
                <a:ext cx="186" cy="193"/>
              </a:xfrm>
              <a:prstGeom prst="rect">
                <a:avLst/>
              </a:prstGeom>
            </p:spPr>
            <p:txBody>
              <a:bodyPr wrap="none" fromWordArt="1">
                <a:prstTxWarp prst="textPlain">
                  <a:avLst>
                    <a:gd name="adj" fmla="val 50000"/>
                  </a:avLst>
                </a:prstTxWarp>
                <a:normAutofit fontScale="25000"/>
              </a:bodyPr>
              <a:lstStyle/>
              <a:p>
                <a:pPr algn="ctr" fontAlgn="base"/>
                <a:r>
                  <a:rPr lang="zh-CN" altLang="en-US" sz="3600" i="1" strike="noStrike" noProof="1">
                    <a:ln w="38100"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cs typeface="+mn-cs"/>
                  </a:rPr>
                  <a:t>a</a:t>
                </a:r>
                <a:endParaRPr lang="zh-CN" altLang="en-US" sz="3600" i="1" strike="noStrike" noProof="1">
                  <a:ln w="38100"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sp>
            <p:nvSpPr>
              <p:cNvPr id="26750" name="WordArt 230"/>
              <p:cNvSpPr>
                <a:spLocks noTextEdit="1"/>
              </p:cNvSpPr>
              <p:nvPr/>
            </p:nvSpPr>
            <p:spPr>
              <a:xfrm>
                <a:off x="3369" y="3522"/>
                <a:ext cx="313" cy="286"/>
              </a:xfrm>
              <a:prstGeom prst="rect">
                <a:avLst/>
              </a:prstGeom>
            </p:spPr>
            <p:txBody>
              <a:bodyPr wrap="none" fromWordArt="1">
                <a:prstTxWarp prst="textPlain">
                  <a:avLst>
                    <a:gd name="adj" fmla="val 58954"/>
                  </a:avLst>
                </a:prstTxWarp>
                <a:normAutofit fontScale="40000"/>
              </a:bodyPr>
              <a:lstStyle/>
              <a:p>
                <a:pPr algn="ctr" fontAlgn="base"/>
                <a:r>
                  <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cs typeface="+mn-cs"/>
                  </a:rPr>
                  <a:t>f</a:t>
                </a:r>
                <a:endPar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sp>
            <p:nvSpPr>
              <p:cNvPr id="40063" name="Rectangle 234"/>
              <p:cNvSpPr/>
              <p:nvPr/>
            </p:nvSpPr>
            <p:spPr>
              <a:xfrm>
                <a:off x="1250" y="3260"/>
                <a:ext cx="3108" cy="772"/>
              </a:xfrm>
              <a:prstGeom prst="rect">
                <a:avLst/>
              </a:prstGeom>
              <a:noFill/>
              <a:ln w="57150" cap="flat" cmpd="sng">
                <a:solidFill>
                  <a:srgbClr val="FF9900"/>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40064" name="WordArt 260"/>
            <p:cNvSpPr>
              <a:spLocks noTextEdit="1"/>
            </p:cNvSpPr>
            <p:nvPr/>
          </p:nvSpPr>
          <p:spPr>
            <a:xfrm>
              <a:off x="1706" y="3724"/>
              <a:ext cx="90" cy="105"/>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o</a:t>
              </a:r>
            </a:p>
          </p:txBody>
        </p:sp>
      </p:grpSp>
      <p:grpSp>
        <p:nvGrpSpPr>
          <p:cNvPr id="40065" name="Group 265"/>
          <p:cNvGrpSpPr/>
          <p:nvPr/>
        </p:nvGrpSpPr>
        <p:grpSpPr>
          <a:xfrm>
            <a:off x="141288" y="1844675"/>
            <a:ext cx="698500" cy="390525"/>
            <a:chOff x="127" y="728"/>
            <a:chExt cx="437" cy="256"/>
          </a:xfrm>
        </p:grpSpPr>
        <p:sp>
          <p:nvSpPr>
            <p:cNvPr id="40066" name="Oval 266" descr="栎木"/>
            <p:cNvSpPr/>
            <p:nvPr/>
          </p:nvSpPr>
          <p:spPr>
            <a:xfrm>
              <a:off x="127" y="728"/>
              <a:ext cx="437" cy="256"/>
            </a:xfrm>
            <a:prstGeom prst="ellipse">
              <a:avLst/>
            </a:prstGeom>
            <a:blipFill rotWithShape="0">
              <a:blip r:embed="rId2"/>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0067" name="WordArt 267"/>
            <p:cNvSpPr>
              <a:spLocks noTextEdit="1"/>
            </p:cNvSpPr>
            <p:nvPr/>
          </p:nvSpPr>
          <p:spPr>
            <a:xfrm>
              <a:off x="187" y="780"/>
              <a:ext cx="305" cy="147"/>
            </a:xfrm>
            <a:prstGeom prst="rect">
              <a:avLst/>
            </a:prstGeom>
          </p:spPr>
          <p:txBody>
            <a:bodyPr wrap="none" fromWordArt="1">
              <a:prstTxWarp prst="textPlain">
                <a:avLst>
                  <a:gd name="adj" fmla="val 50287"/>
                </a:avLst>
              </a:prstTxWarp>
              <a:normAutofit/>
            </a:bodyPr>
            <a:lstStyle/>
            <a:p>
              <a:pPr algn="ctr"/>
              <a:r>
                <a:rPr lang="zh-CN" altLang="en-US" sz="3600">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rPr>
                <a:t>例4</a:t>
              </a:r>
            </a:p>
          </p:txBody>
        </p:sp>
      </p:grpSp>
      <p:sp>
        <p:nvSpPr>
          <p:cNvPr id="40068" name="Rectangle 210"/>
          <p:cNvSpPr/>
          <p:nvPr/>
        </p:nvSpPr>
        <p:spPr>
          <a:xfrm>
            <a:off x="85725" y="1431925"/>
            <a:ext cx="8839200" cy="115888"/>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40069" name="组合 17"/>
          <p:cNvGrpSpPr/>
          <p:nvPr/>
        </p:nvGrpSpPr>
        <p:grpSpPr>
          <a:xfrm>
            <a:off x="141288" y="219075"/>
            <a:ext cx="8716962" cy="1093788"/>
            <a:chOff x="138" y="7180"/>
            <a:chExt cx="13726" cy="1723"/>
          </a:xfrm>
        </p:grpSpPr>
        <p:sp>
          <p:nvSpPr>
            <p:cNvPr id="7" name="文本框 6"/>
            <p:cNvSpPr txBox="1"/>
            <p:nvPr/>
          </p:nvSpPr>
          <p:spPr>
            <a:xfrm>
              <a:off x="138" y="7454"/>
              <a:ext cx="2404" cy="725"/>
            </a:xfrm>
            <a:prstGeom prst="rect">
              <a:avLst/>
            </a:prstGeom>
            <a:noFill/>
          </p:spPr>
          <p:txBody>
            <a:bodyPr wrap="square" rtlCol="0" anchor="t">
              <a:spAutoFit/>
            </a:bodyPr>
            <a:lstStyle/>
            <a:p>
              <a:r>
                <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sym typeface="+mn-ea"/>
                </a:rPr>
                <a:t>暗纹公式</a:t>
              </a:r>
              <a:endPar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sym typeface="+mn-ea"/>
              </a:endParaRPr>
            </a:p>
          </p:txBody>
        </p:sp>
        <p:graphicFrame>
          <p:nvGraphicFramePr>
            <p:cNvPr id="40071" name="Object 2"/>
            <p:cNvGraphicFramePr>
              <a:graphicFrameLocks noChangeAspect="1"/>
            </p:cNvGraphicFramePr>
            <p:nvPr/>
          </p:nvGraphicFramePr>
          <p:xfrm>
            <a:off x="2526" y="7180"/>
            <a:ext cx="3344" cy="1175"/>
          </p:xfrm>
          <a:graphic>
            <a:graphicData uri="http://schemas.openxmlformats.org/presentationml/2006/ole">
              <mc:AlternateContent xmlns:mc="http://schemas.openxmlformats.org/markup-compatibility/2006">
                <mc:Choice xmlns:v="urn:schemas-microsoft-com:vml" Requires="v">
                  <p:oleObj r:id="rId3" imgW="1155065" imgH="406400" progId="Equation.DSMT4">
                    <p:embed/>
                  </p:oleObj>
                </mc:Choice>
                <mc:Fallback>
                  <p:oleObj r:id="rId3" imgW="1155065" imgH="406400" progId="Equation.DSMT4">
                    <p:embed/>
                    <p:pic>
                      <p:nvPicPr>
                        <p:cNvPr id="0" name="图片 3135"/>
                        <p:cNvPicPr/>
                        <p:nvPr/>
                      </p:nvPicPr>
                      <p:blipFill>
                        <a:blip r:embed="rId4"/>
                        <a:stretch>
                          <a:fillRect/>
                        </a:stretch>
                      </p:blipFill>
                      <p:spPr>
                        <a:xfrm>
                          <a:off x="2526" y="7180"/>
                          <a:ext cx="3344" cy="1175"/>
                        </a:xfrm>
                        <a:prstGeom prst="rect">
                          <a:avLst/>
                        </a:prstGeom>
                        <a:noFill/>
                        <a:ln w="38100">
                          <a:noFill/>
                          <a:miter/>
                        </a:ln>
                      </p:spPr>
                    </p:pic>
                  </p:oleObj>
                </mc:Fallback>
              </mc:AlternateContent>
            </a:graphicData>
          </a:graphic>
        </p:graphicFrame>
        <p:sp>
          <p:nvSpPr>
            <p:cNvPr id="8" name="文本框 7"/>
            <p:cNvSpPr txBox="1"/>
            <p:nvPr/>
          </p:nvSpPr>
          <p:spPr>
            <a:xfrm>
              <a:off x="10900" y="7405"/>
              <a:ext cx="2965" cy="725"/>
            </a:xfrm>
            <a:prstGeom prst="rect">
              <a:avLst/>
            </a:prstGeom>
            <a:noFill/>
          </p:spPr>
          <p:txBody>
            <a:bodyPr wrap="square" rtlCol="0" anchor="t">
              <a:spAutoFit/>
            </a:bodyPr>
            <a:lstStyle/>
            <a:p>
              <a:r>
                <a:rPr lang="en-US" altLang="zh-CN" sz="2400" i="1"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为</a:t>
              </a:r>
              <a:r>
                <a:rPr lang="zh-CN" altLang="en-US" sz="2400" noProof="1">
                  <a:ln w="9525" cap="flat" cmpd="sng">
                    <a:solidFill>
                      <a:schemeClr val="tx2"/>
                    </a:solidFill>
                    <a:prstDash val="solid"/>
                    <a:round/>
                    <a:headEnd type="none" w="med" len="med"/>
                    <a:tailEnd type="none" w="med" len="med"/>
                  </a:ln>
                  <a:latin typeface="宋体" panose="02010600030101010101" pitchFamily="2" charset="-122"/>
                  <a:ea typeface="宋体" panose="02010600030101010101" pitchFamily="2" charset="-122"/>
                  <a:cs typeface="+mn-cs"/>
                  <a:sym typeface="+mn-ea"/>
                </a:rPr>
                <a:t>暗纹</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级数</a:t>
              </a:r>
              <a:endPar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sym typeface="+mn-ea"/>
              </a:endParaRPr>
            </a:p>
          </p:txBody>
        </p:sp>
        <p:sp>
          <p:nvSpPr>
            <p:cNvPr id="9" name="文本框 8"/>
            <p:cNvSpPr txBox="1"/>
            <p:nvPr/>
          </p:nvSpPr>
          <p:spPr>
            <a:xfrm>
              <a:off x="6734" y="7454"/>
              <a:ext cx="4367" cy="725"/>
            </a:xfrm>
            <a:prstGeom prst="rect">
              <a:avLst/>
            </a:prstGeom>
            <a:noFill/>
          </p:spPr>
          <p:txBody>
            <a:bodyPr wrap="square" rtlCol="0" anchor="t">
              <a:spAutoFit/>
            </a:bodyPr>
            <a:lstStyle/>
            <a:p>
              <a:r>
                <a:rPr lang="en-US" altLang="zh-CN" sz="2400" i="1"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 ·········</a:t>
              </a:r>
              <a:endParaRPr lang="en-US" altLang="zh-CN" sz="2400" noProof="1">
                <a:ln w="9525" cap="flat" cmpd="sng">
                  <a:solidFill>
                    <a:srgbClr val="FF0000"/>
                  </a:solidFill>
                  <a:prstDash val="solid"/>
                  <a:round/>
                  <a:headEnd type="none" w="med" len="med"/>
                  <a:tailEnd type="none" w="med" len="med"/>
                </a:ln>
                <a:solidFill>
                  <a:srgbClr val="FF0000"/>
                </a:solidFill>
                <a:cs typeface="Times New Roman" panose="02020603050405020304" pitchFamily="18" charset="0"/>
                <a:sym typeface="+mn-ea"/>
              </a:endParaRPr>
            </a:p>
          </p:txBody>
        </p:sp>
        <p:sp>
          <p:nvSpPr>
            <p:cNvPr id="12" name="文本框 11"/>
            <p:cNvSpPr txBox="1"/>
            <p:nvPr/>
          </p:nvSpPr>
          <p:spPr>
            <a:xfrm>
              <a:off x="7573" y="8179"/>
              <a:ext cx="5667" cy="725"/>
            </a:xfrm>
            <a:prstGeom prst="rect">
              <a:avLst/>
            </a:prstGeom>
            <a:noFill/>
          </p:spPr>
          <p:txBody>
            <a:bodyPr wrap="square" rtlCol="0" anchor="t">
              <a:spAutoFit/>
            </a:bodyPr>
            <a:lstStyle/>
            <a:p>
              <a:r>
                <a:rPr lang="zh-CN" altLang="en-US" sz="2400" noProof="1">
                  <a:latin typeface="Times New Roman" panose="02020603050405020304" pitchFamily="18" charset="0"/>
                  <a:ea typeface="宋体" panose="02010600030101010101" pitchFamily="2" charset="-122"/>
                  <a:cs typeface="+mn-cs"/>
                  <a:sym typeface="+mn-ea"/>
                </a:rPr>
                <a:t>（单缝被分成2k个半波带)</a:t>
              </a:r>
              <a:endParaRPr lang="zh-CN" altLang="en-US" sz="2400" noProof="1">
                <a:ln w="9525" cap="flat" cmpd="sng">
                  <a:solidFill>
                    <a:srgbClr val="FF0000"/>
                  </a:solidFill>
                  <a:prstDash val="solid"/>
                  <a:round/>
                  <a:headEnd type="none" w="med" len="med"/>
                  <a:tailEnd type="none" w="med" len="med"/>
                </a:ln>
                <a:latin typeface="宋体" panose="02010600030101010101" pitchFamily="2" charset="-122"/>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p:cTn id="17" dur="500" fill="hold"/>
                                        <p:tgtEl>
                                          <p:spTgt spid="22"/>
                                        </p:tgtEl>
                                        <p:attrNameLst>
                                          <p:attrName>ppt_w</p:attrName>
                                        </p:attrNameLst>
                                      </p:cBhvr>
                                      <p:tavLst>
                                        <p:tav tm="0">
                                          <p:val>
                                            <p:fltVal val="0"/>
                                          </p:val>
                                        </p:tav>
                                        <p:tav tm="100000">
                                          <p:val>
                                            <p:strVal val="#ppt_w"/>
                                          </p:val>
                                        </p:tav>
                                      </p:tavLst>
                                    </p:anim>
                                    <p:anim calcmode="lin" valueType="num">
                                      <p:cBhvr>
                                        <p:cTn id="18" dur="500" fill="hold"/>
                                        <p:tgtEl>
                                          <p:spTgt spid="22"/>
                                        </p:tgtEl>
                                        <p:attrNameLst>
                                          <p:attrName>ppt_h</p:attrName>
                                        </p:attrNameLst>
                                      </p:cBhvr>
                                      <p:tavLst>
                                        <p:tav tm="0">
                                          <p:val>
                                            <p:fltVal val="0"/>
                                          </p:val>
                                        </p:tav>
                                        <p:tav tm="100000">
                                          <p:val>
                                            <p:strVal val="#ppt_h"/>
                                          </p:val>
                                        </p:tav>
                                      </p:tavLst>
                                    </p:anim>
                                    <p:animEffect transition="in" filter="fade">
                                      <p:cBhvr>
                                        <p:cTn id="1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24"/>
          <p:cNvSpPr>
            <a:spLocks noGrp="1"/>
          </p:cNvSpPr>
          <p:nvPr>
            <p:ph type="title" idx="4294967295"/>
          </p:nvPr>
        </p:nvSpPr>
        <p:spPr>
          <a:xfrm>
            <a:off x="1371600" y="0"/>
            <a:ext cx="7772400" cy="265113"/>
          </a:xfrm>
        </p:spPr>
        <p:txBody>
          <a:bodyPr vert="horz" wrap="square" lIns="91440" tIns="45720" rIns="91440" bIns="45720" anchor="ctr" anchorCtr="0"/>
          <a:lstStyle/>
          <a:p>
            <a:pPr eaLnBrk="1" hangingPunct="1"/>
            <a:r>
              <a:rPr lang="zh-CN" altLang="en-US" sz="800" dirty="0">
                <a:solidFill>
                  <a:schemeClr val="bg1"/>
                </a:solidFill>
              </a:rPr>
              <a:t>例</a:t>
            </a:r>
          </a:p>
        </p:txBody>
      </p:sp>
      <p:sp>
        <p:nvSpPr>
          <p:cNvPr id="40962" name="Rectangle 33"/>
          <p:cNvSpPr/>
          <p:nvPr/>
        </p:nvSpPr>
        <p:spPr>
          <a:xfrm>
            <a:off x="0" y="0"/>
            <a:ext cx="9144000" cy="115888"/>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0963" name="Rectangle 34"/>
          <p:cNvSpPr/>
          <p:nvPr/>
        </p:nvSpPr>
        <p:spPr>
          <a:xfrm>
            <a:off x="0" y="6742113"/>
            <a:ext cx="9144000" cy="115887"/>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40964" name="Group 214"/>
          <p:cNvGrpSpPr/>
          <p:nvPr/>
        </p:nvGrpSpPr>
        <p:grpSpPr>
          <a:xfrm>
            <a:off x="0" y="261938"/>
            <a:ext cx="9144000" cy="819150"/>
            <a:chOff x="0" y="165"/>
            <a:chExt cx="5760" cy="516"/>
          </a:xfrm>
        </p:grpSpPr>
        <p:sp>
          <p:nvSpPr>
            <p:cNvPr id="40965" name="Rectangle 118"/>
            <p:cNvSpPr/>
            <p:nvPr/>
          </p:nvSpPr>
          <p:spPr>
            <a:xfrm>
              <a:off x="0" y="608"/>
              <a:ext cx="5760" cy="73"/>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40966" name="Group 202"/>
            <p:cNvGrpSpPr/>
            <p:nvPr/>
          </p:nvGrpSpPr>
          <p:grpSpPr>
            <a:xfrm>
              <a:off x="588" y="165"/>
              <a:ext cx="3972" cy="342"/>
              <a:chOff x="465" y="518"/>
              <a:chExt cx="4011" cy="319"/>
            </a:xfrm>
          </p:grpSpPr>
          <p:sp>
            <p:nvSpPr>
              <p:cNvPr id="40967" name="WordArt 119"/>
              <p:cNvSpPr>
                <a:spLocks noTextEdit="1"/>
              </p:cNvSpPr>
              <p:nvPr/>
            </p:nvSpPr>
            <p:spPr>
              <a:xfrm>
                <a:off x="465" y="615"/>
                <a:ext cx="1411" cy="15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中央亮纹宽</a:t>
                </a:r>
              </a:p>
            </p:txBody>
          </p:sp>
          <p:grpSp>
            <p:nvGrpSpPr>
              <p:cNvPr id="40968" name="Group 103"/>
              <p:cNvGrpSpPr/>
              <p:nvPr/>
            </p:nvGrpSpPr>
            <p:grpSpPr>
              <a:xfrm>
                <a:off x="2670" y="691"/>
                <a:ext cx="172" cy="46"/>
                <a:chOff x="3688" y="2648"/>
                <a:chExt cx="224" cy="72"/>
              </a:xfrm>
            </p:grpSpPr>
            <p:sp>
              <p:nvSpPr>
                <p:cNvPr id="40969" name="Line 104"/>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0970" name="Line 105"/>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grpSp>
            <p:nvGrpSpPr>
              <p:cNvPr id="40971" name="Group 106"/>
              <p:cNvGrpSpPr/>
              <p:nvPr/>
            </p:nvGrpSpPr>
            <p:grpSpPr>
              <a:xfrm>
                <a:off x="3098" y="646"/>
                <a:ext cx="215" cy="130"/>
                <a:chOff x="1483" y="3731"/>
                <a:chExt cx="263" cy="199"/>
              </a:xfrm>
            </p:grpSpPr>
            <p:sp>
              <p:nvSpPr>
                <p:cNvPr id="40972" name="WordArt 107"/>
                <p:cNvSpPr>
                  <a:spLocks noTextEdit="1"/>
                </p:cNvSpPr>
                <p:nvPr/>
              </p:nvSpPr>
              <p:spPr>
                <a:xfrm>
                  <a:off x="1483" y="3731"/>
                  <a:ext cx="176" cy="194"/>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x</a:t>
                  </a:r>
                </a:p>
              </p:txBody>
            </p:sp>
            <p:sp>
              <p:nvSpPr>
                <p:cNvPr id="40973" name="WordArt 108"/>
                <p:cNvSpPr>
                  <a:spLocks noTextEdit="1"/>
                </p:cNvSpPr>
                <p:nvPr/>
              </p:nvSpPr>
              <p:spPr>
                <a:xfrm>
                  <a:off x="1703" y="3808"/>
                  <a:ext cx="43" cy="12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sp>
            <p:nvSpPr>
              <p:cNvPr id="40974" name="WordArt 109"/>
              <p:cNvSpPr>
                <a:spLocks noTextEdit="1"/>
              </p:cNvSpPr>
              <p:nvPr/>
            </p:nvSpPr>
            <p:spPr>
              <a:xfrm>
                <a:off x="2932" y="640"/>
                <a:ext cx="120" cy="140"/>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nvGrpSpPr>
              <p:cNvPr id="40975" name="Group 110"/>
              <p:cNvGrpSpPr/>
              <p:nvPr/>
            </p:nvGrpSpPr>
            <p:grpSpPr>
              <a:xfrm>
                <a:off x="3415" y="682"/>
                <a:ext cx="172" cy="47"/>
                <a:chOff x="3688" y="2648"/>
                <a:chExt cx="224" cy="72"/>
              </a:xfrm>
            </p:grpSpPr>
            <p:sp>
              <p:nvSpPr>
                <p:cNvPr id="40976" name="Line 111"/>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0977" name="Line 112"/>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grpSp>
            <p:nvGrpSpPr>
              <p:cNvPr id="40978" name="Group 148"/>
              <p:cNvGrpSpPr/>
              <p:nvPr/>
            </p:nvGrpSpPr>
            <p:grpSpPr>
              <a:xfrm>
                <a:off x="3698" y="518"/>
                <a:ext cx="778" cy="319"/>
                <a:chOff x="3698" y="518"/>
                <a:chExt cx="778" cy="319"/>
              </a:xfrm>
            </p:grpSpPr>
            <p:sp>
              <p:nvSpPr>
                <p:cNvPr id="40979" name="WordArt 113"/>
                <p:cNvSpPr>
                  <a:spLocks noTextEdit="1"/>
                </p:cNvSpPr>
                <p:nvPr/>
              </p:nvSpPr>
              <p:spPr>
                <a:xfrm>
                  <a:off x="3698" y="626"/>
                  <a:ext cx="153" cy="139"/>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sp>
              <p:nvSpPr>
                <p:cNvPr id="40980" name="WordArt 114"/>
                <p:cNvSpPr>
                  <a:spLocks noTextEdit="1"/>
                </p:cNvSpPr>
                <p:nvPr/>
              </p:nvSpPr>
              <p:spPr>
                <a:xfrm rot="-142993">
                  <a:off x="4190" y="518"/>
                  <a:ext cx="193" cy="137"/>
                </a:xfrm>
                <a:prstGeom prst="rect">
                  <a:avLst/>
                </a:prstGeom>
              </p:spPr>
              <p:txBody>
                <a:bodyPr wrap="none" fromWordArt="1">
                  <a:prstTxWarp prst="textPlain">
                    <a:avLst>
                      <a:gd name="adj" fmla="val 55806"/>
                    </a:avLst>
                  </a:prstTxWarp>
                  <a:normAutofit/>
                </a:bodyPr>
                <a:lstStyle/>
                <a:p>
                  <a:pPr algn="ctr"/>
                  <a:r>
                    <a:rPr lang="zh-CN" altLang="en-US" sz="3600" b="1" i="1">
                      <a:ln w="1270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40981" name="Line 115"/>
                <p:cNvSpPr/>
                <p:nvPr/>
              </p:nvSpPr>
              <p:spPr>
                <a:xfrm flipH="1">
                  <a:off x="4122" y="686"/>
                  <a:ext cx="354" cy="0"/>
                </a:xfrm>
                <a:prstGeom prst="line">
                  <a:avLst/>
                </a:prstGeom>
                <a:ln w="28575" cap="flat" cmpd="sng">
                  <a:solidFill>
                    <a:schemeClr val="tx1"/>
                  </a:solidFill>
                  <a:prstDash val="solid"/>
                  <a:round/>
                  <a:headEnd type="none" w="med" len="med"/>
                  <a:tailEnd type="none" w="med" len="med"/>
                </a:ln>
              </p:spPr>
            </p:sp>
            <p:sp>
              <p:nvSpPr>
                <p:cNvPr id="40982" name="WordArt 116"/>
                <p:cNvSpPr>
                  <a:spLocks noTextEdit="1"/>
                </p:cNvSpPr>
                <p:nvPr/>
              </p:nvSpPr>
              <p:spPr>
                <a:xfrm>
                  <a:off x="4204" y="724"/>
                  <a:ext cx="148" cy="113"/>
                </a:xfrm>
                <a:prstGeom prst="rect">
                  <a:avLst/>
                </a:prstGeom>
              </p:spPr>
              <p:txBody>
                <a:bodyPr wrap="none" fromWordArt="1">
                  <a:prstTxWarp prst="textPlain">
                    <a:avLst>
                      <a:gd name="adj" fmla="val 50000"/>
                    </a:avLst>
                  </a:prstTxWarp>
                  <a:normAutofit/>
                </a:bodyPr>
                <a:lstStyle/>
                <a:p>
                  <a:pPr algn="ctr"/>
                  <a:r>
                    <a:rPr lang="zh-CN" altLang="en-US" sz="3600" i="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a</a:t>
                  </a:r>
                </a:p>
              </p:txBody>
            </p:sp>
            <p:sp>
              <p:nvSpPr>
                <p:cNvPr id="40983" name="WordArt 117"/>
                <p:cNvSpPr>
                  <a:spLocks noTextEdit="1"/>
                </p:cNvSpPr>
                <p:nvPr/>
              </p:nvSpPr>
              <p:spPr>
                <a:xfrm>
                  <a:off x="3888" y="596"/>
                  <a:ext cx="210" cy="190"/>
                </a:xfrm>
                <a:prstGeom prst="rect">
                  <a:avLst/>
                </a:prstGeom>
              </p:spPr>
              <p:txBody>
                <a:bodyPr wrap="none" fromWordArt="1">
                  <a:prstTxWarp prst="textPlain">
                    <a:avLst>
                      <a:gd name="adj" fmla="val 58954"/>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f</a:t>
                  </a:r>
                </a:p>
              </p:txBody>
            </p:sp>
          </p:grpSp>
          <p:grpSp>
            <p:nvGrpSpPr>
              <p:cNvPr id="40984" name="Group 126"/>
              <p:cNvGrpSpPr/>
              <p:nvPr/>
            </p:nvGrpSpPr>
            <p:grpSpPr>
              <a:xfrm>
                <a:off x="2377" y="601"/>
                <a:ext cx="256" cy="202"/>
                <a:chOff x="2377" y="601"/>
                <a:chExt cx="256" cy="202"/>
              </a:xfrm>
            </p:grpSpPr>
            <p:sp>
              <p:nvSpPr>
                <p:cNvPr id="40985" name="WordArt 102"/>
                <p:cNvSpPr>
                  <a:spLocks noTextEdit="1"/>
                </p:cNvSpPr>
                <p:nvPr/>
              </p:nvSpPr>
              <p:spPr>
                <a:xfrm>
                  <a:off x="2377" y="601"/>
                  <a:ext cx="241" cy="190"/>
                </a:xfrm>
                <a:prstGeom prst="rect">
                  <a:avLst/>
                </a:prstGeom>
              </p:spPr>
              <p:txBody>
                <a:bodyPr wrap="none" fromWordArt="1">
                  <a:prstTxWarp prst="textPlain">
                    <a:avLst>
                      <a:gd name="adj" fmla="val 59361"/>
                    </a:avLst>
                  </a:prstTxWarp>
                  <a:normAutofit/>
                </a:bodyPr>
                <a:lstStyle/>
                <a:p>
                  <a:pPr algn="ctr"/>
                  <a:r>
                    <a:rPr lang="zh-CN" altLang="en-US" sz="1200" i="1">
                      <a:ln w="2857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W</a:t>
                  </a:r>
                </a:p>
              </p:txBody>
            </p:sp>
            <p:sp>
              <p:nvSpPr>
                <p:cNvPr id="40986" name="WordArt 120"/>
                <p:cNvSpPr>
                  <a:spLocks noTextEdit="1"/>
                </p:cNvSpPr>
                <p:nvPr/>
              </p:nvSpPr>
              <p:spPr>
                <a:xfrm>
                  <a:off x="2553" y="736"/>
                  <a:ext cx="80" cy="6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o</a:t>
                  </a:r>
                </a:p>
              </p:txBody>
            </p:sp>
          </p:grpSp>
        </p:grpSp>
      </p:grpSp>
      <p:grpSp>
        <p:nvGrpSpPr>
          <p:cNvPr id="9" name="Group 249"/>
          <p:cNvGrpSpPr/>
          <p:nvPr/>
        </p:nvGrpSpPr>
        <p:grpSpPr>
          <a:xfrm>
            <a:off x="1397000" y="1744663"/>
            <a:ext cx="6553200" cy="3621087"/>
            <a:chOff x="880" y="1099"/>
            <a:chExt cx="4128" cy="2281"/>
          </a:xfrm>
        </p:grpSpPr>
        <p:sp>
          <p:nvSpPr>
            <p:cNvPr id="40988" name="WordArt 35"/>
            <p:cNvSpPr>
              <a:spLocks noTextEdit="1"/>
            </p:cNvSpPr>
            <p:nvPr/>
          </p:nvSpPr>
          <p:spPr>
            <a:xfrm>
              <a:off x="1728" y="1099"/>
              <a:ext cx="1969" cy="172"/>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设中央明纹的角宽很小</a:t>
              </a:r>
            </a:p>
          </p:txBody>
        </p:sp>
        <p:sp>
          <p:nvSpPr>
            <p:cNvPr id="40989" name="Rectangle 36"/>
            <p:cNvSpPr/>
            <p:nvPr/>
          </p:nvSpPr>
          <p:spPr>
            <a:xfrm>
              <a:off x="3784" y="1195"/>
              <a:ext cx="92" cy="577"/>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0990" name="Rectangle 37"/>
            <p:cNvSpPr/>
            <p:nvPr/>
          </p:nvSpPr>
          <p:spPr>
            <a:xfrm>
              <a:off x="3782" y="2245"/>
              <a:ext cx="92" cy="577"/>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0991" name="Line 52"/>
            <p:cNvSpPr/>
            <p:nvPr/>
          </p:nvSpPr>
          <p:spPr>
            <a:xfrm>
              <a:off x="3900" y="1773"/>
              <a:ext cx="323" cy="0"/>
            </a:xfrm>
            <a:prstGeom prst="line">
              <a:avLst/>
            </a:prstGeom>
            <a:ln w="9525" cap="flat" cmpd="sng">
              <a:solidFill>
                <a:schemeClr val="tx1"/>
              </a:solidFill>
              <a:prstDash val="solid"/>
              <a:round/>
              <a:headEnd type="none" w="med" len="med"/>
              <a:tailEnd type="none" w="med" len="med"/>
            </a:ln>
          </p:spPr>
        </p:sp>
        <p:sp>
          <p:nvSpPr>
            <p:cNvPr id="40992" name="Line 53"/>
            <p:cNvSpPr/>
            <p:nvPr/>
          </p:nvSpPr>
          <p:spPr>
            <a:xfrm>
              <a:off x="3906" y="2254"/>
              <a:ext cx="323" cy="0"/>
            </a:xfrm>
            <a:prstGeom prst="line">
              <a:avLst/>
            </a:prstGeom>
            <a:ln w="9525" cap="flat" cmpd="sng">
              <a:solidFill>
                <a:schemeClr val="tx1"/>
              </a:solidFill>
              <a:prstDash val="solid"/>
              <a:round/>
              <a:headEnd type="none" w="med" len="med"/>
              <a:tailEnd type="none" w="med" len="med"/>
            </a:ln>
          </p:spPr>
        </p:sp>
        <p:sp>
          <p:nvSpPr>
            <p:cNvPr id="40993" name="Line 54"/>
            <p:cNvSpPr/>
            <p:nvPr/>
          </p:nvSpPr>
          <p:spPr>
            <a:xfrm>
              <a:off x="3962" y="1780"/>
              <a:ext cx="0" cy="476"/>
            </a:xfrm>
            <a:prstGeom prst="line">
              <a:avLst/>
            </a:prstGeom>
            <a:ln w="9525" cap="flat" cmpd="sng">
              <a:solidFill>
                <a:schemeClr val="tx1"/>
              </a:solidFill>
              <a:prstDash val="solid"/>
              <a:round/>
              <a:headEnd type="triangle" w="lg" len="lg"/>
              <a:tailEnd type="triangle" w="lg" len="lg"/>
            </a:ln>
          </p:spPr>
        </p:sp>
        <p:sp>
          <p:nvSpPr>
            <p:cNvPr id="40994" name="WordArt 55"/>
            <p:cNvSpPr>
              <a:spLocks noTextEdit="1"/>
            </p:cNvSpPr>
            <p:nvPr/>
          </p:nvSpPr>
          <p:spPr>
            <a:xfrm>
              <a:off x="1860" y="1963"/>
              <a:ext cx="129" cy="153"/>
            </a:xfrm>
            <a:prstGeom prst="rect">
              <a:avLst/>
            </a:prstGeom>
          </p:spPr>
          <p:txBody>
            <a:bodyPr wrap="none" fromWordArt="1">
              <a:prstTxWarp prst="textPlain">
                <a:avLst>
                  <a:gd name="adj" fmla="val 50000"/>
                </a:avLst>
              </a:prstTxWarp>
              <a:normAutofit/>
            </a:bodyPr>
            <a:lstStyle/>
            <a:p>
              <a:pPr algn="ctr"/>
              <a:r>
                <a:rPr lang="zh-CN" altLang="en-US" sz="3600" i="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a</a:t>
              </a:r>
            </a:p>
          </p:txBody>
        </p:sp>
        <p:sp>
          <p:nvSpPr>
            <p:cNvPr id="40995" name="Line 69"/>
            <p:cNvSpPr/>
            <p:nvPr/>
          </p:nvSpPr>
          <p:spPr>
            <a:xfrm>
              <a:off x="3194" y="1487"/>
              <a:ext cx="430" cy="0"/>
            </a:xfrm>
            <a:prstGeom prst="line">
              <a:avLst/>
            </a:prstGeom>
            <a:ln w="9525" cap="flat" cmpd="sng">
              <a:solidFill>
                <a:schemeClr val="tx1"/>
              </a:solidFill>
              <a:prstDash val="solid"/>
              <a:round/>
              <a:headEnd type="none" w="med" len="med"/>
              <a:tailEnd type="triangle" w="lg" len="lg"/>
            </a:ln>
          </p:spPr>
        </p:sp>
        <p:sp>
          <p:nvSpPr>
            <p:cNvPr id="40996" name="Line 70"/>
            <p:cNvSpPr/>
            <p:nvPr/>
          </p:nvSpPr>
          <p:spPr>
            <a:xfrm>
              <a:off x="3161" y="2045"/>
              <a:ext cx="430" cy="0"/>
            </a:xfrm>
            <a:prstGeom prst="line">
              <a:avLst/>
            </a:prstGeom>
            <a:ln w="9525" cap="flat" cmpd="sng">
              <a:solidFill>
                <a:schemeClr val="tx1"/>
              </a:solidFill>
              <a:prstDash val="solid"/>
              <a:round/>
              <a:headEnd type="none" w="med" len="med"/>
              <a:tailEnd type="triangle" w="lg" len="lg"/>
            </a:ln>
          </p:spPr>
        </p:sp>
        <p:sp>
          <p:nvSpPr>
            <p:cNvPr id="40997" name="Line 71"/>
            <p:cNvSpPr/>
            <p:nvPr/>
          </p:nvSpPr>
          <p:spPr>
            <a:xfrm>
              <a:off x="3158" y="2588"/>
              <a:ext cx="430" cy="0"/>
            </a:xfrm>
            <a:prstGeom prst="line">
              <a:avLst/>
            </a:prstGeom>
            <a:ln w="9525" cap="flat" cmpd="sng">
              <a:solidFill>
                <a:schemeClr val="tx1"/>
              </a:solidFill>
              <a:prstDash val="solid"/>
              <a:round/>
              <a:headEnd type="none" w="med" len="med"/>
              <a:tailEnd type="triangle" w="lg" len="lg"/>
            </a:ln>
          </p:spPr>
        </p:sp>
        <p:sp>
          <p:nvSpPr>
            <p:cNvPr id="40998" name="WordArt 72"/>
            <p:cNvSpPr>
              <a:spLocks noTextEdit="1"/>
            </p:cNvSpPr>
            <p:nvPr/>
          </p:nvSpPr>
          <p:spPr>
            <a:xfrm rot="-142993">
              <a:off x="880" y="1688"/>
              <a:ext cx="208" cy="217"/>
            </a:xfrm>
            <a:prstGeom prst="rect">
              <a:avLst/>
            </a:prstGeom>
          </p:spPr>
          <p:txBody>
            <a:bodyPr wrap="none" fromWordArt="1">
              <a:prstTxWarp prst="textPlain">
                <a:avLst>
                  <a:gd name="adj" fmla="val 55806"/>
                </a:avLst>
              </a:prstTxWarp>
              <a:normAutofit/>
            </a:bodyPr>
            <a:lstStyle/>
            <a:p>
              <a:pPr algn="ctr"/>
              <a:r>
                <a:rPr lang="zh-CN" altLang="en-US" sz="3600" b="1" i="1">
                  <a:ln w="1905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40999" name="Rectangle 46"/>
            <p:cNvSpPr/>
            <p:nvPr/>
          </p:nvSpPr>
          <p:spPr>
            <a:xfrm>
              <a:off x="1472" y="1290"/>
              <a:ext cx="92" cy="611"/>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000" name="Rectangle 59"/>
            <p:cNvSpPr/>
            <p:nvPr/>
          </p:nvSpPr>
          <p:spPr>
            <a:xfrm>
              <a:off x="1477" y="2187"/>
              <a:ext cx="92" cy="611"/>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001" name="Line 75"/>
            <p:cNvSpPr/>
            <p:nvPr/>
          </p:nvSpPr>
          <p:spPr>
            <a:xfrm>
              <a:off x="943" y="1492"/>
              <a:ext cx="430" cy="0"/>
            </a:xfrm>
            <a:prstGeom prst="line">
              <a:avLst/>
            </a:prstGeom>
            <a:ln w="9525" cap="flat" cmpd="sng">
              <a:solidFill>
                <a:schemeClr val="tx1"/>
              </a:solidFill>
              <a:prstDash val="solid"/>
              <a:round/>
              <a:headEnd type="none" w="med" len="med"/>
              <a:tailEnd type="triangle" w="lg" len="lg"/>
            </a:ln>
          </p:spPr>
        </p:sp>
        <p:sp>
          <p:nvSpPr>
            <p:cNvPr id="41002" name="Line 76"/>
            <p:cNvSpPr/>
            <p:nvPr/>
          </p:nvSpPr>
          <p:spPr>
            <a:xfrm>
              <a:off x="910" y="2050"/>
              <a:ext cx="430" cy="0"/>
            </a:xfrm>
            <a:prstGeom prst="line">
              <a:avLst/>
            </a:prstGeom>
            <a:ln w="9525" cap="flat" cmpd="sng">
              <a:solidFill>
                <a:schemeClr val="tx1"/>
              </a:solidFill>
              <a:prstDash val="solid"/>
              <a:round/>
              <a:headEnd type="none" w="med" len="med"/>
              <a:tailEnd type="triangle" w="lg" len="lg"/>
            </a:ln>
          </p:spPr>
        </p:sp>
        <p:sp>
          <p:nvSpPr>
            <p:cNvPr id="41003" name="Line 77"/>
            <p:cNvSpPr/>
            <p:nvPr/>
          </p:nvSpPr>
          <p:spPr>
            <a:xfrm>
              <a:off x="907" y="2593"/>
              <a:ext cx="430" cy="0"/>
            </a:xfrm>
            <a:prstGeom prst="line">
              <a:avLst/>
            </a:prstGeom>
            <a:ln w="9525" cap="flat" cmpd="sng">
              <a:solidFill>
                <a:schemeClr val="tx1"/>
              </a:solidFill>
              <a:prstDash val="solid"/>
              <a:round/>
              <a:headEnd type="none" w="med" len="med"/>
              <a:tailEnd type="triangle" w="lg" len="lg"/>
            </a:ln>
          </p:spPr>
        </p:sp>
        <p:grpSp>
          <p:nvGrpSpPr>
            <p:cNvPr id="41004" name="Group 84"/>
            <p:cNvGrpSpPr/>
            <p:nvPr/>
          </p:nvGrpSpPr>
          <p:grpSpPr>
            <a:xfrm>
              <a:off x="1534" y="1899"/>
              <a:ext cx="329" cy="297"/>
              <a:chOff x="4751" y="1895"/>
              <a:chExt cx="329" cy="482"/>
            </a:xfrm>
          </p:grpSpPr>
          <p:sp>
            <p:nvSpPr>
              <p:cNvPr id="41005" name="Line 80"/>
              <p:cNvSpPr/>
              <p:nvPr/>
            </p:nvSpPr>
            <p:spPr>
              <a:xfrm>
                <a:off x="4751" y="1896"/>
                <a:ext cx="323" cy="0"/>
              </a:xfrm>
              <a:prstGeom prst="line">
                <a:avLst/>
              </a:prstGeom>
              <a:ln w="9525" cap="flat" cmpd="sng">
                <a:solidFill>
                  <a:schemeClr val="tx1"/>
                </a:solidFill>
                <a:prstDash val="solid"/>
                <a:round/>
                <a:headEnd type="none" w="med" len="med"/>
                <a:tailEnd type="none" w="med" len="med"/>
              </a:ln>
            </p:spPr>
          </p:sp>
          <p:sp>
            <p:nvSpPr>
              <p:cNvPr id="41006" name="Line 81"/>
              <p:cNvSpPr/>
              <p:nvPr/>
            </p:nvSpPr>
            <p:spPr>
              <a:xfrm>
                <a:off x="4757" y="2377"/>
                <a:ext cx="323" cy="0"/>
              </a:xfrm>
              <a:prstGeom prst="line">
                <a:avLst/>
              </a:prstGeom>
              <a:ln w="9525" cap="flat" cmpd="sng">
                <a:solidFill>
                  <a:schemeClr val="tx1"/>
                </a:solidFill>
                <a:prstDash val="solid"/>
                <a:round/>
                <a:headEnd type="none" w="med" len="med"/>
                <a:tailEnd type="none" w="med" len="med"/>
              </a:ln>
            </p:spPr>
          </p:sp>
          <p:sp>
            <p:nvSpPr>
              <p:cNvPr id="41007" name="Line 82"/>
              <p:cNvSpPr/>
              <p:nvPr/>
            </p:nvSpPr>
            <p:spPr>
              <a:xfrm>
                <a:off x="4959" y="1895"/>
                <a:ext cx="0" cy="476"/>
              </a:xfrm>
              <a:prstGeom prst="line">
                <a:avLst/>
              </a:prstGeom>
              <a:ln w="9525" cap="flat" cmpd="sng">
                <a:solidFill>
                  <a:schemeClr val="tx1"/>
                </a:solidFill>
                <a:prstDash val="solid"/>
                <a:round/>
                <a:headEnd type="triangle" w="lg" len="lg"/>
                <a:tailEnd type="triangle" w="lg" len="lg"/>
              </a:ln>
            </p:spPr>
          </p:sp>
        </p:grpSp>
        <p:grpSp>
          <p:nvGrpSpPr>
            <p:cNvPr id="41008" name="Group 239"/>
            <p:cNvGrpSpPr/>
            <p:nvPr/>
          </p:nvGrpSpPr>
          <p:grpSpPr>
            <a:xfrm>
              <a:off x="4142" y="1895"/>
              <a:ext cx="223" cy="192"/>
              <a:chOff x="4142" y="1895"/>
              <a:chExt cx="223" cy="192"/>
            </a:xfrm>
          </p:grpSpPr>
          <p:sp>
            <p:nvSpPr>
              <p:cNvPr id="41009" name="WordArt 62"/>
              <p:cNvSpPr>
                <a:spLocks noTextEdit="1"/>
              </p:cNvSpPr>
              <p:nvPr/>
            </p:nvSpPr>
            <p:spPr>
              <a:xfrm>
                <a:off x="4142" y="1934"/>
                <a:ext cx="129" cy="153"/>
              </a:xfrm>
              <a:prstGeom prst="rect">
                <a:avLst/>
              </a:prstGeom>
            </p:spPr>
            <p:txBody>
              <a:bodyPr wrap="none" fromWordArt="1">
                <a:prstTxWarp prst="textPlain">
                  <a:avLst>
                    <a:gd name="adj" fmla="val 50000"/>
                  </a:avLst>
                </a:prstTxWarp>
                <a:normAutofit/>
              </a:bodyPr>
              <a:lstStyle/>
              <a:p>
                <a:pPr algn="ctr"/>
                <a:r>
                  <a:rPr lang="zh-CN" altLang="en-US" sz="3600" i="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a</a:t>
                </a:r>
              </a:p>
            </p:txBody>
          </p:sp>
          <p:sp>
            <p:nvSpPr>
              <p:cNvPr id="41010" name="Freeform 63"/>
              <p:cNvSpPr/>
              <p:nvPr/>
            </p:nvSpPr>
            <p:spPr>
              <a:xfrm rot="5978253" flipH="1">
                <a:off x="4279" y="1896"/>
                <a:ext cx="87" cy="54"/>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006600"/>
              </a:solidFill>
              <a:ln w="9525" cap="flat" cmpd="sng">
                <a:solidFill>
                  <a:srgbClr val="006600"/>
                </a:solidFill>
                <a:prstDash val="solid"/>
                <a:round/>
                <a:headEnd type="none" w="med" len="med"/>
                <a:tailEnd type="none" w="med" len="med"/>
              </a:ln>
            </p:spPr>
            <p:txBody>
              <a:bodyPr/>
              <a:lstStyle/>
              <a:p>
                <a:endParaRPr lang="zh-CN" altLang="en-US"/>
              </a:p>
            </p:txBody>
          </p:sp>
        </p:grpSp>
        <p:grpSp>
          <p:nvGrpSpPr>
            <p:cNvPr id="41011" name="Group 64"/>
            <p:cNvGrpSpPr/>
            <p:nvPr/>
          </p:nvGrpSpPr>
          <p:grpSpPr>
            <a:xfrm>
              <a:off x="4400" y="1964"/>
              <a:ext cx="157" cy="63"/>
              <a:chOff x="3688" y="2648"/>
              <a:chExt cx="224" cy="72"/>
            </a:xfrm>
          </p:grpSpPr>
          <p:sp>
            <p:nvSpPr>
              <p:cNvPr id="41012" name="Line 65"/>
              <p:cNvSpPr/>
              <p:nvPr/>
            </p:nvSpPr>
            <p:spPr>
              <a:xfrm>
                <a:off x="3688" y="2648"/>
                <a:ext cx="224" cy="0"/>
              </a:xfrm>
              <a:prstGeom prst="line">
                <a:avLst/>
              </a:prstGeom>
              <a:ln w="38100" cap="flat" cmpd="sng">
                <a:solidFill>
                  <a:schemeClr val="tx2"/>
                </a:solidFill>
                <a:prstDash val="solid"/>
                <a:round/>
                <a:headEnd type="none" w="med" len="med"/>
                <a:tailEnd type="none" w="med" len="med"/>
              </a:ln>
            </p:spPr>
          </p:sp>
          <p:sp>
            <p:nvSpPr>
              <p:cNvPr id="41013" name="Line 66"/>
              <p:cNvSpPr/>
              <p:nvPr/>
            </p:nvSpPr>
            <p:spPr>
              <a:xfrm>
                <a:off x="3688" y="2720"/>
                <a:ext cx="224" cy="0"/>
              </a:xfrm>
              <a:prstGeom prst="line">
                <a:avLst/>
              </a:prstGeom>
              <a:ln w="38100" cap="flat" cmpd="sng">
                <a:solidFill>
                  <a:schemeClr val="tx2"/>
                </a:solidFill>
                <a:prstDash val="solid"/>
                <a:round/>
                <a:headEnd type="none" w="med" len="med"/>
                <a:tailEnd type="none" w="med" len="med"/>
              </a:ln>
            </p:spPr>
          </p:sp>
        </p:grpSp>
        <p:sp>
          <p:nvSpPr>
            <p:cNvPr id="41014" name="WordArt 83"/>
            <p:cNvSpPr>
              <a:spLocks noTextEdit="1"/>
            </p:cNvSpPr>
            <p:nvPr/>
          </p:nvSpPr>
          <p:spPr>
            <a:xfrm>
              <a:off x="4871" y="1928"/>
              <a:ext cx="137" cy="152"/>
            </a:xfrm>
            <a:prstGeom prst="rect">
              <a:avLst/>
            </a:prstGeom>
          </p:spPr>
          <p:txBody>
            <a:bodyPr wrap="none" fromWordArt="1">
              <a:prstTxWarp prst="textPlain">
                <a:avLst>
                  <a:gd name="adj" fmla="val 50000"/>
                </a:avLst>
              </a:prstTxWarp>
              <a:normAutofit/>
            </a:bodyPr>
            <a:lstStyle/>
            <a:p>
              <a:pPr algn="ctr"/>
              <a:r>
                <a:rPr lang="zh-CN" altLang="en-US" sz="3600" i="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a</a:t>
              </a:r>
            </a:p>
          </p:txBody>
        </p:sp>
        <p:sp>
          <p:nvSpPr>
            <p:cNvPr id="41015" name="Line 85"/>
            <p:cNvSpPr/>
            <p:nvPr/>
          </p:nvSpPr>
          <p:spPr>
            <a:xfrm flipV="1">
              <a:off x="4618" y="1985"/>
              <a:ext cx="201" cy="0"/>
            </a:xfrm>
            <a:prstGeom prst="line">
              <a:avLst/>
            </a:prstGeom>
            <a:ln w="28575" cap="flat" cmpd="sng">
              <a:solidFill>
                <a:schemeClr val="tx1"/>
              </a:solidFill>
              <a:prstDash val="solid"/>
              <a:round/>
              <a:headEnd type="none" w="med" len="med"/>
              <a:tailEnd type="none" w="med" len="med"/>
            </a:ln>
          </p:spPr>
        </p:sp>
        <p:sp>
          <p:nvSpPr>
            <p:cNvPr id="41016" name="WordArt 90"/>
            <p:cNvSpPr>
              <a:spLocks noTextEdit="1"/>
            </p:cNvSpPr>
            <p:nvPr/>
          </p:nvSpPr>
          <p:spPr>
            <a:xfrm>
              <a:off x="4652" y="1805"/>
              <a:ext cx="76" cy="15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41017" name="WordArt 91"/>
            <p:cNvSpPr>
              <a:spLocks noTextEdit="1"/>
            </p:cNvSpPr>
            <p:nvPr/>
          </p:nvSpPr>
          <p:spPr>
            <a:xfrm>
              <a:off x="4657" y="2032"/>
              <a:ext cx="76" cy="15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nvGrpSpPr>
            <p:cNvPr id="41018" name="Group 178"/>
            <p:cNvGrpSpPr/>
            <p:nvPr/>
          </p:nvGrpSpPr>
          <p:grpSpPr>
            <a:xfrm>
              <a:off x="3118" y="1564"/>
              <a:ext cx="201" cy="396"/>
              <a:chOff x="3502" y="1660"/>
              <a:chExt cx="201" cy="396"/>
            </a:xfrm>
          </p:grpSpPr>
          <p:sp>
            <p:nvSpPr>
              <p:cNvPr id="41019" name="Line 94"/>
              <p:cNvSpPr/>
              <p:nvPr/>
            </p:nvSpPr>
            <p:spPr>
              <a:xfrm flipV="1">
                <a:off x="3502" y="1864"/>
                <a:ext cx="201" cy="0"/>
              </a:xfrm>
              <a:prstGeom prst="line">
                <a:avLst/>
              </a:prstGeom>
              <a:ln w="28575" cap="flat" cmpd="sng">
                <a:solidFill>
                  <a:schemeClr val="tx1"/>
                </a:solidFill>
                <a:prstDash val="solid"/>
                <a:round/>
                <a:headEnd type="none" w="med" len="med"/>
                <a:tailEnd type="none" w="med" len="med"/>
              </a:ln>
            </p:spPr>
          </p:sp>
          <p:sp>
            <p:nvSpPr>
              <p:cNvPr id="41020" name="WordArt 95"/>
              <p:cNvSpPr>
                <a:spLocks noTextEdit="1"/>
              </p:cNvSpPr>
              <p:nvPr/>
            </p:nvSpPr>
            <p:spPr>
              <a:xfrm>
                <a:off x="3544" y="1660"/>
                <a:ext cx="76" cy="15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41021" name="WordArt 96"/>
              <p:cNvSpPr>
                <a:spLocks noTextEdit="1"/>
              </p:cNvSpPr>
              <p:nvPr/>
            </p:nvSpPr>
            <p:spPr>
              <a:xfrm>
                <a:off x="3548" y="1903"/>
                <a:ext cx="76" cy="15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a:t>
                </a:r>
              </a:p>
            </p:txBody>
          </p:sp>
        </p:grpSp>
        <p:grpSp>
          <p:nvGrpSpPr>
            <p:cNvPr id="41022" name="Group 235"/>
            <p:cNvGrpSpPr/>
            <p:nvPr/>
          </p:nvGrpSpPr>
          <p:grpSpPr>
            <a:xfrm>
              <a:off x="2554" y="1632"/>
              <a:ext cx="248" cy="256"/>
              <a:chOff x="2554" y="1632"/>
              <a:chExt cx="248" cy="256"/>
            </a:xfrm>
          </p:grpSpPr>
          <p:sp>
            <p:nvSpPr>
              <p:cNvPr id="41023" name="WordArt 78"/>
              <p:cNvSpPr>
                <a:spLocks noTextEdit="1"/>
              </p:cNvSpPr>
              <p:nvPr/>
            </p:nvSpPr>
            <p:spPr>
              <a:xfrm rot="-142993">
                <a:off x="2554" y="1671"/>
                <a:ext cx="208" cy="217"/>
              </a:xfrm>
              <a:prstGeom prst="rect">
                <a:avLst/>
              </a:prstGeom>
            </p:spPr>
            <p:txBody>
              <a:bodyPr wrap="none" fromWordArt="1">
                <a:prstTxWarp prst="textPlain">
                  <a:avLst>
                    <a:gd name="adj" fmla="val 55806"/>
                  </a:avLst>
                </a:prstTxWarp>
                <a:normAutofit/>
              </a:bodyPr>
              <a:lstStyle/>
              <a:p>
                <a:pPr algn="ctr"/>
                <a:r>
                  <a:rPr lang="zh-CN" altLang="en-US" sz="3600" b="1" i="1">
                    <a:ln w="1905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41024" name="Freeform 86"/>
              <p:cNvSpPr/>
              <p:nvPr/>
            </p:nvSpPr>
            <p:spPr>
              <a:xfrm rot="5978253" flipH="1">
                <a:off x="2716" y="1633"/>
                <a:ext cx="87" cy="54"/>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chemeClr val="tx1"/>
              </a:solidFill>
              <a:ln w="9525" cap="flat" cmpd="sng">
                <a:solidFill>
                  <a:schemeClr val="tx1"/>
                </a:solidFill>
                <a:prstDash val="solid"/>
                <a:round/>
                <a:headEnd type="none" w="med" len="med"/>
                <a:tailEnd type="none" w="med" len="med"/>
              </a:ln>
            </p:spPr>
            <p:txBody>
              <a:bodyPr/>
              <a:lstStyle/>
              <a:p>
                <a:endParaRPr lang="zh-CN" altLang="en-US"/>
              </a:p>
            </p:txBody>
          </p:sp>
        </p:grpSp>
        <p:grpSp>
          <p:nvGrpSpPr>
            <p:cNvPr id="41025" name="Group 87"/>
            <p:cNvGrpSpPr/>
            <p:nvPr/>
          </p:nvGrpSpPr>
          <p:grpSpPr>
            <a:xfrm>
              <a:off x="2860" y="1739"/>
              <a:ext cx="157" cy="63"/>
              <a:chOff x="3688" y="2648"/>
              <a:chExt cx="224" cy="72"/>
            </a:xfrm>
          </p:grpSpPr>
          <p:sp>
            <p:nvSpPr>
              <p:cNvPr id="41026" name="Line 88"/>
              <p:cNvSpPr/>
              <p:nvPr/>
            </p:nvSpPr>
            <p:spPr>
              <a:xfrm>
                <a:off x="3688" y="2648"/>
                <a:ext cx="224" cy="0"/>
              </a:xfrm>
              <a:prstGeom prst="line">
                <a:avLst/>
              </a:prstGeom>
              <a:ln w="38100" cap="flat" cmpd="sng">
                <a:solidFill>
                  <a:schemeClr val="tx2"/>
                </a:solidFill>
                <a:prstDash val="solid"/>
                <a:round/>
                <a:headEnd type="none" w="med" len="med"/>
                <a:tailEnd type="none" w="med" len="med"/>
              </a:ln>
            </p:spPr>
          </p:sp>
          <p:sp>
            <p:nvSpPr>
              <p:cNvPr id="41027" name="Line 89"/>
              <p:cNvSpPr/>
              <p:nvPr/>
            </p:nvSpPr>
            <p:spPr>
              <a:xfrm>
                <a:off x="3688" y="2720"/>
                <a:ext cx="224" cy="0"/>
              </a:xfrm>
              <a:prstGeom prst="line">
                <a:avLst/>
              </a:prstGeom>
              <a:ln w="38100" cap="flat" cmpd="sng">
                <a:solidFill>
                  <a:schemeClr val="tx2"/>
                </a:solidFill>
                <a:prstDash val="solid"/>
                <a:round/>
                <a:headEnd type="none" w="med" len="med"/>
                <a:tailEnd type="none" w="med" len="med"/>
              </a:ln>
            </p:spPr>
          </p:sp>
        </p:grpSp>
        <p:sp>
          <p:nvSpPr>
            <p:cNvPr id="41028" name="WordArt 97"/>
            <p:cNvSpPr>
              <a:spLocks noTextEdit="1"/>
            </p:cNvSpPr>
            <p:nvPr/>
          </p:nvSpPr>
          <p:spPr>
            <a:xfrm rot="-142993">
              <a:off x="3327" y="1638"/>
              <a:ext cx="208" cy="217"/>
            </a:xfrm>
            <a:prstGeom prst="rect">
              <a:avLst/>
            </a:prstGeom>
          </p:spPr>
          <p:txBody>
            <a:bodyPr wrap="none" fromWordArt="1">
              <a:prstTxWarp prst="textPlain">
                <a:avLst>
                  <a:gd name="adj" fmla="val 55806"/>
                </a:avLst>
              </a:prstTxWarp>
              <a:normAutofit/>
            </a:bodyPr>
            <a:lstStyle/>
            <a:p>
              <a:pPr algn="ctr"/>
              <a:r>
                <a:rPr lang="zh-CN" altLang="en-US" sz="3600" b="1" i="1">
                  <a:ln w="1905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grpSp>
          <p:nvGrpSpPr>
            <p:cNvPr id="41029" name="Group 127"/>
            <p:cNvGrpSpPr/>
            <p:nvPr/>
          </p:nvGrpSpPr>
          <p:grpSpPr>
            <a:xfrm>
              <a:off x="1423" y="3149"/>
              <a:ext cx="256" cy="202"/>
              <a:chOff x="2377" y="601"/>
              <a:chExt cx="256" cy="202"/>
            </a:xfrm>
          </p:grpSpPr>
          <p:sp>
            <p:nvSpPr>
              <p:cNvPr id="41030" name="WordArt 128"/>
              <p:cNvSpPr>
                <a:spLocks noTextEdit="1"/>
              </p:cNvSpPr>
              <p:nvPr/>
            </p:nvSpPr>
            <p:spPr>
              <a:xfrm>
                <a:off x="2377" y="601"/>
                <a:ext cx="241" cy="190"/>
              </a:xfrm>
              <a:prstGeom prst="rect">
                <a:avLst/>
              </a:prstGeom>
            </p:spPr>
            <p:txBody>
              <a:bodyPr wrap="none" fromWordArt="1">
                <a:prstTxWarp prst="textPlain">
                  <a:avLst>
                    <a:gd name="adj" fmla="val 59361"/>
                  </a:avLst>
                </a:prstTxWarp>
                <a:normAutofit/>
              </a:bodyPr>
              <a:lstStyle/>
              <a:p>
                <a:pPr algn="ctr"/>
                <a:r>
                  <a:rPr lang="zh-CN" altLang="en-US" sz="1200" i="1">
                    <a:ln w="2857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W</a:t>
                </a:r>
              </a:p>
            </p:txBody>
          </p:sp>
          <p:sp>
            <p:nvSpPr>
              <p:cNvPr id="41031" name="WordArt 129"/>
              <p:cNvSpPr>
                <a:spLocks noTextEdit="1"/>
              </p:cNvSpPr>
              <p:nvPr/>
            </p:nvSpPr>
            <p:spPr>
              <a:xfrm>
                <a:off x="2553" y="736"/>
                <a:ext cx="80" cy="6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o</a:t>
                </a:r>
              </a:p>
            </p:txBody>
          </p:sp>
        </p:grpSp>
        <p:grpSp>
          <p:nvGrpSpPr>
            <p:cNvPr id="41032" name="Group 155"/>
            <p:cNvGrpSpPr/>
            <p:nvPr/>
          </p:nvGrpSpPr>
          <p:grpSpPr>
            <a:xfrm>
              <a:off x="2883" y="3093"/>
              <a:ext cx="326" cy="250"/>
              <a:chOff x="3358" y="3162"/>
              <a:chExt cx="326" cy="250"/>
            </a:xfrm>
          </p:grpSpPr>
          <p:grpSp>
            <p:nvGrpSpPr>
              <p:cNvPr id="41033" name="Group 130"/>
              <p:cNvGrpSpPr/>
              <p:nvPr/>
            </p:nvGrpSpPr>
            <p:grpSpPr>
              <a:xfrm>
                <a:off x="3358" y="3210"/>
                <a:ext cx="256" cy="202"/>
                <a:chOff x="2377" y="601"/>
                <a:chExt cx="256" cy="202"/>
              </a:xfrm>
            </p:grpSpPr>
            <p:sp>
              <p:nvSpPr>
                <p:cNvPr id="41034" name="WordArt 131"/>
                <p:cNvSpPr>
                  <a:spLocks noTextEdit="1"/>
                </p:cNvSpPr>
                <p:nvPr/>
              </p:nvSpPr>
              <p:spPr>
                <a:xfrm>
                  <a:off x="2377" y="601"/>
                  <a:ext cx="241" cy="190"/>
                </a:xfrm>
                <a:prstGeom prst="rect">
                  <a:avLst/>
                </a:prstGeom>
              </p:spPr>
              <p:txBody>
                <a:bodyPr wrap="none" fromWordArt="1">
                  <a:prstTxWarp prst="textPlain">
                    <a:avLst>
                      <a:gd name="adj" fmla="val 59361"/>
                    </a:avLst>
                  </a:prstTxWarp>
                  <a:normAutofit/>
                </a:bodyPr>
                <a:lstStyle/>
                <a:p>
                  <a:pPr algn="ctr"/>
                  <a:r>
                    <a:rPr lang="zh-CN" altLang="en-US" sz="1200" i="1">
                      <a:ln w="2857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W</a:t>
                  </a:r>
                </a:p>
              </p:txBody>
            </p:sp>
            <p:sp>
              <p:nvSpPr>
                <p:cNvPr id="41035" name="WordArt 132"/>
                <p:cNvSpPr>
                  <a:spLocks noTextEdit="1"/>
                </p:cNvSpPr>
                <p:nvPr/>
              </p:nvSpPr>
              <p:spPr>
                <a:xfrm>
                  <a:off x="2553" y="736"/>
                  <a:ext cx="80" cy="6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o</a:t>
                  </a:r>
                </a:p>
              </p:txBody>
            </p:sp>
          </p:grpSp>
          <p:sp>
            <p:nvSpPr>
              <p:cNvPr id="41036" name="Freeform 133"/>
              <p:cNvSpPr/>
              <p:nvPr/>
            </p:nvSpPr>
            <p:spPr>
              <a:xfrm rot="5978253" flipH="1">
                <a:off x="3598" y="3163"/>
                <a:ext cx="87" cy="54"/>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FF0000"/>
              </a:solidFill>
              <a:ln w="9525" cap="flat" cmpd="sng">
                <a:solidFill>
                  <a:srgbClr val="FF0000"/>
                </a:solidFill>
                <a:prstDash val="solid"/>
                <a:round/>
                <a:headEnd type="none" w="med" len="med"/>
                <a:tailEnd type="none" w="med" len="med"/>
              </a:ln>
            </p:spPr>
            <p:txBody>
              <a:bodyPr/>
              <a:lstStyle/>
              <a:p>
                <a:endParaRPr lang="zh-CN" altLang="en-US"/>
              </a:p>
            </p:txBody>
          </p:sp>
        </p:grpSp>
        <p:grpSp>
          <p:nvGrpSpPr>
            <p:cNvPr id="41037" name="Group 134"/>
            <p:cNvGrpSpPr/>
            <p:nvPr/>
          </p:nvGrpSpPr>
          <p:grpSpPr>
            <a:xfrm>
              <a:off x="3284" y="3215"/>
              <a:ext cx="172" cy="54"/>
              <a:chOff x="3688" y="2648"/>
              <a:chExt cx="224" cy="72"/>
            </a:xfrm>
          </p:grpSpPr>
          <p:sp>
            <p:nvSpPr>
              <p:cNvPr id="41038" name="Line 135"/>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1039" name="Line 136"/>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41040" name="Line 137"/>
            <p:cNvSpPr/>
            <p:nvPr/>
          </p:nvSpPr>
          <p:spPr>
            <a:xfrm>
              <a:off x="3534" y="3380"/>
              <a:ext cx="706" cy="0"/>
            </a:xfrm>
            <a:prstGeom prst="line">
              <a:avLst/>
            </a:prstGeom>
            <a:ln w="38100" cap="flat" cmpd="sng">
              <a:solidFill>
                <a:schemeClr val="tx1"/>
              </a:solidFill>
              <a:prstDash val="solid"/>
              <a:round/>
              <a:headEnd type="none" w="med" len="med"/>
              <a:tailEnd type="none" w="med" len="med"/>
            </a:ln>
          </p:spPr>
        </p:sp>
        <p:grpSp>
          <p:nvGrpSpPr>
            <p:cNvPr id="41041" name="Group 138"/>
            <p:cNvGrpSpPr/>
            <p:nvPr/>
          </p:nvGrpSpPr>
          <p:grpSpPr>
            <a:xfrm>
              <a:off x="4287" y="3099"/>
              <a:ext cx="256" cy="202"/>
              <a:chOff x="2377" y="601"/>
              <a:chExt cx="256" cy="202"/>
            </a:xfrm>
          </p:grpSpPr>
          <p:sp>
            <p:nvSpPr>
              <p:cNvPr id="41042" name="WordArt 139"/>
              <p:cNvSpPr>
                <a:spLocks noTextEdit="1"/>
              </p:cNvSpPr>
              <p:nvPr/>
            </p:nvSpPr>
            <p:spPr>
              <a:xfrm>
                <a:off x="2377" y="601"/>
                <a:ext cx="241" cy="190"/>
              </a:xfrm>
              <a:prstGeom prst="rect">
                <a:avLst/>
              </a:prstGeom>
            </p:spPr>
            <p:txBody>
              <a:bodyPr wrap="none" fromWordArt="1">
                <a:prstTxWarp prst="textPlain">
                  <a:avLst>
                    <a:gd name="adj" fmla="val 59361"/>
                  </a:avLst>
                </a:prstTxWarp>
                <a:normAutofit/>
              </a:bodyPr>
              <a:lstStyle/>
              <a:p>
                <a:pPr algn="ctr"/>
                <a:r>
                  <a:rPr lang="zh-CN" altLang="en-US" sz="1200" i="1">
                    <a:ln w="2857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W</a:t>
                </a:r>
              </a:p>
            </p:txBody>
          </p:sp>
          <p:sp>
            <p:nvSpPr>
              <p:cNvPr id="41043" name="WordArt 140"/>
              <p:cNvSpPr>
                <a:spLocks noTextEdit="1"/>
              </p:cNvSpPr>
              <p:nvPr/>
            </p:nvSpPr>
            <p:spPr>
              <a:xfrm>
                <a:off x="2553" y="736"/>
                <a:ext cx="80" cy="6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o</a:t>
                </a:r>
              </a:p>
            </p:txBody>
          </p:sp>
        </p:grpSp>
      </p:grpSp>
      <p:sp>
        <p:nvSpPr>
          <p:cNvPr id="41044" name="Rectangle 141"/>
          <p:cNvSpPr/>
          <p:nvPr/>
        </p:nvSpPr>
        <p:spPr>
          <a:xfrm>
            <a:off x="0" y="5716588"/>
            <a:ext cx="9144000" cy="117475"/>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1" name="Group 222"/>
          <p:cNvGrpSpPr/>
          <p:nvPr/>
        </p:nvGrpSpPr>
        <p:grpSpPr>
          <a:xfrm>
            <a:off x="3606800" y="5910263"/>
            <a:ext cx="5086350" cy="744537"/>
            <a:chOff x="2272" y="3723"/>
            <a:chExt cx="3204" cy="469"/>
          </a:xfrm>
        </p:grpSpPr>
        <p:grpSp>
          <p:nvGrpSpPr>
            <p:cNvPr id="41046" name="Group 156"/>
            <p:cNvGrpSpPr/>
            <p:nvPr/>
          </p:nvGrpSpPr>
          <p:grpSpPr>
            <a:xfrm>
              <a:off x="2272" y="3789"/>
              <a:ext cx="326" cy="250"/>
              <a:chOff x="3358" y="3162"/>
              <a:chExt cx="326" cy="250"/>
            </a:xfrm>
          </p:grpSpPr>
          <p:grpSp>
            <p:nvGrpSpPr>
              <p:cNvPr id="41047" name="Group 157"/>
              <p:cNvGrpSpPr/>
              <p:nvPr/>
            </p:nvGrpSpPr>
            <p:grpSpPr>
              <a:xfrm>
                <a:off x="3358" y="3210"/>
                <a:ext cx="256" cy="202"/>
                <a:chOff x="2377" y="601"/>
                <a:chExt cx="256" cy="202"/>
              </a:xfrm>
            </p:grpSpPr>
            <p:sp>
              <p:nvSpPr>
                <p:cNvPr id="41048" name="WordArt 158"/>
                <p:cNvSpPr>
                  <a:spLocks noTextEdit="1"/>
                </p:cNvSpPr>
                <p:nvPr/>
              </p:nvSpPr>
              <p:spPr>
                <a:xfrm>
                  <a:off x="2377" y="601"/>
                  <a:ext cx="241" cy="190"/>
                </a:xfrm>
                <a:prstGeom prst="rect">
                  <a:avLst/>
                </a:prstGeom>
              </p:spPr>
              <p:txBody>
                <a:bodyPr wrap="none" fromWordArt="1">
                  <a:prstTxWarp prst="textPlain">
                    <a:avLst>
                      <a:gd name="adj" fmla="val 59361"/>
                    </a:avLst>
                  </a:prstTxWarp>
                  <a:normAutofit/>
                </a:bodyPr>
                <a:lstStyle/>
                <a:p>
                  <a:pPr algn="ctr"/>
                  <a:r>
                    <a:rPr lang="zh-CN" altLang="en-US" sz="1200" i="1">
                      <a:ln w="2857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W</a:t>
                  </a:r>
                </a:p>
              </p:txBody>
            </p:sp>
            <p:sp>
              <p:nvSpPr>
                <p:cNvPr id="41049" name="WordArt 159"/>
                <p:cNvSpPr>
                  <a:spLocks noTextEdit="1"/>
                </p:cNvSpPr>
                <p:nvPr/>
              </p:nvSpPr>
              <p:spPr>
                <a:xfrm>
                  <a:off x="2553" y="736"/>
                  <a:ext cx="80" cy="6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o</a:t>
                  </a:r>
                </a:p>
              </p:txBody>
            </p:sp>
          </p:grpSp>
          <p:sp>
            <p:nvSpPr>
              <p:cNvPr id="41050" name="Freeform 160"/>
              <p:cNvSpPr/>
              <p:nvPr/>
            </p:nvSpPr>
            <p:spPr>
              <a:xfrm rot="5978253" flipH="1">
                <a:off x="3598" y="3163"/>
                <a:ext cx="87" cy="54"/>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FF0000"/>
              </a:solidFill>
              <a:ln w="9525" cap="flat" cmpd="sng">
                <a:solidFill>
                  <a:srgbClr val="FF0000"/>
                </a:solidFill>
                <a:prstDash val="solid"/>
                <a:round/>
                <a:headEnd type="none" w="med" len="med"/>
                <a:tailEnd type="none" w="med" len="med"/>
              </a:ln>
            </p:spPr>
            <p:txBody>
              <a:bodyPr/>
              <a:lstStyle/>
              <a:p>
                <a:endParaRPr lang="zh-CN" altLang="en-US"/>
              </a:p>
            </p:txBody>
          </p:sp>
        </p:grpSp>
        <p:grpSp>
          <p:nvGrpSpPr>
            <p:cNvPr id="41051" name="Group 161"/>
            <p:cNvGrpSpPr/>
            <p:nvPr/>
          </p:nvGrpSpPr>
          <p:grpSpPr>
            <a:xfrm>
              <a:off x="2611" y="3919"/>
              <a:ext cx="172" cy="54"/>
              <a:chOff x="3688" y="2648"/>
              <a:chExt cx="224" cy="72"/>
            </a:xfrm>
          </p:grpSpPr>
          <p:sp>
            <p:nvSpPr>
              <p:cNvPr id="41052" name="Line 162"/>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1053" name="Line 163"/>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41054" name="WordArt 165"/>
            <p:cNvSpPr>
              <a:spLocks noTextEdit="1"/>
            </p:cNvSpPr>
            <p:nvPr/>
          </p:nvSpPr>
          <p:spPr>
            <a:xfrm>
              <a:off x="2857" y="3885"/>
              <a:ext cx="153" cy="139"/>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sp>
          <p:nvSpPr>
            <p:cNvPr id="41055" name="WordArt 166"/>
            <p:cNvSpPr>
              <a:spLocks noTextEdit="1"/>
            </p:cNvSpPr>
            <p:nvPr/>
          </p:nvSpPr>
          <p:spPr>
            <a:xfrm rot="-142993">
              <a:off x="3272" y="3785"/>
              <a:ext cx="193" cy="137"/>
            </a:xfrm>
            <a:prstGeom prst="rect">
              <a:avLst/>
            </a:prstGeom>
          </p:spPr>
          <p:txBody>
            <a:bodyPr wrap="none" fromWordArt="1">
              <a:prstTxWarp prst="textPlain">
                <a:avLst>
                  <a:gd name="adj" fmla="val 55806"/>
                </a:avLst>
              </a:prstTxWarp>
              <a:normAutofit/>
            </a:bodyPr>
            <a:lstStyle/>
            <a:p>
              <a:pPr algn="ctr"/>
              <a:r>
                <a:rPr lang="zh-CN" altLang="en-US" sz="3600" b="1" i="1">
                  <a:ln w="1270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41056" name="Line 167"/>
            <p:cNvSpPr/>
            <p:nvPr/>
          </p:nvSpPr>
          <p:spPr>
            <a:xfrm flipH="1">
              <a:off x="3204" y="3953"/>
              <a:ext cx="354" cy="0"/>
            </a:xfrm>
            <a:prstGeom prst="line">
              <a:avLst/>
            </a:prstGeom>
            <a:ln w="28575" cap="flat" cmpd="sng">
              <a:solidFill>
                <a:schemeClr val="tx1"/>
              </a:solidFill>
              <a:prstDash val="solid"/>
              <a:round/>
              <a:headEnd type="none" w="med" len="med"/>
              <a:tailEnd type="none" w="med" len="med"/>
            </a:ln>
          </p:spPr>
        </p:sp>
        <p:sp>
          <p:nvSpPr>
            <p:cNvPr id="41057" name="WordArt 168"/>
            <p:cNvSpPr>
              <a:spLocks noTextEdit="1"/>
            </p:cNvSpPr>
            <p:nvPr/>
          </p:nvSpPr>
          <p:spPr>
            <a:xfrm>
              <a:off x="3286" y="3991"/>
              <a:ext cx="148" cy="113"/>
            </a:xfrm>
            <a:prstGeom prst="rect">
              <a:avLst/>
            </a:prstGeom>
          </p:spPr>
          <p:txBody>
            <a:bodyPr wrap="none" fromWordArt="1">
              <a:prstTxWarp prst="textPlain">
                <a:avLst>
                  <a:gd name="adj" fmla="val 50000"/>
                </a:avLst>
              </a:prstTxWarp>
              <a:normAutofit/>
            </a:bodyPr>
            <a:lstStyle/>
            <a:p>
              <a:pPr algn="ctr"/>
              <a:r>
                <a:rPr lang="zh-CN" altLang="en-US" sz="3600" i="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a</a:t>
              </a:r>
            </a:p>
          </p:txBody>
        </p:sp>
        <p:sp>
          <p:nvSpPr>
            <p:cNvPr id="41058" name="WordArt 169"/>
            <p:cNvSpPr>
              <a:spLocks noTextEdit="1"/>
            </p:cNvSpPr>
            <p:nvPr/>
          </p:nvSpPr>
          <p:spPr>
            <a:xfrm>
              <a:off x="2993" y="3855"/>
              <a:ext cx="210" cy="190"/>
            </a:xfrm>
            <a:prstGeom prst="rect">
              <a:avLst/>
            </a:prstGeom>
          </p:spPr>
          <p:txBody>
            <a:bodyPr wrap="none" fromWordArt="1">
              <a:prstTxWarp prst="textPlain">
                <a:avLst>
                  <a:gd name="adj" fmla="val 58954"/>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f</a:t>
              </a:r>
            </a:p>
          </p:txBody>
        </p:sp>
        <p:sp>
          <p:nvSpPr>
            <p:cNvPr id="41059" name="Freeform 170"/>
            <p:cNvSpPr/>
            <p:nvPr/>
          </p:nvSpPr>
          <p:spPr>
            <a:xfrm rot="5978253" flipH="1">
              <a:off x="3420" y="3732"/>
              <a:ext cx="87" cy="54"/>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chemeClr val="tx1"/>
            </a:solidFill>
            <a:ln w="9525" cap="flat" cmpd="sng">
              <a:solidFill>
                <a:schemeClr val="tx1"/>
              </a:solidFill>
              <a:prstDash val="solid"/>
              <a:round/>
              <a:headEnd type="none" w="med" len="med"/>
              <a:tailEnd type="none" w="med" len="med"/>
            </a:ln>
          </p:spPr>
          <p:txBody>
            <a:bodyPr/>
            <a:lstStyle/>
            <a:p>
              <a:endParaRPr lang="zh-CN" altLang="en-US"/>
            </a:p>
          </p:txBody>
        </p:sp>
        <p:sp>
          <p:nvSpPr>
            <p:cNvPr id="41060" name="Freeform 171"/>
            <p:cNvSpPr/>
            <p:nvPr/>
          </p:nvSpPr>
          <p:spPr>
            <a:xfrm rot="5978253" flipH="1">
              <a:off x="3438" y="3964"/>
              <a:ext cx="87" cy="54"/>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006600"/>
            </a:solidFill>
            <a:ln w="9525" cap="flat" cmpd="sng">
              <a:solidFill>
                <a:srgbClr val="006600"/>
              </a:solidFill>
              <a:prstDash val="solid"/>
              <a:round/>
              <a:headEnd type="none" w="med" len="med"/>
              <a:tailEnd type="none" w="med" len="med"/>
            </a:ln>
          </p:spPr>
          <p:txBody>
            <a:bodyPr/>
            <a:lstStyle/>
            <a:p>
              <a:endParaRPr lang="zh-CN" altLang="en-US"/>
            </a:p>
          </p:txBody>
        </p:sp>
        <p:grpSp>
          <p:nvGrpSpPr>
            <p:cNvPr id="41061" name="Group 172"/>
            <p:cNvGrpSpPr/>
            <p:nvPr/>
          </p:nvGrpSpPr>
          <p:grpSpPr>
            <a:xfrm>
              <a:off x="3608" y="3917"/>
              <a:ext cx="172" cy="54"/>
              <a:chOff x="3688" y="2648"/>
              <a:chExt cx="224" cy="72"/>
            </a:xfrm>
          </p:grpSpPr>
          <p:sp>
            <p:nvSpPr>
              <p:cNvPr id="41062" name="Line 173"/>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1063" name="Line 174"/>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41064" name="WordArt 175"/>
            <p:cNvSpPr>
              <a:spLocks noTextEdit="1"/>
            </p:cNvSpPr>
            <p:nvPr/>
          </p:nvSpPr>
          <p:spPr>
            <a:xfrm>
              <a:off x="3807" y="3883"/>
              <a:ext cx="153" cy="139"/>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sp>
          <p:nvSpPr>
            <p:cNvPr id="41065" name="WordArt 176"/>
            <p:cNvSpPr>
              <a:spLocks noTextEdit="1"/>
            </p:cNvSpPr>
            <p:nvPr/>
          </p:nvSpPr>
          <p:spPr>
            <a:xfrm>
              <a:off x="3943" y="3853"/>
              <a:ext cx="210" cy="190"/>
            </a:xfrm>
            <a:prstGeom prst="rect">
              <a:avLst/>
            </a:prstGeom>
          </p:spPr>
          <p:txBody>
            <a:bodyPr wrap="none" fromWordArt="1">
              <a:prstTxWarp prst="textPlain">
                <a:avLst>
                  <a:gd name="adj" fmla="val 58954"/>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f</a:t>
              </a:r>
            </a:p>
          </p:txBody>
        </p:sp>
        <p:sp>
          <p:nvSpPr>
            <p:cNvPr id="41066" name="Line 177"/>
            <p:cNvSpPr/>
            <p:nvPr/>
          </p:nvSpPr>
          <p:spPr>
            <a:xfrm flipH="1">
              <a:off x="4162" y="3958"/>
              <a:ext cx="477" cy="0"/>
            </a:xfrm>
            <a:prstGeom prst="line">
              <a:avLst/>
            </a:prstGeom>
            <a:ln w="28575" cap="flat" cmpd="sng">
              <a:solidFill>
                <a:schemeClr val="tx1"/>
              </a:solidFill>
              <a:prstDash val="solid"/>
              <a:round/>
              <a:headEnd type="none" w="med" len="med"/>
              <a:tailEnd type="none" w="med" len="med"/>
            </a:ln>
          </p:spPr>
        </p:sp>
        <p:grpSp>
          <p:nvGrpSpPr>
            <p:cNvPr id="41067" name="Group 183"/>
            <p:cNvGrpSpPr/>
            <p:nvPr/>
          </p:nvGrpSpPr>
          <p:grpSpPr>
            <a:xfrm>
              <a:off x="4228" y="3723"/>
              <a:ext cx="246" cy="196"/>
              <a:chOff x="4175" y="3677"/>
              <a:chExt cx="201" cy="396"/>
            </a:xfrm>
          </p:grpSpPr>
          <p:sp>
            <p:nvSpPr>
              <p:cNvPr id="41068" name="Line 180"/>
              <p:cNvSpPr/>
              <p:nvPr/>
            </p:nvSpPr>
            <p:spPr>
              <a:xfrm flipV="1">
                <a:off x="4175" y="3881"/>
                <a:ext cx="201" cy="0"/>
              </a:xfrm>
              <a:prstGeom prst="line">
                <a:avLst/>
              </a:prstGeom>
              <a:ln w="28575" cap="flat" cmpd="sng">
                <a:solidFill>
                  <a:schemeClr val="tx1"/>
                </a:solidFill>
                <a:prstDash val="solid"/>
                <a:round/>
                <a:headEnd type="none" w="med" len="med"/>
                <a:tailEnd type="none" w="med" len="med"/>
              </a:ln>
            </p:spPr>
          </p:sp>
          <p:sp>
            <p:nvSpPr>
              <p:cNvPr id="41069" name="WordArt 181"/>
              <p:cNvSpPr>
                <a:spLocks noTextEdit="1"/>
              </p:cNvSpPr>
              <p:nvPr/>
            </p:nvSpPr>
            <p:spPr>
              <a:xfrm>
                <a:off x="4217" y="3677"/>
                <a:ext cx="76" cy="15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41070" name="WordArt 182"/>
              <p:cNvSpPr>
                <a:spLocks noTextEdit="1"/>
              </p:cNvSpPr>
              <p:nvPr/>
            </p:nvSpPr>
            <p:spPr>
              <a:xfrm>
                <a:off x="4221" y="3920"/>
                <a:ext cx="76" cy="15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a:t>
                </a:r>
              </a:p>
            </p:txBody>
          </p:sp>
        </p:grpSp>
        <p:sp>
          <p:nvSpPr>
            <p:cNvPr id="41071" name="WordArt 184"/>
            <p:cNvSpPr>
              <a:spLocks noTextEdit="1"/>
            </p:cNvSpPr>
            <p:nvPr/>
          </p:nvSpPr>
          <p:spPr>
            <a:xfrm rot="-142993">
              <a:off x="4431" y="3771"/>
              <a:ext cx="165" cy="136"/>
            </a:xfrm>
            <a:prstGeom prst="rect">
              <a:avLst/>
            </a:prstGeom>
          </p:spPr>
          <p:txBody>
            <a:bodyPr wrap="none" fromWordArt="1">
              <a:prstTxWarp prst="textPlain">
                <a:avLst>
                  <a:gd name="adj" fmla="val 55806"/>
                </a:avLst>
              </a:prstTxWarp>
              <a:normAutofit/>
            </a:bodyPr>
            <a:lstStyle/>
            <a:p>
              <a:pPr algn="ctr"/>
              <a:r>
                <a:rPr lang="zh-CN" altLang="en-US" sz="3600" b="1" i="1">
                  <a:ln w="1905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41072" name="Line 186"/>
            <p:cNvSpPr/>
            <p:nvPr/>
          </p:nvSpPr>
          <p:spPr>
            <a:xfrm flipV="1">
              <a:off x="4231" y="4088"/>
              <a:ext cx="217" cy="0"/>
            </a:xfrm>
            <a:prstGeom prst="line">
              <a:avLst/>
            </a:prstGeom>
            <a:ln w="28575" cap="flat" cmpd="sng">
              <a:solidFill>
                <a:schemeClr val="tx1"/>
              </a:solidFill>
              <a:prstDash val="solid"/>
              <a:round/>
              <a:headEnd type="none" w="med" len="med"/>
              <a:tailEnd type="none" w="med" len="med"/>
            </a:ln>
          </p:spPr>
        </p:sp>
        <p:sp>
          <p:nvSpPr>
            <p:cNvPr id="41073" name="WordArt 187"/>
            <p:cNvSpPr>
              <a:spLocks noTextEdit="1"/>
            </p:cNvSpPr>
            <p:nvPr/>
          </p:nvSpPr>
          <p:spPr>
            <a:xfrm>
              <a:off x="4283" y="3984"/>
              <a:ext cx="82" cy="7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41074" name="WordArt 188"/>
            <p:cNvSpPr>
              <a:spLocks noTextEdit="1"/>
            </p:cNvSpPr>
            <p:nvPr/>
          </p:nvSpPr>
          <p:spPr>
            <a:xfrm>
              <a:off x="4281" y="4118"/>
              <a:ext cx="82" cy="7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sp>
          <p:nvSpPr>
            <p:cNvPr id="41075" name="WordArt 189"/>
            <p:cNvSpPr>
              <a:spLocks noTextEdit="1"/>
            </p:cNvSpPr>
            <p:nvPr/>
          </p:nvSpPr>
          <p:spPr>
            <a:xfrm>
              <a:off x="4467" y="4012"/>
              <a:ext cx="121" cy="106"/>
            </a:xfrm>
            <a:prstGeom prst="rect">
              <a:avLst/>
            </a:prstGeom>
          </p:spPr>
          <p:txBody>
            <a:bodyPr wrap="none" fromWordArt="1">
              <a:prstTxWarp prst="textPlain">
                <a:avLst>
                  <a:gd name="adj" fmla="val 50000"/>
                </a:avLst>
              </a:prstTxWarp>
              <a:normAutofit/>
            </a:bodyPr>
            <a:lstStyle/>
            <a:p>
              <a:pPr algn="ctr"/>
              <a:r>
                <a:rPr lang="zh-CN" altLang="en-US" sz="3600" i="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a</a:t>
              </a:r>
            </a:p>
          </p:txBody>
        </p:sp>
        <p:grpSp>
          <p:nvGrpSpPr>
            <p:cNvPr id="41076" name="Group 190"/>
            <p:cNvGrpSpPr/>
            <p:nvPr/>
          </p:nvGrpSpPr>
          <p:grpSpPr>
            <a:xfrm>
              <a:off x="4695" y="3930"/>
              <a:ext cx="172" cy="54"/>
              <a:chOff x="3688" y="2648"/>
              <a:chExt cx="224" cy="72"/>
            </a:xfrm>
          </p:grpSpPr>
          <p:sp>
            <p:nvSpPr>
              <p:cNvPr id="41077" name="Line 191"/>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1078" name="Line 192"/>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grpSp>
          <p:nvGrpSpPr>
            <p:cNvPr id="41079" name="Group 216"/>
            <p:cNvGrpSpPr/>
            <p:nvPr/>
          </p:nvGrpSpPr>
          <p:grpSpPr>
            <a:xfrm>
              <a:off x="4927" y="3783"/>
              <a:ext cx="286" cy="301"/>
              <a:chOff x="4927" y="3783"/>
              <a:chExt cx="286" cy="301"/>
            </a:xfrm>
          </p:grpSpPr>
          <p:sp>
            <p:nvSpPr>
              <p:cNvPr id="41080" name="Line 194"/>
              <p:cNvSpPr/>
              <p:nvPr/>
            </p:nvSpPr>
            <p:spPr>
              <a:xfrm flipV="1">
                <a:off x="4927" y="3932"/>
                <a:ext cx="286" cy="0"/>
              </a:xfrm>
              <a:prstGeom prst="line">
                <a:avLst/>
              </a:prstGeom>
              <a:ln w="28575" cap="flat" cmpd="sng">
                <a:solidFill>
                  <a:schemeClr val="tx1"/>
                </a:solidFill>
                <a:prstDash val="solid"/>
                <a:round/>
                <a:headEnd type="none" w="med" len="med"/>
                <a:tailEnd type="none" w="med" len="med"/>
              </a:ln>
            </p:spPr>
          </p:sp>
          <p:sp>
            <p:nvSpPr>
              <p:cNvPr id="41081" name="WordArt 195"/>
              <p:cNvSpPr>
                <a:spLocks noTextEdit="1"/>
              </p:cNvSpPr>
              <p:nvPr/>
            </p:nvSpPr>
            <p:spPr>
              <a:xfrm>
                <a:off x="4997" y="3969"/>
                <a:ext cx="108" cy="11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sp>
            <p:nvSpPr>
              <p:cNvPr id="41082" name="WordArt 196"/>
              <p:cNvSpPr>
                <a:spLocks noTextEdit="1"/>
              </p:cNvSpPr>
              <p:nvPr/>
            </p:nvSpPr>
            <p:spPr>
              <a:xfrm>
                <a:off x="5027" y="3783"/>
                <a:ext cx="68" cy="11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grpSp>
          <p:nvGrpSpPr>
            <p:cNvPr id="41083" name="Group 197"/>
            <p:cNvGrpSpPr/>
            <p:nvPr/>
          </p:nvGrpSpPr>
          <p:grpSpPr>
            <a:xfrm>
              <a:off x="5220" y="3842"/>
              <a:ext cx="256" cy="202"/>
              <a:chOff x="2377" y="601"/>
              <a:chExt cx="256" cy="202"/>
            </a:xfrm>
          </p:grpSpPr>
          <p:sp>
            <p:nvSpPr>
              <p:cNvPr id="41084" name="WordArt 198"/>
              <p:cNvSpPr>
                <a:spLocks noTextEdit="1"/>
              </p:cNvSpPr>
              <p:nvPr/>
            </p:nvSpPr>
            <p:spPr>
              <a:xfrm>
                <a:off x="2377" y="601"/>
                <a:ext cx="241" cy="190"/>
              </a:xfrm>
              <a:prstGeom prst="rect">
                <a:avLst/>
              </a:prstGeom>
            </p:spPr>
            <p:txBody>
              <a:bodyPr wrap="none" fromWordArt="1">
                <a:prstTxWarp prst="textPlain">
                  <a:avLst>
                    <a:gd name="adj" fmla="val 59361"/>
                  </a:avLst>
                </a:prstTxWarp>
                <a:normAutofit/>
              </a:bodyPr>
              <a:lstStyle/>
              <a:p>
                <a:pPr algn="ctr"/>
                <a:r>
                  <a:rPr lang="zh-CN" altLang="en-US" sz="1200" i="1">
                    <a:ln w="2857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W</a:t>
                </a:r>
              </a:p>
            </p:txBody>
          </p:sp>
          <p:sp>
            <p:nvSpPr>
              <p:cNvPr id="41085" name="WordArt 199"/>
              <p:cNvSpPr>
                <a:spLocks noTextEdit="1"/>
              </p:cNvSpPr>
              <p:nvPr/>
            </p:nvSpPr>
            <p:spPr>
              <a:xfrm>
                <a:off x="2553" y="736"/>
                <a:ext cx="80" cy="6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o</a:t>
                </a:r>
              </a:p>
            </p:txBody>
          </p:sp>
        </p:grpSp>
      </p:grpSp>
      <p:grpSp>
        <p:nvGrpSpPr>
          <p:cNvPr id="30" name="Group 209"/>
          <p:cNvGrpSpPr/>
          <p:nvPr/>
        </p:nvGrpSpPr>
        <p:grpSpPr>
          <a:xfrm>
            <a:off x="401638" y="5778500"/>
            <a:ext cx="2646362" cy="1079500"/>
            <a:chOff x="253" y="3640"/>
            <a:chExt cx="1667" cy="680"/>
          </a:xfrm>
        </p:grpSpPr>
        <p:grpSp>
          <p:nvGrpSpPr>
            <p:cNvPr id="41087" name="Group 142"/>
            <p:cNvGrpSpPr/>
            <p:nvPr/>
          </p:nvGrpSpPr>
          <p:grpSpPr>
            <a:xfrm>
              <a:off x="253" y="3846"/>
              <a:ext cx="256" cy="202"/>
              <a:chOff x="2377" y="601"/>
              <a:chExt cx="256" cy="202"/>
            </a:xfrm>
          </p:grpSpPr>
          <p:sp>
            <p:nvSpPr>
              <p:cNvPr id="41088" name="WordArt 143"/>
              <p:cNvSpPr>
                <a:spLocks noTextEdit="1"/>
              </p:cNvSpPr>
              <p:nvPr/>
            </p:nvSpPr>
            <p:spPr>
              <a:xfrm>
                <a:off x="2377" y="601"/>
                <a:ext cx="241" cy="190"/>
              </a:xfrm>
              <a:prstGeom prst="rect">
                <a:avLst/>
              </a:prstGeom>
            </p:spPr>
            <p:txBody>
              <a:bodyPr wrap="none" fromWordArt="1">
                <a:prstTxWarp prst="textPlain">
                  <a:avLst>
                    <a:gd name="adj" fmla="val 59361"/>
                  </a:avLst>
                </a:prstTxWarp>
                <a:normAutofit/>
              </a:bodyPr>
              <a:lstStyle/>
              <a:p>
                <a:pPr algn="ctr"/>
                <a:r>
                  <a:rPr lang="zh-CN" altLang="en-US" sz="1200" i="1">
                    <a:ln w="2857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W</a:t>
                </a:r>
              </a:p>
            </p:txBody>
          </p:sp>
          <p:sp>
            <p:nvSpPr>
              <p:cNvPr id="41089" name="WordArt 144"/>
              <p:cNvSpPr>
                <a:spLocks noTextEdit="1"/>
              </p:cNvSpPr>
              <p:nvPr/>
            </p:nvSpPr>
            <p:spPr>
              <a:xfrm>
                <a:off x="2553" y="736"/>
                <a:ext cx="80" cy="6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o</a:t>
                </a:r>
              </a:p>
            </p:txBody>
          </p:sp>
        </p:grpSp>
        <p:grpSp>
          <p:nvGrpSpPr>
            <p:cNvPr id="41090" name="Group 145"/>
            <p:cNvGrpSpPr/>
            <p:nvPr/>
          </p:nvGrpSpPr>
          <p:grpSpPr>
            <a:xfrm>
              <a:off x="563" y="3912"/>
              <a:ext cx="172" cy="54"/>
              <a:chOff x="3688" y="2648"/>
              <a:chExt cx="224" cy="72"/>
            </a:xfrm>
          </p:grpSpPr>
          <p:sp>
            <p:nvSpPr>
              <p:cNvPr id="41091" name="Line 146"/>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1092" name="Line 147"/>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grpSp>
          <p:nvGrpSpPr>
            <p:cNvPr id="41093" name="Group 149"/>
            <p:cNvGrpSpPr/>
            <p:nvPr/>
          </p:nvGrpSpPr>
          <p:grpSpPr>
            <a:xfrm>
              <a:off x="817" y="3757"/>
              <a:ext cx="778" cy="319"/>
              <a:chOff x="3698" y="518"/>
              <a:chExt cx="778" cy="319"/>
            </a:xfrm>
          </p:grpSpPr>
          <p:sp>
            <p:nvSpPr>
              <p:cNvPr id="41094" name="WordArt 150"/>
              <p:cNvSpPr>
                <a:spLocks noTextEdit="1"/>
              </p:cNvSpPr>
              <p:nvPr/>
            </p:nvSpPr>
            <p:spPr>
              <a:xfrm>
                <a:off x="3698" y="626"/>
                <a:ext cx="153" cy="139"/>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sp>
            <p:nvSpPr>
              <p:cNvPr id="41095" name="WordArt 151"/>
              <p:cNvSpPr>
                <a:spLocks noTextEdit="1"/>
              </p:cNvSpPr>
              <p:nvPr/>
            </p:nvSpPr>
            <p:spPr>
              <a:xfrm rot="-142993">
                <a:off x="4190" y="518"/>
                <a:ext cx="193" cy="137"/>
              </a:xfrm>
              <a:prstGeom prst="rect">
                <a:avLst/>
              </a:prstGeom>
            </p:spPr>
            <p:txBody>
              <a:bodyPr wrap="none" fromWordArt="1">
                <a:prstTxWarp prst="textPlain">
                  <a:avLst>
                    <a:gd name="adj" fmla="val 55806"/>
                  </a:avLst>
                </a:prstTxWarp>
                <a:normAutofit/>
              </a:bodyPr>
              <a:lstStyle/>
              <a:p>
                <a:pPr algn="ctr"/>
                <a:r>
                  <a:rPr lang="zh-CN" altLang="en-US" sz="3600" b="1" i="1">
                    <a:ln w="1270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41096" name="Line 152"/>
              <p:cNvSpPr/>
              <p:nvPr/>
            </p:nvSpPr>
            <p:spPr>
              <a:xfrm flipH="1">
                <a:off x="4122" y="686"/>
                <a:ext cx="354" cy="0"/>
              </a:xfrm>
              <a:prstGeom prst="line">
                <a:avLst/>
              </a:prstGeom>
              <a:ln w="28575" cap="flat" cmpd="sng">
                <a:solidFill>
                  <a:schemeClr val="tx1"/>
                </a:solidFill>
                <a:prstDash val="solid"/>
                <a:round/>
                <a:headEnd type="none" w="med" len="med"/>
                <a:tailEnd type="none" w="med" len="med"/>
              </a:ln>
            </p:spPr>
          </p:sp>
          <p:sp>
            <p:nvSpPr>
              <p:cNvPr id="41097" name="WordArt 153"/>
              <p:cNvSpPr>
                <a:spLocks noTextEdit="1"/>
              </p:cNvSpPr>
              <p:nvPr/>
            </p:nvSpPr>
            <p:spPr>
              <a:xfrm>
                <a:off x="4204" y="724"/>
                <a:ext cx="148" cy="113"/>
              </a:xfrm>
              <a:prstGeom prst="rect">
                <a:avLst/>
              </a:prstGeom>
            </p:spPr>
            <p:txBody>
              <a:bodyPr wrap="none" fromWordArt="1">
                <a:prstTxWarp prst="textPlain">
                  <a:avLst>
                    <a:gd name="adj" fmla="val 50000"/>
                  </a:avLst>
                </a:prstTxWarp>
                <a:normAutofit/>
              </a:bodyPr>
              <a:lstStyle/>
              <a:p>
                <a:pPr algn="ctr"/>
                <a:r>
                  <a:rPr lang="zh-CN" altLang="en-US" sz="3600" i="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a</a:t>
                </a:r>
              </a:p>
            </p:txBody>
          </p:sp>
          <p:sp>
            <p:nvSpPr>
              <p:cNvPr id="41098" name="WordArt 154"/>
              <p:cNvSpPr>
                <a:spLocks noTextEdit="1"/>
              </p:cNvSpPr>
              <p:nvPr/>
            </p:nvSpPr>
            <p:spPr>
              <a:xfrm>
                <a:off x="3888" y="596"/>
                <a:ext cx="210" cy="190"/>
              </a:xfrm>
              <a:prstGeom prst="rect">
                <a:avLst/>
              </a:prstGeom>
            </p:spPr>
            <p:txBody>
              <a:bodyPr wrap="none" fromWordArt="1">
                <a:prstTxWarp prst="textPlain">
                  <a:avLst>
                    <a:gd name="adj" fmla="val 58954"/>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f</a:t>
                </a:r>
              </a:p>
            </p:txBody>
          </p:sp>
        </p:grpSp>
        <p:sp>
          <p:nvSpPr>
            <p:cNvPr id="41099" name="Rectangle 201"/>
            <p:cNvSpPr/>
            <p:nvPr/>
          </p:nvSpPr>
          <p:spPr>
            <a:xfrm>
              <a:off x="1864" y="3640"/>
              <a:ext cx="56" cy="680"/>
            </a:xfrm>
            <a:prstGeom prst="rect">
              <a:avLst/>
            </a:prstGeom>
            <a:solidFill>
              <a:schemeClr val="accent1"/>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nvGrpSpPr>
          <p:cNvPr id="229602" name="Group 217"/>
          <p:cNvGrpSpPr/>
          <p:nvPr/>
        </p:nvGrpSpPr>
        <p:grpSpPr>
          <a:xfrm>
            <a:off x="5849938" y="4764088"/>
            <a:ext cx="539750" cy="490537"/>
            <a:chOff x="4927" y="3783"/>
            <a:chExt cx="286" cy="301"/>
          </a:xfrm>
        </p:grpSpPr>
        <p:sp>
          <p:nvSpPr>
            <p:cNvPr id="41101" name="Line 218"/>
            <p:cNvSpPr/>
            <p:nvPr/>
          </p:nvSpPr>
          <p:spPr>
            <a:xfrm flipV="1">
              <a:off x="4927" y="3932"/>
              <a:ext cx="286" cy="0"/>
            </a:xfrm>
            <a:prstGeom prst="line">
              <a:avLst/>
            </a:prstGeom>
            <a:ln w="28575" cap="flat" cmpd="sng">
              <a:solidFill>
                <a:schemeClr val="tx1"/>
              </a:solidFill>
              <a:prstDash val="solid"/>
              <a:round/>
              <a:headEnd type="none" w="med" len="med"/>
              <a:tailEnd type="none" w="med" len="med"/>
            </a:ln>
          </p:spPr>
        </p:sp>
        <p:sp>
          <p:nvSpPr>
            <p:cNvPr id="41102" name="WordArt 219"/>
            <p:cNvSpPr>
              <a:spLocks noTextEdit="1"/>
            </p:cNvSpPr>
            <p:nvPr/>
          </p:nvSpPr>
          <p:spPr>
            <a:xfrm>
              <a:off x="4997" y="3969"/>
              <a:ext cx="108" cy="11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sp>
          <p:nvSpPr>
            <p:cNvPr id="41103" name="WordArt 220"/>
            <p:cNvSpPr>
              <a:spLocks noTextEdit="1"/>
            </p:cNvSpPr>
            <p:nvPr/>
          </p:nvSpPr>
          <p:spPr>
            <a:xfrm>
              <a:off x="5027" y="3783"/>
              <a:ext cx="68" cy="11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grpSp>
        <p:nvGrpSpPr>
          <p:cNvPr id="41104" name="Group 248"/>
          <p:cNvGrpSpPr/>
          <p:nvPr/>
        </p:nvGrpSpPr>
        <p:grpSpPr>
          <a:xfrm>
            <a:off x="188913" y="1073150"/>
            <a:ext cx="8639175" cy="466725"/>
            <a:chOff x="119" y="676"/>
            <a:chExt cx="5442" cy="294"/>
          </a:xfrm>
        </p:grpSpPr>
        <p:grpSp>
          <p:nvGrpSpPr>
            <p:cNvPr id="41105" name="Group 225"/>
            <p:cNvGrpSpPr/>
            <p:nvPr/>
          </p:nvGrpSpPr>
          <p:grpSpPr>
            <a:xfrm>
              <a:off x="119" y="676"/>
              <a:ext cx="440" cy="246"/>
              <a:chOff x="127" y="728"/>
              <a:chExt cx="437" cy="256"/>
            </a:xfrm>
          </p:grpSpPr>
          <p:sp>
            <p:nvSpPr>
              <p:cNvPr id="41106" name="Oval 226" descr="栎木"/>
              <p:cNvSpPr/>
              <p:nvPr/>
            </p:nvSpPr>
            <p:spPr>
              <a:xfrm>
                <a:off x="127" y="728"/>
                <a:ext cx="437" cy="256"/>
              </a:xfrm>
              <a:prstGeom prst="ellipse">
                <a:avLst/>
              </a:prstGeom>
              <a:blipFill rotWithShape="0">
                <a:blip r:embed="rId2"/>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107" name="WordArt 227"/>
              <p:cNvSpPr>
                <a:spLocks noTextEdit="1"/>
              </p:cNvSpPr>
              <p:nvPr/>
            </p:nvSpPr>
            <p:spPr>
              <a:xfrm>
                <a:off x="187" y="780"/>
                <a:ext cx="305" cy="147"/>
              </a:xfrm>
              <a:prstGeom prst="rect">
                <a:avLst/>
              </a:prstGeom>
            </p:spPr>
            <p:txBody>
              <a:bodyPr wrap="none" fromWordArt="1">
                <a:prstTxWarp prst="textPlain">
                  <a:avLst>
                    <a:gd name="adj" fmla="val 50287"/>
                  </a:avLst>
                </a:prstTxWarp>
                <a:normAutofit/>
              </a:bodyPr>
              <a:lstStyle/>
              <a:p>
                <a:pPr algn="ctr"/>
                <a:r>
                  <a:rPr lang="zh-CN" altLang="en-US" sz="3600">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rPr>
                  <a:t>例5</a:t>
                </a:r>
              </a:p>
            </p:txBody>
          </p:sp>
        </p:grpSp>
        <p:sp>
          <p:nvSpPr>
            <p:cNvPr id="41108" name="WordArt 229"/>
            <p:cNvSpPr>
              <a:spLocks noTextEdit="1"/>
            </p:cNvSpPr>
            <p:nvPr/>
          </p:nvSpPr>
          <p:spPr>
            <a:xfrm>
              <a:off x="794" y="723"/>
              <a:ext cx="4767" cy="246"/>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波长   ，缝宽   ，中央亮条纹宽   。当波长为   缝宽    时，中央亮条纹   ？</a:t>
              </a:r>
            </a:p>
          </p:txBody>
        </p:sp>
        <p:sp>
          <p:nvSpPr>
            <p:cNvPr id="41109" name="WordArt 230"/>
            <p:cNvSpPr>
              <a:spLocks noTextEdit="1"/>
            </p:cNvSpPr>
            <p:nvPr/>
          </p:nvSpPr>
          <p:spPr>
            <a:xfrm rot="-142993">
              <a:off x="1095" y="740"/>
              <a:ext cx="181" cy="217"/>
            </a:xfrm>
            <a:prstGeom prst="rect">
              <a:avLst/>
            </a:prstGeom>
          </p:spPr>
          <p:txBody>
            <a:bodyPr wrap="none" fromWordArt="1">
              <a:prstTxWarp prst="textPlain">
                <a:avLst>
                  <a:gd name="adj" fmla="val 55806"/>
                </a:avLst>
              </a:prstTxWarp>
              <a:normAutofit/>
            </a:bodyPr>
            <a:lstStyle/>
            <a:p>
              <a:pPr algn="ctr"/>
              <a:r>
                <a:rPr lang="zh-CN" altLang="en-US" sz="3600" b="1" i="1">
                  <a:ln w="1905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41110" name="WordArt 231"/>
            <p:cNvSpPr>
              <a:spLocks noTextEdit="1"/>
            </p:cNvSpPr>
            <p:nvPr/>
          </p:nvSpPr>
          <p:spPr>
            <a:xfrm>
              <a:off x="1731" y="756"/>
              <a:ext cx="129" cy="153"/>
            </a:xfrm>
            <a:prstGeom prst="rect">
              <a:avLst/>
            </a:prstGeom>
          </p:spPr>
          <p:txBody>
            <a:bodyPr wrap="none" fromWordArt="1">
              <a:prstTxWarp prst="textPlain">
                <a:avLst>
                  <a:gd name="adj" fmla="val 50000"/>
                </a:avLst>
              </a:prstTxWarp>
              <a:normAutofit/>
            </a:bodyPr>
            <a:lstStyle/>
            <a:p>
              <a:pPr algn="ctr"/>
              <a:r>
                <a:rPr lang="zh-CN" altLang="en-US" sz="3600" i="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a</a:t>
              </a:r>
            </a:p>
          </p:txBody>
        </p:sp>
        <p:grpSp>
          <p:nvGrpSpPr>
            <p:cNvPr id="41111" name="Group 232"/>
            <p:cNvGrpSpPr/>
            <p:nvPr/>
          </p:nvGrpSpPr>
          <p:grpSpPr>
            <a:xfrm>
              <a:off x="2810" y="752"/>
              <a:ext cx="165" cy="193"/>
              <a:chOff x="2377" y="601"/>
              <a:chExt cx="256" cy="202"/>
            </a:xfrm>
          </p:grpSpPr>
          <p:sp>
            <p:nvSpPr>
              <p:cNvPr id="41112" name="WordArt 233"/>
              <p:cNvSpPr>
                <a:spLocks noTextEdit="1"/>
              </p:cNvSpPr>
              <p:nvPr/>
            </p:nvSpPr>
            <p:spPr>
              <a:xfrm>
                <a:off x="2377" y="601"/>
                <a:ext cx="241" cy="190"/>
              </a:xfrm>
              <a:prstGeom prst="rect">
                <a:avLst/>
              </a:prstGeom>
            </p:spPr>
            <p:txBody>
              <a:bodyPr wrap="none" fromWordArt="1">
                <a:prstTxWarp prst="textPlain">
                  <a:avLst>
                    <a:gd name="adj" fmla="val 59361"/>
                  </a:avLst>
                </a:prstTxWarp>
                <a:normAutofit/>
              </a:bodyPr>
              <a:lstStyle/>
              <a:p>
                <a:pPr algn="ctr"/>
                <a:r>
                  <a:rPr lang="zh-CN" altLang="en-US" sz="1200" i="1">
                    <a:ln w="2857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W</a:t>
                </a:r>
              </a:p>
            </p:txBody>
          </p:sp>
          <p:sp>
            <p:nvSpPr>
              <p:cNvPr id="41113" name="WordArt 234"/>
              <p:cNvSpPr>
                <a:spLocks noTextEdit="1"/>
              </p:cNvSpPr>
              <p:nvPr/>
            </p:nvSpPr>
            <p:spPr>
              <a:xfrm>
                <a:off x="2553" y="736"/>
                <a:ext cx="80" cy="6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o</a:t>
                </a:r>
              </a:p>
            </p:txBody>
          </p:sp>
        </p:grpSp>
        <p:grpSp>
          <p:nvGrpSpPr>
            <p:cNvPr id="41114" name="Group 236"/>
            <p:cNvGrpSpPr/>
            <p:nvPr/>
          </p:nvGrpSpPr>
          <p:grpSpPr>
            <a:xfrm>
              <a:off x="3678" y="735"/>
              <a:ext cx="156" cy="201"/>
              <a:chOff x="2554" y="1632"/>
              <a:chExt cx="248" cy="256"/>
            </a:xfrm>
          </p:grpSpPr>
          <p:sp>
            <p:nvSpPr>
              <p:cNvPr id="41115" name="WordArt 237"/>
              <p:cNvSpPr>
                <a:spLocks noTextEdit="1"/>
              </p:cNvSpPr>
              <p:nvPr/>
            </p:nvSpPr>
            <p:spPr>
              <a:xfrm rot="-142993">
                <a:off x="2554" y="1671"/>
                <a:ext cx="208" cy="217"/>
              </a:xfrm>
              <a:prstGeom prst="rect">
                <a:avLst/>
              </a:prstGeom>
            </p:spPr>
            <p:txBody>
              <a:bodyPr wrap="none" fromWordArt="1">
                <a:prstTxWarp prst="textPlain">
                  <a:avLst>
                    <a:gd name="adj" fmla="val 55806"/>
                  </a:avLst>
                </a:prstTxWarp>
                <a:normAutofit/>
              </a:bodyPr>
              <a:lstStyle/>
              <a:p>
                <a:pPr algn="ctr"/>
                <a:r>
                  <a:rPr lang="zh-CN" altLang="en-US" sz="3600" b="1" i="1">
                    <a:ln w="1905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41116" name="Freeform 238"/>
              <p:cNvSpPr/>
              <p:nvPr/>
            </p:nvSpPr>
            <p:spPr>
              <a:xfrm rot="5978253" flipH="1">
                <a:off x="2716" y="1633"/>
                <a:ext cx="87" cy="54"/>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chemeClr val="tx1"/>
              </a:solidFill>
              <a:ln w="9525" cap="flat" cmpd="sng">
                <a:solidFill>
                  <a:schemeClr val="tx1"/>
                </a:solidFill>
                <a:prstDash val="solid"/>
                <a:round/>
                <a:headEnd type="none" w="med" len="med"/>
                <a:tailEnd type="none" w="med" len="med"/>
              </a:ln>
            </p:spPr>
            <p:txBody>
              <a:bodyPr/>
              <a:lstStyle/>
              <a:p>
                <a:endParaRPr lang="zh-CN" altLang="en-US"/>
              </a:p>
            </p:txBody>
          </p:sp>
        </p:grpSp>
        <p:grpSp>
          <p:nvGrpSpPr>
            <p:cNvPr id="41117" name="Group 240"/>
            <p:cNvGrpSpPr/>
            <p:nvPr/>
          </p:nvGrpSpPr>
          <p:grpSpPr>
            <a:xfrm>
              <a:off x="4150" y="778"/>
              <a:ext cx="223" cy="192"/>
              <a:chOff x="4142" y="1895"/>
              <a:chExt cx="223" cy="192"/>
            </a:xfrm>
          </p:grpSpPr>
          <p:sp>
            <p:nvSpPr>
              <p:cNvPr id="41118" name="WordArt 241"/>
              <p:cNvSpPr>
                <a:spLocks noTextEdit="1"/>
              </p:cNvSpPr>
              <p:nvPr/>
            </p:nvSpPr>
            <p:spPr>
              <a:xfrm>
                <a:off x="4142" y="1934"/>
                <a:ext cx="129" cy="153"/>
              </a:xfrm>
              <a:prstGeom prst="rect">
                <a:avLst/>
              </a:prstGeom>
            </p:spPr>
            <p:txBody>
              <a:bodyPr wrap="none" fromWordArt="1">
                <a:prstTxWarp prst="textPlain">
                  <a:avLst>
                    <a:gd name="adj" fmla="val 50000"/>
                  </a:avLst>
                </a:prstTxWarp>
                <a:normAutofit/>
              </a:bodyPr>
              <a:lstStyle/>
              <a:p>
                <a:pPr algn="ctr"/>
                <a:r>
                  <a:rPr lang="zh-CN" altLang="en-US" sz="3600" i="1">
                    <a:ln w="19050"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a</a:t>
                </a:r>
              </a:p>
            </p:txBody>
          </p:sp>
          <p:sp>
            <p:nvSpPr>
              <p:cNvPr id="41119" name="Freeform 242"/>
              <p:cNvSpPr/>
              <p:nvPr/>
            </p:nvSpPr>
            <p:spPr>
              <a:xfrm rot="5978253" flipH="1">
                <a:off x="4279" y="1896"/>
                <a:ext cx="87" cy="54"/>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006600"/>
              </a:solidFill>
              <a:ln w="9525" cap="flat" cmpd="sng">
                <a:solidFill>
                  <a:srgbClr val="006600"/>
                </a:solidFill>
                <a:prstDash val="solid"/>
                <a:round/>
                <a:headEnd type="none" w="med" len="med"/>
                <a:tailEnd type="none" w="med" len="med"/>
              </a:ln>
            </p:spPr>
            <p:txBody>
              <a:bodyPr/>
              <a:lstStyle/>
              <a:p>
                <a:endParaRPr lang="zh-CN" altLang="en-US"/>
              </a:p>
            </p:txBody>
          </p:sp>
        </p:grpSp>
        <p:grpSp>
          <p:nvGrpSpPr>
            <p:cNvPr id="41120" name="Group 243"/>
            <p:cNvGrpSpPr/>
            <p:nvPr/>
          </p:nvGrpSpPr>
          <p:grpSpPr>
            <a:xfrm>
              <a:off x="5285" y="705"/>
              <a:ext cx="216" cy="250"/>
              <a:chOff x="3358" y="3162"/>
              <a:chExt cx="326" cy="250"/>
            </a:xfrm>
          </p:grpSpPr>
          <p:grpSp>
            <p:nvGrpSpPr>
              <p:cNvPr id="41121" name="Group 244"/>
              <p:cNvGrpSpPr/>
              <p:nvPr/>
            </p:nvGrpSpPr>
            <p:grpSpPr>
              <a:xfrm>
                <a:off x="3358" y="3210"/>
                <a:ext cx="256" cy="202"/>
                <a:chOff x="2377" y="601"/>
                <a:chExt cx="256" cy="202"/>
              </a:xfrm>
            </p:grpSpPr>
            <p:sp>
              <p:nvSpPr>
                <p:cNvPr id="41122" name="WordArt 245"/>
                <p:cNvSpPr>
                  <a:spLocks noTextEdit="1"/>
                </p:cNvSpPr>
                <p:nvPr/>
              </p:nvSpPr>
              <p:spPr>
                <a:xfrm>
                  <a:off x="2377" y="601"/>
                  <a:ext cx="241" cy="190"/>
                </a:xfrm>
                <a:prstGeom prst="rect">
                  <a:avLst/>
                </a:prstGeom>
              </p:spPr>
              <p:txBody>
                <a:bodyPr wrap="none" fromWordArt="1">
                  <a:prstTxWarp prst="textPlain">
                    <a:avLst>
                      <a:gd name="adj" fmla="val 59361"/>
                    </a:avLst>
                  </a:prstTxWarp>
                  <a:normAutofit/>
                </a:bodyPr>
                <a:lstStyle/>
                <a:p>
                  <a:pPr algn="ctr"/>
                  <a:r>
                    <a:rPr lang="zh-CN" altLang="en-US" sz="1200" i="1">
                      <a:ln w="2857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W</a:t>
                  </a:r>
                </a:p>
              </p:txBody>
            </p:sp>
            <p:sp>
              <p:nvSpPr>
                <p:cNvPr id="41123" name="WordArt 246"/>
                <p:cNvSpPr>
                  <a:spLocks noTextEdit="1"/>
                </p:cNvSpPr>
                <p:nvPr/>
              </p:nvSpPr>
              <p:spPr>
                <a:xfrm>
                  <a:off x="2553" y="736"/>
                  <a:ext cx="80" cy="6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o</a:t>
                  </a:r>
                </a:p>
              </p:txBody>
            </p:sp>
          </p:grpSp>
          <p:sp>
            <p:nvSpPr>
              <p:cNvPr id="41124" name="Freeform 247"/>
              <p:cNvSpPr/>
              <p:nvPr/>
            </p:nvSpPr>
            <p:spPr>
              <a:xfrm rot="5978253" flipH="1">
                <a:off x="3598" y="3163"/>
                <a:ext cx="87" cy="54"/>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FF0000"/>
              </a:solidFill>
              <a:ln w="9525" cap="flat" cmpd="sng">
                <a:solidFill>
                  <a:srgbClr val="FF0000"/>
                </a:solidFill>
                <a:prstDash val="solid"/>
                <a:round/>
                <a:headEnd type="none" w="med" len="med"/>
                <a:tailEnd type="none" w="med" len="med"/>
              </a:ln>
            </p:spPr>
            <p:txBody>
              <a:bodyPr/>
              <a:lstStyle/>
              <a:p>
                <a:endParaRPr lang="zh-CN" alt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500" fill="hold"/>
                                        <p:tgtEl>
                                          <p:spTgt spid="30"/>
                                        </p:tgtEl>
                                        <p:attrNameLst>
                                          <p:attrName>ppt_w</p:attrName>
                                        </p:attrNameLst>
                                      </p:cBhvr>
                                      <p:tavLst>
                                        <p:tav tm="0">
                                          <p:val>
                                            <p:fltVal val="0"/>
                                          </p:val>
                                        </p:tav>
                                        <p:tav tm="100000">
                                          <p:val>
                                            <p:strVal val="#ppt_w"/>
                                          </p:val>
                                        </p:tav>
                                      </p:tavLst>
                                    </p:anim>
                                    <p:anim calcmode="lin" valueType="num">
                                      <p:cBhvr>
                                        <p:cTn id="13" dur="500" fill="hold"/>
                                        <p:tgtEl>
                                          <p:spTgt spid="30"/>
                                        </p:tgtEl>
                                        <p:attrNameLst>
                                          <p:attrName>ppt_h</p:attrName>
                                        </p:attrNameLst>
                                      </p:cBhvr>
                                      <p:tavLst>
                                        <p:tav tm="0">
                                          <p:val>
                                            <p:fltVal val="0"/>
                                          </p:val>
                                        </p:tav>
                                        <p:tav tm="100000">
                                          <p:val>
                                            <p:strVal val="#ppt_h"/>
                                          </p:val>
                                        </p:tav>
                                      </p:tavLst>
                                    </p:anim>
                                    <p:animEffect transition="in" filter="fade">
                                      <p:cBhvr>
                                        <p:cTn id="14" dur="500"/>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par>
                          <p:cTn id="22" fill="hold">
                            <p:stCondLst>
                              <p:cond delay="500"/>
                            </p:stCondLst>
                            <p:childTnLst>
                              <p:par>
                                <p:cTn id="23" presetID="2" presetClass="entr" presetSubtype="6" fill="hold" nodeType="afterEffect">
                                  <p:stCondLst>
                                    <p:cond delay="0"/>
                                  </p:stCondLst>
                                  <p:childTnLst>
                                    <p:set>
                                      <p:cBhvr>
                                        <p:cTn id="24" dur="1" fill="hold">
                                          <p:stCondLst>
                                            <p:cond delay="0"/>
                                          </p:stCondLst>
                                        </p:cTn>
                                        <p:tgtEl>
                                          <p:spTgt spid="229602"/>
                                        </p:tgtEl>
                                        <p:attrNameLst>
                                          <p:attrName>style.visibility</p:attrName>
                                        </p:attrNameLst>
                                      </p:cBhvr>
                                      <p:to>
                                        <p:strVal val="visible"/>
                                      </p:to>
                                    </p:set>
                                    <p:anim calcmode="lin" valueType="num">
                                      <p:cBhvr additive="base">
                                        <p:cTn id="25" dur="500" fill="hold"/>
                                        <p:tgtEl>
                                          <p:spTgt spid="229602"/>
                                        </p:tgtEl>
                                        <p:attrNameLst>
                                          <p:attrName>ppt_x</p:attrName>
                                        </p:attrNameLst>
                                      </p:cBhvr>
                                      <p:tavLst>
                                        <p:tav tm="0">
                                          <p:val>
                                            <p:strVal val="1+#ppt_w/2"/>
                                          </p:val>
                                        </p:tav>
                                        <p:tav tm="100000">
                                          <p:val>
                                            <p:strVal val="#ppt_x"/>
                                          </p:val>
                                        </p:tav>
                                      </p:tavLst>
                                    </p:anim>
                                    <p:anim calcmode="lin" valueType="num">
                                      <p:cBhvr additive="base">
                                        <p:cTn id="26" dur="500" fill="hold"/>
                                        <p:tgtEl>
                                          <p:spTgt spid="2296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04"/>
          <p:cNvSpPr>
            <a:spLocks noGrp="1"/>
          </p:cNvSpPr>
          <p:nvPr>
            <p:ph type="title" idx="4294967295"/>
          </p:nvPr>
        </p:nvSpPr>
        <p:spPr>
          <a:xfrm>
            <a:off x="1371600" y="0"/>
            <a:ext cx="7772400" cy="179388"/>
          </a:xfrm>
        </p:spPr>
        <p:txBody>
          <a:bodyPr vert="horz" wrap="square" lIns="91440" tIns="45720" rIns="91440" bIns="45720" anchor="ctr" anchorCtr="0"/>
          <a:lstStyle/>
          <a:p>
            <a:pPr eaLnBrk="1" hangingPunct="1"/>
            <a:r>
              <a:rPr lang="zh-CN" altLang="en-US" sz="700" dirty="0">
                <a:solidFill>
                  <a:schemeClr val="bg1"/>
                </a:solidFill>
              </a:rPr>
              <a:t>例</a:t>
            </a:r>
          </a:p>
        </p:txBody>
      </p:sp>
      <p:sp>
        <p:nvSpPr>
          <p:cNvPr id="41986" name="Rectangle 35"/>
          <p:cNvSpPr/>
          <p:nvPr/>
        </p:nvSpPr>
        <p:spPr>
          <a:xfrm>
            <a:off x="0" y="0"/>
            <a:ext cx="9144000" cy="125413"/>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1987" name="Rectangle 36"/>
          <p:cNvSpPr/>
          <p:nvPr/>
        </p:nvSpPr>
        <p:spPr>
          <a:xfrm>
            <a:off x="0" y="6724650"/>
            <a:ext cx="9144000" cy="125413"/>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 name="Group 37"/>
          <p:cNvGrpSpPr/>
          <p:nvPr/>
        </p:nvGrpSpPr>
        <p:grpSpPr>
          <a:xfrm>
            <a:off x="450850" y="4768850"/>
            <a:ext cx="7961313" cy="1101725"/>
            <a:chOff x="465" y="2782"/>
            <a:chExt cx="4705" cy="693"/>
          </a:xfrm>
        </p:grpSpPr>
        <p:grpSp>
          <p:nvGrpSpPr>
            <p:cNvPr id="41989" name="Group 38"/>
            <p:cNvGrpSpPr/>
            <p:nvPr/>
          </p:nvGrpSpPr>
          <p:grpSpPr>
            <a:xfrm>
              <a:off x="990" y="2782"/>
              <a:ext cx="3470" cy="209"/>
              <a:chOff x="1033" y="2804"/>
              <a:chExt cx="3470" cy="209"/>
            </a:xfrm>
          </p:grpSpPr>
          <p:sp>
            <p:nvSpPr>
              <p:cNvPr id="28678" name="WordArt 39"/>
              <p:cNvSpPr>
                <a:spLocks noTextEdit="1"/>
              </p:cNvSpPr>
              <p:nvPr/>
            </p:nvSpPr>
            <p:spPr>
              <a:xfrm rot="-142993">
                <a:off x="3332" y="2817"/>
                <a:ext cx="183" cy="180"/>
              </a:xfrm>
              <a:prstGeom prst="rect">
                <a:avLst/>
              </a:prstGeom>
            </p:spPr>
            <p:txBody>
              <a:bodyPr wrap="none" fromWordArt="1">
                <a:prstTxWarp prst="textPlain">
                  <a:avLst>
                    <a:gd name="adj" fmla="val 55806"/>
                  </a:avLst>
                </a:prstTxWarp>
                <a:normAutofit fontScale="30000"/>
              </a:bodyPr>
              <a:lstStyle/>
              <a:p>
                <a:pPr algn="ctr" fontAlgn="base"/>
                <a:r>
                  <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cs typeface="+mn-cs"/>
                  </a:rPr>
                  <a:t>l</a:t>
                </a:r>
                <a:endPar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endParaRPr>
              </a:p>
            </p:txBody>
          </p:sp>
          <p:grpSp>
            <p:nvGrpSpPr>
              <p:cNvPr id="41991" name="Group 40"/>
              <p:cNvGrpSpPr/>
              <p:nvPr/>
            </p:nvGrpSpPr>
            <p:grpSpPr>
              <a:xfrm>
                <a:off x="2923" y="2870"/>
                <a:ext cx="185" cy="59"/>
                <a:chOff x="3688" y="2648"/>
                <a:chExt cx="224" cy="72"/>
              </a:xfrm>
            </p:grpSpPr>
            <p:sp>
              <p:nvSpPr>
                <p:cNvPr id="41992" name="Line 41"/>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1993" name="Line 42"/>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41994" name="WordArt 43"/>
              <p:cNvSpPr>
                <a:spLocks noTextEdit="1"/>
              </p:cNvSpPr>
              <p:nvPr/>
            </p:nvSpPr>
            <p:spPr>
              <a:xfrm flipV="1">
                <a:off x="1869" y="2887"/>
                <a:ext cx="136" cy="11"/>
              </a:xfrm>
              <a:prstGeom prst="rect">
                <a:avLst/>
              </a:prstGeom>
            </p:spPr>
            <p:txBody>
              <a:bodyPr wrap="none" fromWordArt="1">
                <a:prstTxWarp prst="textPlain">
                  <a:avLst>
                    <a:gd name="adj" fmla="val 50000"/>
                  </a:avLst>
                </a:prstTxWarp>
                <a:normAutofit/>
              </a:bodyPr>
              <a:lstStyle/>
              <a:p>
                <a:pPr algn="ctr"/>
                <a:r>
                  <a:rPr lang="zh-CN" altLang="en-US" sz="3600">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8683" name="WordArt 44"/>
              <p:cNvSpPr>
                <a:spLocks noTextEdit="1"/>
              </p:cNvSpPr>
              <p:nvPr/>
            </p:nvSpPr>
            <p:spPr>
              <a:xfrm>
                <a:off x="1033" y="2808"/>
                <a:ext cx="141" cy="173"/>
              </a:xfrm>
              <a:prstGeom prst="rect">
                <a:avLst/>
              </a:prstGeom>
            </p:spPr>
            <p:txBody>
              <a:bodyPr wrap="none" fromWordArt="1">
                <a:prstTxWarp prst="textPlain">
                  <a:avLst>
                    <a:gd name="adj" fmla="val 50000"/>
                  </a:avLst>
                </a:prstTxWarp>
                <a:normAutofit fontScale="30000"/>
              </a:bodyPr>
              <a:lstStyle/>
              <a:p>
                <a:pPr algn="ctr" fontAlgn="base"/>
                <a:r>
                  <a:rPr lang="zh-CN" altLang="en-US" sz="3600" i="1" strike="noStrike"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cs typeface="+mn-cs"/>
                  </a:rPr>
                  <a:t>a</a:t>
                </a:r>
                <a:endParaRPr lang="zh-CN" altLang="en-US" sz="3600" i="1" strike="noStrike"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endParaRPr>
              </a:p>
            </p:txBody>
          </p:sp>
          <p:grpSp>
            <p:nvGrpSpPr>
              <p:cNvPr id="41996" name="Group 45"/>
              <p:cNvGrpSpPr/>
              <p:nvPr/>
            </p:nvGrpSpPr>
            <p:grpSpPr>
              <a:xfrm>
                <a:off x="1219" y="2812"/>
                <a:ext cx="582" cy="194"/>
                <a:chOff x="1120" y="2946"/>
                <a:chExt cx="662" cy="233"/>
              </a:xfrm>
            </p:grpSpPr>
            <p:sp>
              <p:nvSpPr>
                <p:cNvPr id="28685" name="WordArt 46"/>
                <p:cNvSpPr>
                  <a:spLocks noTextEdit="1"/>
                </p:cNvSpPr>
                <p:nvPr/>
              </p:nvSpPr>
              <p:spPr>
                <a:xfrm>
                  <a:off x="1120" y="2955"/>
                  <a:ext cx="388" cy="178"/>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sin</a:t>
                  </a:r>
                  <a:endPar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28686" name="WordArt 47"/>
                <p:cNvSpPr>
                  <a:spLocks noTextEdit="1"/>
                </p:cNvSpPr>
                <p:nvPr/>
              </p:nvSpPr>
              <p:spPr>
                <a:xfrm>
                  <a:off x="1561" y="2946"/>
                  <a:ext cx="156" cy="210"/>
                </a:xfrm>
                <a:prstGeom prst="rect">
                  <a:avLst/>
                </a:prstGeom>
              </p:spPr>
              <p:txBody>
                <a:bodyPr wrap="none" fromWordArt="1">
                  <a:prstTxWarp prst="textPlain">
                    <a:avLst>
                      <a:gd name="adj" fmla="val 50000"/>
                    </a:avLst>
                  </a:prstTxWarp>
                  <a:normAutofit fontScale="30000"/>
                </a:bodyPr>
                <a:lstStyle/>
                <a:p>
                  <a:pPr algn="ctr" fontAlgn="base"/>
                  <a:r>
                    <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41999" name="WordArt 48"/>
                <p:cNvSpPr>
                  <a:spLocks noTextEdit="1"/>
                </p:cNvSpPr>
                <p:nvPr/>
              </p:nvSpPr>
              <p:spPr>
                <a:xfrm>
                  <a:off x="1719" y="3079"/>
                  <a:ext cx="63" cy="10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5</a:t>
                  </a:r>
                </a:p>
              </p:txBody>
            </p:sp>
          </p:grpSp>
          <p:sp>
            <p:nvSpPr>
              <p:cNvPr id="28688" name="WordArt 49"/>
              <p:cNvSpPr>
                <a:spLocks noTextEdit="1"/>
              </p:cNvSpPr>
              <p:nvPr/>
            </p:nvSpPr>
            <p:spPr>
              <a:xfrm>
                <a:off x="2269" y="2827"/>
                <a:ext cx="341" cy="148"/>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sin</a:t>
                </a:r>
                <a:endPar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28689" name="WordArt 50"/>
              <p:cNvSpPr>
                <a:spLocks noTextEdit="1"/>
              </p:cNvSpPr>
              <p:nvPr/>
            </p:nvSpPr>
            <p:spPr>
              <a:xfrm>
                <a:off x="2083" y="2816"/>
                <a:ext cx="141" cy="172"/>
              </a:xfrm>
              <a:prstGeom prst="rect">
                <a:avLst/>
              </a:prstGeom>
            </p:spPr>
            <p:txBody>
              <a:bodyPr wrap="none" fromWordArt="1">
                <a:prstTxWarp prst="textPlain">
                  <a:avLst>
                    <a:gd name="adj" fmla="val 50000"/>
                  </a:avLst>
                </a:prstTxWarp>
                <a:normAutofit fontScale="30000"/>
              </a:bodyPr>
              <a:lstStyle/>
              <a:p>
                <a:pPr algn="ctr" fontAlgn="base"/>
                <a:r>
                  <a:rPr lang="zh-CN" altLang="en-US" sz="3600" i="1" strike="noStrike"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cs typeface="+mn-cs"/>
                  </a:rPr>
                  <a:t>a</a:t>
                </a:r>
                <a:endParaRPr lang="zh-CN" altLang="en-US" sz="3600" i="1" strike="noStrike"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endParaRPr>
              </a:p>
            </p:txBody>
          </p:sp>
          <p:sp>
            <p:nvSpPr>
              <p:cNvPr id="28690" name="WordArt 51"/>
              <p:cNvSpPr>
                <a:spLocks noTextEdit="1"/>
              </p:cNvSpPr>
              <p:nvPr/>
            </p:nvSpPr>
            <p:spPr>
              <a:xfrm>
                <a:off x="2657" y="2819"/>
                <a:ext cx="137" cy="175"/>
              </a:xfrm>
              <a:prstGeom prst="rect">
                <a:avLst/>
              </a:prstGeom>
            </p:spPr>
            <p:txBody>
              <a:bodyPr wrap="none" fromWordArt="1">
                <a:prstTxWarp prst="textPlain">
                  <a:avLst>
                    <a:gd name="adj" fmla="val 50000"/>
                  </a:avLst>
                </a:prstTxWarp>
                <a:normAutofit fontScale="30000"/>
              </a:bodyPr>
              <a:lstStyle/>
              <a:p>
                <a:pPr algn="ctr" fontAlgn="base"/>
                <a:r>
                  <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28691" name="WordArt 52"/>
              <p:cNvSpPr>
                <a:spLocks noTextEdit="1"/>
              </p:cNvSpPr>
              <p:nvPr/>
            </p:nvSpPr>
            <p:spPr>
              <a:xfrm>
                <a:off x="3178" y="2822"/>
                <a:ext cx="131" cy="174"/>
              </a:xfrm>
              <a:prstGeom prst="rect">
                <a:avLst/>
              </a:prstGeom>
            </p:spPr>
            <p:txBody>
              <a:bodyPr wrap="none" fromWordArt="1">
                <a:prstTxWarp prst="textPlain">
                  <a:avLst>
                    <a:gd name="adj" fmla="val 50000"/>
                  </a:avLst>
                </a:prstTxWarp>
                <a:normAutofit fontScale="3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5</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42004" name="WordArt 53"/>
              <p:cNvSpPr>
                <a:spLocks noTextEdit="1"/>
              </p:cNvSpPr>
              <p:nvPr/>
            </p:nvSpPr>
            <p:spPr>
              <a:xfrm flipV="1">
                <a:off x="3546" y="2904"/>
                <a:ext cx="136" cy="11"/>
              </a:xfrm>
              <a:prstGeom prst="rect">
                <a:avLst/>
              </a:prstGeom>
            </p:spPr>
            <p:txBody>
              <a:bodyPr wrap="none" fromWordArt="1">
                <a:prstTxWarp prst="textPlain">
                  <a:avLst>
                    <a:gd name="adj" fmla="val 50000"/>
                  </a:avLst>
                </a:prstTxWarp>
                <a:normAutofit/>
              </a:bodyPr>
              <a:lstStyle/>
              <a:p>
                <a:pPr algn="ctr"/>
                <a:r>
                  <a:rPr lang="zh-CN" altLang="en-US" sz="3600">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8693" name="WordArt 54"/>
              <p:cNvSpPr>
                <a:spLocks noTextEdit="1"/>
              </p:cNvSpPr>
              <p:nvPr/>
            </p:nvSpPr>
            <p:spPr>
              <a:xfrm rot="-142993">
                <a:off x="3716" y="2804"/>
                <a:ext cx="183" cy="181"/>
              </a:xfrm>
              <a:prstGeom prst="rect">
                <a:avLst/>
              </a:prstGeom>
            </p:spPr>
            <p:txBody>
              <a:bodyPr wrap="none" fromWordArt="1">
                <a:prstTxWarp prst="textPlain">
                  <a:avLst>
                    <a:gd name="adj" fmla="val 55806"/>
                  </a:avLst>
                </a:prstTxWarp>
                <a:normAutofit fontScale="30000"/>
              </a:bodyPr>
              <a:lstStyle/>
              <a:p>
                <a:pPr algn="ctr" fontAlgn="base"/>
                <a:r>
                  <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cs typeface="+mn-cs"/>
                  </a:rPr>
                  <a:t>l</a:t>
                </a:r>
                <a:endPar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endParaRPr>
              </a:p>
            </p:txBody>
          </p:sp>
          <p:sp>
            <p:nvSpPr>
              <p:cNvPr id="42006" name="WordArt 55"/>
              <p:cNvSpPr>
                <a:spLocks noTextEdit="1"/>
              </p:cNvSpPr>
              <p:nvPr/>
            </p:nvSpPr>
            <p:spPr>
              <a:xfrm>
                <a:off x="2829" y="2930"/>
                <a:ext cx="55" cy="8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1</a:t>
                </a:r>
              </a:p>
            </p:txBody>
          </p:sp>
          <p:grpSp>
            <p:nvGrpSpPr>
              <p:cNvPr id="42007" name="Group 56"/>
              <p:cNvGrpSpPr/>
              <p:nvPr/>
            </p:nvGrpSpPr>
            <p:grpSpPr>
              <a:xfrm>
                <a:off x="3991" y="2877"/>
                <a:ext cx="186" cy="59"/>
                <a:chOff x="3688" y="2648"/>
                <a:chExt cx="224" cy="72"/>
              </a:xfrm>
            </p:grpSpPr>
            <p:sp>
              <p:nvSpPr>
                <p:cNvPr id="42008" name="Line 57"/>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2009" name="Line 58"/>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28698" name="WordArt 59"/>
              <p:cNvSpPr>
                <a:spLocks noTextEdit="1"/>
              </p:cNvSpPr>
              <p:nvPr/>
            </p:nvSpPr>
            <p:spPr>
              <a:xfrm rot="-142993">
                <a:off x="4320" y="2822"/>
                <a:ext cx="183" cy="181"/>
              </a:xfrm>
              <a:prstGeom prst="rect">
                <a:avLst/>
              </a:prstGeom>
            </p:spPr>
            <p:txBody>
              <a:bodyPr wrap="none" fromWordArt="1">
                <a:prstTxWarp prst="textPlain">
                  <a:avLst>
                    <a:gd name="adj" fmla="val 55806"/>
                  </a:avLst>
                </a:prstTxWarp>
                <a:normAutofit fontScale="30000"/>
              </a:bodyPr>
              <a:lstStyle/>
              <a:p>
                <a:pPr algn="ctr" fontAlgn="base"/>
                <a:r>
                  <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cs typeface="+mn-cs"/>
                  </a:rPr>
                  <a:t>l</a:t>
                </a:r>
                <a:endPar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endParaRPr>
              </a:p>
            </p:txBody>
          </p:sp>
          <p:sp>
            <p:nvSpPr>
              <p:cNvPr id="28699" name="WordArt 60"/>
              <p:cNvSpPr>
                <a:spLocks noTextEdit="1"/>
              </p:cNvSpPr>
              <p:nvPr/>
            </p:nvSpPr>
            <p:spPr>
              <a:xfrm>
                <a:off x="4197" y="2818"/>
                <a:ext cx="131" cy="174"/>
              </a:xfrm>
              <a:prstGeom prst="rect">
                <a:avLst/>
              </a:prstGeom>
            </p:spPr>
            <p:txBody>
              <a:bodyPr wrap="none" fromWordArt="1">
                <a:prstTxWarp prst="textPlain">
                  <a:avLst>
                    <a:gd name="adj" fmla="val 50000"/>
                  </a:avLst>
                </a:prstTxWarp>
                <a:normAutofit fontScale="3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4</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grpSp>
        <p:grpSp>
          <p:nvGrpSpPr>
            <p:cNvPr id="42012" name="Group 61"/>
            <p:cNvGrpSpPr/>
            <p:nvPr/>
          </p:nvGrpSpPr>
          <p:grpSpPr>
            <a:xfrm>
              <a:off x="465" y="3066"/>
              <a:ext cx="4705" cy="409"/>
              <a:chOff x="519" y="3099"/>
              <a:chExt cx="4705" cy="409"/>
            </a:xfrm>
          </p:grpSpPr>
          <p:sp>
            <p:nvSpPr>
              <p:cNvPr id="28701" name="WordArt 62"/>
              <p:cNvSpPr>
                <a:spLocks noTextEdit="1"/>
              </p:cNvSpPr>
              <p:nvPr/>
            </p:nvSpPr>
            <p:spPr>
              <a:xfrm>
                <a:off x="519" y="3191"/>
                <a:ext cx="173" cy="210"/>
              </a:xfrm>
              <a:prstGeom prst="rect">
                <a:avLst/>
              </a:prstGeom>
            </p:spPr>
            <p:txBody>
              <a:bodyPr wrap="none" fromWordArt="1">
                <a:prstTxWarp prst="textPlain">
                  <a:avLst>
                    <a:gd name="adj" fmla="val 50000"/>
                  </a:avLst>
                </a:prstTxWarp>
                <a:normAutofit fontScale="40000"/>
              </a:bodyPr>
              <a:lstStyle/>
              <a:p>
                <a:pPr algn="ctr" fontAlgn="base"/>
                <a:r>
                  <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cs typeface="+mn-cs"/>
                  </a:rPr>
                  <a:t>f</a:t>
                </a:r>
                <a:endPar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sp>
            <p:nvSpPr>
              <p:cNvPr id="42014" name="Freeform 63"/>
              <p:cNvSpPr/>
              <p:nvPr/>
            </p:nvSpPr>
            <p:spPr>
              <a:xfrm flipH="1">
                <a:off x="751" y="3237"/>
                <a:ext cx="133" cy="98"/>
              </a:xfrm>
              <a:custGeom>
                <a:avLst/>
                <a:gdLst/>
                <a:ahLst/>
                <a:cxnLst>
                  <a:cxn ang="0">
                    <a:pos x="0" y="0"/>
                  </a:cxn>
                  <a:cxn ang="0">
                    <a:pos x="0" y="0"/>
                  </a:cxn>
                  <a:cxn ang="0">
                    <a:pos x="0" y="0"/>
                  </a:cxn>
                </a:cxnLst>
                <a:rect l="0" t="0" r="0" b="0"/>
                <a:pathLst>
                  <a:path w="576" h="576">
                    <a:moveTo>
                      <a:pt x="576" y="0"/>
                    </a:moveTo>
                    <a:lnTo>
                      <a:pt x="0" y="299"/>
                    </a:lnTo>
                    <a:lnTo>
                      <a:pt x="576" y="576"/>
                    </a:lnTo>
                  </a:path>
                </a:pathLst>
              </a:custGeom>
              <a:noFill/>
              <a:ln w="28575" cap="flat" cmpd="sng">
                <a:solidFill>
                  <a:schemeClr val="tx1"/>
                </a:solidFill>
                <a:prstDash val="solid"/>
                <a:round/>
                <a:headEnd type="none" w="med" len="med"/>
                <a:tailEnd type="none" w="med" len="med"/>
              </a:ln>
            </p:spPr>
            <p:txBody>
              <a:bodyPr/>
              <a:lstStyle/>
              <a:p>
                <a:endParaRPr lang="zh-CN" altLang="en-US"/>
              </a:p>
            </p:txBody>
          </p:sp>
          <p:sp>
            <p:nvSpPr>
              <p:cNvPr id="42015" name="Freeform 64"/>
              <p:cNvSpPr/>
              <p:nvPr/>
            </p:nvSpPr>
            <p:spPr>
              <a:xfrm flipH="1">
                <a:off x="855" y="3226"/>
                <a:ext cx="142" cy="135"/>
              </a:xfrm>
              <a:custGeom>
                <a:avLst/>
                <a:gdLst/>
                <a:ahLst/>
                <a:cxnLst>
                  <a:cxn ang="0">
                    <a:pos x="0" y="0"/>
                  </a:cxn>
                  <a:cxn ang="0">
                    <a:pos x="0" y="0"/>
                  </a:cxn>
                  <a:cxn ang="0">
                    <a:pos x="0" y="0"/>
                  </a:cxn>
                </a:cxnLst>
                <a:rect l="0" t="0" r="0" b="0"/>
                <a:pathLst>
                  <a:path w="576" h="576">
                    <a:moveTo>
                      <a:pt x="576" y="0"/>
                    </a:moveTo>
                    <a:lnTo>
                      <a:pt x="0" y="299"/>
                    </a:lnTo>
                    <a:lnTo>
                      <a:pt x="576" y="576"/>
                    </a:lnTo>
                  </a:path>
                </a:pathLst>
              </a:custGeom>
              <a:noFill/>
              <a:ln w="28575" cap="flat" cmpd="sng">
                <a:solidFill>
                  <a:schemeClr val="tx1"/>
                </a:solidFill>
                <a:prstDash val="solid"/>
                <a:round/>
                <a:headEnd type="none" w="med" len="med"/>
                <a:tailEnd type="none" w="med" len="med"/>
              </a:ln>
            </p:spPr>
            <p:txBody>
              <a:bodyPr/>
              <a:lstStyle/>
              <a:p>
                <a:endParaRPr lang="zh-CN" altLang="en-US"/>
              </a:p>
            </p:txBody>
          </p:sp>
          <p:sp>
            <p:nvSpPr>
              <p:cNvPr id="28704" name="WordArt 65"/>
              <p:cNvSpPr>
                <a:spLocks noTextEdit="1"/>
              </p:cNvSpPr>
              <p:nvPr/>
            </p:nvSpPr>
            <p:spPr>
              <a:xfrm>
                <a:off x="1039" y="3218"/>
                <a:ext cx="141" cy="130"/>
              </a:xfrm>
              <a:prstGeom prst="rect">
                <a:avLst/>
              </a:prstGeom>
            </p:spPr>
            <p:txBody>
              <a:bodyPr wrap="none" fromWordArt="1">
                <a:prstTxWarp prst="textPlain">
                  <a:avLst>
                    <a:gd name="adj" fmla="val 50000"/>
                  </a:avLst>
                </a:prstTxWarp>
                <a:normAutofit fontScale="60000"/>
              </a:bodyPr>
              <a:lstStyle/>
              <a:p>
                <a:pPr algn="ctr" fontAlgn="base"/>
                <a:r>
                  <a:rPr lang="zh-CN" altLang="en-US" sz="1200" i="1"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x</a:t>
                </a:r>
                <a:endParaRPr lang="zh-CN" altLang="en-US" sz="1200" i="1"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nvGrpSpPr>
              <p:cNvPr id="42017" name="Group 66"/>
              <p:cNvGrpSpPr/>
              <p:nvPr/>
            </p:nvGrpSpPr>
            <p:grpSpPr>
              <a:xfrm>
                <a:off x="1428" y="3184"/>
                <a:ext cx="525" cy="175"/>
                <a:chOff x="1488" y="3335"/>
                <a:chExt cx="597" cy="210"/>
              </a:xfrm>
            </p:grpSpPr>
            <p:sp>
              <p:nvSpPr>
                <p:cNvPr id="28706" name="WordArt 67"/>
                <p:cNvSpPr>
                  <a:spLocks noTextEdit="1"/>
                </p:cNvSpPr>
                <p:nvPr/>
              </p:nvSpPr>
              <p:spPr>
                <a:xfrm>
                  <a:off x="1488" y="3344"/>
                  <a:ext cx="388" cy="178"/>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sin</a:t>
                  </a:r>
                  <a:endPar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28707" name="WordArt 68"/>
                <p:cNvSpPr>
                  <a:spLocks noTextEdit="1"/>
                </p:cNvSpPr>
                <p:nvPr/>
              </p:nvSpPr>
              <p:spPr>
                <a:xfrm>
                  <a:off x="1929" y="3335"/>
                  <a:ext cx="156" cy="210"/>
                </a:xfrm>
                <a:prstGeom prst="rect">
                  <a:avLst/>
                </a:prstGeom>
              </p:spPr>
              <p:txBody>
                <a:bodyPr wrap="none" fromWordArt="1">
                  <a:prstTxWarp prst="textPlain">
                    <a:avLst>
                      <a:gd name="adj" fmla="val 50000"/>
                    </a:avLst>
                  </a:prstTxWarp>
                  <a:normAutofit fontScale="30000"/>
                </a:bodyPr>
                <a:lstStyle/>
                <a:p>
                  <a:pPr algn="ctr" fontAlgn="base"/>
                  <a:r>
                    <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grpSp>
          <p:grpSp>
            <p:nvGrpSpPr>
              <p:cNvPr id="42020" name="Group 69"/>
              <p:cNvGrpSpPr/>
              <p:nvPr/>
            </p:nvGrpSpPr>
            <p:grpSpPr>
              <a:xfrm>
                <a:off x="2031" y="3231"/>
                <a:ext cx="161" cy="95"/>
                <a:chOff x="1730" y="3733"/>
                <a:chExt cx="183" cy="115"/>
              </a:xfrm>
            </p:grpSpPr>
            <p:sp>
              <p:nvSpPr>
                <p:cNvPr id="42021" name="WordArt 70"/>
                <p:cNvSpPr>
                  <a:spLocks noTextEdit="1"/>
                </p:cNvSpPr>
                <p:nvPr/>
              </p:nvSpPr>
              <p:spPr>
                <a:xfrm>
                  <a:off x="1730" y="3733"/>
                  <a:ext cx="181" cy="4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42022" name="WordArt 71"/>
                <p:cNvSpPr>
                  <a:spLocks noTextEdit="1"/>
                </p:cNvSpPr>
                <p:nvPr/>
              </p:nvSpPr>
              <p:spPr>
                <a:xfrm>
                  <a:off x="1732" y="3802"/>
                  <a:ext cx="181" cy="4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sp>
            <p:nvSpPr>
              <p:cNvPr id="28711" name="WordArt 72"/>
              <p:cNvSpPr>
                <a:spLocks noTextEdit="1"/>
              </p:cNvSpPr>
              <p:nvPr/>
            </p:nvSpPr>
            <p:spPr>
              <a:xfrm>
                <a:off x="2607" y="3182"/>
                <a:ext cx="137" cy="175"/>
              </a:xfrm>
              <a:prstGeom prst="rect">
                <a:avLst/>
              </a:prstGeom>
            </p:spPr>
            <p:txBody>
              <a:bodyPr wrap="none" fromWordArt="1">
                <a:prstTxWarp prst="textPlain">
                  <a:avLst>
                    <a:gd name="adj" fmla="val 50000"/>
                  </a:avLst>
                </a:prstTxWarp>
                <a:normAutofit fontScale="30000"/>
              </a:bodyPr>
              <a:lstStyle/>
              <a:p>
                <a:pPr algn="ctr" fontAlgn="base"/>
                <a:r>
                  <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b="1"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28712" name="WordArt 73"/>
              <p:cNvSpPr>
                <a:spLocks noTextEdit="1"/>
              </p:cNvSpPr>
              <p:nvPr/>
            </p:nvSpPr>
            <p:spPr>
              <a:xfrm>
                <a:off x="2261" y="3193"/>
                <a:ext cx="299" cy="141"/>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tan</a:t>
                </a:r>
                <a:endParaRPr lang="zh-CN" altLang="en-US" sz="3600"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nvGrpSpPr>
              <p:cNvPr id="42025" name="Group 74"/>
              <p:cNvGrpSpPr/>
              <p:nvPr/>
            </p:nvGrpSpPr>
            <p:grpSpPr>
              <a:xfrm>
                <a:off x="2797" y="3251"/>
                <a:ext cx="186" cy="60"/>
                <a:chOff x="3688" y="2648"/>
                <a:chExt cx="224" cy="72"/>
              </a:xfrm>
            </p:grpSpPr>
            <p:sp>
              <p:nvSpPr>
                <p:cNvPr id="42026" name="Line 75"/>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2027" name="Line 76"/>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28716" name="WordArt 77"/>
              <p:cNvSpPr>
                <a:spLocks noTextEdit="1"/>
              </p:cNvSpPr>
              <p:nvPr/>
            </p:nvSpPr>
            <p:spPr>
              <a:xfrm>
                <a:off x="3158" y="3099"/>
                <a:ext cx="141" cy="130"/>
              </a:xfrm>
              <a:prstGeom prst="rect">
                <a:avLst/>
              </a:prstGeom>
            </p:spPr>
            <p:txBody>
              <a:bodyPr wrap="none" fromWordArt="1">
                <a:prstTxWarp prst="textPlain">
                  <a:avLst>
                    <a:gd name="adj" fmla="val 50000"/>
                  </a:avLst>
                </a:prstTxWarp>
                <a:normAutofit fontScale="60000"/>
              </a:bodyPr>
              <a:lstStyle/>
              <a:p>
                <a:pPr algn="ctr" fontAlgn="base"/>
                <a:r>
                  <a:rPr lang="zh-CN" altLang="en-US" sz="1200" i="1"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x</a:t>
                </a:r>
                <a:endParaRPr lang="zh-CN" altLang="en-US" sz="1200" i="1"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42029" name="Line 78"/>
              <p:cNvSpPr/>
              <p:nvPr/>
            </p:nvSpPr>
            <p:spPr>
              <a:xfrm>
                <a:off x="3092" y="3266"/>
                <a:ext cx="306" cy="0"/>
              </a:xfrm>
              <a:prstGeom prst="line">
                <a:avLst/>
              </a:prstGeom>
              <a:ln w="28575" cap="flat" cmpd="sng">
                <a:solidFill>
                  <a:schemeClr val="tx1"/>
                </a:solidFill>
                <a:prstDash val="solid"/>
                <a:round/>
                <a:headEnd type="none" w="med" len="med"/>
                <a:tailEnd type="none" w="med" len="med"/>
              </a:ln>
            </p:spPr>
          </p:sp>
          <p:sp>
            <p:nvSpPr>
              <p:cNvPr id="28718" name="WordArt 79"/>
              <p:cNvSpPr>
                <a:spLocks noTextEdit="1"/>
              </p:cNvSpPr>
              <p:nvPr/>
            </p:nvSpPr>
            <p:spPr>
              <a:xfrm>
                <a:off x="3125" y="3298"/>
                <a:ext cx="173" cy="210"/>
              </a:xfrm>
              <a:prstGeom prst="rect">
                <a:avLst/>
              </a:prstGeom>
            </p:spPr>
            <p:txBody>
              <a:bodyPr wrap="none" fromWordArt="1">
                <a:prstTxWarp prst="textPlain">
                  <a:avLst>
                    <a:gd name="adj" fmla="val 50000"/>
                  </a:avLst>
                </a:prstTxWarp>
                <a:normAutofit fontScale="40000"/>
              </a:bodyPr>
              <a:lstStyle/>
              <a:p>
                <a:pPr algn="ctr" fontAlgn="base"/>
                <a:r>
                  <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cs typeface="+mn-cs"/>
                  </a:rPr>
                  <a:t>f</a:t>
                </a:r>
                <a:endPar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sp>
            <p:nvSpPr>
              <p:cNvPr id="28719" name="WordArt 80"/>
              <p:cNvSpPr>
                <a:spLocks noTextEdit="1"/>
              </p:cNvSpPr>
              <p:nvPr/>
            </p:nvSpPr>
            <p:spPr>
              <a:xfrm>
                <a:off x="3669" y="3181"/>
                <a:ext cx="141" cy="172"/>
              </a:xfrm>
              <a:prstGeom prst="rect">
                <a:avLst/>
              </a:prstGeom>
            </p:spPr>
            <p:txBody>
              <a:bodyPr wrap="none" fromWordArt="1">
                <a:prstTxWarp prst="textPlain">
                  <a:avLst>
                    <a:gd name="adj" fmla="val 50000"/>
                  </a:avLst>
                </a:prstTxWarp>
                <a:normAutofit fontScale="30000"/>
              </a:bodyPr>
              <a:lstStyle/>
              <a:p>
                <a:pPr algn="ctr" fontAlgn="base"/>
                <a:r>
                  <a:rPr lang="zh-CN" altLang="en-US" sz="3600" i="1" strike="noStrike"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cs typeface="+mn-cs"/>
                  </a:rPr>
                  <a:t>a</a:t>
                </a:r>
                <a:endParaRPr lang="zh-CN" altLang="en-US" sz="3600" i="1" strike="noStrike"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endParaRPr>
              </a:p>
            </p:txBody>
          </p:sp>
          <p:sp>
            <p:nvSpPr>
              <p:cNvPr id="42032" name="WordArt 81"/>
              <p:cNvSpPr>
                <a:spLocks noTextEdit="1"/>
              </p:cNvSpPr>
              <p:nvPr/>
            </p:nvSpPr>
            <p:spPr>
              <a:xfrm>
                <a:off x="3434" y="3321"/>
                <a:ext cx="30" cy="55"/>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42033" name="WordArt 82"/>
              <p:cNvSpPr>
                <a:spLocks noTextEdit="1"/>
              </p:cNvSpPr>
              <p:nvPr/>
            </p:nvSpPr>
            <p:spPr>
              <a:xfrm>
                <a:off x="3871" y="3119"/>
                <a:ext cx="61" cy="24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42034" name="WordArt 83"/>
              <p:cNvSpPr>
                <a:spLocks noTextEdit="1"/>
              </p:cNvSpPr>
              <p:nvPr/>
            </p:nvSpPr>
            <p:spPr>
              <a:xfrm flipH="1">
                <a:off x="4564" y="3118"/>
                <a:ext cx="62" cy="24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28723" name="WordArt 84"/>
              <p:cNvSpPr>
                <a:spLocks noTextEdit="1"/>
              </p:cNvSpPr>
              <p:nvPr/>
            </p:nvSpPr>
            <p:spPr>
              <a:xfrm>
                <a:off x="4349" y="3099"/>
                <a:ext cx="121" cy="102"/>
              </a:xfrm>
              <a:prstGeom prst="rect">
                <a:avLst/>
              </a:prstGeom>
            </p:spPr>
            <p:txBody>
              <a:bodyPr wrap="none" fromWordArt="1">
                <a:prstTxWarp prst="textPlain">
                  <a:avLst>
                    <a:gd name="adj" fmla="val 50000"/>
                  </a:avLst>
                </a:prstTxWarp>
                <a:normAutofit fontScale="30000"/>
              </a:bodyPr>
              <a:lstStyle/>
              <a:p>
                <a:pPr algn="ctr" fontAlgn="base"/>
                <a:r>
                  <a:rPr lang="zh-CN" altLang="en-US" sz="1200"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cs typeface="+mn-cs"/>
                  </a:rPr>
                  <a:t>x</a:t>
                </a:r>
                <a:endParaRPr lang="zh-CN" altLang="en-US" sz="1200"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sp>
            <p:nvSpPr>
              <p:cNvPr id="42036" name="WordArt 85"/>
              <p:cNvSpPr>
                <a:spLocks noTextEdit="1"/>
              </p:cNvSpPr>
              <p:nvPr/>
            </p:nvSpPr>
            <p:spPr>
              <a:xfrm>
                <a:off x="4483" y="3135"/>
                <a:ext cx="55" cy="8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1</a:t>
                </a:r>
              </a:p>
            </p:txBody>
          </p:sp>
          <p:grpSp>
            <p:nvGrpSpPr>
              <p:cNvPr id="42037" name="Group 86"/>
              <p:cNvGrpSpPr/>
              <p:nvPr/>
            </p:nvGrpSpPr>
            <p:grpSpPr>
              <a:xfrm>
                <a:off x="3995" y="3099"/>
                <a:ext cx="189" cy="134"/>
                <a:chOff x="3602" y="990"/>
                <a:chExt cx="215" cy="161"/>
              </a:xfrm>
            </p:grpSpPr>
            <p:sp>
              <p:nvSpPr>
                <p:cNvPr id="28726" name="WordArt 87"/>
                <p:cNvSpPr>
                  <a:spLocks noTextEdit="1"/>
                </p:cNvSpPr>
                <p:nvPr/>
              </p:nvSpPr>
              <p:spPr>
                <a:xfrm>
                  <a:off x="3602" y="990"/>
                  <a:ext cx="138" cy="123"/>
                </a:xfrm>
                <a:prstGeom prst="rect">
                  <a:avLst/>
                </a:prstGeom>
              </p:spPr>
              <p:txBody>
                <a:bodyPr wrap="none" fromWordArt="1">
                  <a:prstTxWarp prst="textPlain">
                    <a:avLst>
                      <a:gd name="adj" fmla="val 50000"/>
                    </a:avLst>
                  </a:prstTxWarp>
                  <a:normAutofit fontScale="30000"/>
                </a:bodyPr>
                <a:lstStyle/>
                <a:p>
                  <a:pPr algn="ctr" fontAlgn="base"/>
                  <a:r>
                    <a:rPr lang="zh-CN" altLang="en-US" sz="1200"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cs typeface="+mn-cs"/>
                    </a:rPr>
                    <a:t>x</a:t>
                  </a:r>
                  <a:endParaRPr lang="zh-CN" altLang="en-US" sz="1200"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sp>
              <p:nvSpPr>
                <p:cNvPr id="42039" name="WordArt 88"/>
                <p:cNvSpPr>
                  <a:spLocks noTextEdit="1"/>
                </p:cNvSpPr>
                <p:nvPr/>
              </p:nvSpPr>
              <p:spPr>
                <a:xfrm>
                  <a:off x="3754" y="1051"/>
                  <a:ext cx="63" cy="10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5</a:t>
                  </a:r>
                </a:p>
              </p:txBody>
            </p:sp>
          </p:grpSp>
          <p:sp>
            <p:nvSpPr>
              <p:cNvPr id="42040" name="Line 89"/>
              <p:cNvSpPr/>
              <p:nvPr/>
            </p:nvSpPr>
            <p:spPr>
              <a:xfrm>
                <a:off x="4225" y="3146"/>
                <a:ext cx="112" cy="0"/>
              </a:xfrm>
              <a:prstGeom prst="line">
                <a:avLst/>
              </a:prstGeom>
              <a:ln w="38100" cap="flat" cmpd="sng">
                <a:solidFill>
                  <a:schemeClr val="accent2"/>
                </a:solidFill>
                <a:prstDash val="solid"/>
                <a:round/>
                <a:headEnd type="none" w="med" len="med"/>
                <a:tailEnd type="none" w="med" len="med"/>
              </a:ln>
            </p:spPr>
          </p:sp>
          <p:sp>
            <p:nvSpPr>
              <p:cNvPr id="42041" name="Line 90"/>
              <p:cNvSpPr/>
              <p:nvPr/>
            </p:nvSpPr>
            <p:spPr>
              <a:xfrm>
                <a:off x="3981" y="3257"/>
                <a:ext cx="564" cy="0"/>
              </a:xfrm>
              <a:prstGeom prst="line">
                <a:avLst/>
              </a:prstGeom>
              <a:ln w="28575" cap="flat" cmpd="sng">
                <a:solidFill>
                  <a:schemeClr val="tx1"/>
                </a:solidFill>
                <a:prstDash val="solid"/>
                <a:round/>
                <a:headEnd type="none" w="med" len="med"/>
                <a:tailEnd type="none" w="med" len="med"/>
              </a:ln>
            </p:spPr>
          </p:sp>
          <p:sp>
            <p:nvSpPr>
              <p:cNvPr id="28730" name="WordArt 91"/>
              <p:cNvSpPr>
                <a:spLocks noTextEdit="1"/>
              </p:cNvSpPr>
              <p:nvPr/>
            </p:nvSpPr>
            <p:spPr>
              <a:xfrm>
                <a:off x="4143" y="3280"/>
                <a:ext cx="173" cy="210"/>
              </a:xfrm>
              <a:prstGeom prst="rect">
                <a:avLst/>
              </a:prstGeom>
            </p:spPr>
            <p:txBody>
              <a:bodyPr wrap="none" fromWordArt="1">
                <a:prstTxWarp prst="textPlain">
                  <a:avLst>
                    <a:gd name="adj" fmla="val 50000"/>
                  </a:avLst>
                </a:prstTxWarp>
                <a:normAutofit fontScale="40000"/>
              </a:bodyPr>
              <a:lstStyle/>
              <a:p>
                <a:pPr algn="ctr" fontAlgn="base"/>
                <a:r>
                  <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cs typeface="+mn-cs"/>
                  </a:rPr>
                  <a:t>f</a:t>
                </a:r>
                <a:endPar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endParaRPr>
              </a:p>
            </p:txBody>
          </p:sp>
          <p:grpSp>
            <p:nvGrpSpPr>
              <p:cNvPr id="42043" name="Group 92"/>
              <p:cNvGrpSpPr/>
              <p:nvPr/>
            </p:nvGrpSpPr>
            <p:grpSpPr>
              <a:xfrm>
                <a:off x="4659" y="3204"/>
                <a:ext cx="186" cy="59"/>
                <a:chOff x="3688" y="2648"/>
                <a:chExt cx="224" cy="72"/>
              </a:xfrm>
            </p:grpSpPr>
            <p:sp>
              <p:nvSpPr>
                <p:cNvPr id="42044" name="Line 93"/>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2045" name="Line 94"/>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42046" name="WordArt 95"/>
              <p:cNvSpPr>
                <a:spLocks noTextEdit="1"/>
              </p:cNvSpPr>
              <p:nvPr/>
            </p:nvSpPr>
            <p:spPr>
              <a:xfrm>
                <a:off x="1273" y="3319"/>
                <a:ext cx="31" cy="5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28735" name="WordArt 96"/>
              <p:cNvSpPr>
                <a:spLocks noTextEdit="1"/>
              </p:cNvSpPr>
              <p:nvPr/>
            </p:nvSpPr>
            <p:spPr>
              <a:xfrm rot="-142993">
                <a:off x="5041" y="3158"/>
                <a:ext cx="183" cy="181"/>
              </a:xfrm>
              <a:prstGeom prst="rect">
                <a:avLst/>
              </a:prstGeom>
            </p:spPr>
            <p:txBody>
              <a:bodyPr wrap="none" fromWordArt="1">
                <a:prstTxWarp prst="textPlain">
                  <a:avLst>
                    <a:gd name="adj" fmla="val 55806"/>
                  </a:avLst>
                </a:prstTxWarp>
                <a:normAutofit fontScale="30000"/>
              </a:bodyPr>
              <a:lstStyle/>
              <a:p>
                <a:pPr algn="ctr" fontAlgn="base"/>
                <a:r>
                  <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cs typeface="+mn-cs"/>
                  </a:rPr>
                  <a:t>l</a:t>
                </a:r>
                <a:endParaRPr lang="zh-CN" altLang="en-US" sz="3600" b="1" i="1" strike="noStrike" noProof="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endParaRPr>
              </a:p>
            </p:txBody>
          </p:sp>
          <p:sp>
            <p:nvSpPr>
              <p:cNvPr id="28736" name="WordArt 97"/>
              <p:cNvSpPr>
                <a:spLocks noTextEdit="1"/>
              </p:cNvSpPr>
              <p:nvPr/>
            </p:nvSpPr>
            <p:spPr>
              <a:xfrm>
                <a:off x="4901" y="3154"/>
                <a:ext cx="131" cy="174"/>
              </a:xfrm>
              <a:prstGeom prst="rect">
                <a:avLst/>
              </a:prstGeom>
            </p:spPr>
            <p:txBody>
              <a:bodyPr wrap="none" fromWordArt="1">
                <a:prstTxWarp prst="textPlain">
                  <a:avLst>
                    <a:gd name="adj" fmla="val 50000"/>
                  </a:avLst>
                </a:prstTxWarp>
                <a:normAutofit fontScale="3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4</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grpSp>
      </p:grpSp>
      <p:grpSp>
        <p:nvGrpSpPr>
          <p:cNvPr id="13" name="Group 98"/>
          <p:cNvGrpSpPr/>
          <p:nvPr/>
        </p:nvGrpSpPr>
        <p:grpSpPr>
          <a:xfrm>
            <a:off x="668338" y="5900738"/>
            <a:ext cx="7262812" cy="746125"/>
            <a:chOff x="825" y="3574"/>
            <a:chExt cx="4575" cy="470"/>
          </a:xfrm>
        </p:grpSpPr>
        <p:grpSp>
          <p:nvGrpSpPr>
            <p:cNvPr id="42050" name="Group 99"/>
            <p:cNvGrpSpPr/>
            <p:nvPr/>
          </p:nvGrpSpPr>
          <p:grpSpPr>
            <a:xfrm>
              <a:off x="2610" y="3687"/>
              <a:ext cx="97" cy="93"/>
              <a:chOff x="1781" y="2282"/>
              <a:chExt cx="577" cy="577"/>
            </a:xfrm>
          </p:grpSpPr>
          <p:sp>
            <p:nvSpPr>
              <p:cNvPr id="42051" name="Line 100"/>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42052" name="Line 101"/>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grpSp>
          <p:nvGrpSpPr>
            <p:cNvPr id="42053" name="Group 102"/>
            <p:cNvGrpSpPr/>
            <p:nvPr/>
          </p:nvGrpSpPr>
          <p:grpSpPr>
            <a:xfrm>
              <a:off x="3084" y="3695"/>
              <a:ext cx="97" cy="92"/>
              <a:chOff x="1781" y="2282"/>
              <a:chExt cx="577" cy="577"/>
            </a:xfrm>
          </p:grpSpPr>
          <p:sp>
            <p:nvSpPr>
              <p:cNvPr id="42054" name="Line 103"/>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42055" name="Line 104"/>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42056" name="WordArt 105"/>
            <p:cNvSpPr>
              <a:spLocks noTextEdit="1"/>
            </p:cNvSpPr>
            <p:nvPr/>
          </p:nvSpPr>
          <p:spPr>
            <a:xfrm>
              <a:off x="3247" y="3651"/>
              <a:ext cx="170" cy="14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42057" name="WordArt 106"/>
            <p:cNvSpPr>
              <a:spLocks noTextEdit="1"/>
            </p:cNvSpPr>
            <p:nvPr/>
          </p:nvSpPr>
          <p:spPr>
            <a:xfrm>
              <a:off x="3539" y="3574"/>
              <a:ext cx="67" cy="10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a:t>
              </a:r>
            </a:p>
          </p:txBody>
        </p:sp>
        <p:sp>
          <p:nvSpPr>
            <p:cNvPr id="42058" name="Line 107"/>
            <p:cNvSpPr/>
            <p:nvPr/>
          </p:nvSpPr>
          <p:spPr>
            <a:xfrm>
              <a:off x="2314" y="3862"/>
              <a:ext cx="1823" cy="0"/>
            </a:xfrm>
            <a:prstGeom prst="line">
              <a:avLst/>
            </a:prstGeom>
            <a:ln w="28575" cap="flat" cmpd="sng">
              <a:solidFill>
                <a:schemeClr val="tx1"/>
              </a:solidFill>
              <a:prstDash val="solid"/>
              <a:round/>
              <a:headEnd type="none" w="med" len="med"/>
              <a:tailEnd type="none" w="med" len="med"/>
            </a:ln>
          </p:spPr>
        </p:sp>
        <p:sp>
          <p:nvSpPr>
            <p:cNvPr id="42059" name="WordArt 108"/>
            <p:cNvSpPr>
              <a:spLocks noTextEdit="1"/>
            </p:cNvSpPr>
            <p:nvPr/>
          </p:nvSpPr>
          <p:spPr>
            <a:xfrm>
              <a:off x="3053" y="3907"/>
              <a:ext cx="376" cy="13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3.5</a:t>
              </a:r>
            </a:p>
          </p:txBody>
        </p:sp>
        <p:grpSp>
          <p:nvGrpSpPr>
            <p:cNvPr id="42060" name="Group 109"/>
            <p:cNvGrpSpPr/>
            <p:nvPr/>
          </p:nvGrpSpPr>
          <p:grpSpPr>
            <a:xfrm>
              <a:off x="4239" y="3835"/>
              <a:ext cx="185" cy="59"/>
              <a:chOff x="3688" y="2648"/>
              <a:chExt cx="224" cy="72"/>
            </a:xfrm>
          </p:grpSpPr>
          <p:sp>
            <p:nvSpPr>
              <p:cNvPr id="42061" name="Line 110"/>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2062" name="Line 111"/>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42063" name="WordArt 112"/>
            <p:cNvSpPr>
              <a:spLocks noTextEdit="1"/>
            </p:cNvSpPr>
            <p:nvPr/>
          </p:nvSpPr>
          <p:spPr>
            <a:xfrm>
              <a:off x="4492" y="3765"/>
              <a:ext cx="908" cy="17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0.25 mm</a:t>
              </a:r>
            </a:p>
          </p:txBody>
        </p:sp>
        <p:grpSp>
          <p:nvGrpSpPr>
            <p:cNvPr id="42064" name="Group 113"/>
            <p:cNvGrpSpPr/>
            <p:nvPr/>
          </p:nvGrpSpPr>
          <p:grpSpPr>
            <a:xfrm>
              <a:off x="1062" y="3819"/>
              <a:ext cx="186" cy="59"/>
              <a:chOff x="3688" y="2648"/>
              <a:chExt cx="224" cy="72"/>
            </a:xfrm>
          </p:grpSpPr>
          <p:sp>
            <p:nvSpPr>
              <p:cNvPr id="42065" name="Line 114"/>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2066" name="Line 115"/>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42067" name="WordArt 116"/>
            <p:cNvSpPr>
              <a:spLocks noTextEdit="1"/>
            </p:cNvSpPr>
            <p:nvPr/>
          </p:nvSpPr>
          <p:spPr>
            <a:xfrm>
              <a:off x="825" y="3775"/>
              <a:ext cx="141" cy="172"/>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a</a:t>
              </a:r>
            </a:p>
          </p:txBody>
        </p:sp>
        <p:sp>
          <p:nvSpPr>
            <p:cNvPr id="42068" name="WordArt 117"/>
            <p:cNvSpPr>
              <a:spLocks noTextEdit="1"/>
            </p:cNvSpPr>
            <p:nvPr/>
          </p:nvSpPr>
          <p:spPr>
            <a:xfrm rot="-142993">
              <a:off x="1572" y="3634"/>
              <a:ext cx="183" cy="181"/>
            </a:xfrm>
            <a:prstGeom prst="rect">
              <a:avLst/>
            </a:prstGeom>
          </p:spPr>
          <p:txBody>
            <a:bodyPr wrap="none" fromWordArt="1">
              <a:prstTxWarp prst="textPlain">
                <a:avLst>
                  <a:gd name="adj" fmla="val 55806"/>
                </a:avLst>
              </a:prstTxWarp>
              <a:normAutofit/>
            </a:bodyPr>
            <a:lstStyle/>
            <a:p>
              <a:pPr algn="ctr"/>
              <a:r>
                <a:rPr lang="zh-CN" altLang="en-US" sz="3600" b="1" i="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rPr>
                <a:t>l</a:t>
              </a:r>
            </a:p>
          </p:txBody>
        </p:sp>
        <p:sp>
          <p:nvSpPr>
            <p:cNvPr id="42069" name="WordArt 118"/>
            <p:cNvSpPr>
              <a:spLocks noTextEdit="1"/>
            </p:cNvSpPr>
            <p:nvPr/>
          </p:nvSpPr>
          <p:spPr>
            <a:xfrm>
              <a:off x="1788" y="3627"/>
              <a:ext cx="173" cy="21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f</a:t>
              </a:r>
            </a:p>
          </p:txBody>
        </p:sp>
        <p:sp>
          <p:nvSpPr>
            <p:cNvPr id="42070" name="Line 119"/>
            <p:cNvSpPr/>
            <p:nvPr/>
          </p:nvSpPr>
          <p:spPr>
            <a:xfrm>
              <a:off x="1375" y="3861"/>
              <a:ext cx="564" cy="0"/>
            </a:xfrm>
            <a:prstGeom prst="line">
              <a:avLst/>
            </a:prstGeom>
            <a:ln w="28575" cap="flat" cmpd="sng">
              <a:solidFill>
                <a:schemeClr val="tx1"/>
              </a:solidFill>
              <a:prstDash val="solid"/>
              <a:round/>
              <a:headEnd type="none" w="med" len="med"/>
              <a:tailEnd type="none" w="med" len="med"/>
            </a:ln>
          </p:spPr>
        </p:sp>
        <p:sp>
          <p:nvSpPr>
            <p:cNvPr id="42071" name="WordArt 120"/>
            <p:cNvSpPr>
              <a:spLocks noTextEdit="1"/>
            </p:cNvSpPr>
            <p:nvPr/>
          </p:nvSpPr>
          <p:spPr>
            <a:xfrm>
              <a:off x="1753" y="3910"/>
              <a:ext cx="121" cy="102"/>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x</a:t>
              </a:r>
            </a:p>
          </p:txBody>
        </p:sp>
        <p:sp>
          <p:nvSpPr>
            <p:cNvPr id="42072" name="WordArt 121"/>
            <p:cNvSpPr>
              <a:spLocks noTextEdit="1"/>
            </p:cNvSpPr>
            <p:nvPr/>
          </p:nvSpPr>
          <p:spPr>
            <a:xfrm>
              <a:off x="1887" y="3961"/>
              <a:ext cx="55" cy="8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1</a:t>
              </a:r>
            </a:p>
          </p:txBody>
        </p:sp>
        <p:grpSp>
          <p:nvGrpSpPr>
            <p:cNvPr id="42073" name="Group 122"/>
            <p:cNvGrpSpPr/>
            <p:nvPr/>
          </p:nvGrpSpPr>
          <p:grpSpPr>
            <a:xfrm>
              <a:off x="1399" y="3910"/>
              <a:ext cx="189" cy="134"/>
              <a:chOff x="3602" y="990"/>
              <a:chExt cx="215" cy="161"/>
            </a:xfrm>
          </p:grpSpPr>
          <p:sp>
            <p:nvSpPr>
              <p:cNvPr id="42074" name="WordArt 123"/>
              <p:cNvSpPr>
                <a:spLocks noTextEdit="1"/>
              </p:cNvSpPr>
              <p:nvPr/>
            </p:nvSpPr>
            <p:spPr>
              <a:xfrm>
                <a:off x="3602" y="990"/>
                <a:ext cx="138" cy="123"/>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x</a:t>
                </a:r>
              </a:p>
            </p:txBody>
          </p:sp>
          <p:sp>
            <p:nvSpPr>
              <p:cNvPr id="42075" name="WordArt 124"/>
              <p:cNvSpPr>
                <a:spLocks noTextEdit="1"/>
              </p:cNvSpPr>
              <p:nvPr/>
            </p:nvSpPr>
            <p:spPr>
              <a:xfrm>
                <a:off x="3754" y="1051"/>
                <a:ext cx="63" cy="10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5</a:t>
                </a:r>
              </a:p>
            </p:txBody>
          </p:sp>
        </p:grpSp>
        <p:sp>
          <p:nvSpPr>
            <p:cNvPr id="42076" name="Line 125"/>
            <p:cNvSpPr/>
            <p:nvPr/>
          </p:nvSpPr>
          <p:spPr>
            <a:xfrm>
              <a:off x="1629" y="3957"/>
              <a:ext cx="112" cy="0"/>
            </a:xfrm>
            <a:prstGeom prst="line">
              <a:avLst/>
            </a:prstGeom>
            <a:ln w="38100" cap="flat" cmpd="sng">
              <a:solidFill>
                <a:schemeClr val="accent2"/>
              </a:solidFill>
              <a:prstDash val="solid"/>
              <a:round/>
              <a:headEnd type="none" w="med" len="med"/>
              <a:tailEnd type="none" w="med" len="med"/>
            </a:ln>
          </p:spPr>
        </p:sp>
        <p:grpSp>
          <p:nvGrpSpPr>
            <p:cNvPr id="42077" name="Group 126"/>
            <p:cNvGrpSpPr/>
            <p:nvPr/>
          </p:nvGrpSpPr>
          <p:grpSpPr>
            <a:xfrm>
              <a:off x="2036" y="3801"/>
              <a:ext cx="185" cy="59"/>
              <a:chOff x="3688" y="2648"/>
              <a:chExt cx="224" cy="72"/>
            </a:xfrm>
          </p:grpSpPr>
          <p:sp>
            <p:nvSpPr>
              <p:cNvPr id="42078" name="Line 127"/>
              <p:cNvSpPr/>
              <p:nvPr/>
            </p:nvSpPr>
            <p:spPr>
              <a:xfrm>
                <a:off x="3688" y="2648"/>
                <a:ext cx="224" cy="0"/>
              </a:xfrm>
              <a:prstGeom prst="line">
                <a:avLst/>
              </a:prstGeom>
              <a:ln w="28575" cap="flat" cmpd="sng">
                <a:solidFill>
                  <a:schemeClr val="tx2"/>
                </a:solidFill>
                <a:prstDash val="solid"/>
                <a:round/>
                <a:headEnd type="none" w="med" len="med"/>
                <a:tailEnd type="none" w="med" len="med"/>
              </a:ln>
            </p:spPr>
          </p:sp>
          <p:sp>
            <p:nvSpPr>
              <p:cNvPr id="42079" name="Line 128"/>
              <p:cNvSpPr/>
              <p:nvPr/>
            </p:nvSpPr>
            <p:spPr>
              <a:xfrm>
                <a:off x="3688" y="2720"/>
                <a:ext cx="224" cy="0"/>
              </a:xfrm>
              <a:prstGeom prst="line">
                <a:avLst/>
              </a:prstGeom>
              <a:ln w="28575" cap="flat" cmpd="sng">
                <a:solidFill>
                  <a:schemeClr val="tx2"/>
                </a:solidFill>
                <a:prstDash val="solid"/>
                <a:round/>
                <a:headEnd type="none" w="med" len="med"/>
                <a:tailEnd type="none" w="med" len="med"/>
              </a:ln>
            </p:spPr>
          </p:sp>
        </p:grpSp>
        <p:sp>
          <p:nvSpPr>
            <p:cNvPr id="42080" name="WordArt 129"/>
            <p:cNvSpPr>
              <a:spLocks noTextEdit="1"/>
            </p:cNvSpPr>
            <p:nvPr/>
          </p:nvSpPr>
          <p:spPr>
            <a:xfrm>
              <a:off x="1444" y="3630"/>
              <a:ext cx="131" cy="17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4</a:t>
              </a:r>
            </a:p>
          </p:txBody>
        </p:sp>
        <p:sp>
          <p:nvSpPr>
            <p:cNvPr id="42081" name="WordArt 130"/>
            <p:cNvSpPr>
              <a:spLocks noTextEdit="1"/>
            </p:cNvSpPr>
            <p:nvPr/>
          </p:nvSpPr>
          <p:spPr>
            <a:xfrm>
              <a:off x="2410" y="3639"/>
              <a:ext cx="131" cy="17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4</a:t>
              </a:r>
            </a:p>
          </p:txBody>
        </p:sp>
        <p:sp>
          <p:nvSpPr>
            <p:cNvPr id="42082" name="WordArt 131"/>
            <p:cNvSpPr>
              <a:spLocks noTextEdit="1"/>
            </p:cNvSpPr>
            <p:nvPr/>
          </p:nvSpPr>
          <p:spPr>
            <a:xfrm>
              <a:off x="2739" y="3637"/>
              <a:ext cx="287" cy="17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5.5</a:t>
              </a:r>
            </a:p>
          </p:txBody>
        </p:sp>
        <p:sp>
          <p:nvSpPr>
            <p:cNvPr id="42083" name="Line 132"/>
            <p:cNvSpPr/>
            <p:nvPr/>
          </p:nvSpPr>
          <p:spPr>
            <a:xfrm>
              <a:off x="3412" y="3630"/>
              <a:ext cx="86" cy="0"/>
            </a:xfrm>
            <a:prstGeom prst="line">
              <a:avLst/>
            </a:prstGeom>
            <a:ln w="28575" cap="flat" cmpd="sng">
              <a:solidFill>
                <a:schemeClr val="tx1"/>
              </a:solidFill>
              <a:prstDash val="solid"/>
              <a:round/>
              <a:headEnd type="none" w="med" len="med"/>
              <a:tailEnd type="none" w="med" len="med"/>
            </a:ln>
          </p:spPr>
        </p:sp>
        <p:grpSp>
          <p:nvGrpSpPr>
            <p:cNvPr id="42084" name="Group 133"/>
            <p:cNvGrpSpPr/>
            <p:nvPr/>
          </p:nvGrpSpPr>
          <p:grpSpPr>
            <a:xfrm>
              <a:off x="3656" y="3686"/>
              <a:ext cx="97" cy="92"/>
              <a:chOff x="1781" y="2282"/>
              <a:chExt cx="577" cy="577"/>
            </a:xfrm>
          </p:grpSpPr>
          <p:sp>
            <p:nvSpPr>
              <p:cNvPr id="42085" name="Line 134"/>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42086" name="Line 135"/>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42087" name="WordArt 136"/>
            <p:cNvSpPr>
              <a:spLocks noTextEdit="1"/>
            </p:cNvSpPr>
            <p:nvPr/>
          </p:nvSpPr>
          <p:spPr>
            <a:xfrm>
              <a:off x="3808" y="3643"/>
              <a:ext cx="333" cy="14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400</a:t>
              </a:r>
            </a:p>
          </p:txBody>
        </p:sp>
      </p:grpSp>
      <p:grpSp>
        <p:nvGrpSpPr>
          <p:cNvPr id="21" name="Group 141"/>
          <p:cNvGrpSpPr/>
          <p:nvPr/>
        </p:nvGrpSpPr>
        <p:grpSpPr>
          <a:xfrm>
            <a:off x="1154113" y="1457325"/>
            <a:ext cx="7269162" cy="3286125"/>
            <a:chOff x="417" y="652"/>
            <a:chExt cx="4579" cy="2070"/>
          </a:xfrm>
        </p:grpSpPr>
        <p:sp>
          <p:nvSpPr>
            <p:cNvPr id="42089" name="Line 142"/>
            <p:cNvSpPr/>
            <p:nvPr/>
          </p:nvSpPr>
          <p:spPr>
            <a:xfrm flipH="1">
              <a:off x="3991" y="652"/>
              <a:ext cx="1" cy="2070"/>
            </a:xfrm>
            <a:prstGeom prst="line">
              <a:avLst/>
            </a:prstGeom>
            <a:ln w="38100" cap="flat" cmpd="sng">
              <a:solidFill>
                <a:schemeClr val="tx1"/>
              </a:solidFill>
              <a:prstDash val="solid"/>
              <a:round/>
              <a:headEnd type="triangle" w="med" len="med"/>
              <a:tailEnd type="none" w="med" len="med"/>
            </a:ln>
          </p:spPr>
        </p:sp>
        <p:grpSp>
          <p:nvGrpSpPr>
            <p:cNvPr id="42090" name="Group 143"/>
            <p:cNvGrpSpPr/>
            <p:nvPr/>
          </p:nvGrpSpPr>
          <p:grpSpPr>
            <a:xfrm>
              <a:off x="417" y="749"/>
              <a:ext cx="4579" cy="1902"/>
              <a:chOff x="417" y="749"/>
              <a:chExt cx="4579" cy="1902"/>
            </a:xfrm>
          </p:grpSpPr>
          <p:sp>
            <p:nvSpPr>
              <p:cNvPr id="42091" name="Line 144"/>
              <p:cNvSpPr/>
              <p:nvPr/>
            </p:nvSpPr>
            <p:spPr>
              <a:xfrm flipV="1">
                <a:off x="3732" y="1748"/>
                <a:ext cx="1060" cy="4"/>
              </a:xfrm>
              <a:prstGeom prst="line">
                <a:avLst/>
              </a:prstGeom>
              <a:ln w="12700" cap="flat" cmpd="sng">
                <a:solidFill>
                  <a:schemeClr val="tx1"/>
                </a:solidFill>
                <a:prstDash val="dashDot"/>
                <a:round/>
                <a:headEnd type="none" w="med" len="med"/>
                <a:tailEnd type="none" w="med" len="med"/>
              </a:ln>
            </p:spPr>
          </p:sp>
          <p:grpSp>
            <p:nvGrpSpPr>
              <p:cNvPr id="42092" name="Group 145"/>
              <p:cNvGrpSpPr/>
              <p:nvPr/>
            </p:nvGrpSpPr>
            <p:grpSpPr>
              <a:xfrm>
                <a:off x="1758" y="1434"/>
                <a:ext cx="100" cy="727"/>
                <a:chOff x="1308" y="1048"/>
                <a:chExt cx="323" cy="2272"/>
              </a:xfrm>
            </p:grpSpPr>
            <p:sp>
              <p:nvSpPr>
                <p:cNvPr id="42093" name="Arc 146"/>
                <p:cNvSpPr/>
                <p:nvPr/>
              </p:nvSpPr>
              <p:spPr>
                <a:xfrm rot="5386920">
                  <a:off x="397" y="2072"/>
                  <a:ext cx="2258" cy="179"/>
                </a:xfrm>
                <a:custGeom>
                  <a:avLst/>
                  <a:gdLst/>
                  <a:ahLst/>
                  <a:cxnLst>
                    <a:cxn ang="0">
                      <a:pos x="0" y="0"/>
                    </a:cxn>
                    <a:cxn ang="0">
                      <a:pos x="0" y="0"/>
                    </a:cxn>
                    <a:cxn ang="0">
                      <a:pos x="0" y="0"/>
                    </a:cxn>
                  </a:cxnLst>
                  <a:rect l="0" t="0" r="0" b="0"/>
                  <a:pathLst>
                    <a:path w="40634" h="21600" fill="none">
                      <a:moveTo>
                        <a:pt x="-1" y="14300"/>
                      </a:moveTo>
                      <a:cubicBezTo>
                        <a:pt x="3079" y="5721"/>
                        <a:pt x="11213" y="-1"/>
                        <a:pt x="20329" y="0"/>
                      </a:cubicBezTo>
                      <a:cubicBezTo>
                        <a:pt x="29418" y="0"/>
                        <a:pt x="37534" y="5689"/>
                        <a:pt x="40634" y="14233"/>
                      </a:cubicBezTo>
                    </a:path>
                    <a:path w="40634" h="21600" stroke="0">
                      <a:moveTo>
                        <a:pt x="-1" y="14300"/>
                      </a:moveTo>
                      <a:cubicBezTo>
                        <a:pt x="3079" y="5721"/>
                        <a:pt x="11213" y="-1"/>
                        <a:pt x="20329" y="0"/>
                      </a:cubicBezTo>
                      <a:cubicBezTo>
                        <a:pt x="29418" y="0"/>
                        <a:pt x="37534" y="5689"/>
                        <a:pt x="40634" y="14233"/>
                      </a:cubicBezTo>
                      <a:lnTo>
                        <a:pt x="20329" y="21600"/>
                      </a:lnTo>
                      <a:lnTo>
                        <a:pt x="-1" y="14300"/>
                      </a:lnTo>
                      <a:close/>
                    </a:path>
                  </a:pathLst>
                </a:custGeom>
                <a:gradFill rotWithShape="0">
                  <a:gsLst>
                    <a:gs pos="0">
                      <a:srgbClr val="66FFFF"/>
                    </a:gs>
                    <a:gs pos="100000">
                      <a:srgbClr val="44AAAA"/>
                    </a:gs>
                  </a:gsLst>
                  <a:lin ang="5400000" scaled="1"/>
                  <a:tileRect/>
                </a:gradFill>
                <a:ln w="3175">
                  <a:noFill/>
                </a:ln>
              </p:spPr>
              <p:txBody>
                <a:bodyPr/>
                <a:lstStyle/>
                <a:p>
                  <a:endParaRPr lang="zh-CN" altLang="en-US"/>
                </a:p>
              </p:txBody>
            </p:sp>
            <p:sp>
              <p:nvSpPr>
                <p:cNvPr id="42094" name="Arc 147"/>
                <p:cNvSpPr/>
                <p:nvPr/>
              </p:nvSpPr>
              <p:spPr>
                <a:xfrm rot="5386920" flipV="1">
                  <a:off x="250" y="2093"/>
                  <a:ext cx="2247" cy="161"/>
                </a:xfrm>
                <a:custGeom>
                  <a:avLst/>
                  <a:gdLst/>
                  <a:ahLst/>
                  <a:cxnLst>
                    <a:cxn ang="0">
                      <a:pos x="0" y="0"/>
                    </a:cxn>
                    <a:cxn ang="0">
                      <a:pos x="0" y="0"/>
                    </a:cxn>
                    <a:cxn ang="0">
                      <a:pos x="0" y="0"/>
                    </a:cxn>
                  </a:cxnLst>
                  <a:rect l="0" t="0" r="0" b="0"/>
                  <a:pathLst>
                    <a:path w="40187" h="21600" fill="none">
                      <a:moveTo>
                        <a:pt x="-1" y="13158"/>
                      </a:moveTo>
                      <a:cubicBezTo>
                        <a:pt x="3386" y="5180"/>
                        <a:pt x="11214" y="-1"/>
                        <a:pt x="19882" y="0"/>
                      </a:cubicBezTo>
                      <a:cubicBezTo>
                        <a:pt x="28971" y="0"/>
                        <a:pt x="37087" y="5689"/>
                        <a:pt x="40187" y="14233"/>
                      </a:cubicBezTo>
                    </a:path>
                    <a:path w="40187" h="21600" stroke="0">
                      <a:moveTo>
                        <a:pt x="-1" y="13158"/>
                      </a:moveTo>
                      <a:cubicBezTo>
                        <a:pt x="3386" y="5180"/>
                        <a:pt x="11214" y="-1"/>
                        <a:pt x="19882" y="0"/>
                      </a:cubicBezTo>
                      <a:cubicBezTo>
                        <a:pt x="28971" y="0"/>
                        <a:pt x="37087" y="5689"/>
                        <a:pt x="40187" y="14233"/>
                      </a:cubicBezTo>
                      <a:lnTo>
                        <a:pt x="19882" y="21600"/>
                      </a:lnTo>
                      <a:lnTo>
                        <a:pt x="-1" y="13158"/>
                      </a:lnTo>
                      <a:close/>
                    </a:path>
                  </a:pathLst>
                </a:custGeom>
                <a:gradFill rotWithShape="0">
                  <a:gsLst>
                    <a:gs pos="0">
                      <a:srgbClr val="66FFFF"/>
                    </a:gs>
                    <a:gs pos="100000">
                      <a:srgbClr val="47B2B2"/>
                    </a:gs>
                  </a:gsLst>
                  <a:lin ang="5400000" scaled="1"/>
                  <a:tileRect/>
                </a:gradFill>
                <a:ln w="3175">
                  <a:noFill/>
                </a:ln>
              </p:spPr>
              <p:txBody>
                <a:bodyPr/>
                <a:lstStyle/>
                <a:p>
                  <a:endParaRPr lang="zh-CN" altLang="en-US"/>
                </a:p>
              </p:txBody>
            </p:sp>
            <p:sp>
              <p:nvSpPr>
                <p:cNvPr id="42095" name="Rectangle 148"/>
                <p:cNvSpPr/>
                <p:nvPr/>
              </p:nvSpPr>
              <p:spPr>
                <a:xfrm rot="5386920">
                  <a:off x="319" y="2121"/>
                  <a:ext cx="2267" cy="99"/>
                </a:xfrm>
                <a:prstGeom prst="rect">
                  <a:avLst/>
                </a:prstGeom>
                <a:gradFill rotWithShape="0">
                  <a:gsLst>
                    <a:gs pos="0">
                      <a:srgbClr val="52CCCC"/>
                    </a:gs>
                    <a:gs pos="50000">
                      <a:srgbClr val="66FFFF"/>
                    </a:gs>
                    <a:gs pos="100000">
                      <a:srgbClr val="52CCCC"/>
                    </a:gs>
                  </a:gsLst>
                  <a:lin ang="5400000" scaled="1"/>
                  <a:tileRect/>
                </a:gradFill>
                <a:ln w="317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096" name="Line 149"/>
                <p:cNvSpPr/>
                <p:nvPr/>
              </p:nvSpPr>
              <p:spPr>
                <a:xfrm rot="68555">
                  <a:off x="1416" y="1059"/>
                  <a:ext cx="108" cy="2"/>
                </a:xfrm>
                <a:prstGeom prst="line">
                  <a:avLst/>
                </a:prstGeom>
                <a:ln w="3175">
                  <a:noFill/>
                </a:ln>
              </p:spPr>
            </p:sp>
            <p:sp>
              <p:nvSpPr>
                <p:cNvPr id="42097" name="Line 150"/>
                <p:cNvSpPr/>
                <p:nvPr/>
              </p:nvSpPr>
              <p:spPr>
                <a:xfrm rot="68555" flipV="1">
                  <a:off x="1406" y="3317"/>
                  <a:ext cx="108" cy="3"/>
                </a:xfrm>
                <a:prstGeom prst="line">
                  <a:avLst/>
                </a:prstGeom>
                <a:ln w="3175">
                  <a:noFill/>
                </a:ln>
              </p:spPr>
            </p:sp>
          </p:grpSp>
          <p:sp>
            <p:nvSpPr>
              <p:cNvPr id="42098" name="WordArt 151"/>
              <p:cNvSpPr>
                <a:spLocks noTextEdit="1"/>
              </p:cNvSpPr>
              <p:nvPr/>
            </p:nvSpPr>
            <p:spPr>
              <a:xfrm>
                <a:off x="417" y="825"/>
                <a:ext cx="232" cy="219"/>
              </a:xfrm>
              <a:prstGeom prst="rect">
                <a:avLst/>
              </a:prstGeom>
            </p:spPr>
            <p:txBody>
              <a:bodyPr wrap="none" fromWordArt="1">
                <a:prstTxWarp prst="textPlain">
                  <a:avLst>
                    <a:gd name="adj" fmla="val 58208"/>
                  </a:avLst>
                </a:prstTxWarp>
                <a:normAutofit/>
              </a:bodyPr>
              <a:lstStyle/>
              <a:p>
                <a:pPr algn="ctr"/>
                <a:r>
                  <a:rPr lang="zh-CN" altLang="en-US" sz="3600" b="1" i="1">
                    <a:ln w="9525" cap="flat" cmpd="sng">
                      <a:solidFill>
                        <a:schemeClr val="accent2"/>
                      </a:solidFill>
                      <a:prstDash val="solid"/>
                      <a:round/>
                      <a:headEnd type="none" w="med" len="med"/>
                      <a:tailEnd type="none" w="med" len="med"/>
                    </a:ln>
                    <a:solidFill>
                      <a:schemeClr val="accent2"/>
                    </a:solidFill>
                    <a:latin typeface="Symbol" panose="05050102010706020507" charset="0"/>
                    <a:ea typeface="Symbol" panose="05050102010706020507" charset="0"/>
                  </a:rPr>
                  <a:t>l</a:t>
                </a:r>
              </a:p>
            </p:txBody>
          </p:sp>
          <p:sp>
            <p:nvSpPr>
              <p:cNvPr id="42099" name="Rectangle 152"/>
              <p:cNvSpPr/>
              <p:nvPr/>
            </p:nvSpPr>
            <p:spPr>
              <a:xfrm>
                <a:off x="1660" y="1053"/>
                <a:ext cx="95" cy="582"/>
              </a:xfrm>
              <a:prstGeom prst="rect">
                <a:avLst/>
              </a:prstGeom>
              <a:solidFill>
                <a:schemeClr val="tx2"/>
              </a:solid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00" name="Rectangle 153"/>
              <p:cNvSpPr/>
              <p:nvPr/>
            </p:nvSpPr>
            <p:spPr>
              <a:xfrm>
                <a:off x="1649" y="1925"/>
                <a:ext cx="85" cy="660"/>
              </a:xfrm>
              <a:prstGeom prst="rect">
                <a:avLst/>
              </a:prstGeom>
              <a:solidFill>
                <a:schemeClr val="tx2"/>
              </a:solid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01" name="Line 154"/>
              <p:cNvSpPr/>
              <p:nvPr/>
            </p:nvSpPr>
            <p:spPr>
              <a:xfrm>
                <a:off x="1072" y="1476"/>
                <a:ext cx="481" cy="0"/>
              </a:xfrm>
              <a:prstGeom prst="line">
                <a:avLst/>
              </a:prstGeom>
              <a:ln w="38100" cap="flat" cmpd="sng">
                <a:solidFill>
                  <a:srgbClr val="00CC00"/>
                </a:solidFill>
                <a:prstDash val="solid"/>
                <a:round/>
                <a:headEnd type="none" w="med" len="med"/>
                <a:tailEnd type="triangle" w="sm" len="lg"/>
              </a:ln>
            </p:spPr>
          </p:sp>
          <p:sp>
            <p:nvSpPr>
              <p:cNvPr id="42102" name="Line 155"/>
              <p:cNvSpPr/>
              <p:nvPr/>
            </p:nvSpPr>
            <p:spPr>
              <a:xfrm>
                <a:off x="1062" y="1162"/>
                <a:ext cx="479" cy="0"/>
              </a:xfrm>
              <a:prstGeom prst="line">
                <a:avLst/>
              </a:prstGeom>
              <a:ln w="38100" cap="flat" cmpd="sng">
                <a:solidFill>
                  <a:srgbClr val="00CC00"/>
                </a:solidFill>
                <a:prstDash val="solid"/>
                <a:round/>
                <a:headEnd type="none" w="med" len="med"/>
                <a:tailEnd type="triangle" w="sm" len="lg"/>
              </a:ln>
            </p:spPr>
          </p:sp>
          <p:sp>
            <p:nvSpPr>
              <p:cNvPr id="42103" name="Line 156"/>
              <p:cNvSpPr/>
              <p:nvPr/>
            </p:nvSpPr>
            <p:spPr>
              <a:xfrm>
                <a:off x="1094" y="2334"/>
                <a:ext cx="481" cy="0"/>
              </a:xfrm>
              <a:prstGeom prst="line">
                <a:avLst/>
              </a:prstGeom>
              <a:ln w="38100" cap="flat" cmpd="sng">
                <a:solidFill>
                  <a:srgbClr val="00CC00"/>
                </a:solidFill>
                <a:prstDash val="solid"/>
                <a:round/>
                <a:headEnd type="none" w="med" len="med"/>
                <a:tailEnd type="triangle" w="sm" len="lg"/>
              </a:ln>
            </p:spPr>
          </p:sp>
          <p:sp>
            <p:nvSpPr>
              <p:cNvPr id="42104" name="Line 157"/>
              <p:cNvSpPr/>
              <p:nvPr/>
            </p:nvSpPr>
            <p:spPr>
              <a:xfrm>
                <a:off x="1051" y="2032"/>
                <a:ext cx="481" cy="0"/>
              </a:xfrm>
              <a:prstGeom prst="line">
                <a:avLst/>
              </a:prstGeom>
              <a:ln w="38100" cap="flat" cmpd="sng">
                <a:solidFill>
                  <a:srgbClr val="00CC00"/>
                </a:solidFill>
                <a:prstDash val="solid"/>
                <a:round/>
                <a:headEnd type="none" w="med" len="med"/>
                <a:tailEnd type="triangle" w="sm" len="lg"/>
              </a:ln>
            </p:spPr>
          </p:sp>
          <p:sp>
            <p:nvSpPr>
              <p:cNvPr id="42105" name="Line 158"/>
              <p:cNvSpPr/>
              <p:nvPr/>
            </p:nvSpPr>
            <p:spPr>
              <a:xfrm>
                <a:off x="1441" y="1633"/>
                <a:ext cx="140" cy="1"/>
              </a:xfrm>
              <a:prstGeom prst="line">
                <a:avLst/>
              </a:prstGeom>
              <a:ln w="9525" cap="flat" cmpd="sng">
                <a:solidFill>
                  <a:schemeClr val="tx1"/>
                </a:solidFill>
                <a:prstDash val="solid"/>
                <a:round/>
                <a:headEnd type="none" w="med" len="med"/>
                <a:tailEnd type="none" w="med" len="med"/>
              </a:ln>
            </p:spPr>
          </p:sp>
          <p:sp>
            <p:nvSpPr>
              <p:cNvPr id="42106" name="Line 159"/>
              <p:cNvSpPr/>
              <p:nvPr/>
            </p:nvSpPr>
            <p:spPr>
              <a:xfrm flipV="1">
                <a:off x="1433" y="1920"/>
                <a:ext cx="161" cy="0"/>
              </a:xfrm>
              <a:prstGeom prst="line">
                <a:avLst/>
              </a:prstGeom>
              <a:ln w="9525" cap="flat" cmpd="sng">
                <a:solidFill>
                  <a:schemeClr val="tx1"/>
                </a:solidFill>
                <a:prstDash val="solid"/>
                <a:round/>
                <a:headEnd type="none" w="med" len="med"/>
                <a:tailEnd type="none" w="med" len="med"/>
              </a:ln>
            </p:spPr>
          </p:sp>
          <p:sp>
            <p:nvSpPr>
              <p:cNvPr id="42107" name="Line 160"/>
              <p:cNvSpPr/>
              <p:nvPr/>
            </p:nvSpPr>
            <p:spPr>
              <a:xfrm>
                <a:off x="1510" y="1634"/>
                <a:ext cx="0" cy="291"/>
              </a:xfrm>
              <a:prstGeom prst="line">
                <a:avLst/>
              </a:prstGeom>
              <a:ln w="9525" cap="flat" cmpd="sng">
                <a:solidFill>
                  <a:schemeClr val="tx1"/>
                </a:solidFill>
                <a:prstDash val="solid"/>
                <a:round/>
                <a:headEnd type="triangle" w="med" len="med"/>
                <a:tailEnd type="triangle" w="med" len="med"/>
              </a:ln>
            </p:spPr>
          </p:sp>
          <p:sp>
            <p:nvSpPr>
              <p:cNvPr id="42108" name="Line 161"/>
              <p:cNvSpPr/>
              <p:nvPr/>
            </p:nvSpPr>
            <p:spPr>
              <a:xfrm flipV="1">
                <a:off x="1798" y="1748"/>
                <a:ext cx="1977" cy="23"/>
              </a:xfrm>
              <a:prstGeom prst="line">
                <a:avLst/>
              </a:prstGeom>
              <a:ln w="12700" cap="flat" cmpd="sng">
                <a:solidFill>
                  <a:schemeClr val="tx1"/>
                </a:solidFill>
                <a:prstDash val="dashDot"/>
                <a:round/>
                <a:headEnd type="none" w="med" len="med"/>
                <a:tailEnd type="none" w="med" len="med"/>
              </a:ln>
            </p:spPr>
          </p:sp>
          <p:sp>
            <p:nvSpPr>
              <p:cNvPr id="42109" name="WordArt 162"/>
              <p:cNvSpPr>
                <a:spLocks noTextEdit="1"/>
              </p:cNvSpPr>
              <p:nvPr/>
            </p:nvSpPr>
            <p:spPr>
              <a:xfrm>
                <a:off x="3809" y="1793"/>
                <a:ext cx="100" cy="136"/>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0</a:t>
                </a:r>
              </a:p>
            </p:txBody>
          </p:sp>
          <p:grpSp>
            <p:nvGrpSpPr>
              <p:cNvPr id="42110" name="Group 163"/>
              <p:cNvGrpSpPr/>
              <p:nvPr/>
            </p:nvGrpSpPr>
            <p:grpSpPr>
              <a:xfrm>
                <a:off x="595" y="1663"/>
                <a:ext cx="757" cy="244"/>
                <a:chOff x="682" y="1663"/>
                <a:chExt cx="615" cy="201"/>
              </a:xfrm>
            </p:grpSpPr>
            <p:sp>
              <p:nvSpPr>
                <p:cNvPr id="42111" name="WordArt 164"/>
                <p:cNvSpPr>
                  <a:spLocks noTextEdit="1"/>
                </p:cNvSpPr>
                <p:nvPr/>
              </p:nvSpPr>
              <p:spPr>
                <a:xfrm>
                  <a:off x="1162" y="1663"/>
                  <a:ext cx="135" cy="20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a:t>
                  </a:r>
                </a:p>
              </p:txBody>
            </p:sp>
            <p:sp>
              <p:nvSpPr>
                <p:cNvPr id="42112" name="WordArt 165"/>
                <p:cNvSpPr>
                  <a:spLocks noTextEdit="1"/>
                </p:cNvSpPr>
                <p:nvPr/>
              </p:nvSpPr>
              <p:spPr>
                <a:xfrm>
                  <a:off x="682" y="1671"/>
                  <a:ext cx="177" cy="16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a</a:t>
                  </a:r>
                </a:p>
              </p:txBody>
            </p:sp>
            <p:grpSp>
              <p:nvGrpSpPr>
                <p:cNvPr id="42113" name="Group 166"/>
                <p:cNvGrpSpPr/>
                <p:nvPr/>
              </p:nvGrpSpPr>
              <p:grpSpPr>
                <a:xfrm>
                  <a:off x="919" y="1713"/>
                  <a:ext cx="188" cy="80"/>
                  <a:chOff x="3688" y="2648"/>
                  <a:chExt cx="224" cy="72"/>
                </a:xfrm>
              </p:grpSpPr>
              <p:sp>
                <p:nvSpPr>
                  <p:cNvPr id="42114" name="Line 167"/>
                  <p:cNvSpPr/>
                  <p:nvPr/>
                </p:nvSpPr>
                <p:spPr>
                  <a:xfrm>
                    <a:off x="3688" y="2648"/>
                    <a:ext cx="224" cy="0"/>
                  </a:xfrm>
                  <a:prstGeom prst="line">
                    <a:avLst/>
                  </a:prstGeom>
                  <a:ln w="76200" cap="flat" cmpd="sng">
                    <a:solidFill>
                      <a:schemeClr val="tx2"/>
                    </a:solidFill>
                    <a:prstDash val="solid"/>
                    <a:round/>
                    <a:headEnd type="none" w="med" len="med"/>
                    <a:tailEnd type="none" w="med" len="med"/>
                  </a:ln>
                </p:spPr>
              </p:sp>
              <p:sp>
                <p:nvSpPr>
                  <p:cNvPr id="42115" name="Line 168"/>
                  <p:cNvSpPr/>
                  <p:nvPr/>
                </p:nvSpPr>
                <p:spPr>
                  <a:xfrm>
                    <a:off x="3688" y="2720"/>
                    <a:ext cx="224" cy="0"/>
                  </a:xfrm>
                  <a:prstGeom prst="line">
                    <a:avLst/>
                  </a:prstGeom>
                  <a:ln w="76200" cap="flat" cmpd="sng">
                    <a:solidFill>
                      <a:schemeClr val="tx2"/>
                    </a:solidFill>
                    <a:prstDash val="solid"/>
                    <a:round/>
                    <a:headEnd type="none" w="med" len="med"/>
                    <a:tailEnd type="none" w="med" len="med"/>
                  </a:ln>
                </p:spPr>
              </p:sp>
            </p:grpSp>
          </p:grpSp>
          <p:sp>
            <p:nvSpPr>
              <p:cNvPr id="42116" name="Line 169"/>
              <p:cNvSpPr/>
              <p:nvPr/>
            </p:nvSpPr>
            <p:spPr>
              <a:xfrm>
                <a:off x="1792" y="2117"/>
                <a:ext cx="0" cy="369"/>
              </a:xfrm>
              <a:prstGeom prst="line">
                <a:avLst/>
              </a:prstGeom>
              <a:ln w="9525" cap="flat" cmpd="sng">
                <a:solidFill>
                  <a:schemeClr val="tx1"/>
                </a:solidFill>
                <a:prstDash val="solid"/>
                <a:round/>
                <a:headEnd type="none" w="med" len="med"/>
                <a:tailEnd type="none" w="med" len="med"/>
              </a:ln>
            </p:spPr>
          </p:sp>
          <p:sp>
            <p:nvSpPr>
              <p:cNvPr id="42117" name="Line 170"/>
              <p:cNvSpPr/>
              <p:nvPr/>
            </p:nvSpPr>
            <p:spPr>
              <a:xfrm>
                <a:off x="1792" y="2301"/>
                <a:ext cx="468" cy="0"/>
              </a:xfrm>
              <a:prstGeom prst="line">
                <a:avLst/>
              </a:prstGeom>
              <a:ln w="9525" cap="flat" cmpd="sng">
                <a:solidFill>
                  <a:schemeClr val="tx1"/>
                </a:solidFill>
                <a:prstDash val="solid"/>
                <a:round/>
                <a:headEnd type="triangle" w="med" len="lg"/>
                <a:tailEnd type="none" w="med" len="med"/>
              </a:ln>
            </p:spPr>
          </p:sp>
          <p:sp>
            <p:nvSpPr>
              <p:cNvPr id="42118" name="Line 171"/>
              <p:cNvSpPr/>
              <p:nvPr/>
            </p:nvSpPr>
            <p:spPr>
              <a:xfrm>
                <a:off x="3518" y="2299"/>
                <a:ext cx="468" cy="0"/>
              </a:xfrm>
              <a:prstGeom prst="line">
                <a:avLst/>
              </a:prstGeom>
              <a:ln w="9525" cap="flat" cmpd="sng">
                <a:solidFill>
                  <a:schemeClr val="tx1"/>
                </a:solidFill>
                <a:prstDash val="solid"/>
                <a:round/>
                <a:headEnd type="none" w="med" len="lg"/>
                <a:tailEnd type="triangle" w="med" len="lg"/>
              </a:ln>
            </p:spPr>
          </p:sp>
          <p:sp>
            <p:nvSpPr>
              <p:cNvPr id="42119" name="Rectangle 172"/>
              <p:cNvSpPr/>
              <p:nvPr/>
            </p:nvSpPr>
            <p:spPr>
              <a:xfrm rot="5400000">
                <a:off x="3416" y="1445"/>
                <a:ext cx="1828" cy="584"/>
              </a:xfrm>
              <a:prstGeom prst="rect">
                <a:avLst/>
              </a:prstGeom>
              <a:gradFill rotWithShape="0">
                <a:gsLst>
                  <a:gs pos="0">
                    <a:srgbClr val="B9D9B9"/>
                  </a:gs>
                  <a:gs pos="50000">
                    <a:srgbClr val="007400"/>
                  </a:gs>
                  <a:gs pos="100000">
                    <a:srgbClr val="B9D9B9"/>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20" name="Rectangle 173"/>
              <p:cNvSpPr/>
              <p:nvPr/>
            </p:nvSpPr>
            <p:spPr>
              <a:xfrm rot="5400000">
                <a:off x="4132" y="1428"/>
                <a:ext cx="365" cy="581"/>
              </a:xfrm>
              <a:prstGeom prst="rect">
                <a:avLst/>
              </a:prstGeom>
              <a:gradFill rotWithShape="0">
                <a:gsLst>
                  <a:gs pos="0">
                    <a:srgbClr val="000000"/>
                  </a:gs>
                  <a:gs pos="50000">
                    <a:srgbClr val="00CC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21" name="Rectangle 174"/>
              <p:cNvSpPr/>
              <p:nvPr/>
            </p:nvSpPr>
            <p:spPr>
              <a:xfrm rot="5400000">
                <a:off x="4239" y="1165"/>
                <a:ext cx="182" cy="584"/>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22" name="Rectangle 175"/>
              <p:cNvSpPr/>
              <p:nvPr/>
            </p:nvSpPr>
            <p:spPr>
              <a:xfrm rot="5400000">
                <a:off x="4229" y="1707"/>
                <a:ext cx="182" cy="573"/>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23" name="WordArt 176"/>
              <p:cNvSpPr>
                <a:spLocks noTextEdit="1"/>
              </p:cNvSpPr>
              <p:nvPr/>
            </p:nvSpPr>
            <p:spPr>
              <a:xfrm>
                <a:off x="4890" y="1508"/>
                <a:ext cx="99" cy="80"/>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1</a:t>
                </a:r>
              </a:p>
            </p:txBody>
          </p:sp>
          <p:sp>
            <p:nvSpPr>
              <p:cNvPr id="42124" name="WordArt 177"/>
              <p:cNvSpPr>
                <a:spLocks noTextEdit="1"/>
              </p:cNvSpPr>
              <p:nvPr/>
            </p:nvSpPr>
            <p:spPr>
              <a:xfrm>
                <a:off x="4897" y="753"/>
                <a:ext cx="99" cy="91"/>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5</a:t>
                </a:r>
              </a:p>
            </p:txBody>
          </p:sp>
          <p:sp>
            <p:nvSpPr>
              <p:cNvPr id="42125" name="Rectangle 178"/>
              <p:cNvSpPr/>
              <p:nvPr/>
            </p:nvSpPr>
            <p:spPr>
              <a:xfrm rot="5400000">
                <a:off x="4224" y="1882"/>
                <a:ext cx="182" cy="585"/>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26" name="Rectangle 179"/>
              <p:cNvSpPr/>
              <p:nvPr/>
            </p:nvSpPr>
            <p:spPr>
              <a:xfrm rot="5400000">
                <a:off x="4224" y="2065"/>
                <a:ext cx="182" cy="585"/>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27" name="Rectangle 180"/>
              <p:cNvSpPr/>
              <p:nvPr/>
            </p:nvSpPr>
            <p:spPr>
              <a:xfrm rot="5400000">
                <a:off x="4226" y="2247"/>
                <a:ext cx="179" cy="585"/>
              </a:xfrm>
              <a:prstGeom prst="rect">
                <a:avLst/>
              </a:prstGeom>
              <a:gradFill rotWithShape="0">
                <a:gsLst>
                  <a:gs pos="0">
                    <a:srgbClr val="000000"/>
                  </a:gs>
                  <a:gs pos="50000">
                    <a:srgbClr val="0070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28" name="Rectangle 181"/>
              <p:cNvSpPr/>
              <p:nvPr/>
            </p:nvSpPr>
            <p:spPr>
              <a:xfrm rot="5400000">
                <a:off x="4229" y="602"/>
                <a:ext cx="174" cy="585"/>
              </a:xfrm>
              <a:prstGeom prst="rect">
                <a:avLst/>
              </a:prstGeom>
              <a:gradFill rotWithShape="0">
                <a:gsLst>
                  <a:gs pos="0">
                    <a:srgbClr val="000000"/>
                  </a:gs>
                  <a:gs pos="50000">
                    <a:srgbClr val="0070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29" name="Rectangle 182"/>
              <p:cNvSpPr/>
              <p:nvPr/>
            </p:nvSpPr>
            <p:spPr>
              <a:xfrm rot="5400000">
                <a:off x="4225" y="781"/>
                <a:ext cx="182" cy="585"/>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30" name="Rectangle 183"/>
              <p:cNvSpPr/>
              <p:nvPr/>
            </p:nvSpPr>
            <p:spPr>
              <a:xfrm rot="5400000">
                <a:off x="4225" y="964"/>
                <a:ext cx="182" cy="585"/>
              </a:xfrm>
              <a:prstGeom prst="rect">
                <a:avLst/>
              </a:prstGeom>
              <a:gradFill rotWithShape="0">
                <a:gsLst>
                  <a:gs pos="0">
                    <a:srgbClr val="000000"/>
                  </a:gs>
                  <a:gs pos="50000">
                    <a:srgbClr val="009600"/>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31" name="Line 184"/>
              <p:cNvSpPr/>
              <p:nvPr/>
            </p:nvSpPr>
            <p:spPr>
              <a:xfrm flipV="1">
                <a:off x="3893" y="809"/>
                <a:ext cx="977" cy="3"/>
              </a:xfrm>
              <a:prstGeom prst="line">
                <a:avLst/>
              </a:prstGeom>
              <a:ln w="28575" cap="flat" cmpd="sng">
                <a:solidFill>
                  <a:schemeClr val="tx1"/>
                </a:solidFill>
                <a:prstDash val="solid"/>
                <a:round/>
                <a:headEnd type="none" w="med" len="med"/>
                <a:tailEnd type="none" w="med" len="med"/>
              </a:ln>
            </p:spPr>
          </p:sp>
          <p:sp>
            <p:nvSpPr>
              <p:cNvPr id="42132" name="Line 185"/>
              <p:cNvSpPr/>
              <p:nvPr/>
            </p:nvSpPr>
            <p:spPr>
              <a:xfrm flipV="1">
                <a:off x="3864" y="1562"/>
                <a:ext cx="977" cy="3"/>
              </a:xfrm>
              <a:prstGeom prst="line">
                <a:avLst/>
              </a:prstGeom>
              <a:ln w="28575" cap="flat" cmpd="sng">
                <a:solidFill>
                  <a:schemeClr val="tx1"/>
                </a:solidFill>
                <a:prstDash val="solid"/>
                <a:round/>
                <a:headEnd type="none" w="med" len="med"/>
                <a:tailEnd type="none" w="med" len="med"/>
              </a:ln>
            </p:spPr>
          </p:sp>
          <p:grpSp>
            <p:nvGrpSpPr>
              <p:cNvPr id="42133" name="Group 186"/>
              <p:cNvGrpSpPr/>
              <p:nvPr/>
            </p:nvGrpSpPr>
            <p:grpSpPr>
              <a:xfrm>
                <a:off x="3632" y="749"/>
                <a:ext cx="215" cy="161"/>
                <a:chOff x="3602" y="990"/>
                <a:chExt cx="215" cy="161"/>
              </a:xfrm>
            </p:grpSpPr>
            <p:sp>
              <p:nvSpPr>
                <p:cNvPr id="42134" name="WordArt 187"/>
                <p:cNvSpPr>
                  <a:spLocks noTextEdit="1"/>
                </p:cNvSpPr>
                <p:nvPr/>
              </p:nvSpPr>
              <p:spPr>
                <a:xfrm>
                  <a:off x="3602" y="990"/>
                  <a:ext cx="138" cy="123"/>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x</a:t>
                  </a:r>
                </a:p>
              </p:txBody>
            </p:sp>
            <p:sp>
              <p:nvSpPr>
                <p:cNvPr id="42135" name="WordArt 188"/>
                <p:cNvSpPr>
                  <a:spLocks noTextEdit="1"/>
                </p:cNvSpPr>
                <p:nvPr/>
              </p:nvSpPr>
              <p:spPr>
                <a:xfrm>
                  <a:off x="3754" y="1051"/>
                  <a:ext cx="63" cy="10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5</a:t>
                  </a:r>
                </a:p>
              </p:txBody>
            </p:sp>
          </p:grpSp>
          <p:sp>
            <p:nvSpPr>
              <p:cNvPr id="42136" name="WordArt 189"/>
              <p:cNvSpPr>
                <a:spLocks noTextEdit="1"/>
              </p:cNvSpPr>
              <p:nvPr/>
            </p:nvSpPr>
            <p:spPr>
              <a:xfrm>
                <a:off x="3603" y="1482"/>
                <a:ext cx="138" cy="123"/>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x</a:t>
                </a:r>
              </a:p>
            </p:txBody>
          </p:sp>
          <p:sp>
            <p:nvSpPr>
              <p:cNvPr id="42137" name="WordArt 190"/>
              <p:cNvSpPr>
                <a:spLocks noTextEdit="1"/>
              </p:cNvSpPr>
              <p:nvPr/>
            </p:nvSpPr>
            <p:spPr>
              <a:xfrm>
                <a:off x="3755" y="1554"/>
                <a:ext cx="63" cy="10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1</a:t>
                </a:r>
              </a:p>
            </p:txBody>
          </p:sp>
          <p:sp>
            <p:nvSpPr>
              <p:cNvPr id="42138" name="WordArt 191"/>
              <p:cNvSpPr>
                <a:spLocks noTextEdit="1"/>
              </p:cNvSpPr>
              <p:nvPr/>
            </p:nvSpPr>
            <p:spPr>
              <a:xfrm>
                <a:off x="2268" y="2193"/>
                <a:ext cx="132" cy="23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f</a:t>
                </a:r>
              </a:p>
            </p:txBody>
          </p:sp>
          <p:grpSp>
            <p:nvGrpSpPr>
              <p:cNvPr id="42139" name="Group 192"/>
              <p:cNvGrpSpPr/>
              <p:nvPr/>
            </p:nvGrpSpPr>
            <p:grpSpPr>
              <a:xfrm>
                <a:off x="2443" y="2283"/>
                <a:ext cx="159" cy="56"/>
                <a:chOff x="1260" y="2371"/>
                <a:chExt cx="151" cy="53"/>
              </a:xfrm>
            </p:grpSpPr>
            <p:sp>
              <p:nvSpPr>
                <p:cNvPr id="42140" name="Line 193"/>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42141" name="Line 194"/>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42142" name="WordArt 195"/>
              <p:cNvSpPr>
                <a:spLocks noTextEdit="1"/>
              </p:cNvSpPr>
              <p:nvPr/>
            </p:nvSpPr>
            <p:spPr>
              <a:xfrm>
                <a:off x="2427" y="1081"/>
                <a:ext cx="808" cy="18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3.5 mm</a:t>
                </a:r>
              </a:p>
            </p:txBody>
          </p:sp>
          <p:grpSp>
            <p:nvGrpSpPr>
              <p:cNvPr id="42143" name="Group 196"/>
              <p:cNvGrpSpPr/>
              <p:nvPr/>
            </p:nvGrpSpPr>
            <p:grpSpPr>
              <a:xfrm>
                <a:off x="697" y="909"/>
                <a:ext cx="159" cy="56"/>
                <a:chOff x="1260" y="2371"/>
                <a:chExt cx="151" cy="53"/>
              </a:xfrm>
            </p:grpSpPr>
            <p:sp>
              <p:nvSpPr>
                <p:cNvPr id="42144" name="Line 197"/>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42145" name="Line 198"/>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42146" name="WordArt 199"/>
              <p:cNvSpPr>
                <a:spLocks noTextEdit="1"/>
              </p:cNvSpPr>
              <p:nvPr/>
            </p:nvSpPr>
            <p:spPr>
              <a:xfrm>
                <a:off x="936" y="845"/>
                <a:ext cx="699" cy="17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550 nm</a:t>
                </a:r>
              </a:p>
            </p:txBody>
          </p:sp>
          <p:sp>
            <p:nvSpPr>
              <p:cNvPr id="42147" name="AutoShape 200"/>
              <p:cNvSpPr/>
              <p:nvPr/>
            </p:nvSpPr>
            <p:spPr>
              <a:xfrm>
                <a:off x="3324" y="811"/>
                <a:ext cx="271" cy="732"/>
              </a:xfrm>
              <a:prstGeom prst="leftBrace">
                <a:avLst>
                  <a:gd name="adj1" fmla="val 22321"/>
                  <a:gd name="adj2" fmla="val 50000"/>
                </a:avLst>
              </a:prstGeom>
              <a:noFill/>
              <a:ln w="28575" cap="flat" cmpd="sng">
                <a:solidFill>
                  <a:schemeClr val="accent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48" name="WordArt 201"/>
              <p:cNvSpPr>
                <a:spLocks noTextEdit="1"/>
              </p:cNvSpPr>
              <p:nvPr/>
            </p:nvSpPr>
            <p:spPr>
              <a:xfrm>
                <a:off x="2652" y="2215"/>
                <a:ext cx="808" cy="17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40 cm</a:t>
                </a:r>
              </a:p>
            </p:txBody>
          </p:sp>
          <p:sp>
            <p:nvSpPr>
              <p:cNvPr id="42149" name="Rectangle 202"/>
              <p:cNvSpPr/>
              <p:nvPr/>
            </p:nvSpPr>
            <p:spPr>
              <a:xfrm>
                <a:off x="4032" y="791"/>
                <a:ext cx="599" cy="1859"/>
              </a:xfrm>
              <a:prstGeom prst="rect">
                <a:avLst/>
              </a:prstGeom>
              <a:noFill/>
              <a:ln w="28575"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50" name="Line 203"/>
              <p:cNvSpPr/>
              <p:nvPr/>
            </p:nvSpPr>
            <p:spPr>
              <a:xfrm flipV="1">
                <a:off x="1851" y="1567"/>
                <a:ext cx="1774" cy="192"/>
              </a:xfrm>
              <a:prstGeom prst="line">
                <a:avLst/>
              </a:prstGeom>
              <a:ln w="9525" cap="flat" cmpd="sng">
                <a:solidFill>
                  <a:schemeClr val="tx1"/>
                </a:solidFill>
                <a:prstDash val="dash"/>
                <a:round/>
                <a:headEnd type="none" w="med" len="med"/>
                <a:tailEnd type="none" w="med" len="med"/>
              </a:ln>
            </p:spPr>
          </p:sp>
        </p:grpSp>
      </p:grpSp>
      <p:grpSp>
        <p:nvGrpSpPr>
          <p:cNvPr id="42151" name="Group 205"/>
          <p:cNvGrpSpPr/>
          <p:nvPr/>
        </p:nvGrpSpPr>
        <p:grpSpPr>
          <a:xfrm>
            <a:off x="26988" y="1617663"/>
            <a:ext cx="698500" cy="390525"/>
            <a:chOff x="127" y="728"/>
            <a:chExt cx="437" cy="256"/>
          </a:xfrm>
        </p:grpSpPr>
        <p:sp>
          <p:nvSpPr>
            <p:cNvPr id="42152" name="Oval 206" descr="栎木"/>
            <p:cNvSpPr/>
            <p:nvPr/>
          </p:nvSpPr>
          <p:spPr>
            <a:xfrm>
              <a:off x="127" y="728"/>
              <a:ext cx="437" cy="256"/>
            </a:xfrm>
            <a:prstGeom prst="ellipse">
              <a:avLst/>
            </a:prstGeom>
            <a:blipFill rotWithShape="0">
              <a:blip r:embed="rId2"/>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2153" name="WordArt 207"/>
            <p:cNvSpPr>
              <a:spLocks noTextEdit="1"/>
            </p:cNvSpPr>
            <p:nvPr/>
          </p:nvSpPr>
          <p:spPr>
            <a:xfrm>
              <a:off x="187" y="780"/>
              <a:ext cx="305" cy="147"/>
            </a:xfrm>
            <a:prstGeom prst="rect">
              <a:avLst/>
            </a:prstGeom>
          </p:spPr>
          <p:txBody>
            <a:bodyPr wrap="none" fromWordArt="1">
              <a:prstTxWarp prst="textPlain">
                <a:avLst>
                  <a:gd name="adj" fmla="val 50287"/>
                </a:avLst>
              </a:prstTxWarp>
              <a:normAutofit/>
            </a:bodyPr>
            <a:lstStyle/>
            <a:p>
              <a:pPr algn="ctr"/>
              <a:r>
                <a:rPr lang="zh-CN" altLang="en-US" sz="3600">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rPr>
                <a:t>例6</a:t>
              </a:r>
            </a:p>
          </p:txBody>
        </p:sp>
      </p:grpSp>
      <p:sp>
        <p:nvSpPr>
          <p:cNvPr id="42154" name="Rectangle 210"/>
          <p:cNvSpPr/>
          <p:nvPr/>
        </p:nvSpPr>
        <p:spPr>
          <a:xfrm>
            <a:off x="84138" y="1314450"/>
            <a:ext cx="8839200" cy="115888"/>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42155" name="组合 17"/>
          <p:cNvGrpSpPr/>
          <p:nvPr/>
        </p:nvGrpSpPr>
        <p:grpSpPr>
          <a:xfrm>
            <a:off x="141288" y="219075"/>
            <a:ext cx="8716962" cy="1093788"/>
            <a:chOff x="138" y="7180"/>
            <a:chExt cx="13726" cy="1723"/>
          </a:xfrm>
        </p:grpSpPr>
        <p:sp>
          <p:nvSpPr>
            <p:cNvPr id="7" name="文本框 6"/>
            <p:cNvSpPr txBox="1"/>
            <p:nvPr/>
          </p:nvSpPr>
          <p:spPr>
            <a:xfrm>
              <a:off x="138" y="7454"/>
              <a:ext cx="2404" cy="725"/>
            </a:xfrm>
            <a:prstGeom prst="rect">
              <a:avLst/>
            </a:prstGeom>
            <a:noFill/>
          </p:spPr>
          <p:txBody>
            <a:bodyPr wrap="square" rtlCol="0" anchor="t">
              <a:spAutoFit/>
            </a:bodyPr>
            <a:lstStyle/>
            <a:p>
              <a:r>
                <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sym typeface="+mn-ea"/>
                </a:rPr>
                <a:t>暗纹公式</a:t>
              </a:r>
              <a:endParaRPr lang="zh-CN" altLang="en-US" sz="24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sym typeface="+mn-ea"/>
              </a:endParaRPr>
            </a:p>
          </p:txBody>
        </p:sp>
        <p:graphicFrame>
          <p:nvGraphicFramePr>
            <p:cNvPr id="42157" name="Object 2"/>
            <p:cNvGraphicFramePr>
              <a:graphicFrameLocks noChangeAspect="1"/>
            </p:cNvGraphicFramePr>
            <p:nvPr/>
          </p:nvGraphicFramePr>
          <p:xfrm>
            <a:off x="2526" y="7180"/>
            <a:ext cx="3344" cy="1175"/>
          </p:xfrm>
          <a:graphic>
            <a:graphicData uri="http://schemas.openxmlformats.org/presentationml/2006/ole">
              <mc:AlternateContent xmlns:mc="http://schemas.openxmlformats.org/markup-compatibility/2006">
                <mc:Choice xmlns:v="urn:schemas-microsoft-com:vml" Requires="v">
                  <p:oleObj r:id="rId3" imgW="1155065" imgH="406400" progId="Equation.DSMT4">
                    <p:embed/>
                  </p:oleObj>
                </mc:Choice>
                <mc:Fallback>
                  <p:oleObj r:id="rId3" imgW="1155065" imgH="406400" progId="Equation.DSMT4">
                    <p:embed/>
                    <p:pic>
                      <p:nvPicPr>
                        <p:cNvPr id="0" name="图片 3181"/>
                        <p:cNvPicPr/>
                        <p:nvPr/>
                      </p:nvPicPr>
                      <p:blipFill>
                        <a:blip r:embed="rId4"/>
                        <a:stretch>
                          <a:fillRect/>
                        </a:stretch>
                      </p:blipFill>
                      <p:spPr>
                        <a:xfrm>
                          <a:off x="2526" y="7180"/>
                          <a:ext cx="3344" cy="1175"/>
                        </a:xfrm>
                        <a:prstGeom prst="rect">
                          <a:avLst/>
                        </a:prstGeom>
                        <a:noFill/>
                        <a:ln w="38100">
                          <a:noFill/>
                          <a:miter/>
                        </a:ln>
                      </p:spPr>
                    </p:pic>
                  </p:oleObj>
                </mc:Fallback>
              </mc:AlternateContent>
            </a:graphicData>
          </a:graphic>
        </p:graphicFrame>
        <p:sp>
          <p:nvSpPr>
            <p:cNvPr id="8" name="文本框 7"/>
            <p:cNvSpPr txBox="1"/>
            <p:nvPr/>
          </p:nvSpPr>
          <p:spPr>
            <a:xfrm>
              <a:off x="10900" y="7405"/>
              <a:ext cx="2965" cy="725"/>
            </a:xfrm>
            <a:prstGeom prst="rect">
              <a:avLst/>
            </a:prstGeom>
            <a:noFill/>
          </p:spPr>
          <p:txBody>
            <a:bodyPr wrap="square" rtlCol="0" anchor="t">
              <a:spAutoFit/>
            </a:bodyPr>
            <a:lstStyle/>
            <a:p>
              <a:r>
                <a:rPr lang="en-US" altLang="zh-CN" sz="2400" i="1"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为</a:t>
              </a:r>
              <a:r>
                <a:rPr lang="zh-CN" altLang="en-US" sz="2400" noProof="1">
                  <a:ln w="9525" cap="flat" cmpd="sng">
                    <a:solidFill>
                      <a:schemeClr val="tx2"/>
                    </a:solidFill>
                    <a:prstDash val="solid"/>
                    <a:round/>
                    <a:headEnd type="none" w="med" len="med"/>
                    <a:tailEnd type="none" w="med" len="med"/>
                  </a:ln>
                  <a:latin typeface="宋体" panose="02010600030101010101" pitchFamily="2" charset="-122"/>
                  <a:ea typeface="宋体" panose="02010600030101010101" pitchFamily="2" charset="-122"/>
                  <a:cs typeface="+mn-cs"/>
                  <a:sym typeface="+mn-ea"/>
                </a:rPr>
                <a:t>暗纹</a:t>
              </a:r>
              <a:r>
                <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级数</a:t>
              </a:r>
              <a:endParaRPr lang="zh-CN" altLang="en-US" sz="2400"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sym typeface="+mn-ea"/>
              </a:endParaRPr>
            </a:p>
          </p:txBody>
        </p:sp>
        <p:sp>
          <p:nvSpPr>
            <p:cNvPr id="9" name="文本框 8"/>
            <p:cNvSpPr txBox="1"/>
            <p:nvPr/>
          </p:nvSpPr>
          <p:spPr>
            <a:xfrm>
              <a:off x="6734" y="7454"/>
              <a:ext cx="4367" cy="725"/>
            </a:xfrm>
            <a:prstGeom prst="rect">
              <a:avLst/>
            </a:prstGeom>
            <a:noFill/>
          </p:spPr>
          <p:txBody>
            <a:bodyPr wrap="square" rtlCol="0" anchor="t">
              <a:spAutoFit/>
            </a:bodyPr>
            <a:lstStyle/>
            <a:p>
              <a:r>
                <a:rPr lang="en-US" altLang="zh-CN" sz="2400" i="1"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k</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400" noProof="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 ·········</a:t>
              </a:r>
              <a:endParaRPr lang="en-US" altLang="zh-CN" sz="2400" noProof="1">
                <a:ln w="9525" cap="flat" cmpd="sng">
                  <a:solidFill>
                    <a:srgbClr val="FF0000"/>
                  </a:solidFill>
                  <a:prstDash val="solid"/>
                  <a:round/>
                  <a:headEnd type="none" w="med" len="med"/>
                  <a:tailEnd type="none" w="med" len="med"/>
                </a:ln>
                <a:solidFill>
                  <a:srgbClr val="FF0000"/>
                </a:solidFill>
                <a:cs typeface="Times New Roman" panose="02020603050405020304" pitchFamily="18" charset="0"/>
                <a:sym typeface="+mn-ea"/>
              </a:endParaRPr>
            </a:p>
          </p:txBody>
        </p:sp>
        <p:sp>
          <p:nvSpPr>
            <p:cNvPr id="12" name="文本框 11"/>
            <p:cNvSpPr txBox="1"/>
            <p:nvPr/>
          </p:nvSpPr>
          <p:spPr>
            <a:xfrm>
              <a:off x="7573" y="8179"/>
              <a:ext cx="5667" cy="725"/>
            </a:xfrm>
            <a:prstGeom prst="rect">
              <a:avLst/>
            </a:prstGeom>
            <a:noFill/>
          </p:spPr>
          <p:txBody>
            <a:bodyPr wrap="square" rtlCol="0" anchor="t">
              <a:spAutoFit/>
            </a:bodyPr>
            <a:lstStyle/>
            <a:p>
              <a:r>
                <a:rPr lang="zh-CN" altLang="en-US" sz="2400" noProof="1">
                  <a:latin typeface="Times New Roman" panose="02020603050405020304" pitchFamily="18" charset="0"/>
                  <a:ea typeface="宋体" panose="02010600030101010101" pitchFamily="2" charset="-122"/>
                  <a:cs typeface="+mn-cs"/>
                  <a:sym typeface="+mn-ea"/>
                </a:rPr>
                <a:t>（单缝被分成2k个半波带)</a:t>
              </a:r>
              <a:endParaRPr lang="zh-CN" altLang="en-US" sz="2400" noProof="1">
                <a:ln w="9525" cap="flat" cmpd="sng">
                  <a:solidFill>
                    <a:srgbClr val="FF0000"/>
                  </a:solidFill>
                  <a:prstDash val="solid"/>
                  <a:round/>
                  <a:headEnd type="none" w="med" len="med"/>
                  <a:tailEnd type="none" w="med" len="med"/>
                </a:ln>
                <a:latin typeface="宋体" panose="02010600030101010101" pitchFamily="2" charset="-122"/>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To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type="title"/>
          </p:nvPr>
        </p:nvSpPr>
        <p:spPr>
          <a:xfrm>
            <a:off x="3814763" y="265113"/>
            <a:ext cx="1703387" cy="677862"/>
          </a:xfrm>
          <a:solidFill>
            <a:srgbClr val="FFFFFF"/>
          </a:solidFill>
        </p:spPr>
        <p:txBody>
          <a:bodyPr vert="horz" wrap="square" lIns="91440" tIns="45720" rIns="91440" bIns="45720" anchor="t" anchorCtr="0"/>
          <a:lstStyle/>
          <a:p>
            <a:pPr eaLnBrk="1" hangingPunct="1"/>
            <a:r>
              <a:rPr lang="zh-CN" altLang="zh-CN" sz="2800" dirty="0">
                <a:solidFill>
                  <a:srgbClr val="FF0000"/>
                </a:solidFill>
              </a:rPr>
              <a:t>练习</a:t>
            </a:r>
          </a:p>
        </p:txBody>
      </p:sp>
      <p:pic>
        <p:nvPicPr>
          <p:cNvPr id="43010" name="Picture 3" descr="IMAGE0011"/>
          <p:cNvPicPr>
            <a:picLocks noChangeAspect="1"/>
          </p:cNvPicPr>
          <p:nvPr/>
        </p:nvPicPr>
        <p:blipFill>
          <a:blip r:embed="rId2"/>
          <a:stretch>
            <a:fillRect/>
          </a:stretch>
        </p:blipFill>
        <p:spPr>
          <a:xfrm>
            <a:off x="457200" y="1179513"/>
            <a:ext cx="8229600" cy="1897062"/>
          </a:xfrm>
          <a:prstGeom prst="rect">
            <a:avLst/>
          </a:prstGeom>
          <a:noFill/>
          <a:ln w="9525">
            <a:noFill/>
          </a:ln>
        </p:spPr>
      </p:pic>
      <p:sp>
        <p:nvSpPr>
          <p:cNvPr id="43011" name="Text Box 4"/>
          <p:cNvSpPr txBox="1"/>
          <p:nvPr/>
        </p:nvSpPr>
        <p:spPr>
          <a:xfrm>
            <a:off x="3544888" y="3076575"/>
            <a:ext cx="1098550" cy="641350"/>
          </a:xfrm>
          <a:prstGeom prst="rect">
            <a:avLst/>
          </a:prstGeom>
          <a:noFill/>
          <a:ln w="9525">
            <a:noFill/>
          </a:ln>
        </p:spPr>
        <p:txBody>
          <a:bodyPr wrap="none" anchor="t" anchorCtr="0">
            <a:spAutoFit/>
          </a:bodyPr>
          <a:lstStyle/>
          <a:p>
            <a:r>
              <a:rPr lang="zh-CN" altLang="en-US" sz="1800" dirty="0">
                <a:latin typeface="Arial" panose="020B0604020202020204" pitchFamily="34" charset="0"/>
                <a:ea typeface="宋体" panose="02010600030101010101" pitchFamily="2" charset="-122"/>
              </a:rPr>
              <a:t>子波</a:t>
            </a:r>
          </a:p>
          <a:p>
            <a:r>
              <a:rPr lang="zh-CN" altLang="en-US" sz="1800" dirty="0">
                <a:latin typeface="Arial" panose="020B0604020202020204" pitchFamily="34" charset="0"/>
                <a:ea typeface="宋体" panose="02010600030101010101" pitchFamily="2" charset="-122"/>
              </a:rPr>
              <a:t>子波干涉</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3" name="Picture 3" descr="IMAGE0012"/>
          <p:cNvPicPr>
            <a:picLocks noChangeAspect="1"/>
          </p:cNvPicPr>
          <p:nvPr/>
        </p:nvPicPr>
        <p:blipFill>
          <a:blip r:embed="rId2"/>
          <a:stretch>
            <a:fillRect/>
          </a:stretch>
        </p:blipFill>
        <p:spPr>
          <a:xfrm>
            <a:off x="457200" y="492125"/>
            <a:ext cx="8229600" cy="4870450"/>
          </a:xfrm>
          <a:prstGeom prst="rect">
            <a:avLst/>
          </a:prstGeom>
          <a:noFill/>
          <a:ln w="9525">
            <a:noFill/>
          </a:ln>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7" name="Picture 3" descr="IMAGE0011"/>
          <p:cNvPicPr>
            <a:picLocks noChangeAspect="1"/>
          </p:cNvPicPr>
          <p:nvPr>
            <p:custDataLst>
              <p:tags r:id="rId1"/>
            </p:custDataLst>
          </p:nvPr>
        </p:nvPicPr>
        <p:blipFill>
          <a:blip r:embed="rId3"/>
          <a:stretch>
            <a:fillRect/>
          </a:stretch>
        </p:blipFill>
        <p:spPr>
          <a:xfrm>
            <a:off x="284163" y="396875"/>
            <a:ext cx="8153400" cy="2028825"/>
          </a:xfrm>
          <a:prstGeom prst="rect">
            <a:avLst/>
          </a:prstGeom>
          <a:noFill/>
          <a:ln w="9525">
            <a:noFill/>
          </a:ln>
        </p:spPr>
      </p:pic>
      <p:pic>
        <p:nvPicPr>
          <p:cNvPr id="30722" name="Picture 3" descr="IMAGE0005"/>
          <p:cNvPicPr>
            <a:picLocks noChangeAspect="1"/>
          </p:cNvPicPr>
          <p:nvPr/>
        </p:nvPicPr>
        <p:blipFill>
          <a:blip r:embed="rId4"/>
          <a:stretch>
            <a:fillRect/>
          </a:stretch>
        </p:blipFill>
        <p:spPr>
          <a:xfrm>
            <a:off x="457200" y="3646488"/>
            <a:ext cx="8229600" cy="162083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1" name="Picture 3" descr="IMAGE0010"/>
          <p:cNvPicPr>
            <a:picLocks noChangeAspect="1"/>
          </p:cNvPicPr>
          <p:nvPr/>
        </p:nvPicPr>
        <p:blipFill>
          <a:blip r:embed="rId2"/>
          <a:srcRect b="9314"/>
          <a:stretch>
            <a:fillRect/>
          </a:stretch>
        </p:blipFill>
        <p:spPr>
          <a:xfrm>
            <a:off x="342900" y="266700"/>
            <a:ext cx="8077200" cy="1619250"/>
          </a:xfrm>
          <a:prstGeom prst="rect">
            <a:avLst/>
          </a:prstGeom>
          <a:noFill/>
          <a:ln w="9525">
            <a:noFill/>
          </a:ln>
        </p:spPr>
      </p:pic>
      <p:pic>
        <p:nvPicPr>
          <p:cNvPr id="31746" name="Picture 4" descr="IMAGE0005"/>
          <p:cNvPicPr>
            <a:picLocks noChangeAspect="1"/>
          </p:cNvPicPr>
          <p:nvPr/>
        </p:nvPicPr>
        <p:blipFill>
          <a:blip r:embed="rId3"/>
          <a:srcRect b="18300"/>
          <a:stretch>
            <a:fillRect/>
          </a:stretch>
        </p:blipFill>
        <p:spPr>
          <a:xfrm>
            <a:off x="228600" y="2373313"/>
            <a:ext cx="8305800" cy="1831975"/>
          </a:xfrm>
          <a:prstGeom prst="rect">
            <a:avLst/>
          </a:prstGeom>
          <a:noFill/>
          <a:ln w="9525">
            <a:noFill/>
          </a:ln>
        </p:spPr>
      </p:pic>
      <p:pic>
        <p:nvPicPr>
          <p:cNvPr id="31747" name="Picture 3" descr="IMAGE0004"/>
          <p:cNvPicPr>
            <a:picLocks noChangeAspect="1"/>
          </p:cNvPicPr>
          <p:nvPr/>
        </p:nvPicPr>
        <p:blipFill>
          <a:blip r:embed="rId4"/>
          <a:stretch>
            <a:fillRect/>
          </a:stretch>
        </p:blipFill>
        <p:spPr>
          <a:xfrm>
            <a:off x="342900" y="4594225"/>
            <a:ext cx="8229600" cy="162083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5" name="Picture 3" descr="IMAGE0001"/>
          <p:cNvPicPr>
            <a:picLocks noChangeAspect="1"/>
          </p:cNvPicPr>
          <p:nvPr/>
        </p:nvPicPr>
        <p:blipFill>
          <a:blip r:embed="rId2"/>
          <a:stretch>
            <a:fillRect/>
          </a:stretch>
        </p:blipFill>
        <p:spPr>
          <a:xfrm>
            <a:off x="368300" y="301625"/>
            <a:ext cx="8229600" cy="2576513"/>
          </a:xfrm>
          <a:prstGeom prst="rect">
            <a:avLst/>
          </a:prstGeom>
          <a:noFill/>
          <a:ln w="9525">
            <a:noFill/>
          </a:ln>
        </p:spPr>
      </p:pic>
      <p:pic>
        <p:nvPicPr>
          <p:cNvPr id="32770" name="Picture 3" descr="IMAGE0015"/>
          <p:cNvPicPr>
            <a:picLocks noChangeAspect="1"/>
          </p:cNvPicPr>
          <p:nvPr/>
        </p:nvPicPr>
        <p:blipFill>
          <a:blip r:embed="rId3"/>
          <a:stretch>
            <a:fillRect/>
          </a:stretch>
        </p:blipFill>
        <p:spPr>
          <a:xfrm>
            <a:off x="368300" y="3544888"/>
            <a:ext cx="8153400" cy="2214562"/>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3" descr="IMAGE0003"/>
          <p:cNvPicPr>
            <a:picLocks noChangeAspect="1"/>
          </p:cNvPicPr>
          <p:nvPr/>
        </p:nvPicPr>
        <p:blipFill>
          <a:blip r:embed="rId2"/>
          <a:stretch>
            <a:fillRect/>
          </a:stretch>
        </p:blipFill>
        <p:spPr>
          <a:xfrm>
            <a:off x="419100" y="374650"/>
            <a:ext cx="8305800" cy="2695575"/>
          </a:xfrm>
          <a:prstGeom prst="rect">
            <a:avLst/>
          </a:prstGeom>
          <a:noFill/>
          <a:ln w="9525">
            <a:noFill/>
          </a:ln>
        </p:spPr>
      </p:pic>
      <p:pic>
        <p:nvPicPr>
          <p:cNvPr id="34818" name="Picture 3" descr="IMAGE0014"/>
          <p:cNvPicPr>
            <a:picLocks noChangeAspect="1"/>
          </p:cNvPicPr>
          <p:nvPr/>
        </p:nvPicPr>
        <p:blipFill>
          <a:blip r:embed="rId3"/>
          <a:stretch>
            <a:fillRect/>
          </a:stretch>
        </p:blipFill>
        <p:spPr>
          <a:xfrm>
            <a:off x="419100" y="3286125"/>
            <a:ext cx="8229600" cy="25241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文本框 4"/>
          <p:cNvSpPr txBox="1"/>
          <p:nvPr>
            <p:custDataLst>
              <p:tags r:id="rId1"/>
            </p:custDataLst>
          </p:nvPr>
        </p:nvSpPr>
        <p:spPr>
          <a:xfrm>
            <a:off x="466725" y="1844675"/>
            <a:ext cx="7659688" cy="460375"/>
          </a:xfrm>
          <a:prstGeom prst="rect">
            <a:avLst/>
          </a:prstGeom>
          <a:noFill/>
          <a:ln w="9525">
            <a:noFill/>
          </a:ln>
        </p:spPr>
        <p:txBody>
          <a:bodyPr wrap="square" anchor="t" anchorCtr="0">
            <a:spAutoFit/>
          </a:bodyPr>
          <a:lstStyle/>
          <a:p>
            <a:r>
              <a:rPr lang="zh-CN" altLang="zh-CN" sz="2400">
                <a:solidFill>
                  <a:srgbClr val="FF0000"/>
                </a:solidFill>
                <a:latin typeface="Arial" panose="020B0604020202020204" pitchFamily="34" charset="0"/>
                <a:ea typeface="宋体" panose="02010600030101010101" pitchFamily="2" charset="-122"/>
              </a:rPr>
              <a:t>课件例</a:t>
            </a:r>
            <a:r>
              <a:rPr lang="en-US" altLang="zh-CN" sz="2400">
                <a:solidFill>
                  <a:srgbClr val="FF0000"/>
                </a:solidFill>
                <a:latin typeface="Arial" panose="020B0604020202020204" pitchFamily="34" charset="0"/>
                <a:ea typeface="宋体" panose="02010600030101010101" pitchFamily="2" charset="-122"/>
              </a:rPr>
              <a:t>1~</a:t>
            </a:r>
            <a:r>
              <a:rPr lang="zh-CN" altLang="en-US" sz="2400">
                <a:solidFill>
                  <a:srgbClr val="FF0000"/>
                </a:solidFill>
                <a:latin typeface="Arial" panose="020B0604020202020204" pitchFamily="34" charset="0"/>
                <a:ea typeface="宋体" panose="02010600030101010101" pitchFamily="2" charset="-122"/>
              </a:rPr>
              <a:t>例</a:t>
            </a:r>
            <a:r>
              <a:rPr lang="en-US" altLang="zh-CN" sz="2400">
                <a:solidFill>
                  <a:srgbClr val="FF0000"/>
                </a:solidFill>
                <a:latin typeface="Arial" panose="020B0604020202020204" pitchFamily="34" charset="0"/>
                <a:ea typeface="宋体" panose="02010600030101010101" pitchFamily="2" charset="-122"/>
              </a:rPr>
              <a:t>6</a:t>
            </a:r>
            <a:r>
              <a:rPr lang="zh-CN" altLang="en-US" sz="2400">
                <a:solidFill>
                  <a:srgbClr val="FF0000"/>
                </a:solidFill>
                <a:latin typeface="Arial" panose="020B0604020202020204" pitchFamily="34" charset="0"/>
                <a:ea typeface="宋体" panose="02010600030101010101" pitchFamily="2" charset="-122"/>
              </a:rPr>
              <a:t>，课件课前测、讨论题、图片题</a:t>
            </a:r>
            <a:endParaRPr lang="en-US" altLang="zh-CN" sz="2400">
              <a:solidFill>
                <a:srgbClr val="FF0000"/>
              </a:solidFill>
              <a:latin typeface="Arial" panose="020B0604020202020204" pitchFamily="34" charset="0"/>
              <a:ea typeface="宋体" panose="02010600030101010101" pitchFamily="2" charset="-122"/>
            </a:endParaRPr>
          </a:p>
        </p:txBody>
      </p:sp>
      <p:sp>
        <p:nvSpPr>
          <p:cNvPr id="44034" name="文本框 5"/>
          <p:cNvSpPr txBox="1"/>
          <p:nvPr>
            <p:custDataLst>
              <p:tags r:id="rId2"/>
            </p:custDataLst>
          </p:nvPr>
        </p:nvSpPr>
        <p:spPr>
          <a:xfrm>
            <a:off x="1597025" y="836613"/>
            <a:ext cx="5403850" cy="522287"/>
          </a:xfrm>
          <a:prstGeom prst="rect">
            <a:avLst/>
          </a:prstGeom>
          <a:noFill/>
          <a:ln w="9525">
            <a:noFill/>
          </a:ln>
        </p:spPr>
        <p:txBody>
          <a:bodyPr wrap="square" anchor="t" anchorCtr="0">
            <a:spAutoFit/>
          </a:bodyPr>
          <a:lstStyle/>
          <a:p>
            <a:r>
              <a:rPr lang="zh-CN" altLang="en-US" sz="2800">
                <a:solidFill>
                  <a:srgbClr val="FF0000"/>
                </a:solidFill>
                <a:latin typeface="Arial" panose="020B0604020202020204" pitchFamily="34" charset="0"/>
                <a:ea typeface="宋体" panose="02010600030101010101" pitchFamily="2" charset="-122"/>
              </a:rPr>
              <a:t>单缝夫琅禾费衍射课件复习重点</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p:cNvSpPr>
          <p:nvPr>
            <p:ph type="title"/>
          </p:nvPr>
        </p:nvSpPr>
        <p:spPr>
          <a:xfrm>
            <a:off x="804863" y="0"/>
            <a:ext cx="7772400" cy="228600"/>
          </a:xfrm>
        </p:spPr>
        <p:txBody>
          <a:bodyPr vert="horz" wrap="square" lIns="91440" tIns="45720" rIns="91440" bIns="45720" anchor="ctr" anchorCtr="0"/>
          <a:lstStyle/>
          <a:p>
            <a:r>
              <a:rPr lang="zh-CN" altLang="en-US" sz="900" dirty="0">
                <a:solidFill>
                  <a:schemeClr val="bg1"/>
                </a:solidFill>
              </a:rPr>
              <a:t>爱里斑半角宽</a:t>
            </a:r>
          </a:p>
        </p:txBody>
      </p:sp>
      <p:grpSp>
        <p:nvGrpSpPr>
          <p:cNvPr id="45058" name="Group 3"/>
          <p:cNvGrpSpPr/>
          <p:nvPr/>
        </p:nvGrpSpPr>
        <p:grpSpPr>
          <a:xfrm>
            <a:off x="0" y="6681788"/>
            <a:ext cx="9144000" cy="166687"/>
            <a:chOff x="0" y="4001"/>
            <a:chExt cx="5760" cy="319"/>
          </a:xfrm>
        </p:grpSpPr>
        <p:sp>
          <p:nvSpPr>
            <p:cNvPr id="45059" name="Rectangle 4" descr="羊皮纸"/>
            <p:cNvSpPr/>
            <p:nvPr/>
          </p:nvSpPr>
          <p:spPr>
            <a:xfrm>
              <a:off x="0" y="4008"/>
              <a:ext cx="5760" cy="312"/>
            </a:xfrm>
            <a:prstGeom prst="rect">
              <a:avLst/>
            </a:prstGeom>
            <a:blipFill rotWithShape="0">
              <a:blip r:embed="rId3"/>
            </a:blipFill>
            <a:ln w="9525" cap="flat" cmpd="sng">
              <a:solidFill>
                <a:srgbClr val="FFFF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5060" name="Line 5" descr="羊皮纸"/>
            <p:cNvSpPr/>
            <p:nvPr/>
          </p:nvSpPr>
          <p:spPr>
            <a:xfrm>
              <a:off x="0" y="4001"/>
              <a:ext cx="5760" cy="0"/>
            </a:xfrm>
            <a:prstGeom prst="line">
              <a:avLst/>
            </a:prstGeom>
            <a:ln w="9525" cap="flat" cmpd="sng">
              <a:solidFill>
                <a:srgbClr val="FF9900"/>
              </a:solidFill>
              <a:prstDash val="solid"/>
              <a:round/>
              <a:headEnd type="none" w="med" len="med"/>
              <a:tailEnd type="none" w="med" len="med"/>
            </a:ln>
          </p:spPr>
        </p:sp>
      </p:grpSp>
      <p:grpSp>
        <p:nvGrpSpPr>
          <p:cNvPr id="45061" name="Group 6"/>
          <p:cNvGrpSpPr/>
          <p:nvPr/>
        </p:nvGrpSpPr>
        <p:grpSpPr>
          <a:xfrm flipV="1">
            <a:off x="0" y="0"/>
            <a:ext cx="9124950" cy="169863"/>
            <a:chOff x="0" y="4001"/>
            <a:chExt cx="5760" cy="319"/>
          </a:xfrm>
        </p:grpSpPr>
        <p:sp>
          <p:nvSpPr>
            <p:cNvPr id="45062" name="Rectangle 7" descr="羊皮纸"/>
            <p:cNvSpPr/>
            <p:nvPr/>
          </p:nvSpPr>
          <p:spPr>
            <a:xfrm>
              <a:off x="0" y="4008"/>
              <a:ext cx="5760" cy="312"/>
            </a:xfrm>
            <a:prstGeom prst="rect">
              <a:avLst/>
            </a:prstGeom>
            <a:blipFill rotWithShape="0">
              <a:blip r:embed="rId3"/>
            </a:blipFill>
            <a:ln w="9525" cap="flat" cmpd="sng">
              <a:solidFill>
                <a:srgbClr val="FFFF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5063" name="Line 8" descr="羊皮纸"/>
            <p:cNvSpPr/>
            <p:nvPr/>
          </p:nvSpPr>
          <p:spPr>
            <a:xfrm>
              <a:off x="0" y="4001"/>
              <a:ext cx="5760" cy="0"/>
            </a:xfrm>
            <a:prstGeom prst="line">
              <a:avLst/>
            </a:prstGeom>
            <a:ln w="9525" cap="flat" cmpd="sng">
              <a:solidFill>
                <a:srgbClr val="FF9900"/>
              </a:solidFill>
              <a:prstDash val="solid"/>
              <a:round/>
              <a:headEnd type="none" w="med" len="med"/>
              <a:tailEnd type="none" w="med" len="med"/>
            </a:ln>
          </p:spPr>
        </p:sp>
      </p:grpSp>
      <p:grpSp>
        <p:nvGrpSpPr>
          <p:cNvPr id="4" name="Group 9"/>
          <p:cNvGrpSpPr/>
          <p:nvPr/>
        </p:nvGrpSpPr>
        <p:grpSpPr>
          <a:xfrm>
            <a:off x="5326063" y="1755775"/>
            <a:ext cx="3084512" cy="354013"/>
            <a:chOff x="3265" y="202"/>
            <a:chExt cx="1943" cy="223"/>
          </a:xfrm>
        </p:grpSpPr>
        <p:sp>
          <p:nvSpPr>
            <p:cNvPr id="45065" name="WordArt 10"/>
            <p:cNvSpPr>
              <a:spLocks noTextEdit="1"/>
            </p:cNvSpPr>
            <p:nvPr/>
          </p:nvSpPr>
          <p:spPr>
            <a:xfrm>
              <a:off x="3265" y="232"/>
              <a:ext cx="580" cy="19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爱里斑</a:t>
              </a:r>
            </a:p>
          </p:txBody>
        </p:sp>
        <p:sp>
          <p:nvSpPr>
            <p:cNvPr id="45066" name="WordArt 11"/>
            <p:cNvSpPr>
              <a:spLocks noTextEdit="1"/>
            </p:cNvSpPr>
            <p:nvPr/>
          </p:nvSpPr>
          <p:spPr>
            <a:xfrm>
              <a:off x="4328" y="238"/>
              <a:ext cx="101" cy="162"/>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r</a:t>
              </a:r>
            </a:p>
          </p:txBody>
        </p:sp>
        <p:sp>
          <p:nvSpPr>
            <p:cNvPr id="45067" name="WordArt 12"/>
            <p:cNvSpPr>
              <a:spLocks noTextEdit="1"/>
            </p:cNvSpPr>
            <p:nvPr/>
          </p:nvSpPr>
          <p:spPr>
            <a:xfrm>
              <a:off x="3877" y="232"/>
              <a:ext cx="390" cy="17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半径</a:t>
              </a:r>
            </a:p>
          </p:txBody>
        </p:sp>
        <p:sp>
          <p:nvSpPr>
            <p:cNvPr id="45068" name="WordArt 13"/>
            <p:cNvSpPr>
              <a:spLocks noTextEdit="1"/>
            </p:cNvSpPr>
            <p:nvPr/>
          </p:nvSpPr>
          <p:spPr>
            <a:xfrm>
              <a:off x="4589" y="244"/>
              <a:ext cx="390" cy="16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直径</a:t>
              </a:r>
            </a:p>
          </p:txBody>
        </p:sp>
        <p:sp>
          <p:nvSpPr>
            <p:cNvPr id="45069" name="WordArt 14"/>
            <p:cNvSpPr>
              <a:spLocks noTextEdit="1"/>
            </p:cNvSpPr>
            <p:nvPr/>
          </p:nvSpPr>
          <p:spPr>
            <a:xfrm>
              <a:off x="5071" y="202"/>
              <a:ext cx="137" cy="212"/>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d</a:t>
              </a:r>
            </a:p>
          </p:txBody>
        </p:sp>
      </p:grpSp>
      <p:grpSp>
        <p:nvGrpSpPr>
          <p:cNvPr id="5" name="Group 15"/>
          <p:cNvGrpSpPr/>
          <p:nvPr/>
        </p:nvGrpSpPr>
        <p:grpSpPr>
          <a:xfrm>
            <a:off x="546100" y="1984375"/>
            <a:ext cx="1671638" cy="319088"/>
            <a:chOff x="353" y="246"/>
            <a:chExt cx="1053" cy="201"/>
          </a:xfrm>
        </p:grpSpPr>
        <p:grpSp>
          <p:nvGrpSpPr>
            <p:cNvPr id="45071" name="Group 16"/>
            <p:cNvGrpSpPr/>
            <p:nvPr/>
          </p:nvGrpSpPr>
          <p:grpSpPr>
            <a:xfrm>
              <a:off x="353" y="246"/>
              <a:ext cx="844" cy="201"/>
              <a:chOff x="353" y="246"/>
              <a:chExt cx="759" cy="201"/>
            </a:xfrm>
          </p:grpSpPr>
          <p:sp>
            <p:nvSpPr>
              <p:cNvPr id="45072" name="WordArt 17"/>
              <p:cNvSpPr>
                <a:spLocks noTextEdit="1"/>
              </p:cNvSpPr>
              <p:nvPr/>
            </p:nvSpPr>
            <p:spPr>
              <a:xfrm>
                <a:off x="353" y="246"/>
                <a:ext cx="421" cy="20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圆孔的</a:t>
                </a:r>
              </a:p>
            </p:txBody>
          </p:sp>
          <p:sp>
            <p:nvSpPr>
              <p:cNvPr id="45073" name="WordArt 18"/>
              <p:cNvSpPr>
                <a:spLocks noTextEdit="1"/>
              </p:cNvSpPr>
              <p:nvPr/>
            </p:nvSpPr>
            <p:spPr>
              <a:xfrm>
                <a:off x="801" y="246"/>
                <a:ext cx="311" cy="185"/>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直径</a:t>
                </a:r>
              </a:p>
            </p:txBody>
          </p:sp>
        </p:grpSp>
        <p:sp>
          <p:nvSpPr>
            <p:cNvPr id="45074" name="WordArt 19"/>
            <p:cNvSpPr>
              <a:spLocks noTextEdit="1"/>
            </p:cNvSpPr>
            <p:nvPr/>
          </p:nvSpPr>
          <p:spPr>
            <a:xfrm>
              <a:off x="1241" y="266"/>
              <a:ext cx="165" cy="148"/>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grpSp>
      <p:grpSp>
        <p:nvGrpSpPr>
          <p:cNvPr id="7" name="Group 20"/>
          <p:cNvGrpSpPr/>
          <p:nvPr/>
        </p:nvGrpSpPr>
        <p:grpSpPr>
          <a:xfrm>
            <a:off x="752475" y="2268538"/>
            <a:ext cx="8253413" cy="2365375"/>
            <a:chOff x="384" y="525"/>
            <a:chExt cx="5199" cy="1490"/>
          </a:xfrm>
        </p:grpSpPr>
        <p:sp>
          <p:nvSpPr>
            <p:cNvPr id="45076" name="AutoShape 21"/>
            <p:cNvSpPr/>
            <p:nvPr/>
          </p:nvSpPr>
          <p:spPr>
            <a:xfrm rot="-5400000" flipH="1">
              <a:off x="1506" y="330"/>
              <a:ext cx="781" cy="1854"/>
            </a:xfrm>
            <a:custGeom>
              <a:avLst/>
              <a:gdLst/>
              <a:ahLst/>
              <a:cxnLst>
                <a:cxn ang="0">
                  <a:pos x="0" y="0"/>
                </a:cxn>
                <a:cxn ang="0">
                  <a:pos x="0" y="0"/>
                </a:cxn>
                <a:cxn ang="0">
                  <a:pos x="0" y="0"/>
                </a:cxn>
                <a:cxn ang="0">
                  <a:pos x="0" y="0"/>
                </a:cxn>
              </a:cxnLst>
              <a:rect l="0" t="0" r="0" b="0"/>
              <a:pathLst>
                <a:path w="21600" h="21600">
                  <a:moveTo>
                    <a:pt x="0" y="0"/>
                  </a:moveTo>
                  <a:lnTo>
                    <a:pt x="0" y="21600"/>
                  </a:lnTo>
                  <a:lnTo>
                    <a:pt x="21600" y="21600"/>
                  </a:lnTo>
                  <a:lnTo>
                    <a:pt x="21600" y="0"/>
                  </a:lnTo>
                  <a:lnTo>
                    <a:pt x="0" y="0"/>
                  </a:lnTo>
                  <a:close/>
                </a:path>
              </a:pathLst>
            </a:custGeom>
            <a:gradFill rotWithShape="0">
              <a:gsLst>
                <a:gs pos="0">
                  <a:srgbClr val="FFFFFF"/>
                </a:gs>
                <a:gs pos="50000">
                  <a:srgbClr val="FFC6B9"/>
                </a:gs>
                <a:gs pos="100000">
                  <a:srgbClr val="FFFFFF"/>
                </a:gs>
              </a:gsLst>
              <a:lin ang="5400000" scaled="1"/>
              <a:tileRect/>
            </a:gradFill>
            <a:ln w="9525">
              <a:noFill/>
            </a:ln>
          </p:spPr>
          <p:txBody>
            <a:bodyPr/>
            <a:lstStyle/>
            <a:p>
              <a:endParaRPr lang="zh-CN" altLang="en-US"/>
            </a:p>
          </p:txBody>
        </p:sp>
        <p:grpSp>
          <p:nvGrpSpPr>
            <p:cNvPr id="45077" name="Group 22"/>
            <p:cNvGrpSpPr/>
            <p:nvPr/>
          </p:nvGrpSpPr>
          <p:grpSpPr>
            <a:xfrm>
              <a:off x="997" y="1704"/>
              <a:ext cx="1834" cy="269"/>
              <a:chOff x="806" y="1883"/>
              <a:chExt cx="1834" cy="269"/>
            </a:xfrm>
          </p:grpSpPr>
          <p:sp>
            <p:nvSpPr>
              <p:cNvPr id="45078" name="WordArt 23"/>
              <p:cNvSpPr>
                <a:spLocks noTextEdit="1"/>
              </p:cNvSpPr>
              <p:nvPr/>
            </p:nvSpPr>
            <p:spPr>
              <a:xfrm>
                <a:off x="1612" y="1883"/>
                <a:ext cx="149" cy="269"/>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f</a:t>
                </a:r>
              </a:p>
            </p:txBody>
          </p:sp>
          <p:sp>
            <p:nvSpPr>
              <p:cNvPr id="45079" name="Line 24"/>
              <p:cNvSpPr/>
              <p:nvPr/>
            </p:nvSpPr>
            <p:spPr>
              <a:xfrm>
                <a:off x="1872" y="2011"/>
                <a:ext cx="768" cy="0"/>
              </a:xfrm>
              <a:prstGeom prst="line">
                <a:avLst/>
              </a:prstGeom>
              <a:ln w="28575" cap="flat" cmpd="sng">
                <a:solidFill>
                  <a:schemeClr val="tx1"/>
                </a:solidFill>
                <a:prstDash val="solid"/>
                <a:round/>
                <a:headEnd type="none" w="med" len="med"/>
                <a:tailEnd type="triangle" w="sm" len="lg"/>
              </a:ln>
            </p:spPr>
          </p:sp>
          <p:sp>
            <p:nvSpPr>
              <p:cNvPr id="45080" name="Line 25"/>
              <p:cNvSpPr/>
              <p:nvPr/>
            </p:nvSpPr>
            <p:spPr>
              <a:xfrm flipH="1">
                <a:off x="806" y="2015"/>
                <a:ext cx="768" cy="0"/>
              </a:xfrm>
              <a:prstGeom prst="line">
                <a:avLst/>
              </a:prstGeom>
              <a:ln w="28575" cap="flat" cmpd="sng">
                <a:solidFill>
                  <a:schemeClr val="tx1"/>
                </a:solidFill>
                <a:prstDash val="solid"/>
                <a:round/>
                <a:headEnd type="none" w="med" len="med"/>
                <a:tailEnd type="triangle" w="sm" len="lg"/>
              </a:ln>
            </p:spPr>
          </p:sp>
        </p:grpSp>
        <p:grpSp>
          <p:nvGrpSpPr>
            <p:cNvPr id="45081" name="Group 26"/>
            <p:cNvGrpSpPr/>
            <p:nvPr/>
          </p:nvGrpSpPr>
          <p:grpSpPr>
            <a:xfrm>
              <a:off x="384" y="697"/>
              <a:ext cx="687" cy="1189"/>
              <a:chOff x="193" y="876"/>
              <a:chExt cx="687" cy="1189"/>
            </a:xfrm>
          </p:grpSpPr>
          <p:sp>
            <p:nvSpPr>
              <p:cNvPr id="45082" name="AutoShape 27"/>
              <p:cNvSpPr/>
              <p:nvPr/>
            </p:nvSpPr>
            <p:spPr>
              <a:xfrm rot="5400000">
                <a:off x="273" y="1321"/>
                <a:ext cx="789" cy="221"/>
              </a:xfrm>
              <a:custGeom>
                <a:avLst/>
                <a:gdLst/>
                <a:ahLst/>
                <a:cxnLst>
                  <a:cxn ang="0">
                    <a:pos x="0" y="0"/>
                  </a:cxn>
                  <a:cxn ang="0">
                    <a:pos x="0" y="0"/>
                  </a:cxn>
                  <a:cxn ang="0">
                    <a:pos x="0" y="0"/>
                  </a:cxn>
                  <a:cxn ang="0">
                    <a:pos x="0" y="0"/>
                  </a:cxn>
                </a:cxnLst>
                <a:rect l="0" t="0" r="0" b="0"/>
                <a:pathLst>
                  <a:path w="21600" h="21600">
                    <a:moveTo>
                      <a:pt x="0" y="0"/>
                    </a:moveTo>
                    <a:lnTo>
                      <a:pt x="8047" y="21600"/>
                    </a:lnTo>
                    <a:lnTo>
                      <a:pt x="13553" y="21600"/>
                    </a:lnTo>
                    <a:lnTo>
                      <a:pt x="21600" y="0"/>
                    </a:lnTo>
                    <a:lnTo>
                      <a:pt x="0" y="0"/>
                    </a:lnTo>
                    <a:close/>
                  </a:path>
                </a:pathLst>
              </a:custGeom>
              <a:gradFill rotWithShape="0">
                <a:gsLst>
                  <a:gs pos="0">
                    <a:srgbClr val="FFFFFF"/>
                  </a:gs>
                  <a:gs pos="50000">
                    <a:srgbClr val="FFA48F"/>
                  </a:gs>
                  <a:gs pos="100000">
                    <a:srgbClr val="FFFFFF"/>
                  </a:gs>
                </a:gsLst>
                <a:lin ang="5400000" scaled="1"/>
                <a:tileRect/>
              </a:gradFill>
              <a:ln w="9525">
                <a:noFill/>
              </a:ln>
            </p:spPr>
            <p:txBody>
              <a:bodyPr/>
              <a:lstStyle/>
              <a:p>
                <a:endParaRPr lang="zh-CN" altLang="en-US"/>
              </a:p>
            </p:txBody>
          </p:sp>
          <p:grpSp>
            <p:nvGrpSpPr>
              <p:cNvPr id="45083" name="Group 28"/>
              <p:cNvGrpSpPr/>
              <p:nvPr/>
            </p:nvGrpSpPr>
            <p:grpSpPr>
              <a:xfrm>
                <a:off x="730" y="1025"/>
                <a:ext cx="150" cy="886"/>
                <a:chOff x="1471" y="821"/>
                <a:chExt cx="254" cy="1605"/>
              </a:xfrm>
            </p:grpSpPr>
            <p:sp>
              <p:nvSpPr>
                <p:cNvPr id="45084" name="Arc 29"/>
                <p:cNvSpPr/>
                <p:nvPr/>
              </p:nvSpPr>
              <p:spPr>
                <a:xfrm rot="5386920">
                  <a:off x="876" y="1551"/>
                  <a:ext cx="1566" cy="132"/>
                </a:xfrm>
                <a:custGeom>
                  <a:avLst/>
                  <a:gdLst/>
                  <a:ahLst/>
                  <a:cxnLst>
                    <a:cxn ang="0">
                      <a:pos x="0" y="0"/>
                    </a:cxn>
                    <a:cxn ang="0">
                      <a:pos x="0" y="0"/>
                    </a:cxn>
                    <a:cxn ang="0">
                      <a:pos x="0" y="0"/>
                    </a:cxn>
                  </a:cxnLst>
                  <a:rect l="0" t="0" r="0" b="0"/>
                  <a:pathLst>
                    <a:path w="41273" h="21600" fill="none">
                      <a:moveTo>
                        <a:pt x="0" y="16413"/>
                      </a:moveTo>
                      <a:cubicBezTo>
                        <a:pt x="2384" y="6772"/>
                        <a:pt x="11036" y="-1"/>
                        <a:pt x="20968" y="0"/>
                      </a:cubicBezTo>
                      <a:cubicBezTo>
                        <a:pt x="30057" y="0"/>
                        <a:pt x="38173" y="5689"/>
                        <a:pt x="41273" y="14233"/>
                      </a:cubicBezTo>
                    </a:path>
                    <a:path w="41273" h="21600" stroke="0">
                      <a:moveTo>
                        <a:pt x="0" y="16413"/>
                      </a:moveTo>
                      <a:cubicBezTo>
                        <a:pt x="2384" y="6772"/>
                        <a:pt x="11036" y="-1"/>
                        <a:pt x="20968" y="0"/>
                      </a:cubicBezTo>
                      <a:cubicBezTo>
                        <a:pt x="30057" y="0"/>
                        <a:pt x="38173" y="5689"/>
                        <a:pt x="41273" y="14233"/>
                      </a:cubicBezTo>
                      <a:lnTo>
                        <a:pt x="20968" y="21600"/>
                      </a:lnTo>
                      <a:lnTo>
                        <a:pt x="0" y="16413"/>
                      </a:lnTo>
                      <a:close/>
                    </a:path>
                  </a:pathLst>
                </a:custGeom>
                <a:gradFill rotWithShape="0">
                  <a:gsLst>
                    <a:gs pos="0">
                      <a:srgbClr val="66FFFF"/>
                    </a:gs>
                    <a:gs pos="100000">
                      <a:srgbClr val="44AAAA"/>
                    </a:gs>
                  </a:gsLst>
                  <a:lin ang="5400000" scaled="1"/>
                  <a:tileRect/>
                </a:gradFill>
                <a:ln w="19050" cap="flat" cmpd="sng">
                  <a:solidFill>
                    <a:srgbClr val="006699"/>
                  </a:solidFill>
                  <a:prstDash val="solid"/>
                  <a:round/>
                  <a:headEnd type="none" w="med" len="med"/>
                  <a:tailEnd type="none" w="med" len="med"/>
                </a:ln>
              </p:spPr>
              <p:txBody>
                <a:bodyPr/>
                <a:lstStyle/>
                <a:p>
                  <a:endParaRPr lang="zh-CN" altLang="en-US"/>
                </a:p>
              </p:txBody>
            </p:sp>
            <p:sp>
              <p:nvSpPr>
                <p:cNvPr id="45085" name="Arc 30"/>
                <p:cNvSpPr/>
                <p:nvPr/>
              </p:nvSpPr>
              <p:spPr>
                <a:xfrm rot="5386920" flipV="1">
                  <a:off x="727" y="1526"/>
                  <a:ext cx="1605" cy="156"/>
                </a:xfrm>
                <a:custGeom>
                  <a:avLst/>
                  <a:gdLst/>
                  <a:ahLst/>
                  <a:cxnLst>
                    <a:cxn ang="0">
                      <a:pos x="0" y="0"/>
                    </a:cxn>
                    <a:cxn ang="0">
                      <a:pos x="0" y="0"/>
                    </a:cxn>
                    <a:cxn ang="0">
                      <a:pos x="0" y="0"/>
                    </a:cxn>
                  </a:cxnLst>
                  <a:rect l="0" t="0" r="0" b="0"/>
                  <a:pathLst>
                    <a:path w="40187" h="21600" fill="none">
                      <a:moveTo>
                        <a:pt x="-1" y="13158"/>
                      </a:moveTo>
                      <a:cubicBezTo>
                        <a:pt x="3386" y="5180"/>
                        <a:pt x="11214" y="-1"/>
                        <a:pt x="19882" y="0"/>
                      </a:cubicBezTo>
                      <a:cubicBezTo>
                        <a:pt x="28971" y="0"/>
                        <a:pt x="37087" y="5689"/>
                        <a:pt x="40187" y="14233"/>
                      </a:cubicBezTo>
                    </a:path>
                    <a:path w="40187" h="21600" stroke="0">
                      <a:moveTo>
                        <a:pt x="-1" y="13158"/>
                      </a:moveTo>
                      <a:cubicBezTo>
                        <a:pt x="3386" y="5180"/>
                        <a:pt x="11214" y="-1"/>
                        <a:pt x="19882" y="0"/>
                      </a:cubicBezTo>
                      <a:cubicBezTo>
                        <a:pt x="28971" y="0"/>
                        <a:pt x="37087" y="5689"/>
                        <a:pt x="40187" y="14233"/>
                      </a:cubicBezTo>
                      <a:lnTo>
                        <a:pt x="19882" y="21600"/>
                      </a:lnTo>
                      <a:lnTo>
                        <a:pt x="-1" y="13158"/>
                      </a:lnTo>
                      <a:close/>
                    </a:path>
                  </a:pathLst>
                </a:custGeom>
                <a:gradFill rotWithShape="0">
                  <a:gsLst>
                    <a:gs pos="0">
                      <a:srgbClr val="66FFFF"/>
                    </a:gs>
                    <a:gs pos="100000">
                      <a:srgbClr val="47B2B2"/>
                    </a:gs>
                  </a:gsLst>
                  <a:lin ang="5400000" scaled="1"/>
                  <a:tileRect/>
                </a:gradFill>
                <a:ln w="19050" cap="flat" cmpd="sng">
                  <a:solidFill>
                    <a:srgbClr val="006699"/>
                  </a:solidFill>
                  <a:prstDash val="solid"/>
                  <a:round/>
                  <a:headEnd type="none" w="med" len="med"/>
                  <a:tailEnd type="none" w="med" len="med"/>
                </a:ln>
              </p:spPr>
              <p:txBody>
                <a:bodyPr/>
                <a:lstStyle/>
                <a:p>
                  <a:endParaRPr lang="zh-CN" altLang="en-US"/>
                </a:p>
              </p:txBody>
            </p:sp>
            <p:sp>
              <p:nvSpPr>
                <p:cNvPr id="45086" name="Rectangle 31"/>
                <p:cNvSpPr/>
                <p:nvPr/>
              </p:nvSpPr>
              <p:spPr>
                <a:xfrm rot="5386920">
                  <a:off x="794" y="1565"/>
                  <a:ext cx="1579" cy="82"/>
                </a:xfrm>
                <a:prstGeom prst="rect">
                  <a:avLst/>
                </a:prstGeom>
                <a:gradFill rotWithShape="0">
                  <a:gsLst>
                    <a:gs pos="0">
                      <a:srgbClr val="52CCCC"/>
                    </a:gs>
                    <a:gs pos="50000">
                      <a:srgbClr val="66FFFF"/>
                    </a:gs>
                    <a:gs pos="100000">
                      <a:srgbClr val="52CCCC"/>
                    </a:gs>
                  </a:gsLst>
                  <a:lin ang="5400000" scaled="1"/>
                  <a:tileRect/>
                </a:gradFill>
                <a:ln w="28575"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5087" name="Line 32"/>
                <p:cNvSpPr/>
                <p:nvPr/>
              </p:nvSpPr>
              <p:spPr>
                <a:xfrm rot="68555">
                  <a:off x="1554" y="842"/>
                  <a:ext cx="89" cy="1"/>
                </a:xfrm>
                <a:prstGeom prst="line">
                  <a:avLst/>
                </a:prstGeom>
                <a:ln w="19050" cap="flat" cmpd="sng">
                  <a:solidFill>
                    <a:srgbClr val="006699"/>
                  </a:solidFill>
                  <a:prstDash val="solid"/>
                  <a:round/>
                  <a:headEnd type="none" w="med" len="med"/>
                  <a:tailEnd type="none" w="med" len="med"/>
                </a:ln>
              </p:spPr>
            </p:sp>
            <p:sp>
              <p:nvSpPr>
                <p:cNvPr id="45088" name="Line 33"/>
                <p:cNvSpPr/>
                <p:nvPr/>
              </p:nvSpPr>
              <p:spPr>
                <a:xfrm rot="68555" flipV="1">
                  <a:off x="1552" y="2408"/>
                  <a:ext cx="90" cy="2"/>
                </a:xfrm>
                <a:prstGeom prst="line">
                  <a:avLst/>
                </a:prstGeom>
                <a:ln w="19050" cap="flat" cmpd="sng">
                  <a:solidFill>
                    <a:srgbClr val="006699"/>
                  </a:solidFill>
                  <a:prstDash val="solid"/>
                  <a:round/>
                  <a:headEnd type="none" w="med" len="med"/>
                  <a:tailEnd type="none" w="med" len="med"/>
                </a:ln>
              </p:spPr>
            </p:sp>
            <p:sp>
              <p:nvSpPr>
                <p:cNvPr id="45089" name="Line 34"/>
                <p:cNvSpPr/>
                <p:nvPr/>
              </p:nvSpPr>
              <p:spPr>
                <a:xfrm>
                  <a:off x="1626" y="836"/>
                  <a:ext cx="39" cy="87"/>
                </a:xfrm>
                <a:prstGeom prst="line">
                  <a:avLst/>
                </a:prstGeom>
                <a:ln w="19050" cap="flat" cmpd="sng">
                  <a:solidFill>
                    <a:srgbClr val="006699"/>
                  </a:solidFill>
                  <a:prstDash val="solid"/>
                  <a:round/>
                  <a:headEnd type="none" w="med" len="med"/>
                  <a:tailEnd type="none" w="med" len="med"/>
                </a:ln>
              </p:spPr>
            </p:sp>
          </p:grpSp>
          <p:sp>
            <p:nvSpPr>
              <p:cNvPr id="45090" name="Rectangle 35"/>
              <p:cNvSpPr/>
              <p:nvPr/>
            </p:nvSpPr>
            <p:spPr>
              <a:xfrm>
                <a:off x="570" y="1560"/>
                <a:ext cx="27" cy="425"/>
              </a:xfrm>
              <a:prstGeom prst="rect">
                <a:avLst/>
              </a:prstGeom>
              <a:solidFill>
                <a:schemeClr val="tx2"/>
              </a:solid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5091" name="Line 36"/>
              <p:cNvSpPr/>
              <p:nvPr/>
            </p:nvSpPr>
            <p:spPr>
              <a:xfrm>
                <a:off x="374" y="1358"/>
                <a:ext cx="220" cy="0"/>
              </a:xfrm>
              <a:prstGeom prst="line">
                <a:avLst/>
              </a:prstGeom>
              <a:ln w="9525" cap="flat" cmpd="sng">
                <a:solidFill>
                  <a:schemeClr val="tx1"/>
                </a:solidFill>
                <a:prstDash val="solid"/>
                <a:round/>
                <a:headEnd type="none" w="med" len="med"/>
                <a:tailEnd type="none" w="med" len="med"/>
              </a:ln>
            </p:spPr>
          </p:sp>
          <p:sp>
            <p:nvSpPr>
              <p:cNvPr id="45092" name="Line 37"/>
              <p:cNvSpPr/>
              <p:nvPr/>
            </p:nvSpPr>
            <p:spPr>
              <a:xfrm>
                <a:off x="388" y="1560"/>
                <a:ext cx="219" cy="0"/>
              </a:xfrm>
              <a:prstGeom prst="line">
                <a:avLst/>
              </a:prstGeom>
              <a:ln w="9525" cap="flat" cmpd="sng">
                <a:solidFill>
                  <a:schemeClr val="tx1"/>
                </a:solidFill>
                <a:prstDash val="solid"/>
                <a:round/>
                <a:headEnd type="none" w="med" len="med"/>
                <a:tailEnd type="none" w="med" len="med"/>
              </a:ln>
            </p:spPr>
          </p:sp>
          <p:sp>
            <p:nvSpPr>
              <p:cNvPr id="45093" name="Line 38"/>
              <p:cNvSpPr/>
              <p:nvPr/>
            </p:nvSpPr>
            <p:spPr>
              <a:xfrm>
                <a:off x="494" y="1351"/>
                <a:ext cx="1" cy="223"/>
              </a:xfrm>
              <a:prstGeom prst="line">
                <a:avLst/>
              </a:prstGeom>
              <a:ln w="6350" cap="flat" cmpd="sng">
                <a:solidFill>
                  <a:schemeClr val="tx1"/>
                </a:solidFill>
                <a:prstDash val="solid"/>
                <a:round/>
                <a:headEnd type="triangle" w="sm" len="lg"/>
                <a:tailEnd type="triangle" w="sm" len="lg"/>
              </a:ln>
            </p:spPr>
          </p:sp>
          <p:sp>
            <p:nvSpPr>
              <p:cNvPr id="45094" name="WordArt 39"/>
              <p:cNvSpPr>
                <a:spLocks noTextEdit="1"/>
              </p:cNvSpPr>
              <p:nvPr/>
            </p:nvSpPr>
            <p:spPr>
              <a:xfrm>
                <a:off x="291" y="1397"/>
                <a:ext cx="147" cy="128"/>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sp>
            <p:nvSpPr>
              <p:cNvPr id="45095" name="Line 40"/>
              <p:cNvSpPr/>
              <p:nvPr/>
            </p:nvSpPr>
            <p:spPr>
              <a:xfrm>
                <a:off x="802" y="1922"/>
                <a:ext cx="0" cy="143"/>
              </a:xfrm>
              <a:prstGeom prst="line">
                <a:avLst/>
              </a:prstGeom>
              <a:ln w="9525" cap="flat" cmpd="sng">
                <a:solidFill>
                  <a:schemeClr val="tx1"/>
                </a:solidFill>
                <a:prstDash val="solid"/>
                <a:round/>
                <a:headEnd type="none" w="med" len="med"/>
                <a:tailEnd type="none" w="med" len="med"/>
              </a:ln>
            </p:spPr>
          </p:sp>
          <p:sp>
            <p:nvSpPr>
              <p:cNvPr id="45096" name="Line 41"/>
              <p:cNvSpPr/>
              <p:nvPr/>
            </p:nvSpPr>
            <p:spPr>
              <a:xfrm>
                <a:off x="208" y="1172"/>
                <a:ext cx="291" cy="0"/>
              </a:xfrm>
              <a:prstGeom prst="line">
                <a:avLst/>
              </a:prstGeom>
              <a:ln w="19050" cap="flat" cmpd="sng">
                <a:solidFill>
                  <a:srgbClr val="FF0000"/>
                </a:solidFill>
                <a:prstDash val="solid"/>
                <a:round/>
                <a:headEnd type="none" w="med" len="med"/>
                <a:tailEnd type="triangle" w="sm" len="lg"/>
              </a:ln>
            </p:spPr>
          </p:sp>
          <p:sp>
            <p:nvSpPr>
              <p:cNvPr id="45097" name="Line 42"/>
              <p:cNvSpPr/>
              <p:nvPr/>
            </p:nvSpPr>
            <p:spPr>
              <a:xfrm>
                <a:off x="196" y="1358"/>
                <a:ext cx="291" cy="0"/>
              </a:xfrm>
              <a:prstGeom prst="line">
                <a:avLst/>
              </a:prstGeom>
              <a:ln w="19050" cap="flat" cmpd="sng">
                <a:solidFill>
                  <a:srgbClr val="FF0000"/>
                </a:solidFill>
                <a:prstDash val="solid"/>
                <a:round/>
                <a:headEnd type="none" w="med" len="med"/>
                <a:tailEnd type="triangle" w="sm" len="lg"/>
              </a:ln>
            </p:spPr>
          </p:sp>
          <p:sp>
            <p:nvSpPr>
              <p:cNvPr id="45098" name="Line 43"/>
              <p:cNvSpPr/>
              <p:nvPr/>
            </p:nvSpPr>
            <p:spPr>
              <a:xfrm>
                <a:off x="193" y="1564"/>
                <a:ext cx="291" cy="0"/>
              </a:xfrm>
              <a:prstGeom prst="line">
                <a:avLst/>
              </a:prstGeom>
              <a:ln w="19050" cap="flat" cmpd="sng">
                <a:solidFill>
                  <a:srgbClr val="FF0000"/>
                </a:solidFill>
                <a:prstDash val="solid"/>
                <a:round/>
                <a:headEnd type="none" w="med" len="med"/>
                <a:tailEnd type="triangle" w="sm" len="lg"/>
              </a:ln>
            </p:spPr>
          </p:sp>
          <p:sp>
            <p:nvSpPr>
              <p:cNvPr id="45099" name="Line 44"/>
              <p:cNvSpPr/>
              <p:nvPr/>
            </p:nvSpPr>
            <p:spPr>
              <a:xfrm>
                <a:off x="193" y="1737"/>
                <a:ext cx="291" cy="0"/>
              </a:xfrm>
              <a:prstGeom prst="line">
                <a:avLst/>
              </a:prstGeom>
              <a:ln w="19050" cap="flat" cmpd="sng">
                <a:solidFill>
                  <a:srgbClr val="FF0000"/>
                </a:solidFill>
                <a:prstDash val="solid"/>
                <a:round/>
                <a:headEnd type="none" w="med" len="med"/>
                <a:tailEnd type="triangle" w="sm" len="lg"/>
              </a:ln>
            </p:spPr>
          </p:sp>
          <p:sp>
            <p:nvSpPr>
              <p:cNvPr id="45100" name="WordArt 45"/>
              <p:cNvSpPr>
                <a:spLocks noTextEdit="1"/>
              </p:cNvSpPr>
              <p:nvPr/>
            </p:nvSpPr>
            <p:spPr>
              <a:xfrm>
                <a:off x="301" y="876"/>
                <a:ext cx="139" cy="166"/>
              </a:xfrm>
              <a:prstGeom prst="rect">
                <a:avLst/>
              </a:prstGeom>
            </p:spPr>
            <p:txBody>
              <a:bodyPr wrap="none" fromWordArt="1">
                <a:prstTxWarp prst="textPlain">
                  <a:avLst>
                    <a:gd name="adj" fmla="val 50000"/>
                  </a:avLst>
                </a:prstTxWarp>
                <a:normAutofit/>
              </a:bodyPr>
              <a:lstStyle/>
              <a:p>
                <a:pPr algn="ctr"/>
                <a:r>
                  <a:rPr lang="zh-CN" altLang="en-US" sz="3600" b="1" i="1">
                    <a:ln w="2857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sp>
            <p:nvSpPr>
              <p:cNvPr id="45101" name="Rectangle 46"/>
              <p:cNvSpPr/>
              <p:nvPr/>
            </p:nvSpPr>
            <p:spPr>
              <a:xfrm>
                <a:off x="564" y="922"/>
                <a:ext cx="27" cy="425"/>
              </a:xfrm>
              <a:prstGeom prst="rect">
                <a:avLst/>
              </a:prstGeom>
              <a:solidFill>
                <a:schemeClr val="tx2"/>
              </a:solidFill>
              <a:ln w="9525" cap="flat" cmpd="sng">
                <a:solidFill>
                  <a:schemeClr val="tx2"/>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45102" name="Line 47"/>
            <p:cNvSpPr/>
            <p:nvPr/>
          </p:nvSpPr>
          <p:spPr>
            <a:xfrm flipV="1">
              <a:off x="827" y="1288"/>
              <a:ext cx="2054" cy="3"/>
            </a:xfrm>
            <a:prstGeom prst="line">
              <a:avLst/>
            </a:prstGeom>
            <a:ln w="28575" cap="flat" cmpd="sng">
              <a:solidFill>
                <a:schemeClr val="tx1"/>
              </a:solidFill>
              <a:prstDash val="dashDot"/>
              <a:round/>
              <a:headEnd type="none" w="med" len="med"/>
              <a:tailEnd type="none" w="med" len="med"/>
            </a:ln>
          </p:spPr>
        </p:sp>
        <p:sp>
          <p:nvSpPr>
            <p:cNvPr id="45103" name="Line 48"/>
            <p:cNvSpPr/>
            <p:nvPr/>
          </p:nvSpPr>
          <p:spPr>
            <a:xfrm flipV="1">
              <a:off x="995" y="1075"/>
              <a:ext cx="1863" cy="197"/>
            </a:xfrm>
            <a:prstGeom prst="line">
              <a:avLst/>
            </a:prstGeom>
            <a:ln w="28575" cap="flat" cmpd="sng">
              <a:solidFill>
                <a:schemeClr val="tx1"/>
              </a:solidFill>
              <a:prstDash val="solid"/>
              <a:round/>
              <a:headEnd type="none" w="med" len="med"/>
              <a:tailEnd type="none" w="med" len="med"/>
            </a:ln>
          </p:spPr>
        </p:sp>
        <p:sp>
          <p:nvSpPr>
            <p:cNvPr id="45104" name="Arc 49"/>
            <p:cNvSpPr/>
            <p:nvPr/>
          </p:nvSpPr>
          <p:spPr>
            <a:xfrm>
              <a:off x="1919" y="1156"/>
              <a:ext cx="162" cy="129"/>
            </a:xfrm>
            <a:custGeom>
              <a:avLst/>
              <a:gdLst/>
              <a:ahLst/>
              <a:cxnLst>
                <a:cxn ang="0">
                  <a:pos x="0" y="0"/>
                </a:cxn>
                <a:cxn ang="0">
                  <a:pos x="0" y="0"/>
                </a:cxn>
                <a:cxn ang="0">
                  <a:pos x="0" y="0"/>
                </a:cxn>
              </a:cxnLst>
              <a:rect l="0" t="0" r="0" b="0"/>
              <a:pathLst>
                <a:path w="21600" h="15930" fill="none">
                  <a:moveTo>
                    <a:pt x="16933" y="-1"/>
                  </a:moveTo>
                  <a:cubicBezTo>
                    <a:pt x="19955" y="3816"/>
                    <a:pt x="21600" y="8541"/>
                    <a:pt x="21600" y="13410"/>
                  </a:cubicBezTo>
                  <a:cubicBezTo>
                    <a:pt x="21600" y="14252"/>
                    <a:pt x="21550" y="15093"/>
                    <a:pt x="21452" y="15929"/>
                  </a:cubicBezTo>
                </a:path>
                <a:path w="21600" h="15930" stroke="0">
                  <a:moveTo>
                    <a:pt x="16933" y="-1"/>
                  </a:moveTo>
                  <a:cubicBezTo>
                    <a:pt x="19955" y="3816"/>
                    <a:pt x="21600" y="8541"/>
                    <a:pt x="21600" y="13410"/>
                  </a:cubicBezTo>
                  <a:cubicBezTo>
                    <a:pt x="21600" y="14252"/>
                    <a:pt x="21550" y="15093"/>
                    <a:pt x="21452" y="15929"/>
                  </a:cubicBezTo>
                  <a:lnTo>
                    <a:pt x="0" y="13410"/>
                  </a:lnTo>
                  <a:lnTo>
                    <a:pt x="16933" y="-1"/>
                  </a:lnTo>
                  <a:close/>
                </a:path>
              </a:pathLst>
            </a:custGeom>
            <a:noFill/>
            <a:ln w="76200" cap="flat" cmpd="sng">
              <a:solidFill>
                <a:schemeClr val="bg1"/>
              </a:solidFill>
              <a:prstDash val="solid"/>
              <a:round/>
              <a:headEnd type="none" w="med" len="med"/>
              <a:tailEnd type="none" w="med" len="med"/>
            </a:ln>
          </p:spPr>
          <p:txBody>
            <a:bodyPr/>
            <a:lstStyle/>
            <a:p>
              <a:endParaRPr lang="zh-CN" altLang="en-US"/>
            </a:p>
          </p:txBody>
        </p:sp>
        <p:sp>
          <p:nvSpPr>
            <p:cNvPr id="45105" name="Arc 50"/>
            <p:cNvSpPr/>
            <p:nvPr/>
          </p:nvSpPr>
          <p:spPr>
            <a:xfrm>
              <a:off x="1959" y="1149"/>
              <a:ext cx="124" cy="137"/>
            </a:xfrm>
            <a:custGeom>
              <a:avLst/>
              <a:gdLst/>
              <a:ahLst/>
              <a:cxnLst>
                <a:cxn ang="0">
                  <a:pos x="0" y="0"/>
                </a:cxn>
                <a:cxn ang="0">
                  <a:pos x="0" y="0"/>
                </a:cxn>
                <a:cxn ang="0">
                  <a:pos x="0" y="0"/>
                </a:cxn>
              </a:cxnLst>
              <a:rect l="0" t="0" r="0" b="0"/>
              <a:pathLst>
                <a:path w="21600" h="15936" fill="none">
                  <a:moveTo>
                    <a:pt x="14836" y="0"/>
                  </a:moveTo>
                  <a:cubicBezTo>
                    <a:pt x="19153" y="4080"/>
                    <a:pt x="21600" y="9758"/>
                    <a:pt x="21600" y="15698"/>
                  </a:cubicBezTo>
                  <a:cubicBezTo>
                    <a:pt x="21600" y="15777"/>
                    <a:pt x="21599" y="15856"/>
                    <a:pt x="21598" y="15935"/>
                  </a:cubicBezTo>
                </a:path>
                <a:path w="21600" h="15936" stroke="0">
                  <a:moveTo>
                    <a:pt x="14836" y="0"/>
                  </a:moveTo>
                  <a:cubicBezTo>
                    <a:pt x="19153" y="4080"/>
                    <a:pt x="21600" y="9758"/>
                    <a:pt x="21600" y="15698"/>
                  </a:cubicBezTo>
                  <a:cubicBezTo>
                    <a:pt x="21600" y="15777"/>
                    <a:pt x="21599" y="15856"/>
                    <a:pt x="21598" y="15935"/>
                  </a:cubicBezTo>
                  <a:lnTo>
                    <a:pt x="0" y="15698"/>
                  </a:lnTo>
                  <a:lnTo>
                    <a:pt x="14836" y="0"/>
                  </a:lnTo>
                  <a:close/>
                </a:path>
              </a:pathLst>
            </a:custGeom>
            <a:noFill/>
            <a:ln w="38100" cap="flat" cmpd="sng">
              <a:solidFill>
                <a:srgbClr val="006600"/>
              </a:solidFill>
              <a:prstDash val="solid"/>
              <a:round/>
              <a:headEnd type="none" w="med" len="med"/>
              <a:tailEnd type="none" w="med" len="med"/>
            </a:ln>
          </p:spPr>
          <p:txBody>
            <a:bodyPr/>
            <a:lstStyle/>
            <a:p>
              <a:endParaRPr lang="zh-CN" altLang="en-US"/>
            </a:p>
          </p:txBody>
        </p:sp>
        <p:sp>
          <p:nvSpPr>
            <p:cNvPr id="45106" name="Line 51"/>
            <p:cNvSpPr/>
            <p:nvPr/>
          </p:nvSpPr>
          <p:spPr>
            <a:xfrm flipV="1">
              <a:off x="2879" y="1070"/>
              <a:ext cx="1658" cy="0"/>
            </a:xfrm>
            <a:prstGeom prst="line">
              <a:avLst/>
            </a:prstGeom>
            <a:ln w="28575" cap="flat" cmpd="sng">
              <a:solidFill>
                <a:schemeClr val="tx1"/>
              </a:solidFill>
              <a:prstDash val="solid"/>
              <a:round/>
              <a:headEnd type="none" w="med" len="med"/>
              <a:tailEnd type="none" w="med" len="med"/>
            </a:ln>
          </p:spPr>
        </p:sp>
        <p:grpSp>
          <p:nvGrpSpPr>
            <p:cNvPr id="45107" name="Group 52"/>
            <p:cNvGrpSpPr/>
            <p:nvPr/>
          </p:nvGrpSpPr>
          <p:grpSpPr>
            <a:xfrm>
              <a:off x="3543" y="525"/>
              <a:ext cx="2010" cy="1483"/>
              <a:chOff x="3267" y="525"/>
              <a:chExt cx="2010" cy="1483"/>
            </a:xfrm>
          </p:grpSpPr>
          <p:grpSp>
            <p:nvGrpSpPr>
              <p:cNvPr id="45108" name="Group 53"/>
              <p:cNvGrpSpPr/>
              <p:nvPr/>
            </p:nvGrpSpPr>
            <p:grpSpPr>
              <a:xfrm>
                <a:off x="3267" y="700"/>
                <a:ext cx="1153" cy="1153"/>
                <a:chOff x="1466" y="190"/>
                <a:chExt cx="1926" cy="1870"/>
              </a:xfrm>
            </p:grpSpPr>
            <p:sp>
              <p:nvSpPr>
                <p:cNvPr id="45109" name="Rectangle 54"/>
                <p:cNvSpPr/>
                <p:nvPr/>
              </p:nvSpPr>
              <p:spPr>
                <a:xfrm>
                  <a:off x="1466" y="190"/>
                  <a:ext cx="1926" cy="1853"/>
                </a:xfrm>
                <a:prstGeom prst="rect">
                  <a:avLst/>
                </a:prstGeom>
                <a:gradFill rotWithShape="0">
                  <a:gsLst>
                    <a:gs pos="0">
                      <a:srgbClr val="3E0C00"/>
                    </a:gs>
                    <a:gs pos="100000">
                      <a:srgbClr val="000000"/>
                    </a:gs>
                  </a:gsLst>
                  <a:path path="shape">
                    <a:fillToRect l="50000" t="50000" r="50000" b="50000"/>
                  </a:path>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5110" name="Oval 55"/>
                <p:cNvSpPr/>
                <p:nvPr/>
              </p:nvSpPr>
              <p:spPr>
                <a:xfrm>
                  <a:off x="1491" y="223"/>
                  <a:ext cx="1873" cy="1837"/>
                </a:xfrm>
                <a:prstGeom prst="ellipse">
                  <a:avLst/>
                </a:prstGeom>
                <a:gradFill rotWithShape="0">
                  <a:gsLst>
                    <a:gs pos="0">
                      <a:srgbClr val="581100"/>
                    </a:gs>
                    <a:gs pos="100000">
                      <a:srgbClr val="290800"/>
                    </a:gs>
                  </a:gsLst>
                  <a:path path="shape">
                    <a:fillToRect l="50000" t="50000" r="50000" b="50000"/>
                  </a:path>
                  <a:tileRect/>
                </a:gradFill>
                <a:ln w="9525" cap="flat" cmpd="sng">
                  <a:solidFill>
                    <a:srgbClr val="8018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5111" name="Oval 56"/>
                <p:cNvSpPr/>
                <p:nvPr/>
              </p:nvSpPr>
              <p:spPr>
                <a:xfrm>
                  <a:off x="1595" y="324"/>
                  <a:ext cx="1665" cy="1634"/>
                </a:xfrm>
                <a:prstGeom prst="ellipse">
                  <a:avLst/>
                </a:prstGeom>
                <a:gradFill rotWithShape="0">
                  <a:gsLst>
                    <a:gs pos="0">
                      <a:srgbClr val="781700"/>
                    </a:gs>
                    <a:gs pos="100000">
                      <a:srgbClr val="681400"/>
                    </a:gs>
                  </a:gsLst>
                  <a:path path="rect">
                    <a:fillToRect r="100000" b="100000"/>
                  </a:path>
                  <a:tileRect/>
                </a:gradFill>
                <a:ln w="38100" cap="flat" cmpd="sng">
                  <a:solidFill>
                    <a:srgbClr val="6012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5112" name="Oval 57"/>
                <p:cNvSpPr/>
                <p:nvPr/>
              </p:nvSpPr>
              <p:spPr>
                <a:xfrm>
                  <a:off x="1734" y="460"/>
                  <a:ext cx="1387" cy="1362"/>
                </a:xfrm>
                <a:prstGeom prst="ellipse">
                  <a:avLst/>
                </a:prstGeom>
                <a:solidFill>
                  <a:srgbClr val="3E0C00"/>
                </a:solidFill>
                <a:ln w="76200" cap="flat" cmpd="sng">
                  <a:solidFill>
                    <a:srgbClr val="801800"/>
                  </a:solidFill>
                  <a:prstDash val="solid"/>
                  <a:round/>
                  <a:headEnd type="none" w="med" len="med"/>
                  <a:tailEnd type="none" w="med" len="med"/>
                </a:ln>
              </p:spPr>
              <p:txBody>
                <a:bodyPr wrap="none" anchor="ctr" anchorCtr="0"/>
                <a:lstStyle/>
                <a:p>
                  <a:pPr algn="ctr"/>
                  <a:endParaRPr lang="zh-CN" altLang="zh-CN" sz="2400" dirty="0">
                    <a:solidFill>
                      <a:srgbClr val="010000"/>
                    </a:solidFill>
                    <a:latin typeface="Times New Roman" panose="02020603050405020304" pitchFamily="18" charset="0"/>
                    <a:ea typeface="宋体" panose="02010600030101010101" pitchFamily="2" charset="-122"/>
                  </a:endParaRPr>
                </a:p>
              </p:txBody>
            </p:sp>
            <p:sp>
              <p:nvSpPr>
                <p:cNvPr id="45113" name="Oval 58"/>
                <p:cNvSpPr/>
                <p:nvPr/>
              </p:nvSpPr>
              <p:spPr>
                <a:xfrm>
                  <a:off x="1871" y="596"/>
                  <a:ext cx="1113" cy="1091"/>
                </a:xfrm>
                <a:prstGeom prst="ellipse">
                  <a:avLst/>
                </a:prstGeom>
                <a:gradFill rotWithShape="0">
                  <a:gsLst>
                    <a:gs pos="0">
                      <a:srgbClr val="F02E00"/>
                    </a:gs>
                    <a:gs pos="100000">
                      <a:srgbClr val="B63912"/>
                    </a:gs>
                  </a:gsLst>
                  <a:path path="shape">
                    <a:fillToRect l="50000" t="50000" r="50000" b="50000"/>
                  </a:path>
                  <a:tileRect/>
                </a:gradFill>
                <a:ln w="76200" cap="flat" cmpd="sng">
                  <a:solidFill>
                    <a:srgbClr val="8018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5114" name="Oval 59"/>
                <p:cNvSpPr/>
                <p:nvPr/>
              </p:nvSpPr>
              <p:spPr>
                <a:xfrm>
                  <a:off x="2045" y="767"/>
                  <a:ext cx="763" cy="748"/>
                </a:xfrm>
                <a:prstGeom prst="ellipse">
                  <a:avLst/>
                </a:prstGeom>
                <a:gradFill rotWithShape="0">
                  <a:gsLst>
                    <a:gs pos="0">
                      <a:srgbClr val="FF0000"/>
                    </a:gs>
                    <a:gs pos="100000">
                      <a:srgbClr val="260700"/>
                    </a:gs>
                  </a:gsLst>
                  <a:path path="shape">
                    <a:fillToRect l="50000" t="50000" r="50000" b="50000"/>
                  </a:path>
                  <a:tileRect/>
                </a:gradFill>
                <a:ln w="28575" cap="flat" cmpd="sng">
                  <a:solidFill>
                    <a:srgbClr val="7817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5115" name="Oval 60"/>
                <p:cNvSpPr/>
                <p:nvPr/>
              </p:nvSpPr>
              <p:spPr>
                <a:xfrm>
                  <a:off x="2114" y="835"/>
                  <a:ext cx="625" cy="611"/>
                </a:xfrm>
                <a:prstGeom prst="ellipse">
                  <a:avLst/>
                </a:prstGeom>
                <a:solidFill>
                  <a:srgbClr val="FF7555"/>
                </a:solidFill>
                <a:ln w="28575" cap="flat" cmpd="sng">
                  <a:solidFill>
                    <a:srgbClr val="8419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nvGrpSpPr>
              <p:cNvPr id="45116" name="Group 61"/>
              <p:cNvGrpSpPr/>
              <p:nvPr/>
            </p:nvGrpSpPr>
            <p:grpSpPr>
              <a:xfrm>
                <a:off x="4457" y="525"/>
                <a:ext cx="820" cy="1483"/>
                <a:chOff x="4220" y="494"/>
                <a:chExt cx="1373" cy="1483"/>
              </a:xfrm>
            </p:grpSpPr>
            <p:grpSp>
              <p:nvGrpSpPr>
                <p:cNvPr id="45117" name="Group 62"/>
                <p:cNvGrpSpPr/>
                <p:nvPr/>
              </p:nvGrpSpPr>
              <p:grpSpPr>
                <a:xfrm rot="5400000">
                  <a:off x="4036" y="684"/>
                  <a:ext cx="1483" cy="1064"/>
                  <a:chOff x="687" y="1349"/>
                  <a:chExt cx="2532" cy="1820"/>
                </a:xfrm>
              </p:grpSpPr>
              <p:sp>
                <p:nvSpPr>
                  <p:cNvPr id="45118" name="Freeform 63"/>
                  <p:cNvSpPr/>
                  <p:nvPr/>
                </p:nvSpPr>
                <p:spPr>
                  <a:xfrm>
                    <a:off x="1956" y="1349"/>
                    <a:ext cx="1263" cy="1819"/>
                  </a:xfrm>
                  <a:custGeom>
                    <a:avLst/>
                    <a:gdLst/>
                    <a:ahLst/>
                    <a:cxnLst>
                      <a:cxn ang="0">
                        <a:pos x="0" y="0"/>
                      </a:cxn>
                      <a:cxn ang="0">
                        <a:pos x="63" y="55"/>
                      </a:cxn>
                      <a:cxn ang="0">
                        <a:pos x="103" y="253"/>
                      </a:cxn>
                      <a:cxn ang="0">
                        <a:pos x="182" y="852"/>
                      </a:cxn>
                      <a:cxn ang="0">
                        <a:pos x="245" y="1428"/>
                      </a:cxn>
                      <a:cxn ang="0">
                        <a:pos x="268" y="1586"/>
                      </a:cxn>
                      <a:cxn ang="0">
                        <a:pos x="276" y="1649"/>
                      </a:cxn>
                      <a:cxn ang="0">
                        <a:pos x="308" y="1744"/>
                      </a:cxn>
                      <a:cxn ang="0">
                        <a:pos x="371" y="1807"/>
                      </a:cxn>
                      <a:cxn ang="0">
                        <a:pos x="568" y="1768"/>
                      </a:cxn>
                      <a:cxn ang="0">
                        <a:pos x="663" y="1768"/>
                      </a:cxn>
                      <a:cxn ang="0">
                        <a:pos x="773" y="1807"/>
                      </a:cxn>
                      <a:cxn ang="0">
                        <a:pos x="844" y="1799"/>
                      </a:cxn>
                      <a:cxn ang="0">
                        <a:pos x="947" y="1775"/>
                      </a:cxn>
                      <a:cxn ang="0">
                        <a:pos x="1010" y="1783"/>
                      </a:cxn>
                      <a:cxn ang="0">
                        <a:pos x="1058" y="1791"/>
                      </a:cxn>
                      <a:cxn ang="0">
                        <a:pos x="1200" y="1815"/>
                      </a:cxn>
                      <a:cxn ang="0">
                        <a:pos x="1263" y="1815"/>
                      </a:cxn>
                    </a:cxnLst>
                    <a:rect l="0" t="0" r="0" b="0"/>
                    <a:pathLst>
                      <a:path w="1263" h="1819">
                        <a:moveTo>
                          <a:pt x="0" y="0"/>
                        </a:moveTo>
                        <a:cubicBezTo>
                          <a:pt x="23" y="6"/>
                          <a:pt x="46" y="13"/>
                          <a:pt x="63" y="55"/>
                        </a:cubicBezTo>
                        <a:cubicBezTo>
                          <a:pt x="80" y="97"/>
                          <a:pt x="83" y="120"/>
                          <a:pt x="103" y="253"/>
                        </a:cubicBezTo>
                        <a:cubicBezTo>
                          <a:pt x="123" y="386"/>
                          <a:pt x="158" y="656"/>
                          <a:pt x="182" y="852"/>
                        </a:cubicBezTo>
                        <a:cubicBezTo>
                          <a:pt x="206" y="1048"/>
                          <a:pt x="231" y="1306"/>
                          <a:pt x="245" y="1428"/>
                        </a:cubicBezTo>
                        <a:cubicBezTo>
                          <a:pt x="259" y="1550"/>
                          <a:pt x="263" y="1549"/>
                          <a:pt x="268" y="1586"/>
                        </a:cubicBezTo>
                        <a:cubicBezTo>
                          <a:pt x="273" y="1623"/>
                          <a:pt x="269" y="1623"/>
                          <a:pt x="276" y="1649"/>
                        </a:cubicBezTo>
                        <a:cubicBezTo>
                          <a:pt x="283" y="1675"/>
                          <a:pt x="292" y="1718"/>
                          <a:pt x="308" y="1744"/>
                        </a:cubicBezTo>
                        <a:cubicBezTo>
                          <a:pt x="324" y="1770"/>
                          <a:pt x="328" y="1803"/>
                          <a:pt x="371" y="1807"/>
                        </a:cubicBezTo>
                        <a:cubicBezTo>
                          <a:pt x="414" y="1811"/>
                          <a:pt x="519" y="1775"/>
                          <a:pt x="568" y="1768"/>
                        </a:cubicBezTo>
                        <a:cubicBezTo>
                          <a:pt x="617" y="1761"/>
                          <a:pt x="629" y="1762"/>
                          <a:pt x="663" y="1768"/>
                        </a:cubicBezTo>
                        <a:cubicBezTo>
                          <a:pt x="697" y="1774"/>
                          <a:pt x="743" y="1802"/>
                          <a:pt x="773" y="1807"/>
                        </a:cubicBezTo>
                        <a:cubicBezTo>
                          <a:pt x="803" y="1812"/>
                          <a:pt x="815" y="1804"/>
                          <a:pt x="844" y="1799"/>
                        </a:cubicBezTo>
                        <a:cubicBezTo>
                          <a:pt x="873" y="1794"/>
                          <a:pt x="919" y="1778"/>
                          <a:pt x="947" y="1775"/>
                        </a:cubicBezTo>
                        <a:cubicBezTo>
                          <a:pt x="975" y="1772"/>
                          <a:pt x="992" y="1780"/>
                          <a:pt x="1010" y="1783"/>
                        </a:cubicBezTo>
                        <a:cubicBezTo>
                          <a:pt x="1028" y="1786"/>
                          <a:pt x="1026" y="1786"/>
                          <a:pt x="1058" y="1791"/>
                        </a:cubicBezTo>
                        <a:cubicBezTo>
                          <a:pt x="1090" y="1796"/>
                          <a:pt x="1166" y="1811"/>
                          <a:pt x="1200" y="1815"/>
                        </a:cubicBezTo>
                        <a:cubicBezTo>
                          <a:pt x="1234" y="1819"/>
                          <a:pt x="1253" y="1815"/>
                          <a:pt x="1263" y="1815"/>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5119" name="Freeform 64"/>
                  <p:cNvSpPr/>
                  <p:nvPr/>
                </p:nvSpPr>
                <p:spPr>
                  <a:xfrm flipH="1">
                    <a:off x="687" y="1350"/>
                    <a:ext cx="1263" cy="1819"/>
                  </a:xfrm>
                  <a:custGeom>
                    <a:avLst/>
                    <a:gdLst/>
                    <a:ahLst/>
                    <a:cxnLst>
                      <a:cxn ang="0">
                        <a:pos x="0" y="0"/>
                      </a:cxn>
                      <a:cxn ang="0">
                        <a:pos x="63" y="55"/>
                      </a:cxn>
                      <a:cxn ang="0">
                        <a:pos x="103" y="253"/>
                      </a:cxn>
                      <a:cxn ang="0">
                        <a:pos x="182" y="852"/>
                      </a:cxn>
                      <a:cxn ang="0">
                        <a:pos x="245" y="1428"/>
                      </a:cxn>
                      <a:cxn ang="0">
                        <a:pos x="268" y="1586"/>
                      </a:cxn>
                      <a:cxn ang="0">
                        <a:pos x="276" y="1649"/>
                      </a:cxn>
                      <a:cxn ang="0">
                        <a:pos x="308" y="1744"/>
                      </a:cxn>
                      <a:cxn ang="0">
                        <a:pos x="371" y="1807"/>
                      </a:cxn>
                      <a:cxn ang="0">
                        <a:pos x="568" y="1768"/>
                      </a:cxn>
                      <a:cxn ang="0">
                        <a:pos x="663" y="1768"/>
                      </a:cxn>
                      <a:cxn ang="0">
                        <a:pos x="773" y="1807"/>
                      </a:cxn>
                      <a:cxn ang="0">
                        <a:pos x="844" y="1799"/>
                      </a:cxn>
                      <a:cxn ang="0">
                        <a:pos x="947" y="1775"/>
                      </a:cxn>
                      <a:cxn ang="0">
                        <a:pos x="1010" y="1783"/>
                      </a:cxn>
                      <a:cxn ang="0">
                        <a:pos x="1058" y="1791"/>
                      </a:cxn>
                      <a:cxn ang="0">
                        <a:pos x="1200" y="1815"/>
                      </a:cxn>
                      <a:cxn ang="0">
                        <a:pos x="1263" y="1815"/>
                      </a:cxn>
                    </a:cxnLst>
                    <a:rect l="0" t="0" r="0" b="0"/>
                    <a:pathLst>
                      <a:path w="1263" h="1819">
                        <a:moveTo>
                          <a:pt x="0" y="0"/>
                        </a:moveTo>
                        <a:cubicBezTo>
                          <a:pt x="23" y="6"/>
                          <a:pt x="46" y="13"/>
                          <a:pt x="63" y="55"/>
                        </a:cubicBezTo>
                        <a:cubicBezTo>
                          <a:pt x="80" y="97"/>
                          <a:pt x="83" y="120"/>
                          <a:pt x="103" y="253"/>
                        </a:cubicBezTo>
                        <a:cubicBezTo>
                          <a:pt x="123" y="386"/>
                          <a:pt x="158" y="656"/>
                          <a:pt x="182" y="852"/>
                        </a:cubicBezTo>
                        <a:cubicBezTo>
                          <a:pt x="206" y="1048"/>
                          <a:pt x="231" y="1306"/>
                          <a:pt x="245" y="1428"/>
                        </a:cubicBezTo>
                        <a:cubicBezTo>
                          <a:pt x="259" y="1550"/>
                          <a:pt x="263" y="1549"/>
                          <a:pt x="268" y="1586"/>
                        </a:cubicBezTo>
                        <a:cubicBezTo>
                          <a:pt x="273" y="1623"/>
                          <a:pt x="269" y="1623"/>
                          <a:pt x="276" y="1649"/>
                        </a:cubicBezTo>
                        <a:cubicBezTo>
                          <a:pt x="283" y="1675"/>
                          <a:pt x="292" y="1718"/>
                          <a:pt x="308" y="1744"/>
                        </a:cubicBezTo>
                        <a:cubicBezTo>
                          <a:pt x="324" y="1770"/>
                          <a:pt x="328" y="1803"/>
                          <a:pt x="371" y="1807"/>
                        </a:cubicBezTo>
                        <a:cubicBezTo>
                          <a:pt x="414" y="1811"/>
                          <a:pt x="519" y="1775"/>
                          <a:pt x="568" y="1768"/>
                        </a:cubicBezTo>
                        <a:cubicBezTo>
                          <a:pt x="617" y="1761"/>
                          <a:pt x="629" y="1762"/>
                          <a:pt x="663" y="1768"/>
                        </a:cubicBezTo>
                        <a:cubicBezTo>
                          <a:pt x="697" y="1774"/>
                          <a:pt x="743" y="1802"/>
                          <a:pt x="773" y="1807"/>
                        </a:cubicBezTo>
                        <a:cubicBezTo>
                          <a:pt x="803" y="1812"/>
                          <a:pt x="815" y="1804"/>
                          <a:pt x="844" y="1799"/>
                        </a:cubicBezTo>
                        <a:cubicBezTo>
                          <a:pt x="873" y="1794"/>
                          <a:pt x="919" y="1778"/>
                          <a:pt x="947" y="1775"/>
                        </a:cubicBezTo>
                        <a:cubicBezTo>
                          <a:pt x="975" y="1772"/>
                          <a:pt x="992" y="1780"/>
                          <a:pt x="1010" y="1783"/>
                        </a:cubicBezTo>
                        <a:cubicBezTo>
                          <a:pt x="1028" y="1786"/>
                          <a:pt x="1026" y="1786"/>
                          <a:pt x="1058" y="1791"/>
                        </a:cubicBezTo>
                        <a:cubicBezTo>
                          <a:pt x="1090" y="1796"/>
                          <a:pt x="1166" y="1811"/>
                          <a:pt x="1200" y="1815"/>
                        </a:cubicBezTo>
                        <a:cubicBezTo>
                          <a:pt x="1234" y="1819"/>
                          <a:pt x="1253" y="1815"/>
                          <a:pt x="1263" y="1815"/>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grpSp>
            <p:sp>
              <p:nvSpPr>
                <p:cNvPr id="45120" name="Line 65"/>
                <p:cNvSpPr/>
                <p:nvPr/>
              </p:nvSpPr>
              <p:spPr>
                <a:xfrm flipV="1">
                  <a:off x="4220" y="1240"/>
                  <a:ext cx="1373" cy="0"/>
                </a:xfrm>
                <a:prstGeom prst="line">
                  <a:avLst/>
                </a:prstGeom>
                <a:ln w="28575" cap="flat" cmpd="sng">
                  <a:solidFill>
                    <a:schemeClr val="tx1"/>
                  </a:solidFill>
                  <a:prstDash val="solid"/>
                  <a:round/>
                  <a:headEnd type="none" w="med" len="med"/>
                  <a:tailEnd type="triangle" w="sm" len="lg"/>
                </a:ln>
              </p:spPr>
            </p:sp>
            <p:sp>
              <p:nvSpPr>
                <p:cNvPr id="45121" name="Line 66"/>
                <p:cNvSpPr/>
                <p:nvPr/>
              </p:nvSpPr>
              <p:spPr>
                <a:xfrm>
                  <a:off x="4238" y="507"/>
                  <a:ext cx="0" cy="1452"/>
                </a:xfrm>
                <a:prstGeom prst="line">
                  <a:avLst/>
                </a:prstGeom>
                <a:ln w="57150" cap="flat" cmpd="sng">
                  <a:solidFill>
                    <a:schemeClr val="tx2"/>
                  </a:solidFill>
                  <a:prstDash val="solid"/>
                  <a:round/>
                  <a:headEnd type="none" w="med" len="med"/>
                  <a:tailEnd type="none" w="med" len="med"/>
                </a:ln>
              </p:spPr>
            </p:sp>
          </p:grpSp>
        </p:grpSp>
        <p:sp>
          <p:nvSpPr>
            <p:cNvPr id="45122" name="Line 67"/>
            <p:cNvSpPr/>
            <p:nvPr/>
          </p:nvSpPr>
          <p:spPr>
            <a:xfrm flipH="1">
              <a:off x="3431" y="1081"/>
              <a:ext cx="0" cy="421"/>
            </a:xfrm>
            <a:prstGeom prst="line">
              <a:avLst/>
            </a:prstGeom>
            <a:ln w="28575" cap="flat" cmpd="sng">
              <a:solidFill>
                <a:schemeClr val="tx1"/>
              </a:solidFill>
              <a:prstDash val="solid"/>
              <a:round/>
              <a:headEnd type="triangle" w="lg" len="lg"/>
              <a:tailEnd type="triangle" w="lg" len="lg"/>
            </a:ln>
          </p:spPr>
        </p:sp>
        <p:sp>
          <p:nvSpPr>
            <p:cNvPr id="45123" name="WordArt 68"/>
            <p:cNvSpPr>
              <a:spLocks noTextEdit="1"/>
            </p:cNvSpPr>
            <p:nvPr/>
          </p:nvSpPr>
          <p:spPr>
            <a:xfrm>
              <a:off x="3211" y="1168"/>
              <a:ext cx="137" cy="2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d</a:t>
              </a:r>
            </a:p>
          </p:txBody>
        </p:sp>
        <p:sp>
          <p:nvSpPr>
            <p:cNvPr id="45124" name="Line 69"/>
            <p:cNvSpPr/>
            <p:nvPr/>
          </p:nvSpPr>
          <p:spPr>
            <a:xfrm flipH="1">
              <a:off x="2859" y="648"/>
              <a:ext cx="0" cy="1367"/>
            </a:xfrm>
            <a:prstGeom prst="line">
              <a:avLst/>
            </a:prstGeom>
            <a:ln w="57150" cap="flat" cmpd="sng">
              <a:solidFill>
                <a:schemeClr val="tx1"/>
              </a:solidFill>
              <a:prstDash val="solid"/>
              <a:round/>
              <a:headEnd type="none" w="med" len="med"/>
              <a:tailEnd type="none" w="med" len="med"/>
            </a:ln>
          </p:spPr>
        </p:sp>
        <p:sp>
          <p:nvSpPr>
            <p:cNvPr id="45125" name="Line 70"/>
            <p:cNvSpPr/>
            <p:nvPr/>
          </p:nvSpPr>
          <p:spPr>
            <a:xfrm flipV="1">
              <a:off x="2873" y="1496"/>
              <a:ext cx="1658" cy="0"/>
            </a:xfrm>
            <a:prstGeom prst="line">
              <a:avLst/>
            </a:prstGeom>
            <a:ln w="28575" cap="flat" cmpd="sng">
              <a:solidFill>
                <a:schemeClr val="tx1"/>
              </a:solidFill>
              <a:prstDash val="solid"/>
              <a:round/>
              <a:headEnd type="none" w="med" len="med"/>
              <a:tailEnd type="none" w="med" len="med"/>
            </a:ln>
          </p:spPr>
        </p:sp>
        <p:sp>
          <p:nvSpPr>
            <p:cNvPr id="45126" name="WordArt 71"/>
            <p:cNvSpPr>
              <a:spLocks noTextEdit="1"/>
            </p:cNvSpPr>
            <p:nvPr/>
          </p:nvSpPr>
          <p:spPr>
            <a:xfrm>
              <a:off x="5111" y="921"/>
              <a:ext cx="472" cy="16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rPr>
                <a:t>光强</a:t>
              </a:r>
            </a:p>
          </p:txBody>
        </p:sp>
        <p:sp>
          <p:nvSpPr>
            <p:cNvPr id="45127" name="WordArt 72"/>
            <p:cNvSpPr>
              <a:spLocks noTextEdit="1"/>
            </p:cNvSpPr>
            <p:nvPr/>
          </p:nvSpPr>
          <p:spPr>
            <a:xfrm>
              <a:off x="2722" y="1314"/>
              <a:ext cx="89" cy="12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0</a:t>
              </a:r>
            </a:p>
          </p:txBody>
        </p:sp>
        <p:sp>
          <p:nvSpPr>
            <p:cNvPr id="45128" name="WordArt 73"/>
            <p:cNvSpPr>
              <a:spLocks noTextEdit="1"/>
            </p:cNvSpPr>
            <p:nvPr/>
          </p:nvSpPr>
          <p:spPr>
            <a:xfrm>
              <a:off x="2978" y="1130"/>
              <a:ext cx="101" cy="114"/>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r</a:t>
              </a:r>
            </a:p>
          </p:txBody>
        </p:sp>
        <p:sp>
          <p:nvSpPr>
            <p:cNvPr id="45129" name="Line 74"/>
            <p:cNvSpPr/>
            <p:nvPr/>
          </p:nvSpPr>
          <p:spPr>
            <a:xfrm flipV="1">
              <a:off x="1008" y="1070"/>
              <a:ext cx="1837" cy="209"/>
            </a:xfrm>
            <a:prstGeom prst="line">
              <a:avLst/>
            </a:prstGeom>
            <a:ln w="38100" cap="flat" cmpd="sng">
              <a:solidFill>
                <a:srgbClr val="FF0000"/>
              </a:solidFill>
              <a:prstDash val="solid"/>
              <a:round/>
              <a:headEnd type="none" w="med" len="med"/>
              <a:tailEnd type="none" w="med" len="med"/>
            </a:ln>
          </p:spPr>
        </p:sp>
        <p:sp>
          <p:nvSpPr>
            <p:cNvPr id="45130" name="Line 75"/>
            <p:cNvSpPr/>
            <p:nvPr/>
          </p:nvSpPr>
          <p:spPr>
            <a:xfrm>
              <a:off x="998" y="1291"/>
              <a:ext cx="1858" cy="214"/>
            </a:xfrm>
            <a:prstGeom prst="line">
              <a:avLst/>
            </a:prstGeom>
            <a:ln w="38100" cap="flat" cmpd="sng">
              <a:solidFill>
                <a:srgbClr val="FF0000"/>
              </a:solidFill>
              <a:prstDash val="solid"/>
              <a:round/>
              <a:headEnd type="none" w="med" len="med"/>
              <a:tailEnd type="none" w="med" len="med"/>
            </a:ln>
          </p:spPr>
        </p:sp>
        <p:grpSp>
          <p:nvGrpSpPr>
            <p:cNvPr id="45131" name="Group 76"/>
            <p:cNvGrpSpPr/>
            <p:nvPr/>
          </p:nvGrpSpPr>
          <p:grpSpPr>
            <a:xfrm>
              <a:off x="2240" y="1102"/>
              <a:ext cx="182" cy="166"/>
              <a:chOff x="2065" y="1194"/>
              <a:chExt cx="182" cy="166"/>
            </a:xfrm>
          </p:grpSpPr>
          <p:sp>
            <p:nvSpPr>
              <p:cNvPr id="45132" name="WordArt 77"/>
              <p:cNvSpPr>
                <a:spLocks noTextEdit="1"/>
              </p:cNvSpPr>
              <p:nvPr/>
            </p:nvSpPr>
            <p:spPr>
              <a:xfrm>
                <a:off x="2197" y="1269"/>
                <a:ext cx="50" cy="84"/>
              </a:xfrm>
              <a:prstGeom prst="rect">
                <a:avLst/>
              </a:prstGeom>
            </p:spPr>
            <p:txBody>
              <a:bodyPr wrap="none" fromWordArt="1">
                <a:prstTxWarp prst="textPlain">
                  <a:avLst>
                    <a:gd name="adj" fmla="val 50000"/>
                  </a:avLst>
                </a:prstTxWarp>
                <a:normAutofit/>
              </a:bodyPr>
              <a:lstStyle/>
              <a:p>
                <a:pPr algn="ctr"/>
                <a:r>
                  <a:rPr lang="zh-CN" altLang="en-US" sz="1400">
                    <a:ln w="76200" cap="flat" cmpd="sng">
                      <a:solidFill>
                        <a:schemeClr val="bg1"/>
                      </a:solidFill>
                      <a:prstDash val="solid"/>
                      <a:round/>
                      <a:headEnd type="none" w="med" len="med"/>
                      <a:tailEnd type="none" w="med" len="med"/>
                    </a:ln>
                    <a:solidFill>
                      <a:schemeClr val="bg1"/>
                    </a:solidFill>
                    <a:latin typeface="Times New Roman" panose="02020603050405020304" pitchFamily="18" charset="0"/>
                    <a:ea typeface="Times New Roman" panose="02020603050405020304" pitchFamily="18" charset="0"/>
                  </a:rPr>
                  <a:t>0</a:t>
                </a:r>
              </a:p>
            </p:txBody>
          </p:sp>
          <p:sp>
            <p:nvSpPr>
              <p:cNvPr id="45133" name="WordArt 78"/>
              <p:cNvSpPr>
                <a:spLocks noTextEdit="1"/>
              </p:cNvSpPr>
              <p:nvPr/>
            </p:nvSpPr>
            <p:spPr>
              <a:xfrm>
                <a:off x="2068" y="1196"/>
                <a:ext cx="93" cy="154"/>
              </a:xfrm>
              <a:prstGeom prst="rect">
                <a:avLst/>
              </a:prstGeom>
            </p:spPr>
            <p:txBody>
              <a:bodyPr wrap="none" fromWordArt="1">
                <a:prstTxWarp prst="textPlain">
                  <a:avLst>
                    <a:gd name="adj" fmla="val 50000"/>
                  </a:avLst>
                </a:prstTxWarp>
                <a:normAutofit/>
              </a:bodyPr>
              <a:lstStyle/>
              <a:p>
                <a:pPr algn="ctr"/>
                <a:r>
                  <a:rPr lang="zh-CN" altLang="en-US" sz="3600" i="1">
                    <a:ln w="76200" cap="flat" cmpd="sng">
                      <a:solidFill>
                        <a:schemeClr val="bg1"/>
                      </a:solidFill>
                      <a:prstDash val="solid"/>
                      <a:round/>
                      <a:headEnd type="none" w="med" len="med"/>
                      <a:tailEnd type="none" w="med" len="med"/>
                    </a:ln>
                    <a:solidFill>
                      <a:schemeClr val="bg1"/>
                    </a:solidFill>
                    <a:latin typeface="Symbol" panose="05050102010706020507" charset="0"/>
                    <a:ea typeface="Symbol" panose="05050102010706020507" charset="0"/>
                  </a:rPr>
                  <a:t>q</a:t>
                </a:r>
              </a:p>
            </p:txBody>
          </p:sp>
          <p:sp>
            <p:nvSpPr>
              <p:cNvPr id="45134" name="WordArt 79"/>
              <p:cNvSpPr>
                <a:spLocks noTextEdit="1"/>
              </p:cNvSpPr>
              <p:nvPr/>
            </p:nvSpPr>
            <p:spPr>
              <a:xfrm>
                <a:off x="2065" y="1194"/>
                <a:ext cx="93" cy="154"/>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6600"/>
                      </a:solidFill>
                      <a:prstDash val="solid"/>
                      <a:round/>
                      <a:headEnd type="none" w="med" len="med"/>
                      <a:tailEnd type="none" w="med" len="med"/>
                    </a:ln>
                    <a:solidFill>
                      <a:schemeClr val="tx2"/>
                    </a:solidFill>
                    <a:latin typeface="Symbol" panose="05050102010706020507" charset="0"/>
                    <a:ea typeface="Symbol" panose="05050102010706020507" charset="0"/>
                  </a:rPr>
                  <a:t>q</a:t>
                </a:r>
              </a:p>
            </p:txBody>
          </p:sp>
          <p:sp>
            <p:nvSpPr>
              <p:cNvPr id="45135" name="WordArt 80"/>
              <p:cNvSpPr>
                <a:spLocks noTextEdit="1"/>
              </p:cNvSpPr>
              <p:nvPr/>
            </p:nvSpPr>
            <p:spPr>
              <a:xfrm>
                <a:off x="2195" y="1276"/>
                <a:ext cx="50" cy="8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0</a:t>
                </a:r>
              </a:p>
            </p:txBody>
          </p:sp>
        </p:grpSp>
        <p:sp>
          <p:nvSpPr>
            <p:cNvPr id="45136" name="Line 81"/>
            <p:cNvSpPr/>
            <p:nvPr/>
          </p:nvSpPr>
          <p:spPr>
            <a:xfrm>
              <a:off x="2911" y="1283"/>
              <a:ext cx="238" cy="0"/>
            </a:xfrm>
            <a:prstGeom prst="line">
              <a:avLst/>
            </a:prstGeom>
            <a:ln w="9525" cap="flat" cmpd="sng">
              <a:solidFill>
                <a:schemeClr val="tx1"/>
              </a:solidFill>
              <a:prstDash val="dash"/>
              <a:round/>
              <a:headEnd type="none" w="med" len="med"/>
              <a:tailEnd type="none" w="med" len="med"/>
            </a:ln>
          </p:spPr>
        </p:sp>
        <p:sp>
          <p:nvSpPr>
            <p:cNvPr id="45137" name="Line 82"/>
            <p:cNvSpPr/>
            <p:nvPr/>
          </p:nvSpPr>
          <p:spPr>
            <a:xfrm>
              <a:off x="3026" y="914"/>
              <a:ext cx="0" cy="161"/>
            </a:xfrm>
            <a:prstGeom prst="line">
              <a:avLst/>
            </a:prstGeom>
            <a:ln w="9525" cap="flat" cmpd="sng">
              <a:solidFill>
                <a:schemeClr val="tx1"/>
              </a:solidFill>
              <a:prstDash val="solid"/>
              <a:round/>
              <a:headEnd type="none" w="med" len="med"/>
              <a:tailEnd type="triangle" w="lg" len="lg"/>
            </a:ln>
          </p:spPr>
        </p:sp>
        <p:sp>
          <p:nvSpPr>
            <p:cNvPr id="45138" name="Line 83"/>
            <p:cNvSpPr/>
            <p:nvPr/>
          </p:nvSpPr>
          <p:spPr>
            <a:xfrm flipV="1">
              <a:off x="3032" y="1273"/>
              <a:ext cx="0" cy="161"/>
            </a:xfrm>
            <a:prstGeom prst="line">
              <a:avLst/>
            </a:prstGeom>
            <a:ln w="9525" cap="flat" cmpd="sng">
              <a:solidFill>
                <a:schemeClr val="tx1"/>
              </a:solidFill>
              <a:prstDash val="solid"/>
              <a:round/>
              <a:headEnd type="none" w="med" len="med"/>
              <a:tailEnd type="triangle" w="lg" len="lg"/>
            </a:ln>
          </p:spPr>
        </p:sp>
      </p:grpSp>
      <p:grpSp>
        <p:nvGrpSpPr>
          <p:cNvPr id="16" name="Group 84"/>
          <p:cNvGrpSpPr/>
          <p:nvPr/>
        </p:nvGrpSpPr>
        <p:grpSpPr>
          <a:xfrm>
            <a:off x="2733675" y="1822450"/>
            <a:ext cx="1157288" cy="528638"/>
            <a:chOff x="1858" y="569"/>
            <a:chExt cx="729" cy="333"/>
          </a:xfrm>
        </p:grpSpPr>
        <p:sp>
          <p:nvSpPr>
            <p:cNvPr id="48212" name="WordArt 85"/>
            <p:cNvSpPr>
              <a:spLocks noTextEdit="1"/>
            </p:cNvSpPr>
            <p:nvPr/>
          </p:nvSpPr>
          <p:spPr>
            <a:xfrm>
              <a:off x="1858" y="569"/>
              <a:ext cx="729" cy="132"/>
            </a:xfrm>
            <a:prstGeom prst="rect">
              <a:avLst/>
            </a:prstGeom>
          </p:spPr>
          <p:txBody>
            <a:bodyPr wrap="none" fromWordArt="1">
              <a:prstTxWarp prst="textPlain">
                <a:avLst>
                  <a:gd name="adj" fmla="val 50000"/>
                </a:avLst>
              </a:prstTxWarp>
              <a:normAutofit fontScale="70000"/>
            </a:bodyPr>
            <a:lstStyle/>
            <a:p>
              <a:pPr algn="ctr" fontAlgn="base"/>
              <a:r>
                <a:rPr lang="zh-CN" altLang="en-US" sz="1000" strike="noStrike"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rPr>
                <a:t>爱里斑的半角宽</a:t>
              </a:r>
              <a:endParaRPr lang="en-US" altLang="zh-CN" sz="1000" strike="noStrike"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endParaRPr>
            </a:p>
          </p:txBody>
        </p:sp>
        <p:grpSp>
          <p:nvGrpSpPr>
            <p:cNvPr id="45141" name="Group 86"/>
            <p:cNvGrpSpPr/>
            <p:nvPr/>
          </p:nvGrpSpPr>
          <p:grpSpPr>
            <a:xfrm>
              <a:off x="2168" y="744"/>
              <a:ext cx="198" cy="158"/>
              <a:chOff x="2065" y="1194"/>
              <a:chExt cx="182" cy="166"/>
            </a:xfrm>
          </p:grpSpPr>
          <p:sp>
            <p:nvSpPr>
              <p:cNvPr id="45142" name="WordArt 87"/>
              <p:cNvSpPr>
                <a:spLocks noTextEdit="1"/>
              </p:cNvSpPr>
              <p:nvPr/>
            </p:nvSpPr>
            <p:spPr>
              <a:xfrm>
                <a:off x="2197" y="1269"/>
                <a:ext cx="50" cy="84"/>
              </a:xfrm>
              <a:prstGeom prst="rect">
                <a:avLst/>
              </a:prstGeom>
            </p:spPr>
            <p:txBody>
              <a:bodyPr wrap="none" fromWordArt="1">
                <a:prstTxWarp prst="textPlain">
                  <a:avLst>
                    <a:gd name="adj" fmla="val 50000"/>
                  </a:avLst>
                </a:prstTxWarp>
                <a:normAutofit/>
              </a:bodyPr>
              <a:lstStyle/>
              <a:p>
                <a:pPr algn="ctr"/>
                <a:r>
                  <a:rPr lang="zh-CN" altLang="en-US" sz="1400">
                    <a:ln w="76200" cap="flat" cmpd="sng">
                      <a:solidFill>
                        <a:schemeClr val="bg1"/>
                      </a:solidFill>
                      <a:prstDash val="solid"/>
                      <a:round/>
                      <a:headEnd type="none" w="med" len="med"/>
                      <a:tailEnd type="none" w="med" len="med"/>
                    </a:ln>
                    <a:solidFill>
                      <a:schemeClr val="bg1"/>
                    </a:solidFill>
                    <a:latin typeface="Times New Roman" panose="02020603050405020304" pitchFamily="18" charset="0"/>
                    <a:ea typeface="Times New Roman" panose="02020603050405020304" pitchFamily="18" charset="0"/>
                  </a:rPr>
                  <a:t>0</a:t>
                </a:r>
              </a:p>
            </p:txBody>
          </p:sp>
          <p:sp>
            <p:nvSpPr>
              <p:cNvPr id="45143" name="WordArt 88"/>
              <p:cNvSpPr>
                <a:spLocks noTextEdit="1"/>
              </p:cNvSpPr>
              <p:nvPr/>
            </p:nvSpPr>
            <p:spPr>
              <a:xfrm>
                <a:off x="2068" y="1196"/>
                <a:ext cx="93" cy="154"/>
              </a:xfrm>
              <a:prstGeom prst="rect">
                <a:avLst/>
              </a:prstGeom>
            </p:spPr>
            <p:txBody>
              <a:bodyPr wrap="none" fromWordArt="1">
                <a:prstTxWarp prst="textPlain">
                  <a:avLst>
                    <a:gd name="adj" fmla="val 50000"/>
                  </a:avLst>
                </a:prstTxWarp>
                <a:normAutofit/>
              </a:bodyPr>
              <a:lstStyle/>
              <a:p>
                <a:pPr algn="ctr"/>
                <a:r>
                  <a:rPr lang="zh-CN" altLang="en-US" sz="3600" i="1">
                    <a:ln w="76200" cap="flat" cmpd="sng">
                      <a:solidFill>
                        <a:schemeClr val="bg1"/>
                      </a:solidFill>
                      <a:prstDash val="solid"/>
                      <a:round/>
                      <a:headEnd type="none" w="med" len="med"/>
                      <a:tailEnd type="none" w="med" len="med"/>
                    </a:ln>
                    <a:solidFill>
                      <a:schemeClr val="bg1"/>
                    </a:solidFill>
                    <a:latin typeface="Symbol" panose="05050102010706020507" charset="0"/>
                    <a:ea typeface="Symbol" panose="05050102010706020507" charset="0"/>
                  </a:rPr>
                  <a:t>q</a:t>
                </a:r>
              </a:p>
            </p:txBody>
          </p:sp>
          <p:sp>
            <p:nvSpPr>
              <p:cNvPr id="45144" name="WordArt 89"/>
              <p:cNvSpPr>
                <a:spLocks noTextEdit="1"/>
              </p:cNvSpPr>
              <p:nvPr/>
            </p:nvSpPr>
            <p:spPr>
              <a:xfrm>
                <a:off x="2065" y="1194"/>
                <a:ext cx="93" cy="154"/>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6600"/>
                      </a:solidFill>
                      <a:prstDash val="solid"/>
                      <a:round/>
                      <a:headEnd type="none" w="med" len="med"/>
                      <a:tailEnd type="none" w="med" len="med"/>
                    </a:ln>
                    <a:solidFill>
                      <a:schemeClr val="tx2"/>
                    </a:solidFill>
                    <a:latin typeface="Symbol" panose="05050102010706020507" charset="0"/>
                    <a:ea typeface="Symbol" panose="05050102010706020507" charset="0"/>
                  </a:rPr>
                  <a:t>q</a:t>
                </a:r>
              </a:p>
            </p:txBody>
          </p:sp>
          <p:sp>
            <p:nvSpPr>
              <p:cNvPr id="45145" name="WordArt 90"/>
              <p:cNvSpPr>
                <a:spLocks noTextEdit="1"/>
              </p:cNvSpPr>
              <p:nvPr/>
            </p:nvSpPr>
            <p:spPr>
              <a:xfrm>
                <a:off x="2195" y="1276"/>
                <a:ext cx="50" cy="8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0</a:t>
                </a:r>
              </a:p>
            </p:txBody>
          </p:sp>
        </p:grpSp>
      </p:grpSp>
      <p:grpSp>
        <p:nvGrpSpPr>
          <p:cNvPr id="18" name="Group 93"/>
          <p:cNvGrpSpPr/>
          <p:nvPr/>
        </p:nvGrpSpPr>
        <p:grpSpPr>
          <a:xfrm>
            <a:off x="677863" y="4784725"/>
            <a:ext cx="3157537" cy="998538"/>
            <a:chOff x="337" y="2110"/>
            <a:chExt cx="1989" cy="629"/>
          </a:xfrm>
        </p:grpSpPr>
        <p:sp>
          <p:nvSpPr>
            <p:cNvPr id="45147" name="WordArt 94"/>
            <p:cNvSpPr>
              <a:spLocks noTextEdit="1"/>
            </p:cNvSpPr>
            <p:nvPr/>
          </p:nvSpPr>
          <p:spPr>
            <a:xfrm>
              <a:off x="337" y="2110"/>
              <a:ext cx="805" cy="154"/>
            </a:xfrm>
            <a:prstGeom prst="rect">
              <a:avLst/>
            </a:prstGeom>
          </p:spPr>
          <p:txBody>
            <a:bodyPr wrap="none" fromWordArt="1">
              <a:prstTxWarp prst="textPlain">
                <a:avLst>
                  <a:gd name="adj" fmla="val 50000"/>
                </a:avLst>
              </a:prstTxWarp>
              <a:normAutofit/>
            </a:bodyPr>
            <a:lstStyle/>
            <a:p>
              <a:pPr algn="ctr"/>
              <a:r>
                <a:rPr lang="zh-CN" altLang="en-US" sz="1000">
                  <a:ln w="9525" cap="flat" cmpd="sng">
                    <a:solidFill>
                      <a:srgbClr val="006600"/>
                    </a:solidFill>
                    <a:prstDash val="solid"/>
                    <a:round/>
                    <a:headEnd type="none" w="med" len="med"/>
                    <a:tailEnd type="none" w="med" len="med"/>
                  </a:ln>
                  <a:solidFill>
                    <a:srgbClr val="006600"/>
                  </a:solidFill>
                  <a:latin typeface="华文中宋" panose="02010600040101010101" charset="-122"/>
                  <a:ea typeface="华文中宋" panose="02010600040101010101" charset="-122"/>
                </a:rPr>
                <a:t>实验规律:</a:t>
              </a:r>
            </a:p>
          </p:txBody>
        </p:sp>
        <p:sp>
          <p:nvSpPr>
            <p:cNvPr id="45148" name="WordArt 95"/>
            <p:cNvSpPr>
              <a:spLocks noTextEdit="1"/>
            </p:cNvSpPr>
            <p:nvPr/>
          </p:nvSpPr>
          <p:spPr>
            <a:xfrm>
              <a:off x="2077" y="2597"/>
              <a:ext cx="193" cy="14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grpSp>
          <p:nvGrpSpPr>
            <p:cNvPr id="45149" name="Group 96"/>
            <p:cNvGrpSpPr/>
            <p:nvPr/>
          </p:nvGrpSpPr>
          <p:grpSpPr>
            <a:xfrm rot="5400000">
              <a:off x="1372" y="2458"/>
              <a:ext cx="49" cy="183"/>
              <a:chOff x="2928" y="3216"/>
              <a:chExt cx="48" cy="240"/>
            </a:xfrm>
          </p:grpSpPr>
          <p:sp>
            <p:nvSpPr>
              <p:cNvPr id="45150" name="Line 97"/>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45151" name="Line 98"/>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45152" name="WordArt 99"/>
            <p:cNvSpPr>
              <a:spLocks noTextEdit="1"/>
            </p:cNvSpPr>
            <p:nvPr/>
          </p:nvSpPr>
          <p:spPr>
            <a:xfrm>
              <a:off x="1749" y="2476"/>
              <a:ext cx="91" cy="15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sp>
          <p:nvSpPr>
            <p:cNvPr id="45153" name="WordArt 100"/>
            <p:cNvSpPr>
              <a:spLocks noTextEdit="1"/>
            </p:cNvSpPr>
            <p:nvPr/>
          </p:nvSpPr>
          <p:spPr>
            <a:xfrm>
              <a:off x="1558" y="2472"/>
              <a:ext cx="78" cy="14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1</a:t>
              </a:r>
            </a:p>
          </p:txBody>
        </p:sp>
        <p:sp>
          <p:nvSpPr>
            <p:cNvPr id="45154" name="WordArt 101"/>
            <p:cNvSpPr>
              <a:spLocks noTextEdit="1"/>
            </p:cNvSpPr>
            <p:nvPr/>
          </p:nvSpPr>
          <p:spPr>
            <a:xfrm>
              <a:off x="1885" y="2474"/>
              <a:ext cx="90" cy="15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sp>
          <p:nvSpPr>
            <p:cNvPr id="45155" name="WordArt 102"/>
            <p:cNvSpPr>
              <a:spLocks noTextEdit="1"/>
            </p:cNvSpPr>
            <p:nvPr/>
          </p:nvSpPr>
          <p:spPr>
            <a:xfrm>
              <a:off x="1667" y="2600"/>
              <a:ext cx="25" cy="25"/>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45156" name="Line 103"/>
            <p:cNvSpPr/>
            <p:nvPr/>
          </p:nvSpPr>
          <p:spPr>
            <a:xfrm>
              <a:off x="2055" y="2552"/>
              <a:ext cx="271" cy="0"/>
            </a:xfrm>
            <a:prstGeom prst="line">
              <a:avLst/>
            </a:prstGeom>
            <a:ln w="38100" cap="flat" cmpd="sng">
              <a:solidFill>
                <a:schemeClr val="tx2"/>
              </a:solidFill>
              <a:prstDash val="solid"/>
              <a:round/>
              <a:headEnd type="none" w="med" len="med"/>
              <a:tailEnd type="none" w="med" len="med"/>
            </a:ln>
          </p:spPr>
        </p:sp>
        <p:grpSp>
          <p:nvGrpSpPr>
            <p:cNvPr id="45157" name="Group 104"/>
            <p:cNvGrpSpPr/>
            <p:nvPr/>
          </p:nvGrpSpPr>
          <p:grpSpPr>
            <a:xfrm>
              <a:off x="636" y="2447"/>
              <a:ext cx="616" cy="222"/>
              <a:chOff x="659" y="2470"/>
              <a:chExt cx="616" cy="222"/>
            </a:xfrm>
          </p:grpSpPr>
          <p:sp>
            <p:nvSpPr>
              <p:cNvPr id="45158" name="WordArt 105"/>
              <p:cNvSpPr>
                <a:spLocks noTextEdit="1"/>
              </p:cNvSpPr>
              <p:nvPr/>
            </p:nvSpPr>
            <p:spPr>
              <a:xfrm>
                <a:off x="659" y="2470"/>
                <a:ext cx="374" cy="18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45159" name="WordArt 106"/>
              <p:cNvSpPr>
                <a:spLocks noTextEdit="1"/>
              </p:cNvSpPr>
              <p:nvPr/>
            </p:nvSpPr>
            <p:spPr>
              <a:xfrm>
                <a:off x="1097" y="2494"/>
                <a:ext cx="143" cy="166"/>
              </a:xfrm>
              <a:prstGeom prst="rect">
                <a:avLst/>
              </a:prstGeom>
            </p:spPr>
            <p:txBody>
              <a:bodyPr wrap="none" fromWordArt="1">
                <a:prstTxWarp prst="textPlain">
                  <a:avLst>
                    <a:gd name="adj" fmla="val 54546"/>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45160" name="WordArt 107"/>
              <p:cNvSpPr>
                <a:spLocks noTextEdit="1"/>
              </p:cNvSpPr>
              <p:nvPr/>
            </p:nvSpPr>
            <p:spPr>
              <a:xfrm>
                <a:off x="1217" y="2616"/>
                <a:ext cx="58" cy="76"/>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0</a:t>
                </a:r>
              </a:p>
            </p:txBody>
          </p:sp>
        </p:grpSp>
        <p:sp>
          <p:nvSpPr>
            <p:cNvPr id="45161" name="WordArt 108"/>
            <p:cNvSpPr>
              <a:spLocks noTextEdit="1"/>
            </p:cNvSpPr>
            <p:nvPr/>
          </p:nvSpPr>
          <p:spPr>
            <a:xfrm>
              <a:off x="2062" y="2318"/>
              <a:ext cx="230" cy="188"/>
            </a:xfrm>
            <a:prstGeom prst="rect">
              <a:avLst/>
            </a:prstGeom>
          </p:spPr>
          <p:txBody>
            <a:bodyPr wrap="none" fromWordArt="1">
              <a:prstTxWarp prst="textPlain">
                <a:avLst>
                  <a:gd name="adj" fmla="val 57944"/>
                </a:avLst>
              </a:prstTxWarp>
              <a:normAutofit/>
            </a:bodyPr>
            <a:lstStyle/>
            <a:p>
              <a:pPr algn="ctr"/>
              <a:r>
                <a:rPr lang="zh-CN" altLang="en-US" sz="3600" b="1"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grpSp>
      <p:grpSp>
        <p:nvGrpSpPr>
          <p:cNvPr id="21" name="Group 110"/>
          <p:cNvGrpSpPr/>
          <p:nvPr/>
        </p:nvGrpSpPr>
        <p:grpSpPr>
          <a:xfrm>
            <a:off x="5500688" y="4879975"/>
            <a:ext cx="1787525" cy="233363"/>
            <a:chOff x="4295" y="2435"/>
            <a:chExt cx="1142" cy="193"/>
          </a:xfrm>
        </p:grpSpPr>
        <p:sp>
          <p:nvSpPr>
            <p:cNvPr id="45163" name="WordArt 111"/>
            <p:cNvSpPr>
              <a:spLocks noTextEdit="1"/>
            </p:cNvSpPr>
            <p:nvPr/>
          </p:nvSpPr>
          <p:spPr>
            <a:xfrm>
              <a:off x="4540" y="2438"/>
              <a:ext cx="897" cy="18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实际很小</a:t>
              </a:r>
            </a:p>
          </p:txBody>
        </p:sp>
        <p:grpSp>
          <p:nvGrpSpPr>
            <p:cNvPr id="45164" name="Group 112"/>
            <p:cNvGrpSpPr/>
            <p:nvPr/>
          </p:nvGrpSpPr>
          <p:grpSpPr>
            <a:xfrm>
              <a:off x="4295" y="2435"/>
              <a:ext cx="189" cy="193"/>
              <a:chOff x="3726" y="2512"/>
              <a:chExt cx="189" cy="209"/>
            </a:xfrm>
          </p:grpSpPr>
          <p:sp>
            <p:nvSpPr>
              <p:cNvPr id="45165" name="WordArt 113"/>
              <p:cNvSpPr>
                <a:spLocks noTextEdit="1"/>
              </p:cNvSpPr>
              <p:nvPr/>
            </p:nvSpPr>
            <p:spPr>
              <a:xfrm>
                <a:off x="3726" y="2512"/>
                <a:ext cx="125" cy="197"/>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45166" name="WordArt 114"/>
              <p:cNvSpPr>
                <a:spLocks noTextEdit="1"/>
              </p:cNvSpPr>
              <p:nvPr/>
            </p:nvSpPr>
            <p:spPr>
              <a:xfrm>
                <a:off x="3857" y="2645"/>
                <a:ext cx="58" cy="76"/>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0</a:t>
                </a:r>
              </a:p>
            </p:txBody>
          </p:sp>
        </p:grpSp>
      </p:grpSp>
      <p:grpSp>
        <p:nvGrpSpPr>
          <p:cNvPr id="23" name="Group 115"/>
          <p:cNvGrpSpPr/>
          <p:nvPr/>
        </p:nvGrpSpPr>
        <p:grpSpPr>
          <a:xfrm>
            <a:off x="5235575" y="5297488"/>
            <a:ext cx="2763838" cy="315912"/>
            <a:chOff x="3835" y="2568"/>
            <a:chExt cx="1741" cy="199"/>
          </a:xfrm>
        </p:grpSpPr>
        <p:sp>
          <p:nvSpPr>
            <p:cNvPr id="45168" name="WordArt 116"/>
            <p:cNvSpPr>
              <a:spLocks noTextEdit="1"/>
            </p:cNvSpPr>
            <p:nvPr/>
          </p:nvSpPr>
          <p:spPr>
            <a:xfrm>
              <a:off x="3835" y="2568"/>
              <a:ext cx="318" cy="16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45169" name="WordArt 117"/>
            <p:cNvSpPr>
              <a:spLocks noTextEdit="1"/>
            </p:cNvSpPr>
            <p:nvPr/>
          </p:nvSpPr>
          <p:spPr>
            <a:xfrm>
              <a:off x="4208" y="2590"/>
              <a:ext cx="121" cy="148"/>
            </a:xfrm>
            <a:prstGeom prst="rect">
              <a:avLst/>
            </a:prstGeom>
          </p:spPr>
          <p:txBody>
            <a:bodyPr wrap="none" fromWordArt="1">
              <a:prstTxWarp prst="textPlain">
                <a:avLst>
                  <a:gd name="adj" fmla="val 54546"/>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45170" name="WordArt 118"/>
            <p:cNvSpPr>
              <a:spLocks noTextEdit="1"/>
            </p:cNvSpPr>
            <p:nvPr/>
          </p:nvSpPr>
          <p:spPr>
            <a:xfrm>
              <a:off x="4310" y="2699"/>
              <a:ext cx="49" cy="68"/>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0</a:t>
              </a:r>
            </a:p>
          </p:txBody>
        </p:sp>
        <p:grpSp>
          <p:nvGrpSpPr>
            <p:cNvPr id="45171" name="Group 119"/>
            <p:cNvGrpSpPr/>
            <p:nvPr/>
          </p:nvGrpSpPr>
          <p:grpSpPr>
            <a:xfrm>
              <a:off x="4388" y="2636"/>
              <a:ext cx="199" cy="99"/>
              <a:chOff x="4442" y="2644"/>
              <a:chExt cx="199" cy="99"/>
            </a:xfrm>
          </p:grpSpPr>
          <p:sp>
            <p:nvSpPr>
              <p:cNvPr id="45172" name="WordArt 120"/>
              <p:cNvSpPr>
                <a:spLocks noTextEdit="1"/>
              </p:cNvSpPr>
              <p:nvPr/>
            </p:nvSpPr>
            <p:spPr>
              <a:xfrm>
                <a:off x="4444" y="2644"/>
                <a:ext cx="197" cy="48"/>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45173" name="WordArt 121"/>
              <p:cNvSpPr>
                <a:spLocks noTextEdit="1"/>
              </p:cNvSpPr>
              <p:nvPr/>
            </p:nvSpPr>
            <p:spPr>
              <a:xfrm>
                <a:off x="4442" y="2695"/>
                <a:ext cx="197" cy="48"/>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grpSp>
          <p:nvGrpSpPr>
            <p:cNvPr id="45174" name="Group 122"/>
            <p:cNvGrpSpPr/>
            <p:nvPr/>
          </p:nvGrpSpPr>
          <p:grpSpPr>
            <a:xfrm>
              <a:off x="4921" y="2603"/>
              <a:ext cx="189" cy="148"/>
              <a:chOff x="5197" y="2618"/>
              <a:chExt cx="189" cy="148"/>
            </a:xfrm>
          </p:grpSpPr>
          <p:sp>
            <p:nvSpPr>
              <p:cNvPr id="45175" name="WordArt 123"/>
              <p:cNvSpPr>
                <a:spLocks noTextEdit="1"/>
              </p:cNvSpPr>
              <p:nvPr/>
            </p:nvSpPr>
            <p:spPr>
              <a:xfrm>
                <a:off x="5197" y="2618"/>
                <a:ext cx="121" cy="148"/>
              </a:xfrm>
              <a:prstGeom prst="rect">
                <a:avLst/>
              </a:prstGeom>
            </p:spPr>
            <p:txBody>
              <a:bodyPr wrap="none" fromWordArt="1">
                <a:prstTxWarp prst="textPlain">
                  <a:avLst>
                    <a:gd name="adj" fmla="val 54546"/>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45176" name="WordArt 124"/>
              <p:cNvSpPr>
                <a:spLocks noTextEdit="1"/>
              </p:cNvSpPr>
              <p:nvPr/>
            </p:nvSpPr>
            <p:spPr>
              <a:xfrm>
                <a:off x="5337" y="2697"/>
                <a:ext cx="49" cy="68"/>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0</a:t>
                </a:r>
              </a:p>
            </p:txBody>
          </p:sp>
        </p:grpSp>
        <p:sp>
          <p:nvSpPr>
            <p:cNvPr id="45177" name="WordArt 125"/>
            <p:cNvSpPr>
              <a:spLocks noTextEdit="1"/>
            </p:cNvSpPr>
            <p:nvPr/>
          </p:nvSpPr>
          <p:spPr>
            <a:xfrm>
              <a:off x="4647" y="2595"/>
              <a:ext cx="242" cy="13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tan</a:t>
              </a:r>
            </a:p>
          </p:txBody>
        </p:sp>
        <p:grpSp>
          <p:nvGrpSpPr>
            <p:cNvPr id="45178" name="Group 126"/>
            <p:cNvGrpSpPr/>
            <p:nvPr/>
          </p:nvGrpSpPr>
          <p:grpSpPr>
            <a:xfrm>
              <a:off x="5146" y="2627"/>
              <a:ext cx="199" cy="99"/>
              <a:chOff x="4442" y="2644"/>
              <a:chExt cx="199" cy="99"/>
            </a:xfrm>
          </p:grpSpPr>
          <p:sp>
            <p:nvSpPr>
              <p:cNvPr id="45179" name="WordArt 127"/>
              <p:cNvSpPr>
                <a:spLocks noTextEdit="1"/>
              </p:cNvSpPr>
              <p:nvPr/>
            </p:nvSpPr>
            <p:spPr>
              <a:xfrm>
                <a:off x="4444" y="2644"/>
                <a:ext cx="197" cy="48"/>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45180" name="WordArt 128"/>
              <p:cNvSpPr>
                <a:spLocks noTextEdit="1"/>
              </p:cNvSpPr>
              <p:nvPr/>
            </p:nvSpPr>
            <p:spPr>
              <a:xfrm>
                <a:off x="4442" y="2695"/>
                <a:ext cx="197" cy="48"/>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grpSp>
          <p:nvGrpSpPr>
            <p:cNvPr id="45181" name="Group 129"/>
            <p:cNvGrpSpPr/>
            <p:nvPr/>
          </p:nvGrpSpPr>
          <p:grpSpPr>
            <a:xfrm>
              <a:off x="5387" y="2601"/>
              <a:ext cx="189" cy="148"/>
              <a:chOff x="5197" y="2618"/>
              <a:chExt cx="189" cy="148"/>
            </a:xfrm>
          </p:grpSpPr>
          <p:sp>
            <p:nvSpPr>
              <p:cNvPr id="45182" name="WordArt 130"/>
              <p:cNvSpPr>
                <a:spLocks noTextEdit="1"/>
              </p:cNvSpPr>
              <p:nvPr/>
            </p:nvSpPr>
            <p:spPr>
              <a:xfrm>
                <a:off x="5197" y="2618"/>
                <a:ext cx="121" cy="148"/>
              </a:xfrm>
              <a:prstGeom prst="rect">
                <a:avLst/>
              </a:prstGeom>
            </p:spPr>
            <p:txBody>
              <a:bodyPr wrap="none" fromWordArt="1">
                <a:prstTxWarp prst="textPlain">
                  <a:avLst>
                    <a:gd name="adj" fmla="val 54546"/>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45183" name="WordArt 131"/>
              <p:cNvSpPr>
                <a:spLocks noTextEdit="1"/>
              </p:cNvSpPr>
              <p:nvPr/>
            </p:nvSpPr>
            <p:spPr>
              <a:xfrm>
                <a:off x="5337" y="2697"/>
                <a:ext cx="49" cy="68"/>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0</a:t>
                </a:r>
              </a:p>
            </p:txBody>
          </p:sp>
        </p:grpSp>
      </p:grpSp>
      <p:grpSp>
        <p:nvGrpSpPr>
          <p:cNvPr id="2" name="Group 161"/>
          <p:cNvGrpSpPr/>
          <p:nvPr/>
        </p:nvGrpSpPr>
        <p:grpSpPr>
          <a:xfrm>
            <a:off x="1025525" y="6072188"/>
            <a:ext cx="7542213" cy="436562"/>
            <a:chOff x="463" y="3817"/>
            <a:chExt cx="4751" cy="275"/>
          </a:xfrm>
        </p:grpSpPr>
        <p:sp>
          <p:nvSpPr>
            <p:cNvPr id="52382" name="WordArt 162"/>
            <p:cNvSpPr>
              <a:spLocks noTextEdit="1"/>
            </p:cNvSpPr>
            <p:nvPr/>
          </p:nvSpPr>
          <p:spPr>
            <a:xfrm>
              <a:off x="463" y="3849"/>
              <a:ext cx="1492" cy="185"/>
            </a:xfrm>
            <a:prstGeom prst="rect">
              <a:avLst/>
            </a:prstGeom>
          </p:spPr>
          <p:txBody>
            <a:bodyPr wrap="none" fromWordArt="1">
              <a:prstTxWarp prst="textPlain">
                <a:avLst>
                  <a:gd name="adj" fmla="val 50000"/>
                </a:avLst>
              </a:prstTxWarp>
              <a:normAutofit fontScale="70000"/>
            </a:bodyPr>
            <a:lstStyle/>
            <a:p>
              <a:pPr algn="ctr" fontAlgn="base"/>
              <a:r>
                <a:rPr lang="zh-CN" altLang="en-US" sz="1800" strike="noStrike" noProof="1">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cs typeface="+mn-cs"/>
                </a:rPr>
                <a:t>爱里斑半角宽</a:t>
              </a:r>
              <a:endParaRPr lang="zh-CN" altLang="en-US" sz="1800" strike="noStrike" noProof="1">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endParaRPr>
            </a:p>
          </p:txBody>
        </p:sp>
        <p:sp>
          <p:nvSpPr>
            <p:cNvPr id="45186" name="WordArt 163"/>
            <p:cNvSpPr>
              <a:spLocks noTextEdit="1"/>
            </p:cNvSpPr>
            <p:nvPr/>
          </p:nvSpPr>
          <p:spPr>
            <a:xfrm>
              <a:off x="4225" y="3847"/>
              <a:ext cx="199" cy="169"/>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sp>
          <p:nvSpPr>
            <p:cNvPr id="45187" name="WordArt 164"/>
            <p:cNvSpPr>
              <a:spLocks noTextEdit="1"/>
            </p:cNvSpPr>
            <p:nvPr/>
          </p:nvSpPr>
          <p:spPr>
            <a:xfrm>
              <a:off x="2715" y="3844"/>
              <a:ext cx="270" cy="213"/>
            </a:xfrm>
            <a:prstGeom prst="rect">
              <a:avLst/>
            </a:prstGeom>
          </p:spPr>
          <p:txBody>
            <a:bodyPr wrap="none" fromWordArt="1">
              <a:prstTxWarp prst="textPlain">
                <a:avLst>
                  <a:gd name="adj" fmla="val 59412"/>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grpSp>
          <p:nvGrpSpPr>
            <p:cNvPr id="45188" name="Group 165"/>
            <p:cNvGrpSpPr/>
            <p:nvPr/>
          </p:nvGrpSpPr>
          <p:grpSpPr>
            <a:xfrm>
              <a:off x="2123" y="3817"/>
              <a:ext cx="239" cy="275"/>
              <a:chOff x="2005" y="3232"/>
              <a:chExt cx="197" cy="237"/>
            </a:xfrm>
          </p:grpSpPr>
          <p:sp>
            <p:nvSpPr>
              <p:cNvPr id="45189" name="WordArt 166"/>
              <p:cNvSpPr>
                <a:spLocks noTextEdit="1"/>
              </p:cNvSpPr>
              <p:nvPr/>
            </p:nvSpPr>
            <p:spPr>
              <a:xfrm>
                <a:off x="2005" y="3232"/>
                <a:ext cx="147" cy="201"/>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45190" name="WordArt 167"/>
              <p:cNvSpPr>
                <a:spLocks noTextEdit="1"/>
              </p:cNvSpPr>
              <p:nvPr/>
            </p:nvSpPr>
            <p:spPr>
              <a:xfrm>
                <a:off x="2137" y="3384"/>
                <a:ext cx="65" cy="8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0</a:t>
                </a:r>
              </a:p>
            </p:txBody>
          </p:sp>
        </p:grpSp>
        <p:sp>
          <p:nvSpPr>
            <p:cNvPr id="45191" name="WordArt 168"/>
            <p:cNvSpPr>
              <a:spLocks noTextEdit="1"/>
            </p:cNvSpPr>
            <p:nvPr/>
          </p:nvSpPr>
          <p:spPr>
            <a:xfrm>
              <a:off x="2471" y="3859"/>
              <a:ext cx="1316" cy="169"/>
            </a:xfrm>
            <a:prstGeom prst="rect">
              <a:avLst/>
            </a:prstGeom>
          </p:spPr>
          <p:txBody>
            <a:bodyPr wrap="none" fromWordArt="1">
              <a:prstTxWarp prst="textPlain">
                <a:avLst>
                  <a:gd name="adj" fmla="val 50000"/>
                </a:avLst>
              </a:prstTxWarp>
              <a:normAutofit/>
            </a:bodyPr>
            <a:lstStyle/>
            <a:p>
              <a:pPr algn="ctr"/>
              <a:r>
                <a:rPr lang="zh-CN" altLang="en-US" sz="1800">
                  <a:ln w="9525" cap="flat" cmpd="sng">
                    <a:solidFill>
                      <a:schemeClr val="tx1"/>
                    </a:solidFill>
                    <a:prstDash val="solid"/>
                    <a:round/>
                    <a:headEnd type="none" w="med" len="med"/>
                    <a:tailEnd type="none" w="med" len="med"/>
                  </a:ln>
                  <a:solidFill>
                    <a:schemeClr val="tx1"/>
                  </a:solidFill>
                  <a:latin typeface="华文中宋" panose="02010600040101010101" charset="-122"/>
                  <a:ea typeface="华文中宋" panose="02010600040101010101" charset="-122"/>
                </a:rPr>
                <a:t>与     成正比,</a:t>
              </a:r>
            </a:p>
          </p:txBody>
        </p:sp>
        <p:sp>
          <p:nvSpPr>
            <p:cNvPr id="45192" name="WordArt 169"/>
            <p:cNvSpPr>
              <a:spLocks noTextEdit="1"/>
            </p:cNvSpPr>
            <p:nvPr/>
          </p:nvSpPr>
          <p:spPr>
            <a:xfrm>
              <a:off x="3898" y="3849"/>
              <a:ext cx="1316" cy="169"/>
            </a:xfrm>
            <a:prstGeom prst="rect">
              <a:avLst/>
            </a:prstGeom>
          </p:spPr>
          <p:txBody>
            <a:bodyPr wrap="none" fromWordArt="1">
              <a:prstTxWarp prst="textPlain">
                <a:avLst>
                  <a:gd name="adj" fmla="val 50000"/>
                </a:avLst>
              </a:prstTxWarp>
              <a:normAutofit/>
            </a:bodyPr>
            <a:lstStyle/>
            <a:p>
              <a:pPr algn="ctr"/>
              <a:r>
                <a:rPr lang="zh-CN" altLang="en-US" sz="1800">
                  <a:ln w="9525" cap="flat" cmpd="sng">
                    <a:solidFill>
                      <a:schemeClr val="tx1"/>
                    </a:solidFill>
                    <a:prstDash val="solid"/>
                    <a:round/>
                    <a:headEnd type="none" w="med" len="med"/>
                    <a:tailEnd type="none" w="med" len="med"/>
                  </a:ln>
                  <a:solidFill>
                    <a:schemeClr val="tx1"/>
                  </a:solidFill>
                  <a:latin typeface="华文中宋" panose="02010600040101010101" charset="-122"/>
                  <a:ea typeface="华文中宋" panose="02010600040101010101" charset="-122"/>
                </a:rPr>
                <a:t>与     成反比.</a:t>
              </a:r>
            </a:p>
          </p:txBody>
        </p:sp>
      </p:grpSp>
      <p:sp>
        <p:nvSpPr>
          <p:cNvPr id="6" name="文本框 5"/>
          <p:cNvSpPr txBox="1"/>
          <p:nvPr>
            <p:custDataLst>
              <p:tags r:id="rId1"/>
            </p:custDataLst>
          </p:nvPr>
        </p:nvSpPr>
        <p:spPr>
          <a:xfrm>
            <a:off x="107315" y="332736"/>
            <a:ext cx="5436235" cy="645160"/>
          </a:xfrm>
          <a:prstGeom prst="rect">
            <a:avLst/>
          </a:prstGeom>
          <a:noFill/>
        </p:spPr>
        <p:txBody>
          <a:bodyPr wrap="square" rtlCol="0" anchor="t">
            <a:spAutoFit/>
          </a:bodyPr>
          <a:lstStyle/>
          <a:p>
            <a:pPr algn="ctr"/>
            <a:r>
              <a:rPr lang="zh-CN" altLang="en-US" sz="36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sym typeface="+mn-ea"/>
              </a:rPr>
              <a:t>圆孔夫琅禾费衍射</a:t>
            </a:r>
            <a:endParaRPr lang="zh-CN" altLang="en-US" sz="3600"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Bottom)">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lide(fromBottom)">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slide(fromBottom)">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linds(horizontal)">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linds(horizontal)">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p:cNvSpPr>
          <p:nvPr>
            <p:ph type="title"/>
          </p:nvPr>
        </p:nvSpPr>
        <p:spPr>
          <a:xfrm>
            <a:off x="1036638" y="0"/>
            <a:ext cx="7772400" cy="152400"/>
          </a:xfrm>
        </p:spPr>
        <p:txBody>
          <a:bodyPr vert="horz" wrap="square" lIns="91440" tIns="45720" rIns="91440" bIns="45720" anchor="ctr" anchorCtr="0"/>
          <a:lstStyle/>
          <a:p>
            <a:r>
              <a:rPr lang="zh-CN" altLang="en-US" sz="700" dirty="0">
                <a:solidFill>
                  <a:schemeClr val="bg1"/>
                </a:solidFill>
              </a:rPr>
              <a:t>分辨本领</a:t>
            </a:r>
          </a:p>
        </p:txBody>
      </p:sp>
      <p:sp>
        <p:nvSpPr>
          <p:cNvPr id="46082" name="Rectangle 3" descr="羊皮纸"/>
          <p:cNvSpPr/>
          <p:nvPr/>
        </p:nvSpPr>
        <p:spPr>
          <a:xfrm>
            <a:off x="0" y="0"/>
            <a:ext cx="9144000" cy="625475"/>
          </a:xfrm>
          <a:prstGeom prst="rect">
            <a:avLst/>
          </a:prstGeom>
          <a:blipFill rotWithShape="0">
            <a:blip r:embed="rId42"/>
          </a:blipFill>
          <a:ln w="9525" cap="flat" cmpd="sng">
            <a:solidFill>
              <a:srgbClr val="FFFF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46083" name="Group 4"/>
          <p:cNvGrpSpPr/>
          <p:nvPr/>
        </p:nvGrpSpPr>
        <p:grpSpPr>
          <a:xfrm>
            <a:off x="0" y="6735763"/>
            <a:ext cx="9144000" cy="122237"/>
            <a:chOff x="0" y="4001"/>
            <a:chExt cx="5760" cy="319"/>
          </a:xfrm>
        </p:grpSpPr>
        <p:sp>
          <p:nvSpPr>
            <p:cNvPr id="46084" name="Rectangle 5" descr="羊皮纸"/>
            <p:cNvSpPr/>
            <p:nvPr/>
          </p:nvSpPr>
          <p:spPr>
            <a:xfrm>
              <a:off x="0" y="4008"/>
              <a:ext cx="5760" cy="312"/>
            </a:xfrm>
            <a:prstGeom prst="rect">
              <a:avLst/>
            </a:prstGeom>
            <a:blipFill rotWithShape="0">
              <a:blip r:embed="rId42"/>
            </a:blipFill>
            <a:ln w="9525" cap="flat" cmpd="sng">
              <a:solidFill>
                <a:srgbClr val="FFFFCC"/>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085" name="Line 6" descr="羊皮纸"/>
            <p:cNvSpPr/>
            <p:nvPr/>
          </p:nvSpPr>
          <p:spPr>
            <a:xfrm>
              <a:off x="0" y="4001"/>
              <a:ext cx="5760" cy="0"/>
            </a:xfrm>
            <a:prstGeom prst="line">
              <a:avLst/>
            </a:prstGeom>
            <a:ln w="9525" cap="flat" cmpd="sng">
              <a:solidFill>
                <a:srgbClr val="FF9900"/>
              </a:solidFill>
              <a:prstDash val="solid"/>
              <a:round/>
              <a:headEnd type="none" w="med" len="med"/>
              <a:tailEnd type="none" w="med" len="med"/>
            </a:ln>
          </p:spPr>
        </p:sp>
      </p:grpSp>
      <p:grpSp>
        <p:nvGrpSpPr>
          <p:cNvPr id="3" name="Group 7"/>
          <p:cNvGrpSpPr>
            <a:grpSpLocks noChangeAspect="1"/>
          </p:cNvGrpSpPr>
          <p:nvPr/>
        </p:nvGrpSpPr>
        <p:grpSpPr>
          <a:xfrm>
            <a:off x="7916863" y="292100"/>
            <a:ext cx="554037" cy="3714750"/>
            <a:chOff x="4987" y="797"/>
            <a:chExt cx="473" cy="2743"/>
          </a:xfrm>
        </p:grpSpPr>
        <p:grpSp>
          <p:nvGrpSpPr>
            <p:cNvPr id="46087" name="Group 8"/>
            <p:cNvGrpSpPr/>
            <p:nvPr/>
          </p:nvGrpSpPr>
          <p:grpSpPr>
            <a:xfrm>
              <a:off x="5066" y="797"/>
              <a:ext cx="394" cy="2186"/>
              <a:chOff x="5066" y="797"/>
              <a:chExt cx="394" cy="2186"/>
            </a:xfrm>
          </p:grpSpPr>
          <p:sp>
            <p:nvSpPr>
              <p:cNvPr id="46088" name="WordArt 9"/>
              <p:cNvSpPr>
                <a:spLocks noTextEdit="1"/>
              </p:cNvSpPr>
              <p:nvPr/>
            </p:nvSpPr>
            <p:spPr>
              <a:xfrm rot="5400000">
                <a:off x="4234" y="1716"/>
                <a:ext cx="2042" cy="320"/>
              </a:xfrm>
              <a:prstGeom prst="rect">
                <a:avLst/>
              </a:prstGeom>
            </p:spPr>
            <p:txBody>
              <a:bodyPr vert="eaVert" wrap="none" fromWordArt="1">
                <a:prstTxWarp prst="textPlain">
                  <a:avLst>
                    <a:gd name="adj" fmla="val 50000"/>
                  </a:avLst>
                </a:prstTxWarp>
                <a:normAutofit/>
              </a:bodyPr>
              <a:lstStyle/>
              <a:p>
                <a:pPr algn="ctr"/>
                <a:r>
                  <a:rPr lang="zh-CN" altLang="en-US" sz="18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怎样才能分辨为两个物点</a:t>
                </a:r>
              </a:p>
            </p:txBody>
          </p:sp>
          <p:sp>
            <p:nvSpPr>
              <p:cNvPr id="46089" name="Rectangle 10"/>
              <p:cNvSpPr/>
              <p:nvPr/>
            </p:nvSpPr>
            <p:spPr>
              <a:xfrm>
                <a:off x="5066" y="797"/>
                <a:ext cx="394" cy="2186"/>
              </a:xfrm>
              <a:prstGeom prst="rect">
                <a:avLst/>
              </a:prstGeom>
              <a:noFill/>
              <a:ln w="38100" cap="flat" cmpd="sng">
                <a:solidFill>
                  <a:srgbClr val="FF0000"/>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46090" name="AutoShape 11"/>
            <p:cNvSpPr/>
            <p:nvPr/>
          </p:nvSpPr>
          <p:spPr>
            <a:xfrm flipH="1" flipV="1">
              <a:off x="4987" y="2984"/>
              <a:ext cx="292" cy="556"/>
            </a:xfrm>
            <a:custGeom>
              <a:avLst/>
              <a:gdLst/>
              <a:ahLst/>
              <a:cxnLst>
                <a:cxn ang="17694720">
                  <a:pos x="0" y="0"/>
                </a:cxn>
                <a:cxn ang="5898240">
                  <a:pos x="0" y="0"/>
                </a:cxn>
                <a:cxn ang="5898240">
                  <a:pos x="0" y="0"/>
                </a:cxn>
                <a:cxn ang="0">
                  <a:pos x="0" y="0"/>
                </a:cxn>
              </a:cxnLst>
              <a:rect l="0" t="0" r="0" b="0"/>
              <a:pathLst>
                <a:path w="21600" h="21600">
                  <a:moveTo>
                    <a:pt x="21600" y="6079"/>
                  </a:moveTo>
                  <a:lnTo>
                    <a:pt x="12427" y="0"/>
                  </a:lnTo>
                  <a:lnTo>
                    <a:pt x="12427" y="4443"/>
                  </a:lnTo>
                  <a:cubicBezTo>
                    <a:pt x="5564" y="4443"/>
                    <a:pt x="0" y="7897"/>
                    <a:pt x="0" y="12158"/>
                  </a:cubicBezTo>
                  <a:lnTo>
                    <a:pt x="0" y="21600"/>
                  </a:lnTo>
                  <a:lnTo>
                    <a:pt x="3344" y="21600"/>
                  </a:lnTo>
                  <a:lnTo>
                    <a:pt x="3344" y="12158"/>
                  </a:lnTo>
                  <a:cubicBezTo>
                    <a:pt x="3344" y="9704"/>
                    <a:pt x="7411" y="7715"/>
                    <a:pt x="12427" y="7715"/>
                  </a:cubicBezTo>
                  <a:lnTo>
                    <a:pt x="12427" y="12158"/>
                  </a:lnTo>
                  <a:lnTo>
                    <a:pt x="21600" y="6079"/>
                  </a:lnTo>
                  <a:close/>
                </a:path>
              </a:pathLst>
            </a:custGeom>
            <a:gradFill rotWithShape="0">
              <a:gsLst>
                <a:gs pos="0">
                  <a:srgbClr val="A50021"/>
                </a:gs>
                <a:gs pos="100000">
                  <a:srgbClr val="FF0000"/>
                </a:gs>
              </a:gsLst>
              <a:lin ang="0" scaled="1"/>
              <a:tileRect/>
            </a:gradFill>
            <a:ln w="9525" cap="flat" cmpd="sng">
              <a:solidFill>
                <a:srgbClr val="FF0000"/>
              </a:solidFill>
              <a:prstDash val="solid"/>
              <a:miter/>
              <a:headEnd type="none" w="med" len="med"/>
              <a:tailEnd type="none" w="med" len="med"/>
            </a:ln>
          </p:spPr>
          <p:txBody>
            <a:bodyPr/>
            <a:lstStyle/>
            <a:p>
              <a:endParaRPr lang="zh-CN" altLang="en-US"/>
            </a:p>
          </p:txBody>
        </p:sp>
      </p:grpSp>
      <p:sp>
        <p:nvSpPr>
          <p:cNvPr id="53259" name="WordArt 13"/>
          <p:cNvSpPr>
            <a:spLocks noTextEdit="1"/>
          </p:cNvSpPr>
          <p:nvPr/>
        </p:nvSpPr>
        <p:spPr>
          <a:xfrm>
            <a:off x="365125" y="273050"/>
            <a:ext cx="3863975" cy="271463"/>
          </a:xfrm>
          <a:prstGeom prst="rect">
            <a:avLst/>
          </a:prstGeom>
        </p:spPr>
        <p:txBody>
          <a:bodyPr wrap="none" fromWordArt="1">
            <a:prstTxWarp prst="textPlain">
              <a:avLst>
                <a:gd name="adj" fmla="val 50000"/>
              </a:avLst>
            </a:prstTxWarp>
            <a:normAutofit fontScale="60000"/>
          </a:bodyPr>
          <a:lstStyle/>
          <a:p>
            <a:pPr algn="ctr" fontAlgn="base"/>
            <a:r>
              <a:rPr lang="zh-CN" altLang="en-US" sz="1800" strike="noStrike"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rPr>
              <a:t>光学仪器的分辨本领</a:t>
            </a:r>
            <a:endParaRPr lang="zh-CN" altLang="en-US" sz="1800" strike="noStrike"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endParaRPr>
          </a:p>
        </p:txBody>
      </p:sp>
      <p:sp>
        <p:nvSpPr>
          <p:cNvPr id="2" name="文本框 1"/>
          <p:cNvSpPr txBox="1"/>
          <p:nvPr/>
        </p:nvSpPr>
        <p:spPr>
          <a:xfrm>
            <a:off x="222250" y="695325"/>
            <a:ext cx="7694613" cy="706438"/>
          </a:xfrm>
          <a:prstGeom prst="rect">
            <a:avLst/>
          </a:prstGeom>
          <a:noFill/>
          <a:ln w="9525">
            <a:noFill/>
          </a:ln>
        </p:spPr>
        <p:txBody>
          <a:bodyPr wrap="square" anchor="t" anchorCtr="0">
            <a:spAutoFit/>
          </a:bodyPr>
          <a:lstStyle/>
          <a:p>
            <a:r>
              <a:rPr lang="en-US" altLang="zh-CN" sz="2000" b="1">
                <a:latin typeface="Times New Roman" panose="02020603050405020304" pitchFamily="18" charset="0"/>
                <a:ea typeface="宋体" panose="02010600030101010101" pitchFamily="2" charset="-122"/>
              </a:rPr>
              <a:t>        </a:t>
            </a:r>
            <a:r>
              <a:rPr lang="zh-CN" altLang="en-US" sz="2000" b="1">
                <a:latin typeface="Times New Roman" panose="02020603050405020304" pitchFamily="18" charset="0"/>
                <a:ea typeface="宋体" panose="02010600030101010101" pitchFamily="2" charset="-122"/>
              </a:rPr>
              <a:t>一个点光源（物点）经过透镜所成的像是以艾里斑为中心的一组衍射条纹</a:t>
            </a:r>
          </a:p>
        </p:txBody>
      </p:sp>
      <p:sp>
        <p:nvSpPr>
          <p:cNvPr id="4" name="文本框 3"/>
          <p:cNvSpPr txBox="1"/>
          <p:nvPr/>
        </p:nvSpPr>
        <p:spPr>
          <a:xfrm>
            <a:off x="808038" y="3686175"/>
            <a:ext cx="6577012" cy="552450"/>
          </a:xfrm>
          <a:prstGeom prst="rect">
            <a:avLst/>
          </a:prstGeom>
          <a:noFill/>
          <a:ln w="9525">
            <a:noFill/>
          </a:ln>
        </p:spPr>
        <p:txBody>
          <a:bodyPr wrap="square" anchor="t" anchorCtr="0">
            <a:spAutoFit/>
          </a:bodyPr>
          <a:lstStyle/>
          <a:p>
            <a:pPr>
              <a:lnSpc>
                <a:spcPct val="150000"/>
              </a:lnSpc>
            </a:pPr>
            <a:r>
              <a:rPr lang="zh-CN" altLang="en-US" sz="2000" b="1">
                <a:latin typeface="Times New Roman" panose="02020603050405020304" pitchFamily="18" charset="0"/>
                <a:ea typeface="宋体" panose="02010600030101010101" pitchFamily="2" charset="-122"/>
                <a:sym typeface="宋体" panose="02010600030101010101" pitchFamily="2" charset="-122"/>
              </a:rPr>
              <a:t>两个点光源（物点）经过透镜所成的像是两组衍射条纹</a:t>
            </a:r>
          </a:p>
        </p:txBody>
      </p:sp>
      <p:grpSp>
        <p:nvGrpSpPr>
          <p:cNvPr id="10" name="组合 9"/>
          <p:cNvGrpSpPr/>
          <p:nvPr/>
        </p:nvGrpSpPr>
        <p:grpSpPr>
          <a:xfrm>
            <a:off x="4530725" y="4359275"/>
            <a:ext cx="4464050" cy="2168525"/>
            <a:chOff x="7226" y="6585"/>
            <a:chExt cx="7030" cy="3417"/>
          </a:xfrm>
        </p:grpSpPr>
        <p:grpSp>
          <p:nvGrpSpPr>
            <p:cNvPr id="46095" name="Group 106"/>
            <p:cNvGrpSpPr>
              <a:grpSpLocks noChangeAspect="1"/>
            </p:cNvGrpSpPr>
            <p:nvPr/>
          </p:nvGrpSpPr>
          <p:grpSpPr>
            <a:xfrm>
              <a:off x="7226" y="6585"/>
              <a:ext cx="7031" cy="2117"/>
              <a:chOff x="453" y="2481"/>
              <a:chExt cx="4940" cy="1601"/>
            </a:xfrm>
          </p:grpSpPr>
          <p:sp>
            <p:nvSpPr>
              <p:cNvPr id="46096" name="Rectangle 107"/>
              <p:cNvSpPr/>
              <p:nvPr/>
            </p:nvSpPr>
            <p:spPr>
              <a:xfrm>
                <a:off x="2614" y="2489"/>
                <a:ext cx="1110" cy="1577"/>
              </a:xfrm>
              <a:prstGeom prst="rect">
                <a:avLst/>
              </a:prstGeom>
              <a:gradFill rotWithShape="0">
                <a:gsLst>
                  <a:gs pos="0">
                    <a:srgbClr val="99320D"/>
                  </a:gs>
                  <a:gs pos="100000">
                    <a:srgbClr val="000000"/>
                  </a:gs>
                </a:gsLst>
                <a:path path="shape">
                  <a:fillToRect l="50000" t="50000" r="50000" b="50000"/>
                </a:path>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097" name="Oval 108"/>
              <p:cNvSpPr/>
              <p:nvPr/>
            </p:nvSpPr>
            <p:spPr>
              <a:xfrm>
                <a:off x="2750" y="2788"/>
                <a:ext cx="839" cy="793"/>
              </a:xfrm>
              <a:prstGeom prst="ellipse">
                <a:avLst/>
              </a:prstGeom>
              <a:gradFill rotWithShape="0">
                <a:gsLst>
                  <a:gs pos="0">
                    <a:srgbClr val="B34D07"/>
                  </a:gs>
                  <a:gs pos="100000">
                    <a:srgbClr val="C05208"/>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098" name="Oval 109"/>
              <p:cNvSpPr/>
              <p:nvPr/>
            </p:nvSpPr>
            <p:spPr>
              <a:xfrm flipV="1">
                <a:off x="2754" y="2974"/>
                <a:ext cx="838" cy="791"/>
              </a:xfrm>
              <a:prstGeom prst="ellipse">
                <a:avLst/>
              </a:prstGeom>
              <a:gradFill rotWithShape="0">
                <a:gsLst>
                  <a:gs pos="0">
                    <a:srgbClr val="C05208"/>
                  </a:gs>
                  <a:gs pos="100000">
                    <a:srgbClr val="A64707"/>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099" name="Oval 110"/>
              <p:cNvSpPr/>
              <p:nvPr/>
            </p:nvSpPr>
            <p:spPr>
              <a:xfrm>
                <a:off x="2836" y="2863"/>
                <a:ext cx="648" cy="646"/>
              </a:xfrm>
              <a:prstGeom prst="ellipse">
                <a:avLst/>
              </a:prstGeom>
              <a:gradFill rotWithShape="0">
                <a:gsLst>
                  <a:gs pos="0">
                    <a:srgbClr val="000000"/>
                  </a:gs>
                  <a:gs pos="100000">
                    <a:srgbClr val="633609"/>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00" name="Oval 111"/>
              <p:cNvSpPr/>
              <p:nvPr/>
            </p:nvSpPr>
            <p:spPr>
              <a:xfrm>
                <a:off x="2844" y="3049"/>
                <a:ext cx="649" cy="645"/>
              </a:xfrm>
              <a:prstGeom prst="ellipse">
                <a:avLst/>
              </a:prstGeom>
              <a:gradFill rotWithShape="0">
                <a:gsLst>
                  <a:gs pos="0">
                    <a:srgbClr val="5A2E06"/>
                  </a:gs>
                  <a:gs pos="100000">
                    <a:srgbClr val="000000"/>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01" name="Oval 112"/>
              <p:cNvSpPr/>
              <p:nvPr/>
            </p:nvSpPr>
            <p:spPr>
              <a:xfrm>
                <a:off x="2900" y="2930"/>
                <a:ext cx="526" cy="520"/>
              </a:xfrm>
              <a:prstGeom prst="ellipse">
                <a:avLst/>
              </a:prstGeom>
              <a:solidFill>
                <a:srgbClr val="FF7555"/>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02" name="Oval 113"/>
              <p:cNvSpPr/>
              <p:nvPr/>
            </p:nvSpPr>
            <p:spPr>
              <a:xfrm>
                <a:off x="2907" y="3110"/>
                <a:ext cx="525" cy="521"/>
              </a:xfrm>
              <a:prstGeom prst="ellipse">
                <a:avLst/>
              </a:prstGeom>
              <a:solidFill>
                <a:srgbClr val="FF7555"/>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03" name="Freeform 114"/>
              <p:cNvSpPr/>
              <p:nvPr/>
            </p:nvSpPr>
            <p:spPr>
              <a:xfrm rot="5400000">
                <a:off x="4000" y="2672"/>
                <a:ext cx="507" cy="1006"/>
              </a:xfrm>
              <a:custGeom>
                <a:avLst/>
                <a:gdLst/>
                <a:ahLst/>
                <a:cxnLst>
                  <a:cxn ang="0">
                    <a:pos x="0" y="3"/>
                  </a:cxn>
                  <a:cxn ang="0">
                    <a:pos x="0" y="3"/>
                  </a:cxn>
                  <a:cxn ang="0">
                    <a:pos x="0" y="2"/>
                  </a:cxn>
                  <a:cxn ang="0">
                    <a:pos x="0" y="1"/>
                  </a:cxn>
                  <a:cxn ang="0">
                    <a:pos x="0" y="0"/>
                  </a:cxn>
                  <a:cxn ang="0">
                    <a:pos x="0" y="0"/>
                  </a:cxn>
                  <a:cxn ang="0">
                    <a:pos x="0" y="0"/>
                  </a:cxn>
                  <a:cxn ang="0">
                    <a:pos x="0" y="0"/>
                  </a:cxn>
                  <a:cxn ang="0">
                    <a:pos x="0" y="0"/>
                  </a:cxn>
                  <a:cxn ang="0">
                    <a:pos x="0" y="2"/>
                  </a:cxn>
                  <a:cxn ang="0">
                    <a:pos x="0" y="3"/>
                  </a:cxn>
                  <a:cxn ang="0">
                    <a:pos x="0" y="3"/>
                  </a:cxn>
                </a:cxnLst>
                <a:rect l="0" t="0" r="0" b="0"/>
                <a:pathLst>
                  <a:path w="1736" h="2023">
                    <a:moveTo>
                      <a:pt x="0" y="2007"/>
                    </a:moveTo>
                    <a:cubicBezTo>
                      <a:pt x="66" y="1986"/>
                      <a:pt x="133" y="1966"/>
                      <a:pt x="197" y="1881"/>
                    </a:cubicBezTo>
                    <a:cubicBezTo>
                      <a:pt x="261" y="1796"/>
                      <a:pt x="321" y="1715"/>
                      <a:pt x="386" y="1494"/>
                    </a:cubicBezTo>
                    <a:cubicBezTo>
                      <a:pt x="451" y="1273"/>
                      <a:pt x="537" y="778"/>
                      <a:pt x="584" y="555"/>
                    </a:cubicBezTo>
                    <a:cubicBezTo>
                      <a:pt x="631" y="332"/>
                      <a:pt x="640" y="241"/>
                      <a:pt x="670" y="153"/>
                    </a:cubicBezTo>
                    <a:cubicBezTo>
                      <a:pt x="700" y="65"/>
                      <a:pt x="733" y="50"/>
                      <a:pt x="765" y="26"/>
                    </a:cubicBezTo>
                    <a:cubicBezTo>
                      <a:pt x="797" y="2"/>
                      <a:pt x="827" y="0"/>
                      <a:pt x="860" y="10"/>
                    </a:cubicBezTo>
                    <a:cubicBezTo>
                      <a:pt x="893" y="20"/>
                      <a:pt x="931" y="40"/>
                      <a:pt x="962" y="89"/>
                    </a:cubicBezTo>
                    <a:cubicBezTo>
                      <a:pt x="993" y="138"/>
                      <a:pt x="985" y="67"/>
                      <a:pt x="1049" y="302"/>
                    </a:cubicBezTo>
                    <a:cubicBezTo>
                      <a:pt x="1113" y="537"/>
                      <a:pt x="1268" y="1238"/>
                      <a:pt x="1349" y="1502"/>
                    </a:cubicBezTo>
                    <a:cubicBezTo>
                      <a:pt x="1430" y="1766"/>
                      <a:pt x="1474" y="1801"/>
                      <a:pt x="1538" y="1888"/>
                    </a:cubicBezTo>
                    <a:cubicBezTo>
                      <a:pt x="1602" y="1975"/>
                      <a:pt x="1669" y="1999"/>
                      <a:pt x="1736" y="2023"/>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6104" name="Freeform 115"/>
              <p:cNvSpPr/>
              <p:nvPr/>
            </p:nvSpPr>
            <p:spPr>
              <a:xfrm rot="5400000">
                <a:off x="4000" y="2866"/>
                <a:ext cx="509" cy="1000"/>
              </a:xfrm>
              <a:custGeom>
                <a:avLst/>
                <a:gdLst/>
                <a:ahLst/>
                <a:cxnLst>
                  <a:cxn ang="0">
                    <a:pos x="0" y="3"/>
                  </a:cxn>
                  <a:cxn ang="0">
                    <a:pos x="0" y="3"/>
                  </a:cxn>
                  <a:cxn ang="0">
                    <a:pos x="0" y="2"/>
                  </a:cxn>
                  <a:cxn ang="0">
                    <a:pos x="0" y="1"/>
                  </a:cxn>
                  <a:cxn ang="0">
                    <a:pos x="0" y="0"/>
                  </a:cxn>
                  <a:cxn ang="0">
                    <a:pos x="0" y="0"/>
                  </a:cxn>
                  <a:cxn ang="0">
                    <a:pos x="0" y="0"/>
                  </a:cxn>
                  <a:cxn ang="0">
                    <a:pos x="0" y="0"/>
                  </a:cxn>
                  <a:cxn ang="0">
                    <a:pos x="0" y="0"/>
                  </a:cxn>
                  <a:cxn ang="0">
                    <a:pos x="0" y="2"/>
                  </a:cxn>
                  <a:cxn ang="0">
                    <a:pos x="0" y="3"/>
                  </a:cxn>
                  <a:cxn ang="0">
                    <a:pos x="0" y="3"/>
                  </a:cxn>
                </a:cxnLst>
                <a:rect l="0" t="0" r="0" b="0"/>
                <a:pathLst>
                  <a:path w="1736" h="2023">
                    <a:moveTo>
                      <a:pt x="0" y="2007"/>
                    </a:moveTo>
                    <a:cubicBezTo>
                      <a:pt x="66" y="1986"/>
                      <a:pt x="133" y="1966"/>
                      <a:pt x="197" y="1881"/>
                    </a:cubicBezTo>
                    <a:cubicBezTo>
                      <a:pt x="261" y="1796"/>
                      <a:pt x="321" y="1715"/>
                      <a:pt x="386" y="1494"/>
                    </a:cubicBezTo>
                    <a:cubicBezTo>
                      <a:pt x="451" y="1273"/>
                      <a:pt x="537" y="778"/>
                      <a:pt x="584" y="555"/>
                    </a:cubicBezTo>
                    <a:cubicBezTo>
                      <a:pt x="631" y="332"/>
                      <a:pt x="640" y="241"/>
                      <a:pt x="670" y="153"/>
                    </a:cubicBezTo>
                    <a:cubicBezTo>
                      <a:pt x="700" y="65"/>
                      <a:pt x="733" y="50"/>
                      <a:pt x="765" y="26"/>
                    </a:cubicBezTo>
                    <a:cubicBezTo>
                      <a:pt x="797" y="2"/>
                      <a:pt x="827" y="0"/>
                      <a:pt x="860" y="10"/>
                    </a:cubicBezTo>
                    <a:cubicBezTo>
                      <a:pt x="893" y="20"/>
                      <a:pt x="931" y="40"/>
                      <a:pt x="962" y="89"/>
                    </a:cubicBezTo>
                    <a:cubicBezTo>
                      <a:pt x="993" y="138"/>
                      <a:pt x="985" y="67"/>
                      <a:pt x="1049" y="302"/>
                    </a:cubicBezTo>
                    <a:cubicBezTo>
                      <a:pt x="1113" y="537"/>
                      <a:pt x="1268" y="1238"/>
                      <a:pt x="1349" y="1502"/>
                    </a:cubicBezTo>
                    <a:cubicBezTo>
                      <a:pt x="1430" y="1766"/>
                      <a:pt x="1474" y="1801"/>
                      <a:pt x="1538" y="1888"/>
                    </a:cubicBezTo>
                    <a:cubicBezTo>
                      <a:pt x="1602" y="1975"/>
                      <a:pt x="1669" y="1999"/>
                      <a:pt x="1736" y="2023"/>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6105" name="Arc 116"/>
              <p:cNvSpPr/>
              <p:nvPr/>
            </p:nvSpPr>
            <p:spPr>
              <a:xfrm>
                <a:off x="3815" y="2836"/>
                <a:ext cx="416" cy="178"/>
              </a:xfrm>
              <a:custGeom>
                <a:avLst/>
                <a:gdLst/>
                <a:ahLst/>
                <a:cxnLst>
                  <a:cxn ang="0">
                    <a:pos x="0" y="0"/>
                  </a:cxn>
                  <a:cxn ang="0">
                    <a:pos x="0" y="0"/>
                  </a:cxn>
                  <a:cxn ang="0">
                    <a:pos x="0" y="0"/>
                  </a:cxn>
                </a:cxnLst>
                <a:rect l="0" t="0" r="0" b="0"/>
                <a:pathLst>
                  <a:path w="19383" h="20535" fill="none">
                    <a:moveTo>
                      <a:pt x="12683" y="20534"/>
                    </a:moveTo>
                    <a:cubicBezTo>
                      <a:pt x="7144" y="18727"/>
                      <a:pt x="2570" y="14759"/>
                      <a:pt x="-1" y="9531"/>
                    </a:cubicBezTo>
                  </a:path>
                  <a:path w="19383" h="20535" stroke="0">
                    <a:moveTo>
                      <a:pt x="12683" y="20534"/>
                    </a:moveTo>
                    <a:cubicBezTo>
                      <a:pt x="7144" y="18727"/>
                      <a:pt x="2570" y="14759"/>
                      <a:pt x="-1" y="9531"/>
                    </a:cubicBezTo>
                    <a:lnTo>
                      <a:pt x="19383" y="0"/>
                    </a:lnTo>
                    <a:lnTo>
                      <a:pt x="12683" y="20534"/>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06" name="Freeform 117"/>
              <p:cNvSpPr/>
              <p:nvPr/>
            </p:nvSpPr>
            <p:spPr>
              <a:xfrm>
                <a:off x="4050" y="3012"/>
                <a:ext cx="709" cy="97"/>
              </a:xfrm>
              <a:custGeom>
                <a:avLst/>
                <a:gdLst/>
                <a:ahLst/>
                <a:cxnLst>
                  <a:cxn ang="0">
                    <a:pos x="0" y="0"/>
                  </a:cxn>
                  <a:cxn ang="0">
                    <a:pos x="29" y="3"/>
                  </a:cxn>
                  <a:cxn ang="0">
                    <a:pos x="49" y="5"/>
                  </a:cxn>
                  <a:cxn ang="0">
                    <a:pos x="57" y="7"/>
                  </a:cxn>
                  <a:cxn ang="0">
                    <a:pos x="61" y="7"/>
                  </a:cxn>
                </a:cxnLst>
                <a:rect l="0" t="0" r="0" b="0"/>
                <a:pathLst>
                  <a:path w="962" h="134">
                    <a:moveTo>
                      <a:pt x="0" y="0"/>
                    </a:moveTo>
                    <a:cubicBezTo>
                      <a:pt x="160" y="19"/>
                      <a:pt x="321" y="39"/>
                      <a:pt x="449" y="55"/>
                    </a:cubicBezTo>
                    <a:cubicBezTo>
                      <a:pt x="577" y="71"/>
                      <a:pt x="691" y="85"/>
                      <a:pt x="765" y="94"/>
                    </a:cubicBezTo>
                    <a:cubicBezTo>
                      <a:pt x="839" y="103"/>
                      <a:pt x="858" y="103"/>
                      <a:pt x="891" y="110"/>
                    </a:cubicBezTo>
                    <a:cubicBezTo>
                      <a:pt x="924" y="117"/>
                      <a:pt x="943" y="125"/>
                      <a:pt x="962" y="134"/>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07" name="Freeform 118"/>
              <p:cNvSpPr/>
              <p:nvPr/>
            </p:nvSpPr>
            <p:spPr>
              <a:xfrm rot="-69678" flipV="1">
                <a:off x="4085" y="3457"/>
                <a:ext cx="709" cy="97"/>
              </a:xfrm>
              <a:custGeom>
                <a:avLst/>
                <a:gdLst/>
                <a:ahLst/>
                <a:cxnLst>
                  <a:cxn ang="0">
                    <a:pos x="0" y="0"/>
                  </a:cxn>
                  <a:cxn ang="0">
                    <a:pos x="29" y="3"/>
                  </a:cxn>
                  <a:cxn ang="0">
                    <a:pos x="49" y="5"/>
                  </a:cxn>
                  <a:cxn ang="0">
                    <a:pos x="57" y="7"/>
                  </a:cxn>
                  <a:cxn ang="0">
                    <a:pos x="61" y="7"/>
                  </a:cxn>
                </a:cxnLst>
                <a:rect l="0" t="0" r="0" b="0"/>
                <a:pathLst>
                  <a:path w="962" h="134">
                    <a:moveTo>
                      <a:pt x="0" y="0"/>
                    </a:moveTo>
                    <a:cubicBezTo>
                      <a:pt x="160" y="19"/>
                      <a:pt x="321" y="39"/>
                      <a:pt x="449" y="55"/>
                    </a:cubicBezTo>
                    <a:cubicBezTo>
                      <a:pt x="577" y="71"/>
                      <a:pt x="691" y="85"/>
                      <a:pt x="765" y="94"/>
                    </a:cubicBezTo>
                    <a:cubicBezTo>
                      <a:pt x="839" y="103"/>
                      <a:pt x="858" y="103"/>
                      <a:pt x="891" y="110"/>
                    </a:cubicBezTo>
                    <a:cubicBezTo>
                      <a:pt x="924" y="117"/>
                      <a:pt x="943" y="125"/>
                      <a:pt x="962" y="134"/>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08" name="Arc 119"/>
              <p:cNvSpPr/>
              <p:nvPr/>
            </p:nvSpPr>
            <p:spPr>
              <a:xfrm flipV="1">
                <a:off x="3820" y="3557"/>
                <a:ext cx="415" cy="189"/>
              </a:xfrm>
              <a:custGeom>
                <a:avLst/>
                <a:gdLst/>
                <a:ahLst/>
                <a:cxnLst>
                  <a:cxn ang="0">
                    <a:pos x="0" y="0"/>
                  </a:cxn>
                  <a:cxn ang="0">
                    <a:pos x="0" y="0"/>
                  </a:cxn>
                  <a:cxn ang="0">
                    <a:pos x="0" y="0"/>
                  </a:cxn>
                </a:cxnLst>
                <a:rect l="0" t="0" r="0" b="0"/>
                <a:pathLst>
                  <a:path w="19383" h="20535" fill="none">
                    <a:moveTo>
                      <a:pt x="12683" y="20534"/>
                    </a:moveTo>
                    <a:cubicBezTo>
                      <a:pt x="7144" y="18727"/>
                      <a:pt x="2570" y="14759"/>
                      <a:pt x="-1" y="9531"/>
                    </a:cubicBezTo>
                  </a:path>
                  <a:path w="19383" h="20535" stroke="0">
                    <a:moveTo>
                      <a:pt x="12683" y="20534"/>
                    </a:moveTo>
                    <a:cubicBezTo>
                      <a:pt x="7144" y="18727"/>
                      <a:pt x="2570" y="14759"/>
                      <a:pt x="-1" y="9531"/>
                    </a:cubicBezTo>
                    <a:lnTo>
                      <a:pt x="19383" y="0"/>
                    </a:lnTo>
                    <a:lnTo>
                      <a:pt x="12683" y="20534"/>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grpSp>
            <p:nvGrpSpPr>
              <p:cNvPr id="46109" name="Group 120"/>
              <p:cNvGrpSpPr/>
              <p:nvPr/>
            </p:nvGrpSpPr>
            <p:grpSpPr>
              <a:xfrm>
                <a:off x="1449" y="2547"/>
                <a:ext cx="218" cy="1451"/>
                <a:chOff x="1281" y="622"/>
                <a:chExt cx="232" cy="1537"/>
              </a:xfrm>
            </p:grpSpPr>
            <p:sp>
              <p:nvSpPr>
                <p:cNvPr id="46110" name="Rectangle 121"/>
                <p:cNvSpPr/>
                <p:nvPr/>
              </p:nvSpPr>
              <p:spPr>
                <a:xfrm>
                  <a:off x="1305" y="1965"/>
                  <a:ext cx="189" cy="194"/>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11" name="Rectangle 122"/>
                <p:cNvSpPr/>
                <p:nvPr/>
              </p:nvSpPr>
              <p:spPr>
                <a:xfrm>
                  <a:off x="1290" y="622"/>
                  <a:ext cx="189" cy="194"/>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12" name="Arc 123"/>
                <p:cNvSpPr/>
                <p:nvPr/>
              </p:nvSpPr>
              <p:spPr>
                <a:xfrm rot="5386920">
                  <a:off x="748" y="1342"/>
                  <a:ext cx="1404" cy="126"/>
                </a:xfrm>
                <a:custGeom>
                  <a:avLst/>
                  <a:gdLst/>
                  <a:ahLst/>
                  <a:cxnLst>
                    <a:cxn ang="0">
                      <a:pos x="0" y="0"/>
                    </a:cxn>
                    <a:cxn ang="0">
                      <a:pos x="0" y="0"/>
                    </a:cxn>
                    <a:cxn ang="0">
                      <a:pos x="0" y="0"/>
                    </a:cxn>
                  </a:cxnLst>
                  <a:rect l="0" t="0" r="0" b="0"/>
                  <a:pathLst>
                    <a:path w="40634" h="21600" fill="none">
                      <a:moveTo>
                        <a:pt x="-1" y="14300"/>
                      </a:moveTo>
                      <a:cubicBezTo>
                        <a:pt x="3079" y="5721"/>
                        <a:pt x="11213" y="-1"/>
                        <a:pt x="20329" y="0"/>
                      </a:cubicBezTo>
                      <a:cubicBezTo>
                        <a:pt x="29418" y="0"/>
                        <a:pt x="37534" y="5689"/>
                        <a:pt x="40634" y="14233"/>
                      </a:cubicBezTo>
                    </a:path>
                    <a:path w="40634" h="21600" stroke="0">
                      <a:moveTo>
                        <a:pt x="-1" y="14300"/>
                      </a:moveTo>
                      <a:cubicBezTo>
                        <a:pt x="3079" y="5721"/>
                        <a:pt x="11213" y="-1"/>
                        <a:pt x="20329" y="0"/>
                      </a:cubicBezTo>
                      <a:cubicBezTo>
                        <a:pt x="29418" y="0"/>
                        <a:pt x="37534" y="5689"/>
                        <a:pt x="40634" y="14233"/>
                      </a:cubicBezTo>
                      <a:lnTo>
                        <a:pt x="20329" y="21600"/>
                      </a:lnTo>
                      <a:lnTo>
                        <a:pt x="-1" y="14300"/>
                      </a:lnTo>
                      <a:close/>
                    </a:path>
                  </a:pathLst>
                </a:custGeom>
                <a:gradFill rotWithShape="0">
                  <a:gsLst>
                    <a:gs pos="0">
                      <a:srgbClr val="66FFFF"/>
                    </a:gs>
                    <a:gs pos="100000">
                      <a:srgbClr val="44AAAA"/>
                    </a:gs>
                  </a:gsLst>
                  <a:lin ang="5400000" scaled="1"/>
                  <a:tileRect/>
                </a:gradFill>
                <a:ln w="12700">
                  <a:noFill/>
                </a:ln>
              </p:spPr>
              <p:txBody>
                <a:bodyPr/>
                <a:lstStyle/>
                <a:p>
                  <a:endParaRPr lang="zh-CN" altLang="en-US"/>
                </a:p>
              </p:txBody>
            </p:sp>
            <p:sp>
              <p:nvSpPr>
                <p:cNvPr id="46113" name="Arc 124"/>
                <p:cNvSpPr/>
                <p:nvPr/>
              </p:nvSpPr>
              <p:spPr>
                <a:xfrm rot="5386920" flipV="1">
                  <a:off x="624" y="1330"/>
                  <a:ext cx="1393" cy="118"/>
                </a:xfrm>
                <a:custGeom>
                  <a:avLst/>
                  <a:gdLst/>
                  <a:ahLst/>
                  <a:cxnLst>
                    <a:cxn ang="0">
                      <a:pos x="0" y="0"/>
                    </a:cxn>
                    <a:cxn ang="0">
                      <a:pos x="0" y="0"/>
                    </a:cxn>
                    <a:cxn ang="0">
                      <a:pos x="0" y="0"/>
                    </a:cxn>
                  </a:cxnLst>
                  <a:rect l="0" t="0" r="0" b="0"/>
                  <a:pathLst>
                    <a:path w="40187" h="21600" fill="none">
                      <a:moveTo>
                        <a:pt x="-1" y="13158"/>
                      </a:moveTo>
                      <a:cubicBezTo>
                        <a:pt x="3386" y="5180"/>
                        <a:pt x="11214" y="-1"/>
                        <a:pt x="19882" y="0"/>
                      </a:cubicBezTo>
                      <a:cubicBezTo>
                        <a:pt x="28971" y="0"/>
                        <a:pt x="37087" y="5689"/>
                        <a:pt x="40187" y="14233"/>
                      </a:cubicBezTo>
                    </a:path>
                    <a:path w="40187" h="21600" stroke="0">
                      <a:moveTo>
                        <a:pt x="-1" y="13158"/>
                      </a:moveTo>
                      <a:cubicBezTo>
                        <a:pt x="3386" y="5180"/>
                        <a:pt x="11214" y="-1"/>
                        <a:pt x="19882" y="0"/>
                      </a:cubicBezTo>
                      <a:cubicBezTo>
                        <a:pt x="28971" y="0"/>
                        <a:pt x="37087" y="5689"/>
                        <a:pt x="40187" y="14233"/>
                      </a:cubicBezTo>
                      <a:lnTo>
                        <a:pt x="19882" y="21600"/>
                      </a:lnTo>
                      <a:lnTo>
                        <a:pt x="-1" y="13158"/>
                      </a:lnTo>
                      <a:close/>
                    </a:path>
                  </a:pathLst>
                </a:custGeom>
                <a:gradFill rotWithShape="0">
                  <a:gsLst>
                    <a:gs pos="0">
                      <a:srgbClr val="66FFFF"/>
                    </a:gs>
                    <a:gs pos="100000">
                      <a:srgbClr val="47B2B2"/>
                    </a:gs>
                  </a:gsLst>
                  <a:lin ang="5400000" scaled="1"/>
                  <a:tileRect/>
                </a:gradFill>
                <a:ln w="12700">
                  <a:noFill/>
                </a:ln>
              </p:spPr>
              <p:txBody>
                <a:bodyPr/>
                <a:lstStyle/>
                <a:p>
                  <a:endParaRPr lang="zh-CN" altLang="en-US"/>
                </a:p>
              </p:txBody>
            </p:sp>
            <p:sp>
              <p:nvSpPr>
                <p:cNvPr id="46114" name="Rectangle 125"/>
                <p:cNvSpPr/>
                <p:nvPr/>
              </p:nvSpPr>
              <p:spPr>
                <a:xfrm rot="5386920">
                  <a:off x="683" y="1344"/>
                  <a:ext cx="1390" cy="73"/>
                </a:xfrm>
                <a:prstGeom prst="rect">
                  <a:avLst/>
                </a:prstGeom>
                <a:gradFill rotWithShape="0">
                  <a:gsLst>
                    <a:gs pos="0">
                      <a:srgbClr val="52CCCC"/>
                    </a:gs>
                    <a:gs pos="50000">
                      <a:srgbClr val="66FFFF"/>
                    </a:gs>
                    <a:gs pos="100000">
                      <a:srgbClr val="52CCCC"/>
                    </a:gs>
                  </a:gsLst>
                  <a:lin ang="5400000" scaled="1"/>
                  <a:tileRect/>
                </a:gradFill>
                <a:ln w="9525"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15" name="Line 126"/>
                <p:cNvSpPr/>
                <p:nvPr/>
              </p:nvSpPr>
              <p:spPr>
                <a:xfrm rot="68555">
                  <a:off x="1360" y="709"/>
                  <a:ext cx="79" cy="1"/>
                </a:xfrm>
                <a:prstGeom prst="line">
                  <a:avLst/>
                </a:prstGeom>
                <a:ln w="28575" cap="flat" cmpd="sng">
                  <a:solidFill>
                    <a:schemeClr val="tx1"/>
                  </a:solidFill>
                  <a:prstDash val="solid"/>
                  <a:round/>
                  <a:headEnd type="none" w="med" len="med"/>
                  <a:tailEnd type="none" w="med" len="med"/>
                </a:ln>
              </p:spPr>
            </p:sp>
            <p:sp>
              <p:nvSpPr>
                <p:cNvPr id="46116" name="Line 127"/>
                <p:cNvSpPr/>
                <p:nvPr/>
              </p:nvSpPr>
              <p:spPr>
                <a:xfrm rot="68555" flipV="1">
                  <a:off x="1352" y="2089"/>
                  <a:ext cx="80" cy="1"/>
                </a:xfrm>
                <a:prstGeom prst="line">
                  <a:avLst/>
                </a:prstGeom>
                <a:ln w="28575" cap="flat" cmpd="sng">
                  <a:solidFill>
                    <a:schemeClr val="tx1"/>
                  </a:solidFill>
                  <a:prstDash val="solid"/>
                  <a:round/>
                  <a:headEnd type="none" w="med" len="med"/>
                  <a:tailEnd type="none" w="med" len="med"/>
                </a:ln>
              </p:spPr>
            </p:sp>
            <p:sp>
              <p:nvSpPr>
                <p:cNvPr id="46117" name="Arc 128"/>
                <p:cNvSpPr/>
                <p:nvPr/>
              </p:nvSpPr>
              <p:spPr>
                <a:xfrm rot="5386920">
                  <a:off x="752" y="1338"/>
                  <a:ext cx="1392" cy="122"/>
                </a:xfrm>
                <a:custGeom>
                  <a:avLst/>
                  <a:gdLst/>
                  <a:ahLst/>
                  <a:cxnLst>
                    <a:cxn ang="0">
                      <a:pos x="0" y="0"/>
                    </a:cxn>
                    <a:cxn ang="0">
                      <a:pos x="0" y="0"/>
                    </a:cxn>
                    <a:cxn ang="0">
                      <a:pos x="0" y="0"/>
                    </a:cxn>
                  </a:cxnLst>
                  <a:rect l="0" t="0" r="0" b="0"/>
                  <a:pathLst>
                    <a:path w="40634" h="21600" fill="none">
                      <a:moveTo>
                        <a:pt x="-1" y="14300"/>
                      </a:moveTo>
                      <a:cubicBezTo>
                        <a:pt x="3079" y="5721"/>
                        <a:pt x="11213" y="-1"/>
                        <a:pt x="20329" y="0"/>
                      </a:cubicBezTo>
                      <a:cubicBezTo>
                        <a:pt x="29418" y="0"/>
                        <a:pt x="37534" y="5689"/>
                        <a:pt x="40634" y="14233"/>
                      </a:cubicBezTo>
                    </a:path>
                    <a:path w="40634" h="21600" stroke="0">
                      <a:moveTo>
                        <a:pt x="-1" y="14300"/>
                      </a:moveTo>
                      <a:cubicBezTo>
                        <a:pt x="3079" y="5721"/>
                        <a:pt x="11213" y="-1"/>
                        <a:pt x="20329" y="0"/>
                      </a:cubicBezTo>
                      <a:cubicBezTo>
                        <a:pt x="29418" y="0"/>
                        <a:pt x="37534" y="5689"/>
                        <a:pt x="40634" y="14233"/>
                      </a:cubicBezTo>
                      <a:lnTo>
                        <a:pt x="20329" y="21600"/>
                      </a:lnTo>
                      <a:lnTo>
                        <a:pt x="-1" y="14300"/>
                      </a:lnTo>
                      <a:close/>
                    </a:path>
                  </a:pathLst>
                </a:custGeom>
                <a:noFill/>
                <a:ln w="28575" cap="flat" cmpd="sng">
                  <a:solidFill>
                    <a:schemeClr val="tx2"/>
                  </a:solidFill>
                  <a:prstDash val="solid"/>
                  <a:round/>
                  <a:headEnd type="none" w="med" len="med"/>
                  <a:tailEnd type="none" w="med" len="med"/>
                </a:ln>
              </p:spPr>
              <p:txBody>
                <a:bodyPr/>
                <a:lstStyle/>
                <a:p>
                  <a:endParaRPr lang="zh-CN" altLang="en-US"/>
                </a:p>
              </p:txBody>
            </p:sp>
            <p:sp>
              <p:nvSpPr>
                <p:cNvPr id="46118" name="Arc 129"/>
                <p:cNvSpPr/>
                <p:nvPr/>
              </p:nvSpPr>
              <p:spPr>
                <a:xfrm rot="5386920" flipV="1">
                  <a:off x="630" y="1320"/>
                  <a:ext cx="1390" cy="115"/>
                </a:xfrm>
                <a:custGeom>
                  <a:avLst/>
                  <a:gdLst/>
                  <a:ahLst/>
                  <a:cxnLst>
                    <a:cxn ang="0">
                      <a:pos x="0" y="0"/>
                    </a:cxn>
                    <a:cxn ang="0">
                      <a:pos x="0" y="0"/>
                    </a:cxn>
                    <a:cxn ang="0">
                      <a:pos x="0" y="0"/>
                    </a:cxn>
                  </a:cxnLst>
                  <a:rect l="0" t="0" r="0" b="0"/>
                  <a:pathLst>
                    <a:path w="40187" h="21600" fill="none">
                      <a:moveTo>
                        <a:pt x="-1" y="13158"/>
                      </a:moveTo>
                      <a:cubicBezTo>
                        <a:pt x="3386" y="5180"/>
                        <a:pt x="11214" y="-1"/>
                        <a:pt x="19882" y="0"/>
                      </a:cubicBezTo>
                      <a:cubicBezTo>
                        <a:pt x="28971" y="0"/>
                        <a:pt x="37087" y="5689"/>
                        <a:pt x="40187" y="14233"/>
                      </a:cubicBezTo>
                    </a:path>
                    <a:path w="40187" h="21600" stroke="0">
                      <a:moveTo>
                        <a:pt x="-1" y="13158"/>
                      </a:moveTo>
                      <a:cubicBezTo>
                        <a:pt x="3386" y="5180"/>
                        <a:pt x="11214" y="-1"/>
                        <a:pt x="19882" y="0"/>
                      </a:cubicBezTo>
                      <a:cubicBezTo>
                        <a:pt x="28971" y="0"/>
                        <a:pt x="37087" y="5689"/>
                        <a:pt x="40187" y="14233"/>
                      </a:cubicBezTo>
                      <a:lnTo>
                        <a:pt x="19882" y="21600"/>
                      </a:lnTo>
                      <a:lnTo>
                        <a:pt x="-1" y="13158"/>
                      </a:lnTo>
                      <a:close/>
                    </a:path>
                  </a:pathLst>
                </a:custGeom>
                <a:noFill/>
                <a:ln w="28575" cap="flat" cmpd="sng">
                  <a:solidFill>
                    <a:schemeClr val="tx2"/>
                  </a:solidFill>
                  <a:prstDash val="solid"/>
                  <a:round/>
                  <a:headEnd type="none" w="med" len="med"/>
                  <a:tailEnd type="none" w="med" len="med"/>
                </a:ln>
              </p:spPr>
              <p:txBody>
                <a:bodyPr/>
                <a:lstStyle/>
                <a:p>
                  <a:endParaRPr lang="zh-CN" altLang="en-US"/>
                </a:p>
              </p:txBody>
            </p:sp>
          </p:grpSp>
          <p:sp>
            <p:nvSpPr>
              <p:cNvPr id="46119" name="Freeform 130"/>
              <p:cNvSpPr/>
              <p:nvPr/>
            </p:nvSpPr>
            <p:spPr>
              <a:xfrm>
                <a:off x="3777" y="2693"/>
                <a:ext cx="32" cy="243"/>
              </a:xfrm>
              <a:custGeom>
                <a:avLst/>
                <a:gdLst/>
                <a:ahLst/>
                <a:cxnLst>
                  <a:cxn ang="0">
                    <a:pos x="2" y="0"/>
                  </a:cxn>
                  <a:cxn ang="0">
                    <a:pos x="6" y="30"/>
                  </a:cxn>
                  <a:cxn ang="0">
                    <a:pos x="2" y="47"/>
                  </a:cxn>
                  <a:cxn ang="0">
                    <a:pos x="0" y="56"/>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6120" name="Freeform 131"/>
              <p:cNvSpPr/>
              <p:nvPr/>
            </p:nvSpPr>
            <p:spPr>
              <a:xfrm flipV="1">
                <a:off x="3778" y="3647"/>
                <a:ext cx="31" cy="242"/>
              </a:xfrm>
              <a:custGeom>
                <a:avLst/>
                <a:gdLst/>
                <a:ahLst/>
                <a:cxnLst>
                  <a:cxn ang="0">
                    <a:pos x="2" y="0"/>
                  </a:cxn>
                  <a:cxn ang="0">
                    <a:pos x="5" y="29"/>
                  </a:cxn>
                  <a:cxn ang="0">
                    <a:pos x="2" y="45"/>
                  </a:cxn>
                  <a:cxn ang="0">
                    <a:pos x="0" y="54"/>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6121" name="Freeform 132"/>
              <p:cNvSpPr/>
              <p:nvPr/>
            </p:nvSpPr>
            <p:spPr>
              <a:xfrm>
                <a:off x="3777" y="3431"/>
                <a:ext cx="32" cy="243"/>
              </a:xfrm>
              <a:custGeom>
                <a:avLst/>
                <a:gdLst/>
                <a:ahLst/>
                <a:cxnLst>
                  <a:cxn ang="0">
                    <a:pos x="2" y="0"/>
                  </a:cxn>
                  <a:cxn ang="0">
                    <a:pos x="6" y="30"/>
                  </a:cxn>
                  <a:cxn ang="0">
                    <a:pos x="2" y="47"/>
                  </a:cxn>
                  <a:cxn ang="0">
                    <a:pos x="0" y="56"/>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6122" name="Freeform 133"/>
              <p:cNvSpPr/>
              <p:nvPr/>
            </p:nvSpPr>
            <p:spPr>
              <a:xfrm flipV="1">
                <a:off x="3782" y="2890"/>
                <a:ext cx="32" cy="243"/>
              </a:xfrm>
              <a:custGeom>
                <a:avLst/>
                <a:gdLst/>
                <a:ahLst/>
                <a:cxnLst>
                  <a:cxn ang="0">
                    <a:pos x="2" y="0"/>
                  </a:cxn>
                  <a:cxn ang="0">
                    <a:pos x="6" y="30"/>
                  </a:cxn>
                  <a:cxn ang="0">
                    <a:pos x="2" y="47"/>
                  </a:cxn>
                  <a:cxn ang="0">
                    <a:pos x="0" y="56"/>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6123" name="Freeform 134"/>
              <p:cNvSpPr/>
              <p:nvPr/>
            </p:nvSpPr>
            <p:spPr>
              <a:xfrm>
                <a:off x="3790" y="2611"/>
                <a:ext cx="39" cy="321"/>
              </a:xfrm>
              <a:custGeom>
                <a:avLst/>
                <a:gdLst/>
                <a:ahLst/>
                <a:cxnLst>
                  <a:cxn ang="0">
                    <a:pos x="0" y="0"/>
                  </a:cxn>
                  <a:cxn ang="0">
                    <a:pos x="2" y="22"/>
                  </a:cxn>
                  <a:cxn ang="0">
                    <a:pos x="7" y="46"/>
                  </a:cxn>
                  <a:cxn ang="0">
                    <a:pos x="2" y="63"/>
                  </a:cxn>
                  <a:cxn ang="0">
                    <a:pos x="8" y="72"/>
                  </a:cxn>
                </a:cxnLst>
                <a:rect l="0" t="0" r="0" b="0"/>
                <a:pathLst>
                  <a:path w="47" h="387">
                    <a:moveTo>
                      <a:pt x="0" y="0"/>
                    </a:moveTo>
                    <a:cubicBezTo>
                      <a:pt x="0" y="38"/>
                      <a:pt x="1" y="77"/>
                      <a:pt x="7" y="119"/>
                    </a:cubicBezTo>
                    <a:cubicBezTo>
                      <a:pt x="13" y="161"/>
                      <a:pt x="39" y="216"/>
                      <a:pt x="39" y="253"/>
                    </a:cubicBezTo>
                    <a:cubicBezTo>
                      <a:pt x="39" y="290"/>
                      <a:pt x="6" y="318"/>
                      <a:pt x="7" y="340"/>
                    </a:cubicBezTo>
                    <a:cubicBezTo>
                      <a:pt x="8" y="362"/>
                      <a:pt x="27" y="374"/>
                      <a:pt x="47" y="387"/>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24" name="Freeform 135"/>
              <p:cNvSpPr/>
              <p:nvPr/>
            </p:nvSpPr>
            <p:spPr>
              <a:xfrm flipV="1">
                <a:off x="3800" y="3647"/>
                <a:ext cx="40" cy="322"/>
              </a:xfrm>
              <a:custGeom>
                <a:avLst/>
                <a:gdLst/>
                <a:ahLst/>
                <a:cxnLst>
                  <a:cxn ang="0">
                    <a:pos x="0" y="0"/>
                  </a:cxn>
                  <a:cxn ang="0">
                    <a:pos x="3" y="22"/>
                  </a:cxn>
                  <a:cxn ang="0">
                    <a:pos x="9" y="48"/>
                  </a:cxn>
                  <a:cxn ang="0">
                    <a:pos x="3" y="65"/>
                  </a:cxn>
                  <a:cxn ang="0">
                    <a:pos x="11" y="74"/>
                  </a:cxn>
                </a:cxnLst>
                <a:rect l="0" t="0" r="0" b="0"/>
                <a:pathLst>
                  <a:path w="47" h="387">
                    <a:moveTo>
                      <a:pt x="0" y="0"/>
                    </a:moveTo>
                    <a:cubicBezTo>
                      <a:pt x="0" y="38"/>
                      <a:pt x="1" y="77"/>
                      <a:pt x="7" y="119"/>
                    </a:cubicBezTo>
                    <a:cubicBezTo>
                      <a:pt x="13" y="161"/>
                      <a:pt x="39" y="216"/>
                      <a:pt x="39" y="253"/>
                    </a:cubicBezTo>
                    <a:cubicBezTo>
                      <a:pt x="39" y="290"/>
                      <a:pt x="6" y="318"/>
                      <a:pt x="7" y="340"/>
                    </a:cubicBezTo>
                    <a:cubicBezTo>
                      <a:pt x="8" y="362"/>
                      <a:pt x="27" y="374"/>
                      <a:pt x="47" y="387"/>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25" name="Line 136"/>
              <p:cNvSpPr/>
              <p:nvPr/>
            </p:nvSpPr>
            <p:spPr>
              <a:xfrm>
                <a:off x="3777" y="2481"/>
                <a:ext cx="0" cy="1589"/>
              </a:xfrm>
              <a:prstGeom prst="line">
                <a:avLst/>
              </a:prstGeom>
              <a:ln w="38100" cap="flat" cmpd="sng">
                <a:solidFill>
                  <a:schemeClr val="tx2"/>
                </a:solidFill>
                <a:prstDash val="solid"/>
                <a:round/>
                <a:headEnd type="none" w="med" len="med"/>
                <a:tailEnd type="none" w="med" len="med"/>
              </a:ln>
            </p:spPr>
          </p:sp>
          <p:sp>
            <p:nvSpPr>
              <p:cNvPr id="46126" name="Line 137"/>
              <p:cNvSpPr/>
              <p:nvPr/>
            </p:nvSpPr>
            <p:spPr>
              <a:xfrm>
                <a:off x="3765" y="2493"/>
                <a:ext cx="0" cy="1589"/>
              </a:xfrm>
              <a:prstGeom prst="line">
                <a:avLst/>
              </a:prstGeom>
              <a:ln w="19050" cap="flat" cmpd="sng">
                <a:solidFill>
                  <a:schemeClr val="tx2"/>
                </a:solidFill>
                <a:prstDash val="solid"/>
                <a:round/>
                <a:headEnd type="none" w="med" len="med"/>
                <a:tailEnd type="none" w="med" len="med"/>
              </a:ln>
            </p:spPr>
          </p:sp>
          <p:sp>
            <p:nvSpPr>
              <p:cNvPr id="48160" name="Line 138"/>
              <p:cNvSpPr>
                <a:spLocks noChangeShapeType="1"/>
              </p:cNvSpPr>
              <p:nvPr/>
            </p:nvSpPr>
            <p:spPr bwMode="auto">
              <a:xfrm flipV="1">
                <a:off x="453" y="3167"/>
                <a:ext cx="2716" cy="211"/>
              </a:xfrm>
              <a:prstGeom prst="line">
                <a:avLst/>
              </a:prstGeom>
              <a:noFill/>
              <a:ln w="28575">
                <a:solidFill>
                  <a:srgbClr val="FF0000"/>
                </a:solidFill>
                <a:round/>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61" name="Line 139"/>
              <p:cNvSpPr>
                <a:spLocks noChangeShapeType="1"/>
              </p:cNvSpPr>
              <p:nvPr/>
            </p:nvSpPr>
            <p:spPr bwMode="auto">
              <a:xfrm>
                <a:off x="459" y="3231"/>
                <a:ext cx="2705" cy="130"/>
              </a:xfrm>
              <a:prstGeom prst="line">
                <a:avLst/>
              </a:prstGeom>
              <a:noFill/>
              <a:ln w="28575">
                <a:solidFill>
                  <a:srgbClr val="FF0000"/>
                </a:solidFill>
                <a:round/>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129" name="Line 140"/>
              <p:cNvSpPr/>
              <p:nvPr/>
            </p:nvSpPr>
            <p:spPr>
              <a:xfrm flipV="1">
                <a:off x="582" y="3352"/>
                <a:ext cx="158" cy="13"/>
              </a:xfrm>
              <a:prstGeom prst="line">
                <a:avLst/>
              </a:prstGeom>
              <a:ln w="28575" cap="flat" cmpd="sng">
                <a:solidFill>
                  <a:srgbClr val="FF0000"/>
                </a:solidFill>
                <a:prstDash val="solid"/>
                <a:round/>
                <a:headEnd type="none" w="med" len="med"/>
                <a:tailEnd type="triangle" w="med" len="lg"/>
              </a:ln>
            </p:spPr>
          </p:sp>
          <p:sp>
            <p:nvSpPr>
              <p:cNvPr id="48163" name="Line 141"/>
              <p:cNvSpPr>
                <a:spLocks noChangeShapeType="1"/>
              </p:cNvSpPr>
              <p:nvPr/>
            </p:nvSpPr>
            <p:spPr bwMode="auto">
              <a:xfrm rot="301625" flipH="1">
                <a:off x="597" y="3233"/>
                <a:ext cx="140" cy="7"/>
              </a:xfrm>
              <a:prstGeom prst="line">
                <a:avLst/>
              </a:prstGeom>
              <a:noFill/>
              <a:ln w="28575">
                <a:solidFill>
                  <a:srgbClr val="FF0000"/>
                </a:solidFill>
                <a:round/>
                <a:headEnd type="triangle" w="med" len="lg"/>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131" name="Arc 142"/>
              <p:cNvSpPr/>
              <p:nvPr/>
            </p:nvSpPr>
            <p:spPr>
              <a:xfrm rot="1071390">
                <a:off x="2305" y="3225"/>
                <a:ext cx="25" cy="85"/>
              </a:xfrm>
              <a:custGeom>
                <a:avLst/>
                <a:gdLst/>
                <a:ahLst/>
                <a:cxnLst>
                  <a:cxn ang="0">
                    <a:pos x="0" y="0"/>
                  </a:cxn>
                  <a:cxn ang="0">
                    <a:pos x="0" y="0"/>
                  </a:cxn>
                  <a:cxn ang="0">
                    <a:pos x="0" y="0"/>
                  </a:cxn>
                </a:cxnLst>
                <a:rect l="0" t="0" r="0" b="0"/>
                <a:pathLst>
                  <a:path w="25333" h="42466" fill="none">
                    <a:moveTo>
                      <a:pt x="0" y="325"/>
                    </a:moveTo>
                    <a:cubicBezTo>
                      <a:pt x="1232" y="108"/>
                      <a:pt x="2481" y="-1"/>
                      <a:pt x="3733" y="0"/>
                    </a:cubicBezTo>
                    <a:cubicBezTo>
                      <a:pt x="15662" y="0"/>
                      <a:pt x="25333" y="9670"/>
                      <a:pt x="25333" y="21600"/>
                    </a:cubicBezTo>
                    <a:cubicBezTo>
                      <a:pt x="25333" y="31379"/>
                      <a:pt x="18761" y="39939"/>
                      <a:pt x="9314" y="42466"/>
                    </a:cubicBezTo>
                  </a:path>
                  <a:path w="25333" h="42466" stroke="0">
                    <a:moveTo>
                      <a:pt x="0" y="325"/>
                    </a:moveTo>
                    <a:cubicBezTo>
                      <a:pt x="1232" y="108"/>
                      <a:pt x="2481" y="-1"/>
                      <a:pt x="3733" y="0"/>
                    </a:cubicBezTo>
                    <a:cubicBezTo>
                      <a:pt x="15662" y="0"/>
                      <a:pt x="25333" y="9670"/>
                      <a:pt x="25333" y="21600"/>
                    </a:cubicBezTo>
                    <a:cubicBezTo>
                      <a:pt x="25333" y="31379"/>
                      <a:pt x="18761" y="39939"/>
                      <a:pt x="9314" y="42466"/>
                    </a:cubicBezTo>
                    <a:lnTo>
                      <a:pt x="3733" y="21600"/>
                    </a:lnTo>
                    <a:lnTo>
                      <a:pt x="0" y="325"/>
                    </a:lnTo>
                    <a:close/>
                  </a:path>
                </a:pathLst>
              </a:custGeom>
              <a:noFill/>
              <a:ln w="28575" cap="flat" cmpd="sng">
                <a:solidFill>
                  <a:schemeClr val="tx2"/>
                </a:solidFill>
                <a:prstDash val="solid"/>
                <a:round/>
                <a:headEnd type="none" w="med" len="med"/>
                <a:tailEnd type="none" w="med" len="med"/>
              </a:ln>
            </p:spPr>
            <p:txBody>
              <a:bodyPr/>
              <a:lstStyle/>
              <a:p>
                <a:endParaRPr lang="zh-CN" altLang="en-US"/>
              </a:p>
            </p:txBody>
          </p:sp>
          <p:sp>
            <p:nvSpPr>
              <p:cNvPr id="46132" name="Line 143"/>
              <p:cNvSpPr/>
              <p:nvPr/>
            </p:nvSpPr>
            <p:spPr>
              <a:xfrm>
                <a:off x="3300" y="3189"/>
                <a:ext cx="1577" cy="0"/>
              </a:xfrm>
              <a:prstGeom prst="line">
                <a:avLst/>
              </a:prstGeom>
              <a:ln w="9525" cap="flat" cmpd="sng">
                <a:solidFill>
                  <a:schemeClr val="tx1"/>
                </a:solidFill>
                <a:prstDash val="solid"/>
                <a:round/>
                <a:headEnd type="none" w="med" len="med"/>
                <a:tailEnd type="none" w="med" len="med"/>
              </a:ln>
            </p:spPr>
          </p:sp>
          <p:sp>
            <p:nvSpPr>
              <p:cNvPr id="46133" name="Line 144"/>
              <p:cNvSpPr/>
              <p:nvPr/>
            </p:nvSpPr>
            <p:spPr>
              <a:xfrm>
                <a:off x="3316" y="3370"/>
                <a:ext cx="1545" cy="0"/>
              </a:xfrm>
              <a:prstGeom prst="line">
                <a:avLst/>
              </a:prstGeom>
              <a:ln w="9525" cap="flat" cmpd="sng">
                <a:solidFill>
                  <a:schemeClr val="tx1"/>
                </a:solidFill>
                <a:prstDash val="solid"/>
                <a:round/>
                <a:headEnd type="none" w="med" len="med"/>
                <a:tailEnd type="none" w="med" len="med"/>
              </a:ln>
            </p:spPr>
          </p:sp>
          <p:sp>
            <p:nvSpPr>
              <p:cNvPr id="46134" name="Line 145"/>
              <p:cNvSpPr/>
              <p:nvPr/>
            </p:nvSpPr>
            <p:spPr>
              <a:xfrm>
                <a:off x="3679" y="2790"/>
                <a:ext cx="0" cy="0"/>
              </a:xfrm>
              <a:prstGeom prst="line">
                <a:avLst/>
              </a:prstGeom>
              <a:ln w="9525" cap="flat" cmpd="sng">
                <a:solidFill>
                  <a:schemeClr val="tx1"/>
                </a:solidFill>
                <a:prstDash val="solid"/>
                <a:round/>
                <a:headEnd type="none" w="med" len="med"/>
                <a:tailEnd type="none" w="med" len="med"/>
              </a:ln>
            </p:spPr>
          </p:sp>
          <p:sp>
            <p:nvSpPr>
              <p:cNvPr id="46135" name="WordArt 146"/>
              <p:cNvSpPr>
                <a:spLocks noTextEdit="1"/>
              </p:cNvSpPr>
              <p:nvPr/>
            </p:nvSpPr>
            <p:spPr>
              <a:xfrm>
                <a:off x="3127" y="3341"/>
                <a:ext cx="78" cy="71"/>
              </a:xfrm>
              <a:prstGeom prst="rect">
                <a:avLst/>
              </a:prstGeom>
            </p:spPr>
            <p:txBody>
              <a:bodyPr wrap="none" fromWordArt="1">
                <a:prstTxWarp prst="textPlain">
                  <a:avLst>
                    <a:gd name="adj" fmla="val 50000"/>
                  </a:avLst>
                </a:prstTxWarp>
                <a:normAutofit/>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46136" name="WordArt 147"/>
              <p:cNvSpPr>
                <a:spLocks noTextEdit="1"/>
              </p:cNvSpPr>
              <p:nvPr/>
            </p:nvSpPr>
            <p:spPr>
              <a:xfrm>
                <a:off x="3127" y="3148"/>
                <a:ext cx="77" cy="71"/>
              </a:xfrm>
              <a:prstGeom prst="rect">
                <a:avLst/>
              </a:prstGeom>
            </p:spPr>
            <p:txBody>
              <a:bodyPr wrap="none" fromWordArt="1">
                <a:prstTxWarp prst="textPlain">
                  <a:avLst>
                    <a:gd name="adj" fmla="val 50000"/>
                  </a:avLst>
                </a:prstTxWarp>
                <a:normAutofit/>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46137" name="Arc 148"/>
              <p:cNvSpPr/>
              <p:nvPr/>
            </p:nvSpPr>
            <p:spPr>
              <a:xfrm>
                <a:off x="4686" y="3090"/>
                <a:ext cx="343" cy="381"/>
              </a:xfrm>
              <a:custGeom>
                <a:avLst/>
                <a:gdLst/>
                <a:ahLst/>
                <a:cxnLst>
                  <a:cxn ang="0">
                    <a:pos x="0" y="0"/>
                  </a:cxn>
                  <a:cxn ang="0">
                    <a:pos x="0" y="0"/>
                  </a:cxn>
                  <a:cxn ang="0">
                    <a:pos x="0" y="0"/>
                  </a:cxn>
                </a:cxnLst>
                <a:rect l="0" t="0" r="0" b="0"/>
                <a:pathLst>
                  <a:path w="21600" h="42865" fill="none">
                    <a:moveTo>
                      <a:pt x="-1" y="0"/>
                    </a:moveTo>
                    <a:cubicBezTo>
                      <a:pt x="11929" y="0"/>
                      <a:pt x="21600" y="9670"/>
                      <a:pt x="21600" y="21600"/>
                    </a:cubicBezTo>
                    <a:cubicBezTo>
                      <a:pt x="21600" y="32068"/>
                      <a:pt x="14093" y="41030"/>
                      <a:pt x="3787" y="42865"/>
                    </a:cubicBezTo>
                  </a:path>
                  <a:path w="21600" h="42865" stroke="0">
                    <a:moveTo>
                      <a:pt x="-1" y="0"/>
                    </a:moveTo>
                    <a:cubicBezTo>
                      <a:pt x="11929" y="0"/>
                      <a:pt x="21600" y="9670"/>
                      <a:pt x="21600" y="21600"/>
                    </a:cubicBezTo>
                    <a:cubicBezTo>
                      <a:pt x="21600" y="32068"/>
                      <a:pt x="14093" y="41030"/>
                      <a:pt x="3787" y="42865"/>
                    </a:cubicBezTo>
                    <a:lnTo>
                      <a:pt x="0" y="21600"/>
                    </a:lnTo>
                    <a:lnTo>
                      <a:pt x="-1" y="0"/>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38" name="Arc 149"/>
              <p:cNvSpPr/>
              <p:nvPr/>
            </p:nvSpPr>
            <p:spPr>
              <a:xfrm rot="-1071390" flipH="1">
                <a:off x="882" y="3262"/>
                <a:ext cx="25" cy="84"/>
              </a:xfrm>
              <a:custGeom>
                <a:avLst/>
                <a:gdLst/>
                <a:ahLst/>
                <a:cxnLst>
                  <a:cxn ang="0">
                    <a:pos x="0" y="0"/>
                  </a:cxn>
                  <a:cxn ang="0">
                    <a:pos x="0" y="0"/>
                  </a:cxn>
                  <a:cxn ang="0">
                    <a:pos x="0" y="0"/>
                  </a:cxn>
                </a:cxnLst>
                <a:rect l="0" t="0" r="0" b="0"/>
                <a:pathLst>
                  <a:path w="25333" h="42466" fill="none">
                    <a:moveTo>
                      <a:pt x="0" y="325"/>
                    </a:moveTo>
                    <a:cubicBezTo>
                      <a:pt x="1232" y="108"/>
                      <a:pt x="2481" y="-1"/>
                      <a:pt x="3733" y="0"/>
                    </a:cubicBezTo>
                    <a:cubicBezTo>
                      <a:pt x="15662" y="0"/>
                      <a:pt x="25333" y="9670"/>
                      <a:pt x="25333" y="21600"/>
                    </a:cubicBezTo>
                    <a:cubicBezTo>
                      <a:pt x="25333" y="31379"/>
                      <a:pt x="18761" y="39939"/>
                      <a:pt x="9314" y="42466"/>
                    </a:cubicBezTo>
                  </a:path>
                  <a:path w="25333" h="42466" stroke="0">
                    <a:moveTo>
                      <a:pt x="0" y="325"/>
                    </a:moveTo>
                    <a:cubicBezTo>
                      <a:pt x="1232" y="108"/>
                      <a:pt x="2481" y="-1"/>
                      <a:pt x="3733" y="0"/>
                    </a:cubicBezTo>
                    <a:cubicBezTo>
                      <a:pt x="15662" y="0"/>
                      <a:pt x="25333" y="9670"/>
                      <a:pt x="25333" y="21600"/>
                    </a:cubicBezTo>
                    <a:cubicBezTo>
                      <a:pt x="25333" y="31379"/>
                      <a:pt x="18761" y="39939"/>
                      <a:pt x="9314" y="42466"/>
                    </a:cubicBezTo>
                    <a:lnTo>
                      <a:pt x="3733" y="21600"/>
                    </a:lnTo>
                    <a:lnTo>
                      <a:pt x="0" y="325"/>
                    </a:lnTo>
                    <a:close/>
                  </a:path>
                </a:pathLst>
              </a:custGeom>
              <a:noFill/>
              <a:ln w="28575" cap="flat" cmpd="sng">
                <a:solidFill>
                  <a:schemeClr val="tx2"/>
                </a:solidFill>
                <a:prstDash val="solid"/>
                <a:round/>
                <a:headEnd type="none" w="med" len="med"/>
                <a:tailEnd type="none" w="med" len="med"/>
              </a:ln>
            </p:spPr>
            <p:txBody>
              <a:bodyPr/>
              <a:lstStyle/>
              <a:p>
                <a:endParaRPr lang="zh-CN" altLang="en-US"/>
              </a:p>
            </p:txBody>
          </p:sp>
          <p:sp>
            <p:nvSpPr>
              <p:cNvPr id="53396" name="WordArt 150"/>
              <p:cNvSpPr>
                <a:spLocks noTextEdit="1"/>
              </p:cNvSpPr>
              <p:nvPr/>
            </p:nvSpPr>
            <p:spPr>
              <a:xfrm>
                <a:off x="4414" y="2845"/>
                <a:ext cx="393" cy="134"/>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cs typeface="+mn-cs"/>
                  </a:rPr>
                  <a:t>光强</a:t>
                </a:r>
                <a:endParaRPr lang="zh-CN" altLang="en-US" sz="3600" strike="noStrike" noProof="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endParaRPr>
              </a:p>
            </p:txBody>
          </p:sp>
          <p:sp>
            <p:nvSpPr>
              <p:cNvPr id="46140" name="WordArt 151"/>
              <p:cNvSpPr>
                <a:spLocks noTextEdit="1"/>
              </p:cNvSpPr>
              <p:nvPr/>
            </p:nvSpPr>
            <p:spPr>
              <a:xfrm>
                <a:off x="2091" y="3427"/>
                <a:ext cx="154" cy="204"/>
              </a:xfrm>
              <a:prstGeom prst="rect">
                <a:avLst/>
              </a:prstGeom>
            </p:spPr>
            <p:txBody>
              <a:bodyPr wrap="none" fromWordArt="1">
                <a:prstTxWarp prst="textPlain">
                  <a:avLst>
                    <a:gd name="adj" fmla="val 57949"/>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q</a:t>
                </a:r>
              </a:p>
            </p:txBody>
          </p:sp>
          <p:sp>
            <p:nvSpPr>
              <p:cNvPr id="46141" name="WordArt 152"/>
              <p:cNvSpPr>
                <a:spLocks noTextEdit="1"/>
              </p:cNvSpPr>
              <p:nvPr/>
            </p:nvSpPr>
            <p:spPr>
              <a:xfrm>
                <a:off x="890" y="3421"/>
                <a:ext cx="154" cy="205"/>
              </a:xfrm>
              <a:prstGeom prst="rect">
                <a:avLst/>
              </a:prstGeom>
            </p:spPr>
            <p:txBody>
              <a:bodyPr wrap="none" fromWordArt="1">
                <a:prstTxWarp prst="textPlain">
                  <a:avLst>
                    <a:gd name="adj" fmla="val 57949"/>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q</a:t>
                </a:r>
              </a:p>
            </p:txBody>
          </p:sp>
          <p:sp>
            <p:nvSpPr>
              <p:cNvPr id="46142" name="WordArt 153"/>
              <p:cNvSpPr>
                <a:spLocks noTextEdit="1"/>
              </p:cNvSpPr>
              <p:nvPr/>
            </p:nvSpPr>
            <p:spPr>
              <a:xfrm rot="5400000">
                <a:off x="4722" y="3066"/>
                <a:ext cx="999" cy="305"/>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不能分辨</a:t>
                </a:r>
              </a:p>
            </p:txBody>
          </p:sp>
        </p:grpSp>
        <p:sp>
          <p:nvSpPr>
            <p:cNvPr id="46143" name="文本框 6"/>
            <p:cNvSpPr txBox="1"/>
            <p:nvPr>
              <p:custDataLst>
                <p:tags r:id="rId40"/>
              </p:custDataLst>
            </p:nvPr>
          </p:nvSpPr>
          <p:spPr>
            <a:xfrm>
              <a:off x="7272" y="8890"/>
              <a:ext cx="6971" cy="1113"/>
            </a:xfrm>
            <a:prstGeom prst="rect">
              <a:avLst/>
            </a:prstGeom>
            <a:noFill/>
            <a:ln w="9525">
              <a:noFill/>
            </a:ln>
          </p:spPr>
          <p:txBody>
            <a:bodyPr wrap="square" anchor="t" anchorCtr="0">
              <a:spAutoFit/>
            </a:bodyPr>
            <a:lstStyle/>
            <a:p>
              <a:r>
                <a:rPr lang="zh-CN" altLang="en-US" sz="2000" b="1">
                  <a:latin typeface="Times New Roman" panose="02020603050405020304" pitchFamily="18" charset="0"/>
                  <a:ea typeface="宋体" panose="02010600030101010101" pitchFamily="2" charset="-122"/>
                  <a:sym typeface="宋体" panose="02010600030101010101" pitchFamily="2" charset="-122"/>
                </a:rPr>
                <a:t>两个点光源（物点）距离太近，艾里斑重合太多，不能分辨</a:t>
              </a:r>
            </a:p>
          </p:txBody>
        </p:sp>
      </p:grpSp>
      <p:grpSp>
        <p:nvGrpSpPr>
          <p:cNvPr id="9" name="组合 8"/>
          <p:cNvGrpSpPr/>
          <p:nvPr/>
        </p:nvGrpSpPr>
        <p:grpSpPr>
          <a:xfrm>
            <a:off x="254000" y="4360863"/>
            <a:ext cx="4246563" cy="2160587"/>
            <a:chOff x="270" y="6405"/>
            <a:chExt cx="6688" cy="3404"/>
          </a:xfrm>
        </p:grpSpPr>
        <p:grpSp>
          <p:nvGrpSpPr>
            <p:cNvPr id="46145" name="Group 54"/>
            <p:cNvGrpSpPr>
              <a:grpSpLocks noChangeAspect="1"/>
            </p:cNvGrpSpPr>
            <p:nvPr/>
          </p:nvGrpSpPr>
          <p:grpSpPr>
            <a:xfrm>
              <a:off x="270" y="6405"/>
              <a:ext cx="6621" cy="2164"/>
              <a:chOff x="445" y="213"/>
              <a:chExt cx="4882" cy="1638"/>
            </a:xfrm>
          </p:grpSpPr>
          <p:sp>
            <p:nvSpPr>
              <p:cNvPr id="46146" name="Rectangle 55"/>
              <p:cNvSpPr/>
              <p:nvPr/>
            </p:nvSpPr>
            <p:spPr>
              <a:xfrm>
                <a:off x="2588" y="221"/>
                <a:ext cx="1110" cy="1578"/>
              </a:xfrm>
              <a:prstGeom prst="rect">
                <a:avLst/>
              </a:prstGeom>
              <a:gradFill rotWithShape="0">
                <a:gsLst>
                  <a:gs pos="0">
                    <a:srgbClr val="99320D"/>
                  </a:gs>
                  <a:gs pos="100000">
                    <a:srgbClr val="000000"/>
                  </a:gs>
                </a:gsLst>
                <a:path path="shape">
                  <a:fillToRect l="50000" t="50000" r="50000" b="50000"/>
                </a:path>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47" name="Oval 56"/>
              <p:cNvSpPr/>
              <p:nvPr/>
            </p:nvSpPr>
            <p:spPr>
              <a:xfrm>
                <a:off x="2724" y="411"/>
                <a:ext cx="839" cy="792"/>
              </a:xfrm>
              <a:prstGeom prst="ellipse">
                <a:avLst/>
              </a:prstGeom>
              <a:gradFill rotWithShape="0">
                <a:gsLst>
                  <a:gs pos="0">
                    <a:srgbClr val="863906"/>
                  </a:gs>
                  <a:gs pos="100000">
                    <a:srgbClr val="C05208"/>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48" name="Oval 57"/>
              <p:cNvSpPr/>
              <p:nvPr/>
            </p:nvSpPr>
            <p:spPr>
              <a:xfrm flipV="1">
                <a:off x="2724" y="804"/>
                <a:ext cx="839" cy="791"/>
              </a:xfrm>
              <a:prstGeom prst="ellipse">
                <a:avLst/>
              </a:prstGeom>
              <a:gradFill rotWithShape="0">
                <a:gsLst>
                  <a:gs pos="0">
                    <a:srgbClr val="C05208"/>
                  </a:gs>
                  <a:gs pos="100000">
                    <a:srgbClr val="863906"/>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49" name="Oval 58"/>
              <p:cNvSpPr/>
              <p:nvPr/>
            </p:nvSpPr>
            <p:spPr>
              <a:xfrm>
                <a:off x="2820" y="476"/>
                <a:ext cx="649" cy="646"/>
              </a:xfrm>
              <a:prstGeom prst="ellipse">
                <a:avLst/>
              </a:prstGeom>
              <a:gradFill rotWithShape="0">
                <a:gsLst>
                  <a:gs pos="0">
                    <a:srgbClr val="000000"/>
                  </a:gs>
                  <a:gs pos="100000">
                    <a:srgbClr val="633609"/>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50" name="Oval 59"/>
              <p:cNvSpPr/>
              <p:nvPr/>
            </p:nvSpPr>
            <p:spPr>
              <a:xfrm>
                <a:off x="2818" y="872"/>
                <a:ext cx="648" cy="645"/>
              </a:xfrm>
              <a:prstGeom prst="ellipse">
                <a:avLst/>
              </a:prstGeom>
              <a:gradFill rotWithShape="0">
                <a:gsLst>
                  <a:gs pos="0">
                    <a:srgbClr val="5A2E06"/>
                  </a:gs>
                  <a:gs pos="100000">
                    <a:srgbClr val="000000"/>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51" name="Oval 60"/>
              <p:cNvSpPr/>
              <p:nvPr/>
            </p:nvSpPr>
            <p:spPr>
              <a:xfrm>
                <a:off x="2879" y="542"/>
                <a:ext cx="525" cy="521"/>
              </a:xfrm>
              <a:prstGeom prst="ellipse">
                <a:avLst/>
              </a:prstGeom>
              <a:solidFill>
                <a:srgbClr val="FF7555"/>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52" name="Oval 61"/>
              <p:cNvSpPr/>
              <p:nvPr/>
            </p:nvSpPr>
            <p:spPr>
              <a:xfrm>
                <a:off x="2880" y="939"/>
                <a:ext cx="525" cy="521"/>
              </a:xfrm>
              <a:prstGeom prst="ellipse">
                <a:avLst/>
              </a:prstGeom>
              <a:solidFill>
                <a:srgbClr val="FF7555"/>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53" name="Freeform 62"/>
              <p:cNvSpPr/>
              <p:nvPr/>
            </p:nvSpPr>
            <p:spPr>
              <a:xfrm rot="5400000">
                <a:off x="3973" y="297"/>
                <a:ext cx="507" cy="1006"/>
              </a:xfrm>
              <a:custGeom>
                <a:avLst/>
                <a:gdLst/>
                <a:ahLst/>
                <a:cxnLst>
                  <a:cxn ang="0">
                    <a:pos x="0" y="3"/>
                  </a:cxn>
                  <a:cxn ang="0">
                    <a:pos x="0" y="3"/>
                  </a:cxn>
                  <a:cxn ang="0">
                    <a:pos x="0" y="2"/>
                  </a:cxn>
                  <a:cxn ang="0">
                    <a:pos x="0" y="1"/>
                  </a:cxn>
                  <a:cxn ang="0">
                    <a:pos x="0" y="0"/>
                  </a:cxn>
                  <a:cxn ang="0">
                    <a:pos x="0" y="0"/>
                  </a:cxn>
                  <a:cxn ang="0">
                    <a:pos x="0" y="0"/>
                  </a:cxn>
                  <a:cxn ang="0">
                    <a:pos x="0" y="0"/>
                  </a:cxn>
                  <a:cxn ang="0">
                    <a:pos x="0" y="0"/>
                  </a:cxn>
                  <a:cxn ang="0">
                    <a:pos x="0" y="2"/>
                  </a:cxn>
                  <a:cxn ang="0">
                    <a:pos x="0" y="3"/>
                  </a:cxn>
                  <a:cxn ang="0">
                    <a:pos x="0" y="3"/>
                  </a:cxn>
                </a:cxnLst>
                <a:rect l="0" t="0" r="0" b="0"/>
                <a:pathLst>
                  <a:path w="1736" h="2023">
                    <a:moveTo>
                      <a:pt x="0" y="2007"/>
                    </a:moveTo>
                    <a:cubicBezTo>
                      <a:pt x="66" y="1986"/>
                      <a:pt x="133" y="1966"/>
                      <a:pt x="197" y="1881"/>
                    </a:cubicBezTo>
                    <a:cubicBezTo>
                      <a:pt x="261" y="1796"/>
                      <a:pt x="321" y="1715"/>
                      <a:pt x="386" y="1494"/>
                    </a:cubicBezTo>
                    <a:cubicBezTo>
                      <a:pt x="451" y="1273"/>
                      <a:pt x="537" y="778"/>
                      <a:pt x="584" y="555"/>
                    </a:cubicBezTo>
                    <a:cubicBezTo>
                      <a:pt x="631" y="332"/>
                      <a:pt x="640" y="241"/>
                      <a:pt x="670" y="153"/>
                    </a:cubicBezTo>
                    <a:cubicBezTo>
                      <a:pt x="700" y="65"/>
                      <a:pt x="733" y="50"/>
                      <a:pt x="765" y="26"/>
                    </a:cubicBezTo>
                    <a:cubicBezTo>
                      <a:pt x="797" y="2"/>
                      <a:pt x="827" y="0"/>
                      <a:pt x="860" y="10"/>
                    </a:cubicBezTo>
                    <a:cubicBezTo>
                      <a:pt x="893" y="20"/>
                      <a:pt x="931" y="40"/>
                      <a:pt x="962" y="89"/>
                    </a:cubicBezTo>
                    <a:cubicBezTo>
                      <a:pt x="993" y="138"/>
                      <a:pt x="985" y="67"/>
                      <a:pt x="1049" y="302"/>
                    </a:cubicBezTo>
                    <a:cubicBezTo>
                      <a:pt x="1113" y="537"/>
                      <a:pt x="1268" y="1238"/>
                      <a:pt x="1349" y="1502"/>
                    </a:cubicBezTo>
                    <a:cubicBezTo>
                      <a:pt x="1430" y="1766"/>
                      <a:pt x="1474" y="1801"/>
                      <a:pt x="1538" y="1888"/>
                    </a:cubicBezTo>
                    <a:cubicBezTo>
                      <a:pt x="1602" y="1975"/>
                      <a:pt x="1669" y="1999"/>
                      <a:pt x="1736" y="2023"/>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6154" name="Freeform 63"/>
              <p:cNvSpPr/>
              <p:nvPr/>
            </p:nvSpPr>
            <p:spPr>
              <a:xfrm rot="5400000">
                <a:off x="3979" y="694"/>
                <a:ext cx="509" cy="1000"/>
              </a:xfrm>
              <a:custGeom>
                <a:avLst/>
                <a:gdLst/>
                <a:ahLst/>
                <a:cxnLst>
                  <a:cxn ang="0">
                    <a:pos x="0" y="3"/>
                  </a:cxn>
                  <a:cxn ang="0">
                    <a:pos x="0" y="3"/>
                  </a:cxn>
                  <a:cxn ang="0">
                    <a:pos x="0" y="2"/>
                  </a:cxn>
                  <a:cxn ang="0">
                    <a:pos x="0" y="1"/>
                  </a:cxn>
                  <a:cxn ang="0">
                    <a:pos x="0" y="0"/>
                  </a:cxn>
                  <a:cxn ang="0">
                    <a:pos x="0" y="0"/>
                  </a:cxn>
                  <a:cxn ang="0">
                    <a:pos x="0" y="0"/>
                  </a:cxn>
                  <a:cxn ang="0">
                    <a:pos x="0" y="0"/>
                  </a:cxn>
                  <a:cxn ang="0">
                    <a:pos x="0" y="0"/>
                  </a:cxn>
                  <a:cxn ang="0">
                    <a:pos x="0" y="2"/>
                  </a:cxn>
                  <a:cxn ang="0">
                    <a:pos x="0" y="3"/>
                  </a:cxn>
                  <a:cxn ang="0">
                    <a:pos x="0" y="3"/>
                  </a:cxn>
                </a:cxnLst>
                <a:rect l="0" t="0" r="0" b="0"/>
                <a:pathLst>
                  <a:path w="1736" h="2023">
                    <a:moveTo>
                      <a:pt x="0" y="2007"/>
                    </a:moveTo>
                    <a:cubicBezTo>
                      <a:pt x="66" y="1986"/>
                      <a:pt x="133" y="1966"/>
                      <a:pt x="197" y="1881"/>
                    </a:cubicBezTo>
                    <a:cubicBezTo>
                      <a:pt x="261" y="1796"/>
                      <a:pt x="321" y="1715"/>
                      <a:pt x="386" y="1494"/>
                    </a:cubicBezTo>
                    <a:cubicBezTo>
                      <a:pt x="451" y="1273"/>
                      <a:pt x="537" y="778"/>
                      <a:pt x="584" y="555"/>
                    </a:cubicBezTo>
                    <a:cubicBezTo>
                      <a:pt x="631" y="332"/>
                      <a:pt x="640" y="241"/>
                      <a:pt x="670" y="153"/>
                    </a:cubicBezTo>
                    <a:cubicBezTo>
                      <a:pt x="700" y="65"/>
                      <a:pt x="733" y="50"/>
                      <a:pt x="765" y="26"/>
                    </a:cubicBezTo>
                    <a:cubicBezTo>
                      <a:pt x="797" y="2"/>
                      <a:pt x="827" y="0"/>
                      <a:pt x="860" y="10"/>
                    </a:cubicBezTo>
                    <a:cubicBezTo>
                      <a:pt x="893" y="20"/>
                      <a:pt x="931" y="40"/>
                      <a:pt x="962" y="89"/>
                    </a:cubicBezTo>
                    <a:cubicBezTo>
                      <a:pt x="993" y="138"/>
                      <a:pt x="985" y="67"/>
                      <a:pt x="1049" y="302"/>
                    </a:cubicBezTo>
                    <a:cubicBezTo>
                      <a:pt x="1113" y="537"/>
                      <a:pt x="1268" y="1238"/>
                      <a:pt x="1349" y="1502"/>
                    </a:cubicBezTo>
                    <a:cubicBezTo>
                      <a:pt x="1430" y="1766"/>
                      <a:pt x="1474" y="1801"/>
                      <a:pt x="1538" y="1888"/>
                    </a:cubicBezTo>
                    <a:cubicBezTo>
                      <a:pt x="1602" y="1975"/>
                      <a:pt x="1669" y="1999"/>
                      <a:pt x="1736" y="2023"/>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6155" name="Arc 64"/>
              <p:cNvSpPr/>
              <p:nvPr/>
            </p:nvSpPr>
            <p:spPr>
              <a:xfrm flipH="1">
                <a:off x="4732" y="739"/>
                <a:ext cx="63" cy="143"/>
              </a:xfrm>
              <a:custGeom>
                <a:avLst/>
                <a:gdLst/>
                <a:ahLst/>
                <a:cxnLst>
                  <a:cxn ang="0">
                    <a:pos x="0" y="0"/>
                  </a:cxn>
                  <a:cxn ang="0">
                    <a:pos x="0" y="0"/>
                  </a:cxn>
                  <a:cxn ang="0">
                    <a:pos x="0" y="0"/>
                  </a:cxn>
                </a:cxnLst>
                <a:rect l="0" t="0" r="0" b="0"/>
                <a:pathLst>
                  <a:path w="21600" h="42803" fill="none">
                    <a:moveTo>
                      <a:pt x="17694" y="42802"/>
                    </a:moveTo>
                    <a:cubicBezTo>
                      <a:pt x="7442" y="40918"/>
                      <a:pt x="0" y="31981"/>
                      <a:pt x="0" y="21559"/>
                    </a:cubicBezTo>
                    <a:cubicBezTo>
                      <a:pt x="-1" y="10145"/>
                      <a:pt x="8879" y="701"/>
                      <a:pt x="20271" y="-1"/>
                    </a:cubicBezTo>
                  </a:path>
                  <a:path w="21600" h="42803" stroke="0">
                    <a:moveTo>
                      <a:pt x="17694" y="42802"/>
                    </a:moveTo>
                    <a:cubicBezTo>
                      <a:pt x="7442" y="40918"/>
                      <a:pt x="0" y="31981"/>
                      <a:pt x="0" y="21559"/>
                    </a:cubicBezTo>
                    <a:cubicBezTo>
                      <a:pt x="-1" y="10145"/>
                      <a:pt x="8879" y="701"/>
                      <a:pt x="20271" y="-1"/>
                    </a:cubicBezTo>
                    <a:lnTo>
                      <a:pt x="21600" y="21559"/>
                    </a:lnTo>
                    <a:lnTo>
                      <a:pt x="17694" y="42802"/>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56" name="Arc 65"/>
              <p:cNvSpPr/>
              <p:nvPr/>
            </p:nvSpPr>
            <p:spPr>
              <a:xfrm flipH="1">
                <a:off x="4732" y="1133"/>
                <a:ext cx="62" cy="142"/>
              </a:xfrm>
              <a:custGeom>
                <a:avLst/>
                <a:gdLst/>
                <a:ahLst/>
                <a:cxnLst>
                  <a:cxn ang="0">
                    <a:pos x="0" y="0"/>
                  </a:cxn>
                  <a:cxn ang="0">
                    <a:pos x="0" y="0"/>
                  </a:cxn>
                  <a:cxn ang="0">
                    <a:pos x="0" y="0"/>
                  </a:cxn>
                </a:cxnLst>
                <a:rect l="0" t="0" r="0" b="0"/>
                <a:pathLst>
                  <a:path w="21600" h="42803" fill="none">
                    <a:moveTo>
                      <a:pt x="17694" y="42802"/>
                    </a:moveTo>
                    <a:cubicBezTo>
                      <a:pt x="7442" y="40918"/>
                      <a:pt x="0" y="31981"/>
                      <a:pt x="0" y="21559"/>
                    </a:cubicBezTo>
                    <a:cubicBezTo>
                      <a:pt x="-1" y="10145"/>
                      <a:pt x="8879" y="701"/>
                      <a:pt x="20271" y="-1"/>
                    </a:cubicBezTo>
                  </a:path>
                  <a:path w="21600" h="42803" stroke="0">
                    <a:moveTo>
                      <a:pt x="17694" y="42802"/>
                    </a:moveTo>
                    <a:cubicBezTo>
                      <a:pt x="7442" y="40918"/>
                      <a:pt x="0" y="31981"/>
                      <a:pt x="0" y="21559"/>
                    </a:cubicBezTo>
                    <a:cubicBezTo>
                      <a:pt x="-1" y="10145"/>
                      <a:pt x="8879" y="701"/>
                      <a:pt x="20271" y="-1"/>
                    </a:cubicBezTo>
                    <a:lnTo>
                      <a:pt x="21600" y="21559"/>
                    </a:lnTo>
                    <a:lnTo>
                      <a:pt x="17694" y="42802"/>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57" name="Arc 66"/>
              <p:cNvSpPr/>
              <p:nvPr/>
            </p:nvSpPr>
            <p:spPr>
              <a:xfrm>
                <a:off x="3782" y="472"/>
                <a:ext cx="417" cy="178"/>
              </a:xfrm>
              <a:custGeom>
                <a:avLst/>
                <a:gdLst/>
                <a:ahLst/>
                <a:cxnLst>
                  <a:cxn ang="0">
                    <a:pos x="0" y="0"/>
                  </a:cxn>
                  <a:cxn ang="0">
                    <a:pos x="0" y="0"/>
                  </a:cxn>
                  <a:cxn ang="0">
                    <a:pos x="0" y="0"/>
                  </a:cxn>
                </a:cxnLst>
                <a:rect l="0" t="0" r="0" b="0"/>
                <a:pathLst>
                  <a:path w="19383" h="20535" fill="none">
                    <a:moveTo>
                      <a:pt x="12683" y="20534"/>
                    </a:moveTo>
                    <a:cubicBezTo>
                      <a:pt x="7144" y="18727"/>
                      <a:pt x="2570" y="14759"/>
                      <a:pt x="-1" y="9531"/>
                    </a:cubicBezTo>
                  </a:path>
                  <a:path w="19383" h="20535" stroke="0">
                    <a:moveTo>
                      <a:pt x="12683" y="20534"/>
                    </a:moveTo>
                    <a:cubicBezTo>
                      <a:pt x="7144" y="18727"/>
                      <a:pt x="2570" y="14759"/>
                      <a:pt x="-1" y="9531"/>
                    </a:cubicBezTo>
                    <a:lnTo>
                      <a:pt x="19383" y="0"/>
                    </a:lnTo>
                    <a:lnTo>
                      <a:pt x="12683" y="20534"/>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58" name="Freeform 67"/>
              <p:cNvSpPr/>
              <p:nvPr/>
            </p:nvSpPr>
            <p:spPr>
              <a:xfrm>
                <a:off x="4029" y="642"/>
                <a:ext cx="709" cy="97"/>
              </a:xfrm>
              <a:custGeom>
                <a:avLst/>
                <a:gdLst/>
                <a:ahLst/>
                <a:cxnLst>
                  <a:cxn ang="0">
                    <a:pos x="0" y="0"/>
                  </a:cxn>
                  <a:cxn ang="0">
                    <a:pos x="29" y="3"/>
                  </a:cxn>
                  <a:cxn ang="0">
                    <a:pos x="49" y="5"/>
                  </a:cxn>
                  <a:cxn ang="0">
                    <a:pos x="57" y="7"/>
                  </a:cxn>
                  <a:cxn ang="0">
                    <a:pos x="61" y="7"/>
                  </a:cxn>
                </a:cxnLst>
                <a:rect l="0" t="0" r="0" b="0"/>
                <a:pathLst>
                  <a:path w="962" h="134">
                    <a:moveTo>
                      <a:pt x="0" y="0"/>
                    </a:moveTo>
                    <a:cubicBezTo>
                      <a:pt x="160" y="19"/>
                      <a:pt x="321" y="39"/>
                      <a:pt x="449" y="55"/>
                    </a:cubicBezTo>
                    <a:cubicBezTo>
                      <a:pt x="577" y="71"/>
                      <a:pt x="691" y="85"/>
                      <a:pt x="765" y="94"/>
                    </a:cubicBezTo>
                    <a:cubicBezTo>
                      <a:pt x="839" y="103"/>
                      <a:pt x="858" y="103"/>
                      <a:pt x="891" y="110"/>
                    </a:cubicBezTo>
                    <a:cubicBezTo>
                      <a:pt x="924" y="117"/>
                      <a:pt x="943" y="125"/>
                      <a:pt x="962" y="134"/>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59" name="Freeform 68"/>
              <p:cNvSpPr/>
              <p:nvPr/>
            </p:nvSpPr>
            <p:spPr>
              <a:xfrm rot="-170446" flipV="1">
                <a:off x="4053" y="1286"/>
                <a:ext cx="708" cy="97"/>
              </a:xfrm>
              <a:custGeom>
                <a:avLst/>
                <a:gdLst/>
                <a:ahLst/>
                <a:cxnLst>
                  <a:cxn ang="0">
                    <a:pos x="0" y="0"/>
                  </a:cxn>
                  <a:cxn ang="0">
                    <a:pos x="28" y="3"/>
                  </a:cxn>
                  <a:cxn ang="0">
                    <a:pos x="49" y="5"/>
                  </a:cxn>
                  <a:cxn ang="0">
                    <a:pos x="57" y="7"/>
                  </a:cxn>
                  <a:cxn ang="0">
                    <a:pos x="61" y="7"/>
                  </a:cxn>
                </a:cxnLst>
                <a:rect l="0" t="0" r="0" b="0"/>
                <a:pathLst>
                  <a:path w="962" h="134">
                    <a:moveTo>
                      <a:pt x="0" y="0"/>
                    </a:moveTo>
                    <a:cubicBezTo>
                      <a:pt x="160" y="19"/>
                      <a:pt x="321" y="39"/>
                      <a:pt x="449" y="55"/>
                    </a:cubicBezTo>
                    <a:cubicBezTo>
                      <a:pt x="577" y="71"/>
                      <a:pt x="691" y="85"/>
                      <a:pt x="765" y="94"/>
                    </a:cubicBezTo>
                    <a:cubicBezTo>
                      <a:pt x="839" y="103"/>
                      <a:pt x="858" y="103"/>
                      <a:pt x="891" y="110"/>
                    </a:cubicBezTo>
                    <a:cubicBezTo>
                      <a:pt x="924" y="117"/>
                      <a:pt x="943" y="125"/>
                      <a:pt x="962" y="134"/>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60" name="Arc 69"/>
              <p:cNvSpPr/>
              <p:nvPr/>
            </p:nvSpPr>
            <p:spPr>
              <a:xfrm flipV="1">
                <a:off x="3789" y="1403"/>
                <a:ext cx="413" cy="178"/>
              </a:xfrm>
              <a:custGeom>
                <a:avLst/>
                <a:gdLst/>
                <a:ahLst/>
                <a:cxnLst>
                  <a:cxn ang="0">
                    <a:pos x="0" y="0"/>
                  </a:cxn>
                  <a:cxn ang="0">
                    <a:pos x="0" y="0"/>
                  </a:cxn>
                  <a:cxn ang="0">
                    <a:pos x="0" y="0"/>
                  </a:cxn>
                </a:cxnLst>
                <a:rect l="0" t="0" r="0" b="0"/>
                <a:pathLst>
                  <a:path w="19383" h="20535" fill="none">
                    <a:moveTo>
                      <a:pt x="12683" y="20534"/>
                    </a:moveTo>
                    <a:cubicBezTo>
                      <a:pt x="7144" y="18727"/>
                      <a:pt x="2570" y="14759"/>
                      <a:pt x="-1" y="9531"/>
                    </a:cubicBezTo>
                  </a:path>
                  <a:path w="19383" h="20535" stroke="0">
                    <a:moveTo>
                      <a:pt x="12683" y="20534"/>
                    </a:moveTo>
                    <a:cubicBezTo>
                      <a:pt x="7144" y="18727"/>
                      <a:pt x="2570" y="14759"/>
                      <a:pt x="-1" y="9531"/>
                    </a:cubicBezTo>
                    <a:lnTo>
                      <a:pt x="19383" y="0"/>
                    </a:lnTo>
                    <a:lnTo>
                      <a:pt x="12683" y="20534"/>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grpSp>
            <p:nvGrpSpPr>
              <p:cNvPr id="46161" name="Group 70"/>
              <p:cNvGrpSpPr/>
              <p:nvPr/>
            </p:nvGrpSpPr>
            <p:grpSpPr>
              <a:xfrm>
                <a:off x="1422" y="562"/>
                <a:ext cx="173" cy="885"/>
                <a:chOff x="1422" y="279"/>
                <a:chExt cx="218" cy="1453"/>
              </a:xfrm>
            </p:grpSpPr>
            <p:sp>
              <p:nvSpPr>
                <p:cNvPr id="46162" name="Rectangle 71"/>
                <p:cNvSpPr/>
                <p:nvPr/>
              </p:nvSpPr>
              <p:spPr>
                <a:xfrm>
                  <a:off x="1445" y="1549"/>
                  <a:ext cx="177" cy="183"/>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63" name="Rectangle 72"/>
                <p:cNvSpPr/>
                <p:nvPr/>
              </p:nvSpPr>
              <p:spPr>
                <a:xfrm>
                  <a:off x="1430" y="279"/>
                  <a:ext cx="178" cy="183"/>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64" name="Arc 73"/>
                <p:cNvSpPr/>
                <p:nvPr/>
              </p:nvSpPr>
              <p:spPr>
                <a:xfrm rot="5386920">
                  <a:off x="898" y="941"/>
                  <a:ext cx="1327" cy="118"/>
                </a:xfrm>
                <a:custGeom>
                  <a:avLst/>
                  <a:gdLst/>
                  <a:ahLst/>
                  <a:cxnLst>
                    <a:cxn ang="0">
                      <a:pos x="0" y="0"/>
                    </a:cxn>
                    <a:cxn ang="0">
                      <a:pos x="0" y="0"/>
                    </a:cxn>
                    <a:cxn ang="0">
                      <a:pos x="0" y="0"/>
                    </a:cxn>
                  </a:cxnLst>
                  <a:rect l="0" t="0" r="0" b="0"/>
                  <a:pathLst>
                    <a:path w="40634" h="21600" fill="none">
                      <a:moveTo>
                        <a:pt x="-1" y="14300"/>
                      </a:moveTo>
                      <a:cubicBezTo>
                        <a:pt x="3079" y="5721"/>
                        <a:pt x="11213" y="-1"/>
                        <a:pt x="20329" y="0"/>
                      </a:cubicBezTo>
                      <a:cubicBezTo>
                        <a:pt x="29418" y="0"/>
                        <a:pt x="37534" y="5689"/>
                        <a:pt x="40634" y="14233"/>
                      </a:cubicBezTo>
                    </a:path>
                    <a:path w="40634" h="21600" stroke="0">
                      <a:moveTo>
                        <a:pt x="-1" y="14300"/>
                      </a:moveTo>
                      <a:cubicBezTo>
                        <a:pt x="3079" y="5721"/>
                        <a:pt x="11213" y="-1"/>
                        <a:pt x="20329" y="0"/>
                      </a:cubicBezTo>
                      <a:cubicBezTo>
                        <a:pt x="29418" y="0"/>
                        <a:pt x="37534" y="5689"/>
                        <a:pt x="40634" y="14233"/>
                      </a:cubicBezTo>
                      <a:lnTo>
                        <a:pt x="20329" y="21600"/>
                      </a:lnTo>
                      <a:lnTo>
                        <a:pt x="-1" y="14300"/>
                      </a:lnTo>
                      <a:close/>
                    </a:path>
                  </a:pathLst>
                </a:custGeom>
                <a:gradFill rotWithShape="0">
                  <a:gsLst>
                    <a:gs pos="0">
                      <a:srgbClr val="66FFFF"/>
                    </a:gs>
                    <a:gs pos="100000">
                      <a:srgbClr val="44AAAA"/>
                    </a:gs>
                  </a:gsLst>
                  <a:lin ang="5400000" scaled="1"/>
                  <a:tileRect/>
                </a:gradFill>
                <a:ln w="12700">
                  <a:noFill/>
                </a:ln>
              </p:spPr>
              <p:txBody>
                <a:bodyPr/>
                <a:lstStyle/>
                <a:p>
                  <a:endParaRPr lang="zh-CN" altLang="en-US"/>
                </a:p>
              </p:txBody>
            </p:sp>
            <p:sp>
              <p:nvSpPr>
                <p:cNvPr id="46165" name="Arc 74"/>
                <p:cNvSpPr/>
                <p:nvPr/>
              </p:nvSpPr>
              <p:spPr>
                <a:xfrm rot="5386920" flipV="1">
                  <a:off x="800" y="948"/>
                  <a:ext cx="1317" cy="111"/>
                </a:xfrm>
                <a:custGeom>
                  <a:avLst/>
                  <a:gdLst/>
                  <a:ahLst/>
                  <a:cxnLst>
                    <a:cxn ang="0">
                      <a:pos x="0" y="0"/>
                    </a:cxn>
                    <a:cxn ang="0">
                      <a:pos x="0" y="0"/>
                    </a:cxn>
                    <a:cxn ang="0">
                      <a:pos x="0" y="0"/>
                    </a:cxn>
                  </a:cxnLst>
                  <a:rect l="0" t="0" r="0" b="0"/>
                  <a:pathLst>
                    <a:path w="40187" h="21600" fill="none">
                      <a:moveTo>
                        <a:pt x="-1" y="13158"/>
                      </a:moveTo>
                      <a:cubicBezTo>
                        <a:pt x="3386" y="5180"/>
                        <a:pt x="11214" y="-1"/>
                        <a:pt x="19882" y="0"/>
                      </a:cubicBezTo>
                      <a:cubicBezTo>
                        <a:pt x="28971" y="0"/>
                        <a:pt x="37087" y="5689"/>
                        <a:pt x="40187" y="14233"/>
                      </a:cubicBezTo>
                    </a:path>
                    <a:path w="40187" h="21600" stroke="0">
                      <a:moveTo>
                        <a:pt x="-1" y="13158"/>
                      </a:moveTo>
                      <a:cubicBezTo>
                        <a:pt x="3386" y="5180"/>
                        <a:pt x="11214" y="-1"/>
                        <a:pt x="19882" y="0"/>
                      </a:cubicBezTo>
                      <a:cubicBezTo>
                        <a:pt x="28971" y="0"/>
                        <a:pt x="37087" y="5689"/>
                        <a:pt x="40187" y="14233"/>
                      </a:cubicBezTo>
                      <a:lnTo>
                        <a:pt x="19882" y="21600"/>
                      </a:lnTo>
                      <a:lnTo>
                        <a:pt x="-1" y="13158"/>
                      </a:lnTo>
                      <a:close/>
                    </a:path>
                  </a:pathLst>
                </a:custGeom>
                <a:gradFill rotWithShape="0">
                  <a:gsLst>
                    <a:gs pos="0">
                      <a:srgbClr val="66FFFF"/>
                    </a:gs>
                    <a:gs pos="100000">
                      <a:srgbClr val="47B2B2"/>
                    </a:gs>
                  </a:gsLst>
                  <a:lin ang="5400000" scaled="1"/>
                  <a:tileRect/>
                </a:gradFill>
                <a:ln w="12700">
                  <a:noFill/>
                </a:ln>
              </p:spPr>
              <p:txBody>
                <a:bodyPr/>
                <a:lstStyle/>
                <a:p>
                  <a:endParaRPr lang="zh-CN" altLang="en-US"/>
                </a:p>
              </p:txBody>
            </p:sp>
            <p:sp>
              <p:nvSpPr>
                <p:cNvPr id="46166" name="Rectangle 75"/>
                <p:cNvSpPr/>
                <p:nvPr/>
              </p:nvSpPr>
              <p:spPr>
                <a:xfrm rot="5386920">
                  <a:off x="855" y="960"/>
                  <a:ext cx="1314" cy="69"/>
                </a:xfrm>
                <a:prstGeom prst="rect">
                  <a:avLst/>
                </a:prstGeom>
                <a:gradFill rotWithShape="0">
                  <a:gsLst>
                    <a:gs pos="0">
                      <a:srgbClr val="52CCCC"/>
                    </a:gs>
                    <a:gs pos="50000">
                      <a:srgbClr val="66FFFF"/>
                    </a:gs>
                    <a:gs pos="100000">
                      <a:srgbClr val="52CCCC"/>
                    </a:gs>
                  </a:gsLst>
                  <a:lin ang="5400000" scaled="1"/>
                  <a:tileRect/>
                </a:gradFill>
                <a:ln w="9525"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6167" name="Line 76"/>
                <p:cNvSpPr/>
                <p:nvPr/>
              </p:nvSpPr>
              <p:spPr>
                <a:xfrm rot="68555">
                  <a:off x="1496" y="361"/>
                  <a:ext cx="74" cy="1"/>
                </a:xfrm>
                <a:prstGeom prst="line">
                  <a:avLst/>
                </a:prstGeom>
                <a:ln w="28575" cap="flat" cmpd="sng">
                  <a:solidFill>
                    <a:schemeClr val="tx1"/>
                  </a:solidFill>
                  <a:prstDash val="solid"/>
                  <a:round/>
                  <a:headEnd type="none" w="med" len="med"/>
                  <a:tailEnd type="none" w="med" len="med"/>
                </a:ln>
              </p:spPr>
            </p:sp>
            <p:sp>
              <p:nvSpPr>
                <p:cNvPr id="46168" name="Line 77"/>
                <p:cNvSpPr/>
                <p:nvPr/>
              </p:nvSpPr>
              <p:spPr>
                <a:xfrm rot="68555" flipV="1">
                  <a:off x="1489" y="1666"/>
                  <a:ext cx="75" cy="1"/>
                </a:xfrm>
                <a:prstGeom prst="line">
                  <a:avLst/>
                </a:prstGeom>
                <a:ln w="28575" cap="flat" cmpd="sng">
                  <a:solidFill>
                    <a:schemeClr val="tx1"/>
                  </a:solidFill>
                  <a:prstDash val="solid"/>
                  <a:round/>
                  <a:headEnd type="none" w="med" len="med"/>
                  <a:tailEnd type="none" w="med" len="med"/>
                </a:ln>
              </p:spPr>
            </p:sp>
            <p:sp>
              <p:nvSpPr>
                <p:cNvPr id="46169" name="Arc 78"/>
                <p:cNvSpPr/>
                <p:nvPr/>
              </p:nvSpPr>
              <p:spPr>
                <a:xfrm rot="5386920">
                  <a:off x="902" y="937"/>
                  <a:ext cx="1315" cy="114"/>
                </a:xfrm>
                <a:custGeom>
                  <a:avLst/>
                  <a:gdLst/>
                  <a:ahLst/>
                  <a:cxnLst>
                    <a:cxn ang="0">
                      <a:pos x="0" y="0"/>
                    </a:cxn>
                    <a:cxn ang="0">
                      <a:pos x="0" y="0"/>
                    </a:cxn>
                    <a:cxn ang="0">
                      <a:pos x="0" y="0"/>
                    </a:cxn>
                  </a:cxnLst>
                  <a:rect l="0" t="0" r="0" b="0"/>
                  <a:pathLst>
                    <a:path w="40634" h="21600" fill="none">
                      <a:moveTo>
                        <a:pt x="-1" y="14300"/>
                      </a:moveTo>
                      <a:cubicBezTo>
                        <a:pt x="3079" y="5721"/>
                        <a:pt x="11213" y="-1"/>
                        <a:pt x="20329" y="0"/>
                      </a:cubicBezTo>
                      <a:cubicBezTo>
                        <a:pt x="29418" y="0"/>
                        <a:pt x="37534" y="5689"/>
                        <a:pt x="40634" y="14233"/>
                      </a:cubicBezTo>
                    </a:path>
                    <a:path w="40634" h="21600" stroke="0">
                      <a:moveTo>
                        <a:pt x="-1" y="14300"/>
                      </a:moveTo>
                      <a:cubicBezTo>
                        <a:pt x="3079" y="5721"/>
                        <a:pt x="11213" y="-1"/>
                        <a:pt x="20329" y="0"/>
                      </a:cubicBezTo>
                      <a:cubicBezTo>
                        <a:pt x="29418" y="0"/>
                        <a:pt x="37534" y="5689"/>
                        <a:pt x="40634" y="14233"/>
                      </a:cubicBezTo>
                      <a:lnTo>
                        <a:pt x="20329" y="21600"/>
                      </a:lnTo>
                      <a:lnTo>
                        <a:pt x="-1" y="14300"/>
                      </a:lnTo>
                      <a:close/>
                    </a:path>
                  </a:pathLst>
                </a:custGeom>
                <a:noFill/>
                <a:ln w="28575" cap="flat" cmpd="sng">
                  <a:solidFill>
                    <a:schemeClr val="tx2"/>
                  </a:solidFill>
                  <a:prstDash val="solid"/>
                  <a:round/>
                  <a:headEnd type="none" w="med" len="med"/>
                  <a:tailEnd type="none" w="med" len="med"/>
                </a:ln>
              </p:spPr>
              <p:txBody>
                <a:bodyPr/>
                <a:lstStyle/>
                <a:p>
                  <a:endParaRPr lang="zh-CN" altLang="en-US"/>
                </a:p>
              </p:txBody>
            </p:sp>
            <p:sp>
              <p:nvSpPr>
                <p:cNvPr id="46170" name="Arc 79"/>
                <p:cNvSpPr/>
                <p:nvPr/>
              </p:nvSpPr>
              <p:spPr>
                <a:xfrm rot="5386920" flipV="1">
                  <a:off x="825" y="958"/>
                  <a:ext cx="1314" cy="108"/>
                </a:xfrm>
                <a:custGeom>
                  <a:avLst/>
                  <a:gdLst/>
                  <a:ahLst/>
                  <a:cxnLst>
                    <a:cxn ang="0">
                      <a:pos x="0" y="0"/>
                    </a:cxn>
                    <a:cxn ang="0">
                      <a:pos x="0" y="0"/>
                    </a:cxn>
                    <a:cxn ang="0">
                      <a:pos x="0" y="0"/>
                    </a:cxn>
                  </a:cxnLst>
                  <a:rect l="0" t="0" r="0" b="0"/>
                  <a:pathLst>
                    <a:path w="40187" h="21600" fill="none">
                      <a:moveTo>
                        <a:pt x="-1" y="13158"/>
                      </a:moveTo>
                      <a:cubicBezTo>
                        <a:pt x="3386" y="5180"/>
                        <a:pt x="11214" y="-1"/>
                        <a:pt x="19882" y="0"/>
                      </a:cubicBezTo>
                      <a:cubicBezTo>
                        <a:pt x="28971" y="0"/>
                        <a:pt x="37087" y="5689"/>
                        <a:pt x="40187" y="14233"/>
                      </a:cubicBezTo>
                    </a:path>
                    <a:path w="40187" h="21600" stroke="0">
                      <a:moveTo>
                        <a:pt x="-1" y="13158"/>
                      </a:moveTo>
                      <a:cubicBezTo>
                        <a:pt x="3386" y="5180"/>
                        <a:pt x="11214" y="-1"/>
                        <a:pt x="19882" y="0"/>
                      </a:cubicBezTo>
                      <a:cubicBezTo>
                        <a:pt x="28971" y="0"/>
                        <a:pt x="37087" y="5689"/>
                        <a:pt x="40187" y="14233"/>
                      </a:cubicBezTo>
                      <a:lnTo>
                        <a:pt x="19882" y="21600"/>
                      </a:lnTo>
                      <a:lnTo>
                        <a:pt x="-1" y="13158"/>
                      </a:lnTo>
                      <a:close/>
                    </a:path>
                  </a:pathLst>
                </a:custGeom>
                <a:noFill/>
                <a:ln w="28575" cap="flat" cmpd="sng">
                  <a:solidFill>
                    <a:schemeClr val="tx2"/>
                  </a:solidFill>
                  <a:prstDash val="solid"/>
                  <a:round/>
                  <a:headEnd type="none" w="med" len="med"/>
                  <a:tailEnd type="none" w="med" len="med"/>
                </a:ln>
              </p:spPr>
              <p:txBody>
                <a:bodyPr/>
                <a:lstStyle/>
                <a:p>
                  <a:endParaRPr lang="zh-CN" altLang="en-US"/>
                </a:p>
              </p:txBody>
            </p:sp>
          </p:grpSp>
          <p:sp>
            <p:nvSpPr>
              <p:cNvPr id="46171" name="Freeform 80"/>
              <p:cNvSpPr/>
              <p:nvPr/>
            </p:nvSpPr>
            <p:spPr>
              <a:xfrm>
                <a:off x="3755" y="341"/>
                <a:ext cx="34" cy="243"/>
              </a:xfrm>
              <a:custGeom>
                <a:avLst/>
                <a:gdLst/>
                <a:ahLst/>
                <a:cxnLst>
                  <a:cxn ang="0">
                    <a:pos x="4" y="0"/>
                  </a:cxn>
                  <a:cxn ang="0">
                    <a:pos x="11" y="30"/>
                  </a:cxn>
                  <a:cxn ang="0">
                    <a:pos x="4" y="47"/>
                  </a:cxn>
                  <a:cxn ang="0">
                    <a:pos x="0" y="56"/>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6172" name="Freeform 81"/>
              <p:cNvSpPr/>
              <p:nvPr/>
            </p:nvSpPr>
            <p:spPr>
              <a:xfrm flipV="1">
                <a:off x="3751" y="1608"/>
                <a:ext cx="31" cy="243"/>
              </a:xfrm>
              <a:custGeom>
                <a:avLst/>
                <a:gdLst/>
                <a:ahLst/>
                <a:cxnLst>
                  <a:cxn ang="0">
                    <a:pos x="2" y="0"/>
                  </a:cxn>
                  <a:cxn ang="0">
                    <a:pos x="5" y="30"/>
                  </a:cxn>
                  <a:cxn ang="0">
                    <a:pos x="2" y="47"/>
                  </a:cxn>
                  <a:cxn ang="0">
                    <a:pos x="0" y="56"/>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6173" name="Freeform 82"/>
              <p:cNvSpPr/>
              <p:nvPr/>
            </p:nvSpPr>
            <p:spPr>
              <a:xfrm>
                <a:off x="3744" y="1073"/>
                <a:ext cx="33" cy="243"/>
              </a:xfrm>
              <a:custGeom>
                <a:avLst/>
                <a:gdLst/>
                <a:ahLst/>
                <a:cxnLst>
                  <a:cxn ang="0">
                    <a:pos x="3" y="0"/>
                  </a:cxn>
                  <a:cxn ang="0">
                    <a:pos x="8" y="30"/>
                  </a:cxn>
                  <a:cxn ang="0">
                    <a:pos x="3" y="47"/>
                  </a:cxn>
                  <a:cxn ang="0">
                    <a:pos x="0" y="56"/>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6174" name="Freeform 83"/>
              <p:cNvSpPr/>
              <p:nvPr/>
            </p:nvSpPr>
            <p:spPr>
              <a:xfrm flipV="1">
                <a:off x="3744" y="712"/>
                <a:ext cx="32" cy="243"/>
              </a:xfrm>
              <a:custGeom>
                <a:avLst/>
                <a:gdLst/>
                <a:ahLst/>
                <a:cxnLst>
                  <a:cxn ang="0">
                    <a:pos x="2" y="0"/>
                  </a:cxn>
                  <a:cxn ang="0">
                    <a:pos x="6" y="30"/>
                  </a:cxn>
                  <a:cxn ang="0">
                    <a:pos x="2" y="47"/>
                  </a:cxn>
                  <a:cxn ang="0">
                    <a:pos x="0" y="56"/>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6175" name="Freeform 84"/>
              <p:cNvSpPr/>
              <p:nvPr/>
            </p:nvSpPr>
            <p:spPr>
              <a:xfrm>
                <a:off x="3774" y="251"/>
                <a:ext cx="40" cy="323"/>
              </a:xfrm>
              <a:custGeom>
                <a:avLst/>
                <a:gdLst/>
                <a:ahLst/>
                <a:cxnLst>
                  <a:cxn ang="0">
                    <a:pos x="0" y="0"/>
                  </a:cxn>
                  <a:cxn ang="0">
                    <a:pos x="3" y="23"/>
                  </a:cxn>
                  <a:cxn ang="0">
                    <a:pos x="9" y="50"/>
                  </a:cxn>
                  <a:cxn ang="0">
                    <a:pos x="3" y="67"/>
                  </a:cxn>
                  <a:cxn ang="0">
                    <a:pos x="11" y="76"/>
                  </a:cxn>
                </a:cxnLst>
                <a:rect l="0" t="0" r="0" b="0"/>
                <a:pathLst>
                  <a:path w="47" h="387">
                    <a:moveTo>
                      <a:pt x="0" y="0"/>
                    </a:moveTo>
                    <a:cubicBezTo>
                      <a:pt x="0" y="38"/>
                      <a:pt x="1" y="77"/>
                      <a:pt x="7" y="119"/>
                    </a:cubicBezTo>
                    <a:cubicBezTo>
                      <a:pt x="13" y="161"/>
                      <a:pt x="39" y="216"/>
                      <a:pt x="39" y="253"/>
                    </a:cubicBezTo>
                    <a:cubicBezTo>
                      <a:pt x="39" y="290"/>
                      <a:pt x="6" y="318"/>
                      <a:pt x="7" y="340"/>
                    </a:cubicBezTo>
                    <a:cubicBezTo>
                      <a:pt x="8" y="362"/>
                      <a:pt x="27" y="374"/>
                      <a:pt x="47" y="387"/>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76" name="Freeform 85"/>
              <p:cNvSpPr/>
              <p:nvPr/>
            </p:nvSpPr>
            <p:spPr>
              <a:xfrm flipV="1">
                <a:off x="3762" y="1492"/>
                <a:ext cx="40" cy="322"/>
              </a:xfrm>
              <a:custGeom>
                <a:avLst/>
                <a:gdLst/>
                <a:ahLst/>
                <a:cxnLst>
                  <a:cxn ang="0">
                    <a:pos x="0" y="0"/>
                  </a:cxn>
                  <a:cxn ang="0">
                    <a:pos x="3" y="22"/>
                  </a:cxn>
                  <a:cxn ang="0">
                    <a:pos x="9" y="48"/>
                  </a:cxn>
                  <a:cxn ang="0">
                    <a:pos x="3" y="65"/>
                  </a:cxn>
                  <a:cxn ang="0">
                    <a:pos x="11" y="74"/>
                  </a:cxn>
                </a:cxnLst>
                <a:rect l="0" t="0" r="0" b="0"/>
                <a:pathLst>
                  <a:path w="47" h="387">
                    <a:moveTo>
                      <a:pt x="0" y="0"/>
                    </a:moveTo>
                    <a:cubicBezTo>
                      <a:pt x="0" y="38"/>
                      <a:pt x="1" y="77"/>
                      <a:pt x="7" y="119"/>
                    </a:cubicBezTo>
                    <a:cubicBezTo>
                      <a:pt x="13" y="161"/>
                      <a:pt x="39" y="216"/>
                      <a:pt x="39" y="253"/>
                    </a:cubicBezTo>
                    <a:cubicBezTo>
                      <a:pt x="39" y="290"/>
                      <a:pt x="6" y="318"/>
                      <a:pt x="7" y="340"/>
                    </a:cubicBezTo>
                    <a:cubicBezTo>
                      <a:pt x="8" y="362"/>
                      <a:pt x="27" y="374"/>
                      <a:pt x="47" y="387"/>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77" name="Line 86"/>
              <p:cNvSpPr/>
              <p:nvPr/>
            </p:nvSpPr>
            <p:spPr>
              <a:xfrm>
                <a:off x="3750" y="213"/>
                <a:ext cx="0" cy="1590"/>
              </a:xfrm>
              <a:prstGeom prst="line">
                <a:avLst/>
              </a:prstGeom>
              <a:ln w="38100" cap="flat" cmpd="sng">
                <a:solidFill>
                  <a:schemeClr val="tx2"/>
                </a:solidFill>
                <a:prstDash val="solid"/>
                <a:round/>
                <a:headEnd type="none" w="med" len="med"/>
                <a:tailEnd type="none" w="med" len="med"/>
              </a:ln>
            </p:spPr>
          </p:sp>
          <p:sp>
            <p:nvSpPr>
              <p:cNvPr id="46178" name="Line 87"/>
              <p:cNvSpPr/>
              <p:nvPr/>
            </p:nvSpPr>
            <p:spPr>
              <a:xfrm>
                <a:off x="3738" y="225"/>
                <a:ext cx="0" cy="1589"/>
              </a:xfrm>
              <a:prstGeom prst="line">
                <a:avLst/>
              </a:prstGeom>
              <a:ln w="19050" cap="flat" cmpd="sng">
                <a:solidFill>
                  <a:schemeClr val="tx2"/>
                </a:solidFill>
                <a:prstDash val="solid"/>
                <a:round/>
                <a:headEnd type="none" w="med" len="med"/>
                <a:tailEnd type="none" w="med" len="med"/>
              </a:ln>
            </p:spPr>
          </p:sp>
          <p:sp>
            <p:nvSpPr>
              <p:cNvPr id="48209" name="Line 88"/>
              <p:cNvSpPr>
                <a:spLocks noChangeShapeType="1"/>
              </p:cNvSpPr>
              <p:nvPr/>
            </p:nvSpPr>
            <p:spPr bwMode="auto">
              <a:xfrm flipV="1">
                <a:off x="445" y="795"/>
                <a:ext cx="2673" cy="372"/>
              </a:xfrm>
              <a:prstGeom prst="line">
                <a:avLst/>
              </a:prstGeom>
              <a:noFill/>
              <a:ln w="28575">
                <a:solidFill>
                  <a:srgbClr val="FF0000"/>
                </a:solidFill>
                <a:round/>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210" name="Line 89"/>
              <p:cNvSpPr>
                <a:spLocks noChangeShapeType="1"/>
              </p:cNvSpPr>
              <p:nvPr/>
            </p:nvSpPr>
            <p:spPr bwMode="auto">
              <a:xfrm>
                <a:off x="446" y="896"/>
                <a:ext cx="2702" cy="298"/>
              </a:xfrm>
              <a:prstGeom prst="line">
                <a:avLst/>
              </a:prstGeom>
              <a:noFill/>
              <a:ln w="28575">
                <a:solidFill>
                  <a:srgbClr val="FF0000"/>
                </a:solidFill>
                <a:round/>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181" name="Line 90"/>
              <p:cNvSpPr/>
              <p:nvPr/>
            </p:nvSpPr>
            <p:spPr>
              <a:xfrm flipV="1">
                <a:off x="568" y="1134"/>
                <a:ext cx="115" cy="17"/>
              </a:xfrm>
              <a:prstGeom prst="line">
                <a:avLst/>
              </a:prstGeom>
              <a:ln w="28575" cap="flat" cmpd="sng">
                <a:solidFill>
                  <a:srgbClr val="FF0000"/>
                </a:solidFill>
                <a:prstDash val="solid"/>
                <a:round/>
                <a:headEnd type="none" w="med" len="med"/>
                <a:tailEnd type="triangle" w="med" len="lg"/>
              </a:ln>
            </p:spPr>
          </p:sp>
          <p:sp>
            <p:nvSpPr>
              <p:cNvPr id="48212" name="Line 91"/>
              <p:cNvSpPr>
                <a:spLocks noChangeShapeType="1"/>
              </p:cNvSpPr>
              <p:nvPr/>
            </p:nvSpPr>
            <p:spPr bwMode="auto">
              <a:xfrm rot="301625" flipH="1" flipV="1">
                <a:off x="579" y="916"/>
                <a:ext cx="115" cy="1"/>
              </a:xfrm>
              <a:prstGeom prst="line">
                <a:avLst/>
              </a:prstGeom>
              <a:noFill/>
              <a:ln w="28575">
                <a:solidFill>
                  <a:srgbClr val="FF0000"/>
                </a:solidFill>
                <a:round/>
                <a:headEnd type="triangle" w="med" len="lg"/>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183" name="Arc 92"/>
              <p:cNvSpPr/>
              <p:nvPr/>
            </p:nvSpPr>
            <p:spPr>
              <a:xfrm rot="1071390">
                <a:off x="2197" y="921"/>
                <a:ext cx="80" cy="175"/>
              </a:xfrm>
              <a:custGeom>
                <a:avLst/>
                <a:gdLst/>
                <a:ahLst/>
                <a:cxnLst>
                  <a:cxn ang="0">
                    <a:pos x="0" y="0"/>
                  </a:cxn>
                  <a:cxn ang="0">
                    <a:pos x="0" y="0"/>
                  </a:cxn>
                  <a:cxn ang="0">
                    <a:pos x="0" y="0"/>
                  </a:cxn>
                </a:cxnLst>
                <a:rect l="0" t="0" r="0" b="0"/>
                <a:pathLst>
                  <a:path w="21600" h="37361" fill="none">
                    <a:moveTo>
                      <a:pt x="7308" y="0"/>
                    </a:moveTo>
                    <a:cubicBezTo>
                      <a:pt x="15882" y="3083"/>
                      <a:pt x="21600" y="11214"/>
                      <a:pt x="21600" y="20326"/>
                    </a:cubicBezTo>
                    <a:cubicBezTo>
                      <a:pt x="21600" y="26982"/>
                      <a:pt x="18530" y="33267"/>
                      <a:pt x="13280" y="37360"/>
                    </a:cubicBezTo>
                  </a:path>
                  <a:path w="21600" h="37361" stroke="0">
                    <a:moveTo>
                      <a:pt x="7308" y="0"/>
                    </a:moveTo>
                    <a:cubicBezTo>
                      <a:pt x="15882" y="3083"/>
                      <a:pt x="21600" y="11214"/>
                      <a:pt x="21600" y="20326"/>
                    </a:cubicBezTo>
                    <a:cubicBezTo>
                      <a:pt x="21600" y="26982"/>
                      <a:pt x="18530" y="33267"/>
                      <a:pt x="13280" y="37360"/>
                    </a:cubicBezTo>
                    <a:lnTo>
                      <a:pt x="0" y="20326"/>
                    </a:lnTo>
                    <a:lnTo>
                      <a:pt x="7308" y="0"/>
                    </a:lnTo>
                    <a:close/>
                  </a:path>
                </a:pathLst>
              </a:custGeom>
              <a:noFill/>
              <a:ln w="28575" cap="flat" cmpd="sng">
                <a:solidFill>
                  <a:schemeClr val="tx2"/>
                </a:solidFill>
                <a:prstDash val="solid"/>
                <a:round/>
                <a:headEnd type="none" w="med" len="med"/>
                <a:tailEnd type="none" w="med" len="med"/>
              </a:ln>
            </p:spPr>
            <p:txBody>
              <a:bodyPr/>
              <a:lstStyle/>
              <a:p>
                <a:endParaRPr lang="zh-CN" altLang="en-US"/>
              </a:p>
            </p:txBody>
          </p:sp>
          <p:sp>
            <p:nvSpPr>
              <p:cNvPr id="46184" name="Line 93"/>
              <p:cNvSpPr/>
              <p:nvPr/>
            </p:nvSpPr>
            <p:spPr>
              <a:xfrm>
                <a:off x="3228" y="813"/>
                <a:ext cx="1630" cy="0"/>
              </a:xfrm>
              <a:prstGeom prst="line">
                <a:avLst/>
              </a:prstGeom>
              <a:ln w="9525" cap="flat" cmpd="sng">
                <a:solidFill>
                  <a:schemeClr val="tx1"/>
                </a:solidFill>
                <a:prstDash val="solid"/>
                <a:round/>
                <a:headEnd type="none" w="med" len="med"/>
                <a:tailEnd type="none" w="med" len="med"/>
              </a:ln>
            </p:spPr>
          </p:sp>
          <p:sp>
            <p:nvSpPr>
              <p:cNvPr id="46185" name="Line 94"/>
              <p:cNvSpPr/>
              <p:nvPr/>
            </p:nvSpPr>
            <p:spPr>
              <a:xfrm>
                <a:off x="3281" y="1195"/>
                <a:ext cx="1567" cy="0"/>
              </a:xfrm>
              <a:prstGeom prst="line">
                <a:avLst/>
              </a:prstGeom>
              <a:ln w="9525" cap="flat" cmpd="sng">
                <a:solidFill>
                  <a:schemeClr val="tx1"/>
                </a:solidFill>
                <a:prstDash val="solid"/>
                <a:round/>
                <a:headEnd type="none" w="med" len="med"/>
                <a:tailEnd type="none" w="med" len="med"/>
              </a:ln>
            </p:spPr>
          </p:sp>
          <p:sp>
            <p:nvSpPr>
              <p:cNvPr id="46186" name="Line 95"/>
              <p:cNvSpPr/>
              <p:nvPr/>
            </p:nvSpPr>
            <p:spPr>
              <a:xfrm>
                <a:off x="3653" y="522"/>
                <a:ext cx="0" cy="0"/>
              </a:xfrm>
              <a:prstGeom prst="line">
                <a:avLst/>
              </a:prstGeom>
              <a:ln w="9525" cap="flat" cmpd="sng">
                <a:solidFill>
                  <a:schemeClr val="tx1"/>
                </a:solidFill>
                <a:prstDash val="solid"/>
                <a:round/>
                <a:headEnd type="none" w="med" len="med"/>
                <a:tailEnd type="none" w="med" len="med"/>
              </a:ln>
            </p:spPr>
          </p:sp>
          <p:sp>
            <p:nvSpPr>
              <p:cNvPr id="46187" name="Freeform 96"/>
              <p:cNvSpPr/>
              <p:nvPr/>
            </p:nvSpPr>
            <p:spPr>
              <a:xfrm rot="-170446" flipV="1">
                <a:off x="4036" y="894"/>
                <a:ext cx="709" cy="98"/>
              </a:xfrm>
              <a:custGeom>
                <a:avLst/>
                <a:gdLst/>
                <a:ahLst/>
                <a:cxnLst>
                  <a:cxn ang="0">
                    <a:pos x="0" y="0"/>
                  </a:cxn>
                  <a:cxn ang="0">
                    <a:pos x="29" y="3"/>
                  </a:cxn>
                  <a:cxn ang="0">
                    <a:pos x="49" y="6"/>
                  </a:cxn>
                  <a:cxn ang="0">
                    <a:pos x="57" y="7"/>
                  </a:cxn>
                  <a:cxn ang="0">
                    <a:pos x="61" y="8"/>
                  </a:cxn>
                </a:cxnLst>
                <a:rect l="0" t="0" r="0" b="0"/>
                <a:pathLst>
                  <a:path w="962" h="134">
                    <a:moveTo>
                      <a:pt x="0" y="0"/>
                    </a:moveTo>
                    <a:cubicBezTo>
                      <a:pt x="160" y="19"/>
                      <a:pt x="321" y="39"/>
                      <a:pt x="449" y="55"/>
                    </a:cubicBezTo>
                    <a:cubicBezTo>
                      <a:pt x="577" y="71"/>
                      <a:pt x="691" y="85"/>
                      <a:pt x="765" y="94"/>
                    </a:cubicBezTo>
                    <a:cubicBezTo>
                      <a:pt x="839" y="103"/>
                      <a:pt x="858" y="103"/>
                      <a:pt x="891" y="110"/>
                    </a:cubicBezTo>
                    <a:cubicBezTo>
                      <a:pt x="924" y="117"/>
                      <a:pt x="943" y="125"/>
                      <a:pt x="962" y="134"/>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88" name="Freeform 97"/>
              <p:cNvSpPr/>
              <p:nvPr/>
            </p:nvSpPr>
            <p:spPr>
              <a:xfrm>
                <a:off x="4035" y="1033"/>
                <a:ext cx="709" cy="97"/>
              </a:xfrm>
              <a:custGeom>
                <a:avLst/>
                <a:gdLst/>
                <a:ahLst/>
                <a:cxnLst>
                  <a:cxn ang="0">
                    <a:pos x="0" y="0"/>
                  </a:cxn>
                  <a:cxn ang="0">
                    <a:pos x="29" y="3"/>
                  </a:cxn>
                  <a:cxn ang="0">
                    <a:pos x="49" y="5"/>
                  </a:cxn>
                  <a:cxn ang="0">
                    <a:pos x="57" y="7"/>
                  </a:cxn>
                  <a:cxn ang="0">
                    <a:pos x="61" y="7"/>
                  </a:cxn>
                </a:cxnLst>
                <a:rect l="0" t="0" r="0" b="0"/>
                <a:pathLst>
                  <a:path w="962" h="134">
                    <a:moveTo>
                      <a:pt x="0" y="0"/>
                    </a:moveTo>
                    <a:cubicBezTo>
                      <a:pt x="160" y="19"/>
                      <a:pt x="321" y="39"/>
                      <a:pt x="449" y="55"/>
                    </a:cubicBezTo>
                    <a:cubicBezTo>
                      <a:pt x="577" y="71"/>
                      <a:pt x="691" y="85"/>
                      <a:pt x="765" y="94"/>
                    </a:cubicBezTo>
                    <a:cubicBezTo>
                      <a:pt x="839" y="103"/>
                      <a:pt x="858" y="103"/>
                      <a:pt x="891" y="110"/>
                    </a:cubicBezTo>
                    <a:cubicBezTo>
                      <a:pt x="924" y="117"/>
                      <a:pt x="943" y="125"/>
                      <a:pt x="962" y="134"/>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6189" name="Line 98"/>
              <p:cNvSpPr/>
              <p:nvPr/>
            </p:nvSpPr>
            <p:spPr>
              <a:xfrm>
                <a:off x="4024" y="1021"/>
                <a:ext cx="33" cy="0"/>
              </a:xfrm>
              <a:prstGeom prst="line">
                <a:avLst/>
              </a:prstGeom>
              <a:ln w="76200" cap="flat" cmpd="sng">
                <a:solidFill>
                  <a:srgbClr val="FF0000"/>
                </a:solidFill>
                <a:prstDash val="solid"/>
                <a:round/>
                <a:headEnd type="none" w="med" len="med"/>
                <a:tailEnd type="none" w="med" len="med"/>
              </a:ln>
            </p:spPr>
          </p:sp>
          <p:sp>
            <p:nvSpPr>
              <p:cNvPr id="46190" name="WordArt 99"/>
              <p:cNvSpPr>
                <a:spLocks noTextEdit="1"/>
              </p:cNvSpPr>
              <p:nvPr/>
            </p:nvSpPr>
            <p:spPr>
              <a:xfrm>
                <a:off x="3106" y="1170"/>
                <a:ext cx="78" cy="70"/>
              </a:xfrm>
              <a:prstGeom prst="rect">
                <a:avLst/>
              </a:prstGeom>
            </p:spPr>
            <p:txBody>
              <a:bodyPr wrap="none" fromWordArt="1">
                <a:prstTxWarp prst="textPlain">
                  <a:avLst>
                    <a:gd name="adj" fmla="val 50000"/>
                  </a:avLst>
                </a:prstTxWarp>
                <a:normAutofit/>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46191" name="WordArt 100"/>
              <p:cNvSpPr>
                <a:spLocks noTextEdit="1"/>
              </p:cNvSpPr>
              <p:nvPr/>
            </p:nvSpPr>
            <p:spPr>
              <a:xfrm>
                <a:off x="3100" y="772"/>
                <a:ext cx="77" cy="71"/>
              </a:xfrm>
              <a:prstGeom prst="rect">
                <a:avLst/>
              </a:prstGeom>
            </p:spPr>
            <p:txBody>
              <a:bodyPr wrap="none" fromWordArt="1">
                <a:prstTxWarp prst="textPlain">
                  <a:avLst>
                    <a:gd name="adj" fmla="val 50000"/>
                  </a:avLst>
                </a:prstTxWarp>
                <a:normAutofit/>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46192" name="Arc 101"/>
              <p:cNvSpPr/>
              <p:nvPr/>
            </p:nvSpPr>
            <p:spPr>
              <a:xfrm rot="-1071390" flipH="1">
                <a:off x="733" y="946"/>
                <a:ext cx="80" cy="175"/>
              </a:xfrm>
              <a:custGeom>
                <a:avLst/>
                <a:gdLst/>
                <a:ahLst/>
                <a:cxnLst>
                  <a:cxn ang="0">
                    <a:pos x="0" y="0"/>
                  </a:cxn>
                  <a:cxn ang="0">
                    <a:pos x="0" y="0"/>
                  </a:cxn>
                  <a:cxn ang="0">
                    <a:pos x="0" y="0"/>
                  </a:cxn>
                </a:cxnLst>
                <a:rect l="0" t="0" r="0" b="0"/>
                <a:pathLst>
                  <a:path w="21600" h="37322" fill="none">
                    <a:moveTo>
                      <a:pt x="4768" y="0"/>
                    </a:moveTo>
                    <a:cubicBezTo>
                      <a:pt x="14611" y="2228"/>
                      <a:pt x="21600" y="10975"/>
                      <a:pt x="21600" y="21067"/>
                    </a:cubicBezTo>
                    <a:cubicBezTo>
                      <a:pt x="21600" y="27295"/>
                      <a:pt x="18911" y="33220"/>
                      <a:pt x="14224" y="37321"/>
                    </a:cubicBezTo>
                  </a:path>
                  <a:path w="21600" h="37322" stroke="0">
                    <a:moveTo>
                      <a:pt x="4768" y="0"/>
                    </a:moveTo>
                    <a:cubicBezTo>
                      <a:pt x="14611" y="2228"/>
                      <a:pt x="21600" y="10975"/>
                      <a:pt x="21600" y="21067"/>
                    </a:cubicBezTo>
                    <a:cubicBezTo>
                      <a:pt x="21600" y="27295"/>
                      <a:pt x="18911" y="33220"/>
                      <a:pt x="14224" y="37321"/>
                    </a:cubicBezTo>
                    <a:lnTo>
                      <a:pt x="0" y="21067"/>
                    </a:lnTo>
                    <a:lnTo>
                      <a:pt x="4768" y="0"/>
                    </a:lnTo>
                    <a:close/>
                  </a:path>
                </a:pathLst>
              </a:custGeom>
              <a:noFill/>
              <a:ln w="28575" cap="flat" cmpd="sng">
                <a:solidFill>
                  <a:schemeClr val="tx2"/>
                </a:solidFill>
                <a:prstDash val="solid"/>
                <a:round/>
                <a:headEnd type="none" w="med" len="med"/>
                <a:tailEnd type="none" w="med" len="med"/>
              </a:ln>
            </p:spPr>
            <p:txBody>
              <a:bodyPr/>
              <a:lstStyle/>
              <a:p>
                <a:endParaRPr lang="zh-CN" altLang="en-US"/>
              </a:p>
            </p:txBody>
          </p:sp>
          <p:sp>
            <p:nvSpPr>
              <p:cNvPr id="53348" name="WordArt 102"/>
              <p:cNvSpPr>
                <a:spLocks noTextEdit="1"/>
              </p:cNvSpPr>
              <p:nvPr/>
            </p:nvSpPr>
            <p:spPr>
              <a:xfrm>
                <a:off x="4281" y="449"/>
                <a:ext cx="393" cy="136"/>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cs typeface="+mn-cs"/>
                  </a:rPr>
                  <a:t>光强</a:t>
                </a:r>
                <a:endParaRPr lang="zh-CN" altLang="en-US" sz="3600" strike="noStrike" noProof="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endParaRPr>
              </a:p>
            </p:txBody>
          </p:sp>
          <p:sp>
            <p:nvSpPr>
              <p:cNvPr id="46194" name="WordArt 103"/>
              <p:cNvSpPr>
                <a:spLocks noTextEdit="1"/>
              </p:cNvSpPr>
              <p:nvPr/>
            </p:nvSpPr>
            <p:spPr>
              <a:xfrm>
                <a:off x="912" y="1150"/>
                <a:ext cx="154" cy="205"/>
              </a:xfrm>
              <a:prstGeom prst="rect">
                <a:avLst/>
              </a:prstGeom>
            </p:spPr>
            <p:txBody>
              <a:bodyPr wrap="none" fromWordArt="1">
                <a:prstTxWarp prst="textPlain">
                  <a:avLst>
                    <a:gd name="adj" fmla="val 57949"/>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q</a:t>
                </a:r>
              </a:p>
            </p:txBody>
          </p:sp>
          <p:sp>
            <p:nvSpPr>
              <p:cNvPr id="46195" name="WordArt 104"/>
              <p:cNvSpPr>
                <a:spLocks noTextEdit="1"/>
              </p:cNvSpPr>
              <p:nvPr/>
            </p:nvSpPr>
            <p:spPr>
              <a:xfrm>
                <a:off x="1970" y="1160"/>
                <a:ext cx="153" cy="205"/>
              </a:xfrm>
              <a:prstGeom prst="rect">
                <a:avLst/>
              </a:prstGeom>
            </p:spPr>
            <p:txBody>
              <a:bodyPr wrap="none" fromWordArt="1">
                <a:prstTxWarp prst="textPlain">
                  <a:avLst>
                    <a:gd name="adj" fmla="val 57949"/>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q</a:t>
                </a:r>
              </a:p>
            </p:txBody>
          </p:sp>
          <p:sp>
            <p:nvSpPr>
              <p:cNvPr id="46196" name="WordArt 105"/>
              <p:cNvSpPr>
                <a:spLocks noTextEdit="1"/>
              </p:cNvSpPr>
              <p:nvPr/>
            </p:nvSpPr>
            <p:spPr>
              <a:xfrm rot="5400000">
                <a:off x="4739" y="756"/>
                <a:ext cx="844" cy="293"/>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rgbClr val="008000"/>
                      </a:solidFill>
                      <a:prstDash val="solid"/>
                      <a:round/>
                      <a:headEnd type="none" w="med" len="med"/>
                      <a:tailEnd type="none" w="med" len="med"/>
                    </a:ln>
                    <a:solidFill>
                      <a:srgbClr val="008000"/>
                    </a:solidFill>
                    <a:latin typeface="宋体" panose="02010600030101010101" pitchFamily="2" charset="-122"/>
                    <a:ea typeface="宋体" panose="02010600030101010101" pitchFamily="2" charset="-122"/>
                  </a:rPr>
                  <a:t>能分辨</a:t>
                </a:r>
              </a:p>
            </p:txBody>
          </p:sp>
        </p:grpSp>
        <p:sp>
          <p:nvSpPr>
            <p:cNvPr id="46197" name="文本框 7"/>
            <p:cNvSpPr txBox="1"/>
            <p:nvPr>
              <p:custDataLst>
                <p:tags r:id="rId39"/>
              </p:custDataLst>
            </p:nvPr>
          </p:nvSpPr>
          <p:spPr>
            <a:xfrm>
              <a:off x="270" y="8696"/>
              <a:ext cx="6688" cy="1113"/>
            </a:xfrm>
            <a:prstGeom prst="rect">
              <a:avLst/>
            </a:prstGeom>
            <a:noFill/>
            <a:ln w="9525">
              <a:noFill/>
            </a:ln>
          </p:spPr>
          <p:txBody>
            <a:bodyPr wrap="square" anchor="t" anchorCtr="0">
              <a:spAutoFit/>
            </a:bodyPr>
            <a:lstStyle/>
            <a:p>
              <a:r>
                <a:rPr lang="zh-CN" altLang="en-US" sz="2000" b="1">
                  <a:latin typeface="Times New Roman" panose="02020603050405020304" pitchFamily="18" charset="0"/>
                  <a:ea typeface="宋体" panose="02010600030101010101" pitchFamily="2" charset="-122"/>
                  <a:sym typeface="宋体" panose="02010600030101010101" pitchFamily="2" charset="-122"/>
                </a:rPr>
                <a:t>两个点光源（物点）距离较远，艾里斑不重合或重合较少，能分辨</a:t>
              </a:r>
            </a:p>
          </p:txBody>
        </p:sp>
      </p:grpSp>
      <p:grpSp>
        <p:nvGrpSpPr>
          <p:cNvPr id="17" name="组合 16"/>
          <p:cNvGrpSpPr/>
          <p:nvPr/>
        </p:nvGrpSpPr>
        <p:grpSpPr>
          <a:xfrm>
            <a:off x="712788" y="1439863"/>
            <a:ext cx="6556375" cy="2200275"/>
            <a:chOff x="1432" y="2208"/>
            <a:chExt cx="10326" cy="3464"/>
          </a:xfrm>
        </p:grpSpPr>
        <p:grpSp>
          <p:nvGrpSpPr>
            <p:cNvPr id="46199" name="组合 349197"/>
            <p:cNvGrpSpPr>
              <a:grpSpLocks noChangeAspect="1"/>
            </p:cNvGrpSpPr>
            <p:nvPr/>
          </p:nvGrpSpPr>
          <p:grpSpPr>
            <a:xfrm>
              <a:off x="1431" y="2208"/>
              <a:ext cx="10326" cy="3464"/>
              <a:chOff x="-537" y="752"/>
              <a:chExt cx="5560" cy="2104"/>
            </a:xfrm>
          </p:grpSpPr>
          <p:sp>
            <p:nvSpPr>
              <p:cNvPr id="46200" name="矩形 349198"/>
              <p:cNvSpPr/>
              <p:nvPr>
                <p:custDataLst>
                  <p:tags r:id="rId3"/>
                </p:custDataLst>
              </p:nvPr>
            </p:nvSpPr>
            <p:spPr>
              <a:xfrm rot="5400000">
                <a:off x="4036" y="1789"/>
                <a:ext cx="1684" cy="290"/>
              </a:xfrm>
              <a:prstGeom prst="rect">
                <a:avLst/>
              </a:prstGeom>
            </p:spPr>
            <p:txBody>
              <a:bodyPr vert="eaVert" wrap="none" fromWordArt="1">
                <a:prstTxWarp prst="textPlain">
                  <a:avLst>
                    <a:gd name="adj" fmla="val 50000"/>
                  </a:avLst>
                </a:prstTxWarp>
                <a:normAutofit/>
              </a:bodyPr>
              <a:lstStyle/>
              <a:p>
                <a:pPr algn="ctr"/>
                <a:r>
                  <a:rPr lang="zh-CN" altLang="en-US" sz="2000">
                    <a:ln w="9525" cap="flat" cmpd="sng">
                      <a:solidFill>
                        <a:schemeClr val="tx2"/>
                      </a:solidFill>
                      <a:prstDash val="solid"/>
                      <a:round/>
                      <a:headEnd type="none" w="med" len="med"/>
                      <a:tailEnd type="none" w="med" len="med"/>
                    </a:ln>
                    <a:solidFill>
                      <a:schemeClr val="tx2"/>
                    </a:solidFill>
                    <a:latin typeface="华文中宋" panose="02010600040101010101" charset="-122"/>
                    <a:ea typeface="华文中宋" panose="02010600040101010101" charset="-122"/>
                  </a:rPr>
                  <a:t>得到两组圆孔衍射图样</a:t>
                </a:r>
              </a:p>
            </p:txBody>
          </p:sp>
          <p:sp>
            <p:nvSpPr>
              <p:cNvPr id="349200" name="矩形 349199"/>
              <p:cNvSpPr/>
              <p:nvPr>
                <p:custDataLst>
                  <p:tags r:id="rId4"/>
                </p:custDataLst>
              </p:nvPr>
            </p:nvSpPr>
            <p:spPr>
              <a:xfrm>
                <a:off x="785" y="1463"/>
                <a:ext cx="217" cy="224"/>
              </a:xfrm>
              <a:prstGeom prst="rect">
                <a:avLst/>
              </a:prstGeom>
            </p:spPr>
            <p:txBody>
              <a:bodyPr wrap="none" fromWordArt="1">
                <a:prstTxWarp prst="textPlain">
                  <a:avLst>
                    <a:gd name="adj" fmla="val 59412"/>
                  </a:avLst>
                </a:prstTxWarp>
                <a:normAutofit fontScale="25000"/>
              </a:bodyPr>
              <a:lstStyle/>
              <a:p>
                <a:pPr algn="ctr" fontAlgn="base"/>
                <a:r>
                  <a:rPr lang="zh-CN" altLang="en-US" sz="3600" i="1" strike="noStrike" noProof="1">
                    <a:ln w="28575" cap="flat" cmpd="sng">
                      <a:solidFill>
                        <a:srgbClr val="FF0000"/>
                      </a:solidFill>
                      <a:prstDash val="solid"/>
                      <a:headEnd type="none" w="med" len="med"/>
                      <a:tailEnd type="none" w="med" len="med"/>
                    </a:ln>
                    <a:solidFill>
                      <a:srgbClr val="FF0000"/>
                    </a:solidFill>
                    <a:latin typeface="Symbol" panose="05050102010706020507" charset="0"/>
                    <a:ea typeface="Symbol" panose="05050102010706020507" charset="0"/>
                    <a:cs typeface="+mn-cs"/>
                  </a:rPr>
                  <a:t>l</a:t>
                </a:r>
                <a:endParaRPr lang="zh-CN" altLang="en-US" sz="3600" i="1" strike="noStrike" noProof="1">
                  <a:ln w="28575" cap="flat" cmpd="sng">
                    <a:solidFill>
                      <a:srgbClr val="FF0000"/>
                    </a:solidFill>
                    <a:prstDash val="solid"/>
                    <a:headEnd type="none" w="med" len="med"/>
                    <a:tailEnd type="none" w="med" len="med"/>
                  </a:ln>
                  <a:solidFill>
                    <a:srgbClr val="FF0000"/>
                  </a:solidFill>
                  <a:latin typeface="Symbol" panose="05050102010706020507" charset="0"/>
                  <a:ea typeface="Symbol" panose="05050102010706020507" charset="0"/>
                </a:endParaRPr>
              </a:p>
            </p:txBody>
          </p:sp>
          <p:sp>
            <p:nvSpPr>
              <p:cNvPr id="46202" name="直接连接符 349200"/>
              <p:cNvSpPr/>
              <p:nvPr>
                <p:custDataLst>
                  <p:tags r:id="rId5"/>
                </p:custDataLst>
              </p:nvPr>
            </p:nvSpPr>
            <p:spPr>
              <a:xfrm flipH="1">
                <a:off x="4023" y="1097"/>
                <a:ext cx="0" cy="1691"/>
              </a:xfrm>
              <a:prstGeom prst="line">
                <a:avLst/>
              </a:prstGeom>
              <a:ln w="57150" cap="flat" cmpd="sng">
                <a:solidFill>
                  <a:schemeClr val="tx1"/>
                </a:solidFill>
                <a:prstDash val="solid"/>
                <a:round/>
                <a:headEnd type="none" w="med" len="med"/>
                <a:tailEnd type="none" w="med" len="med"/>
              </a:ln>
            </p:spPr>
          </p:sp>
          <p:sp>
            <p:nvSpPr>
              <p:cNvPr id="46203" name="矩形 349201"/>
              <p:cNvSpPr/>
              <p:nvPr>
                <p:custDataLst>
                  <p:tags r:id="rId6"/>
                </p:custDataLst>
              </p:nvPr>
            </p:nvSpPr>
            <p:spPr>
              <a:xfrm rot="5400000">
                <a:off x="-1294" y="1666"/>
                <a:ext cx="1793" cy="278"/>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华文中宋" panose="02010600040101010101" charset="-122"/>
                    <a:ea typeface="华文中宋" panose="02010600040101010101" charset="-122"/>
                  </a:rPr>
                  <a:t>来自远方两个物点</a:t>
                </a:r>
              </a:p>
            </p:txBody>
          </p:sp>
          <p:sp>
            <p:nvSpPr>
              <p:cNvPr id="46204" name="直接连接符 349202"/>
              <p:cNvSpPr/>
              <p:nvPr>
                <p:custDataLst>
                  <p:tags r:id="rId7"/>
                </p:custDataLst>
              </p:nvPr>
            </p:nvSpPr>
            <p:spPr>
              <a:xfrm flipH="1" flipV="1">
                <a:off x="22" y="1816"/>
                <a:ext cx="916" cy="69"/>
              </a:xfrm>
              <a:prstGeom prst="line">
                <a:avLst/>
              </a:prstGeom>
              <a:ln w="38100" cap="flat" cmpd="sng">
                <a:solidFill>
                  <a:srgbClr val="FF0000"/>
                </a:solidFill>
                <a:prstDash val="solid"/>
                <a:round/>
                <a:headEnd type="triangle" w="sm" len="lg"/>
                <a:tailEnd type="none" w="med" len="med"/>
              </a:ln>
            </p:spPr>
          </p:sp>
          <p:sp>
            <p:nvSpPr>
              <p:cNvPr id="46205" name="直接连接符 349203"/>
              <p:cNvSpPr/>
              <p:nvPr>
                <p:custDataLst>
                  <p:tags r:id="rId8"/>
                </p:custDataLst>
              </p:nvPr>
            </p:nvSpPr>
            <p:spPr>
              <a:xfrm flipV="1">
                <a:off x="8" y="2028"/>
                <a:ext cx="916" cy="69"/>
              </a:xfrm>
              <a:prstGeom prst="line">
                <a:avLst/>
              </a:prstGeom>
              <a:ln w="38100" cap="flat" cmpd="sng">
                <a:solidFill>
                  <a:srgbClr val="FF0000"/>
                </a:solidFill>
                <a:prstDash val="solid"/>
                <a:round/>
                <a:headEnd type="none" w="med" len="med"/>
                <a:tailEnd type="triangle" w="sm" len="lg"/>
              </a:ln>
            </p:spPr>
          </p:sp>
          <p:sp>
            <p:nvSpPr>
              <p:cNvPr id="349205" name="矩形 349204"/>
              <p:cNvSpPr/>
              <p:nvPr>
                <p:custDataLst>
                  <p:tags r:id="rId9"/>
                </p:custDataLst>
              </p:nvPr>
            </p:nvSpPr>
            <p:spPr>
              <a:xfrm>
                <a:off x="2747" y="763"/>
                <a:ext cx="250" cy="155"/>
              </a:xfrm>
              <a:prstGeom prst="rect">
                <a:avLst/>
              </a:prstGeom>
            </p:spPr>
            <p:txBody>
              <a:bodyPr wrap="none" fromWordArt="1">
                <a:prstTxWarp prst="textPlain">
                  <a:avLst>
                    <a:gd name="adj" fmla="val 50000"/>
                  </a:avLst>
                </a:prstTxWarp>
                <a:normAutofit fontScale="25000"/>
              </a:bodyPr>
              <a:lstStyle/>
              <a:p>
                <a:pPr algn="ctr" fontAlgn="base"/>
                <a:r>
                  <a:rPr lang="zh-CN" altLang="en-US" sz="3600" b="1" i="1" strike="noStrike" noProof="1">
                    <a:ln w="9525" cap="flat" cmpd="sng">
                      <a:solidFill>
                        <a:schemeClr val="tx2"/>
                      </a:solidFill>
                      <a:prstDash val="soli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D</a:t>
                </a:r>
                <a:endParaRPr lang="zh-CN" altLang="en-US" sz="3600" b="1" i="1" strike="noStrike" noProof="1">
                  <a:ln w="9525" cap="flat" cmpd="sng">
                    <a:solidFill>
                      <a:schemeClr val="tx2"/>
                    </a:solidFill>
                    <a:prstDash val="soli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349206" name="矩形 349205"/>
              <p:cNvSpPr/>
              <p:nvPr>
                <p:custDataLst>
                  <p:tags r:id="rId10"/>
                </p:custDataLst>
              </p:nvPr>
            </p:nvSpPr>
            <p:spPr>
              <a:xfrm>
                <a:off x="1281" y="752"/>
                <a:ext cx="1463" cy="159"/>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chemeClr val="tx2"/>
                      </a:solidFill>
                      <a:prstDash val="solid"/>
                      <a:headEnd type="none" w="med" len="med"/>
                      <a:tailEnd type="none" w="med" len="med"/>
                    </a:ln>
                    <a:solidFill>
                      <a:schemeClr val="tx2"/>
                    </a:solidFill>
                    <a:latin typeface="华文中宋" panose="02010600040101010101" charset="-122"/>
                    <a:ea typeface="华文中宋" panose="02010600040101010101" charset="-122"/>
                    <a:cs typeface="+mn-cs"/>
                  </a:rPr>
                  <a:t>镜头通光直径</a:t>
                </a:r>
                <a:endParaRPr lang="zh-CN" altLang="en-US" sz="3600" strike="noStrike" noProof="1">
                  <a:ln w="9525" cap="flat" cmpd="sng">
                    <a:solidFill>
                      <a:schemeClr val="tx2"/>
                    </a:solidFill>
                    <a:prstDash val="solid"/>
                    <a:headEnd type="none" w="med" len="med"/>
                    <a:tailEnd type="none" w="med" len="med"/>
                  </a:ln>
                  <a:solidFill>
                    <a:schemeClr val="tx2"/>
                  </a:solidFill>
                  <a:latin typeface="华文中宋" panose="02010600040101010101" charset="-122"/>
                  <a:ea typeface="华文中宋" panose="02010600040101010101" charset="-122"/>
                </a:endParaRPr>
              </a:p>
            </p:txBody>
          </p:sp>
          <p:sp>
            <p:nvSpPr>
              <p:cNvPr id="349207" name="矩形 349206"/>
              <p:cNvSpPr/>
              <p:nvPr>
                <p:custDataLst>
                  <p:tags r:id="rId11"/>
                </p:custDataLst>
              </p:nvPr>
            </p:nvSpPr>
            <p:spPr>
              <a:xfrm>
                <a:off x="1532" y="995"/>
                <a:ext cx="1232" cy="148"/>
              </a:xfrm>
              <a:prstGeom prst="rect">
                <a:avLst/>
              </a:prstGeom>
            </p:spPr>
            <p:txBody>
              <a:bodyPr wrap="none" fromWordArt="1">
                <a:prstTxWarp prst="textPlain">
                  <a:avLst>
                    <a:gd name="adj" fmla="val 50000"/>
                  </a:avLst>
                </a:prstTxWarp>
                <a:normAutofit fontScale="25000"/>
              </a:bodyPr>
              <a:lstStyle/>
              <a:p>
                <a:pPr algn="ctr" fontAlgn="base"/>
                <a:r>
                  <a:rPr lang="zh-CN" altLang="en-US" sz="1800" b="1" strike="noStrike" noProof="1">
                    <a:ln w="9525" cap="flat" cmpd="sng">
                      <a:solidFill>
                        <a:srgbClr val="006600"/>
                      </a:solidFill>
                      <a:prstDash val="solid"/>
                      <a:headEnd type="none" w="med" len="med"/>
                      <a:tailEnd type="none" w="med" len="med"/>
                    </a:ln>
                    <a:solidFill>
                      <a:srgbClr val="006600"/>
                    </a:solidFill>
                    <a:latin typeface="幼圆" panose="02010509060101010101" charset="-122"/>
                    <a:ea typeface="幼圆" panose="02010509060101010101" charset="-122"/>
                    <a:cs typeface="+mn-cs"/>
                  </a:rPr>
                  <a:t>(相当于圆孔)</a:t>
                </a:r>
                <a:endParaRPr lang="zh-CN" altLang="en-US" sz="1800" b="1" strike="noStrike" noProof="1">
                  <a:ln w="9525" cap="flat" cmpd="sng">
                    <a:solidFill>
                      <a:srgbClr val="006600"/>
                    </a:solidFill>
                    <a:prstDash val="solid"/>
                    <a:headEnd type="none" w="med" len="med"/>
                    <a:tailEnd type="none" w="med" len="med"/>
                  </a:ln>
                  <a:solidFill>
                    <a:srgbClr val="006600"/>
                  </a:solidFill>
                  <a:latin typeface="幼圆" panose="02010509060101010101" charset="-122"/>
                  <a:ea typeface="幼圆" panose="02010509060101010101" charset="-122"/>
                </a:endParaRPr>
              </a:p>
            </p:txBody>
          </p:sp>
          <p:sp>
            <p:nvSpPr>
              <p:cNvPr id="46209" name="任意多边形 349207"/>
              <p:cNvSpPr/>
              <p:nvPr>
                <p:custDataLst>
                  <p:tags r:id="rId12"/>
                </p:custDataLst>
              </p:nvPr>
            </p:nvSpPr>
            <p:spPr>
              <a:xfrm rot="356148">
                <a:off x="2047" y="1585"/>
                <a:ext cx="1959" cy="970"/>
              </a:xfrm>
              <a:custGeom>
                <a:avLst/>
                <a:gdLst/>
                <a:ahLst/>
                <a:cxnLst/>
                <a:rect l="0" t="0" r="0" b="0"/>
                <a:pathLst>
                  <a:path w="1933" h="932">
                    <a:moveTo>
                      <a:pt x="7" y="0"/>
                    </a:moveTo>
                    <a:lnTo>
                      <a:pt x="1933" y="150"/>
                    </a:lnTo>
                    <a:lnTo>
                      <a:pt x="0" y="932"/>
                    </a:lnTo>
                    <a:lnTo>
                      <a:pt x="7" y="0"/>
                    </a:lnTo>
                    <a:close/>
                  </a:path>
                </a:pathLst>
              </a:custGeom>
              <a:solidFill>
                <a:srgbClr val="FFE3DD"/>
              </a:solidFill>
              <a:ln w="9525">
                <a:noFill/>
              </a:ln>
            </p:spPr>
            <p:txBody>
              <a:bodyPr/>
              <a:lstStyle/>
              <a:p>
                <a:endParaRPr lang="zh-CN" altLang="en-US"/>
              </a:p>
            </p:txBody>
          </p:sp>
          <p:sp>
            <p:nvSpPr>
              <p:cNvPr id="46210" name="任意多边形 349208"/>
              <p:cNvSpPr/>
              <p:nvPr>
                <p:custDataLst>
                  <p:tags r:id="rId13"/>
                </p:custDataLst>
              </p:nvPr>
            </p:nvSpPr>
            <p:spPr>
              <a:xfrm rot="-322323">
                <a:off x="2093" y="1358"/>
                <a:ext cx="1941" cy="958"/>
              </a:xfrm>
              <a:custGeom>
                <a:avLst/>
                <a:gdLst/>
                <a:ahLst/>
                <a:cxnLst/>
                <a:rect l="0" t="0" r="0" b="0"/>
                <a:pathLst>
                  <a:path w="1949" h="947">
                    <a:moveTo>
                      <a:pt x="0" y="0"/>
                    </a:moveTo>
                    <a:lnTo>
                      <a:pt x="1949" y="773"/>
                    </a:lnTo>
                    <a:lnTo>
                      <a:pt x="0" y="947"/>
                    </a:lnTo>
                    <a:lnTo>
                      <a:pt x="0" y="0"/>
                    </a:lnTo>
                    <a:close/>
                  </a:path>
                </a:pathLst>
              </a:custGeom>
              <a:solidFill>
                <a:srgbClr val="FFC6B9">
                  <a:alpha val="50000"/>
                </a:srgbClr>
              </a:solidFill>
              <a:ln w="9525">
                <a:noFill/>
              </a:ln>
            </p:spPr>
            <p:txBody>
              <a:bodyPr/>
              <a:lstStyle/>
              <a:p>
                <a:endParaRPr lang="zh-CN" altLang="en-US"/>
              </a:p>
            </p:txBody>
          </p:sp>
          <p:sp>
            <p:nvSpPr>
              <p:cNvPr id="46211" name="直接连接符 349209"/>
              <p:cNvSpPr/>
              <p:nvPr>
                <p:custDataLst>
                  <p:tags r:id="rId14"/>
                </p:custDataLst>
              </p:nvPr>
            </p:nvSpPr>
            <p:spPr>
              <a:xfrm>
                <a:off x="2083" y="2667"/>
                <a:ext cx="0" cy="189"/>
              </a:xfrm>
              <a:prstGeom prst="line">
                <a:avLst/>
              </a:prstGeom>
              <a:ln w="28575" cap="flat" cmpd="sng">
                <a:solidFill>
                  <a:schemeClr val="tx1"/>
                </a:solidFill>
                <a:prstDash val="solid"/>
                <a:round/>
                <a:headEnd type="none" w="med" len="med"/>
                <a:tailEnd type="none" w="med" len="med"/>
              </a:ln>
            </p:spPr>
          </p:sp>
          <p:sp>
            <p:nvSpPr>
              <p:cNvPr id="46212" name="直接连接符 349210"/>
              <p:cNvSpPr/>
              <p:nvPr>
                <p:custDataLst>
                  <p:tags r:id="rId15"/>
                </p:custDataLst>
              </p:nvPr>
            </p:nvSpPr>
            <p:spPr>
              <a:xfrm>
                <a:off x="2114" y="2690"/>
                <a:ext cx="670" cy="0"/>
              </a:xfrm>
              <a:prstGeom prst="line">
                <a:avLst/>
              </a:prstGeom>
              <a:ln w="28575" cap="flat" cmpd="sng">
                <a:solidFill>
                  <a:schemeClr val="tx1"/>
                </a:solidFill>
                <a:prstDash val="solid"/>
                <a:round/>
                <a:headEnd type="triangle" w="sm" len="lg"/>
                <a:tailEnd type="none" w="med" len="med"/>
              </a:ln>
            </p:spPr>
          </p:sp>
          <p:sp>
            <p:nvSpPr>
              <p:cNvPr id="46213" name="直接连接符 349211"/>
              <p:cNvSpPr/>
              <p:nvPr>
                <p:custDataLst>
                  <p:tags r:id="rId16"/>
                </p:custDataLst>
              </p:nvPr>
            </p:nvSpPr>
            <p:spPr>
              <a:xfrm>
                <a:off x="3322" y="2675"/>
                <a:ext cx="702" cy="0"/>
              </a:xfrm>
              <a:prstGeom prst="line">
                <a:avLst/>
              </a:prstGeom>
              <a:ln w="28575" cap="flat" cmpd="sng">
                <a:solidFill>
                  <a:schemeClr val="tx1"/>
                </a:solidFill>
                <a:prstDash val="solid"/>
                <a:round/>
                <a:headEnd type="none" w="med" len="med"/>
                <a:tailEnd type="triangle" w="sm" len="lg"/>
              </a:ln>
            </p:spPr>
          </p:sp>
          <p:sp>
            <p:nvSpPr>
              <p:cNvPr id="46214" name="矩形 349212"/>
              <p:cNvSpPr/>
              <p:nvPr>
                <p:custDataLst>
                  <p:tags r:id="rId17"/>
                </p:custDataLst>
              </p:nvPr>
            </p:nvSpPr>
            <p:spPr>
              <a:xfrm>
                <a:off x="2956" y="2546"/>
                <a:ext cx="149" cy="269"/>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f</a:t>
                </a:r>
              </a:p>
            </p:txBody>
          </p:sp>
          <p:grpSp>
            <p:nvGrpSpPr>
              <p:cNvPr id="46215" name="组合 349213"/>
              <p:cNvGrpSpPr/>
              <p:nvPr/>
            </p:nvGrpSpPr>
            <p:grpSpPr>
              <a:xfrm>
                <a:off x="1964" y="1286"/>
                <a:ext cx="222" cy="1318"/>
                <a:chOff x="1964" y="1294"/>
                <a:chExt cx="222" cy="1318"/>
              </a:xfrm>
            </p:grpSpPr>
            <p:sp>
              <p:nvSpPr>
                <p:cNvPr id="46216" name="矩形 349214"/>
                <p:cNvSpPr/>
                <p:nvPr>
                  <p:custDataLst>
                    <p:tags r:id="rId31"/>
                  </p:custDataLst>
                </p:nvPr>
              </p:nvSpPr>
              <p:spPr>
                <a:xfrm>
                  <a:off x="1964" y="1294"/>
                  <a:ext cx="205" cy="205"/>
                </a:xfrm>
                <a:prstGeom prst="rect">
                  <a:avLst/>
                </a:prstGeom>
                <a:solidFill>
                  <a:schemeClr val="tx2"/>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46217" name="矩形 349215"/>
                <p:cNvSpPr/>
                <p:nvPr>
                  <p:custDataLst>
                    <p:tags r:id="rId32"/>
                  </p:custDataLst>
                </p:nvPr>
              </p:nvSpPr>
              <p:spPr>
                <a:xfrm>
                  <a:off x="1981" y="2407"/>
                  <a:ext cx="205" cy="205"/>
                </a:xfrm>
                <a:prstGeom prst="rect">
                  <a:avLst/>
                </a:prstGeom>
                <a:solidFill>
                  <a:schemeClr val="tx2"/>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grpSp>
              <p:nvGrpSpPr>
                <p:cNvPr id="46218" name="组合 349216"/>
                <p:cNvGrpSpPr/>
                <p:nvPr/>
              </p:nvGrpSpPr>
              <p:grpSpPr>
                <a:xfrm>
                  <a:off x="1979" y="1405"/>
                  <a:ext cx="189" cy="1107"/>
                  <a:chOff x="1471" y="821"/>
                  <a:chExt cx="254" cy="1605"/>
                </a:xfrm>
              </p:grpSpPr>
              <p:sp>
                <p:nvSpPr>
                  <p:cNvPr id="46219" name="任意多边形 349217"/>
                  <p:cNvSpPr/>
                  <p:nvPr>
                    <p:custDataLst>
                      <p:tags r:id="rId33"/>
                    </p:custDataLst>
                  </p:nvPr>
                </p:nvSpPr>
                <p:spPr>
                  <a:xfrm rot="5386920">
                    <a:off x="876" y="1551"/>
                    <a:ext cx="1566" cy="132"/>
                  </a:xfrm>
                  <a:custGeom>
                    <a:avLst/>
                    <a:gdLst/>
                    <a:ahLst/>
                    <a:cxnLst>
                      <a:cxn ang="180">
                        <a:pos x="0" y="16412"/>
                      </a:cxn>
                      <a:cxn ang="0">
                        <a:pos x="41273" y="14234"/>
                      </a:cxn>
                      <a:cxn ang="90">
                        <a:pos x="20968" y="21600"/>
                      </a:cxn>
                    </a:cxnLst>
                    <a:rect l="0" t="0" r="0" b="0"/>
                    <a:pathLst>
                      <a:path w="41273" h="21600" fill="none">
                        <a:moveTo>
                          <a:pt x="0" y="16412"/>
                        </a:moveTo>
                        <a:cubicBezTo>
                          <a:pt x="2325" y="6983"/>
                          <a:pt x="10831" y="0"/>
                          <a:pt x="20968" y="0"/>
                        </a:cubicBezTo>
                        <a:cubicBezTo>
                          <a:pt x="30309" y="0"/>
                          <a:pt x="38265" y="5929"/>
                          <a:pt x="41276" y="14225"/>
                        </a:cubicBezTo>
                      </a:path>
                      <a:path w="41273" h="21600" stroke="0">
                        <a:moveTo>
                          <a:pt x="0" y="16412"/>
                        </a:moveTo>
                        <a:cubicBezTo>
                          <a:pt x="2325" y="6983"/>
                          <a:pt x="10831" y="0"/>
                          <a:pt x="20968" y="0"/>
                        </a:cubicBezTo>
                        <a:cubicBezTo>
                          <a:pt x="30309" y="0"/>
                          <a:pt x="38265" y="5929"/>
                          <a:pt x="41276" y="14225"/>
                        </a:cubicBezTo>
                        <a:lnTo>
                          <a:pt x="20968" y="21600"/>
                        </a:lnTo>
                        <a:close/>
                      </a:path>
                    </a:pathLst>
                  </a:custGeom>
                  <a:gradFill rotWithShape="0">
                    <a:gsLst>
                      <a:gs pos="0">
                        <a:srgbClr val="66FFFF"/>
                      </a:gs>
                      <a:gs pos="100000">
                        <a:srgbClr val="44AAAA"/>
                      </a:gs>
                    </a:gsLst>
                    <a:lin ang="5400000" scaled="1"/>
                    <a:tileRect/>
                  </a:gradFill>
                  <a:ln w="19050" cap="flat" cmpd="sng">
                    <a:solidFill>
                      <a:srgbClr val="006699"/>
                    </a:solidFill>
                    <a:prstDash val="solid"/>
                    <a:round/>
                    <a:headEnd type="none" w="med" len="med"/>
                    <a:tailEnd type="none" w="med" len="med"/>
                  </a:ln>
                </p:spPr>
                <p:txBody>
                  <a:bodyPr/>
                  <a:lstStyle/>
                  <a:p>
                    <a:endParaRPr lang="zh-CN" altLang="en-US"/>
                  </a:p>
                </p:txBody>
              </p:sp>
              <p:sp>
                <p:nvSpPr>
                  <p:cNvPr id="46220" name="任意多边形 349218"/>
                  <p:cNvSpPr/>
                  <p:nvPr>
                    <p:custDataLst>
                      <p:tags r:id="rId34"/>
                    </p:custDataLst>
                  </p:nvPr>
                </p:nvSpPr>
                <p:spPr>
                  <a:xfrm rot="5386920" flipV="1">
                    <a:off x="737" y="1536"/>
                    <a:ext cx="1605" cy="156"/>
                  </a:xfrm>
                  <a:custGeom>
                    <a:avLst/>
                    <a:gdLst/>
                    <a:ahLst/>
                    <a:cxnLst>
                      <a:cxn ang="180">
                        <a:pos x="0" y="13158"/>
                      </a:cxn>
                      <a:cxn ang="0">
                        <a:pos x="40187" y="14234"/>
                      </a:cxn>
                      <a:cxn ang="90">
                        <a:pos x="19882" y="21600"/>
                      </a:cxn>
                    </a:cxnLst>
                    <a:rect l="0" t="0" r="0" b="0"/>
                    <a:pathLst>
                      <a:path w="40187" h="21600" fill="none">
                        <a:moveTo>
                          <a:pt x="0" y="13158"/>
                        </a:moveTo>
                        <a:cubicBezTo>
                          <a:pt x="3286" y="5420"/>
                          <a:pt x="10951" y="0"/>
                          <a:pt x="19882" y="0"/>
                        </a:cubicBezTo>
                        <a:cubicBezTo>
                          <a:pt x="29223" y="0"/>
                          <a:pt x="37179" y="5929"/>
                          <a:pt x="40190" y="14225"/>
                        </a:cubicBezTo>
                      </a:path>
                      <a:path w="40187" h="21600" stroke="0">
                        <a:moveTo>
                          <a:pt x="0" y="13158"/>
                        </a:moveTo>
                        <a:cubicBezTo>
                          <a:pt x="3286" y="5420"/>
                          <a:pt x="10951" y="0"/>
                          <a:pt x="19882" y="0"/>
                        </a:cubicBezTo>
                        <a:cubicBezTo>
                          <a:pt x="29223" y="0"/>
                          <a:pt x="37179" y="5929"/>
                          <a:pt x="40190" y="14225"/>
                        </a:cubicBezTo>
                        <a:lnTo>
                          <a:pt x="19882" y="21600"/>
                        </a:lnTo>
                        <a:close/>
                      </a:path>
                    </a:pathLst>
                  </a:custGeom>
                  <a:gradFill rotWithShape="0">
                    <a:gsLst>
                      <a:gs pos="0">
                        <a:srgbClr val="66FFFF"/>
                      </a:gs>
                      <a:gs pos="100000">
                        <a:srgbClr val="47B2B2"/>
                      </a:gs>
                    </a:gsLst>
                    <a:lin ang="5400000" scaled="1"/>
                    <a:tileRect/>
                  </a:gradFill>
                  <a:ln w="19050" cap="flat" cmpd="sng">
                    <a:solidFill>
                      <a:srgbClr val="006699"/>
                    </a:solidFill>
                    <a:prstDash val="solid"/>
                    <a:round/>
                    <a:headEnd type="none" w="med" len="med"/>
                    <a:tailEnd type="none" w="med" len="med"/>
                  </a:ln>
                </p:spPr>
                <p:txBody>
                  <a:bodyPr/>
                  <a:lstStyle/>
                  <a:p>
                    <a:endParaRPr lang="zh-CN" altLang="en-US"/>
                  </a:p>
                </p:txBody>
              </p:sp>
              <p:sp>
                <p:nvSpPr>
                  <p:cNvPr id="46221" name="矩形 349219"/>
                  <p:cNvSpPr/>
                  <p:nvPr>
                    <p:custDataLst>
                      <p:tags r:id="rId35"/>
                    </p:custDataLst>
                  </p:nvPr>
                </p:nvSpPr>
                <p:spPr>
                  <a:xfrm rot="5386920">
                    <a:off x="804" y="1575"/>
                    <a:ext cx="1579" cy="82"/>
                  </a:xfrm>
                  <a:prstGeom prst="rect">
                    <a:avLst/>
                  </a:prstGeom>
                  <a:gradFill rotWithShape="0">
                    <a:gsLst>
                      <a:gs pos="0">
                        <a:srgbClr val="52CCCC"/>
                      </a:gs>
                      <a:gs pos="50000">
                        <a:srgbClr val="66FFFF"/>
                      </a:gs>
                      <a:gs pos="100000">
                        <a:srgbClr val="52CCCC"/>
                      </a:gs>
                    </a:gsLst>
                    <a:lin ang="5400000" scaled="1"/>
                    <a:tileRect/>
                  </a:gradFill>
                  <a:ln w="28575" cap="flat" cmpd="sng">
                    <a:solidFill>
                      <a:schemeClr val="bg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46222" name="直接连接符 349220"/>
                  <p:cNvSpPr/>
                  <p:nvPr>
                    <p:custDataLst>
                      <p:tags r:id="rId36"/>
                    </p:custDataLst>
                  </p:nvPr>
                </p:nvSpPr>
                <p:spPr>
                  <a:xfrm rot="68555">
                    <a:off x="1554" y="842"/>
                    <a:ext cx="89" cy="1"/>
                  </a:xfrm>
                  <a:prstGeom prst="line">
                    <a:avLst/>
                  </a:prstGeom>
                  <a:ln w="19050" cap="flat" cmpd="sng">
                    <a:solidFill>
                      <a:srgbClr val="006699"/>
                    </a:solidFill>
                    <a:prstDash val="solid"/>
                    <a:round/>
                    <a:headEnd type="none" w="med" len="med"/>
                    <a:tailEnd type="none" w="med" len="med"/>
                  </a:ln>
                </p:spPr>
              </p:sp>
              <p:sp>
                <p:nvSpPr>
                  <p:cNvPr id="46223" name="直接连接符 349221"/>
                  <p:cNvSpPr/>
                  <p:nvPr>
                    <p:custDataLst>
                      <p:tags r:id="rId37"/>
                    </p:custDataLst>
                  </p:nvPr>
                </p:nvSpPr>
                <p:spPr>
                  <a:xfrm rot="68555" flipV="1">
                    <a:off x="1552" y="2408"/>
                    <a:ext cx="90" cy="2"/>
                  </a:xfrm>
                  <a:prstGeom prst="line">
                    <a:avLst/>
                  </a:prstGeom>
                  <a:ln w="19050" cap="flat" cmpd="sng">
                    <a:solidFill>
                      <a:srgbClr val="006699"/>
                    </a:solidFill>
                    <a:prstDash val="solid"/>
                    <a:round/>
                    <a:headEnd type="none" w="med" len="med"/>
                    <a:tailEnd type="none" w="med" len="med"/>
                  </a:ln>
                </p:spPr>
              </p:sp>
              <p:sp>
                <p:nvSpPr>
                  <p:cNvPr id="46224" name="直接连接符 349222"/>
                  <p:cNvSpPr/>
                  <p:nvPr>
                    <p:custDataLst>
                      <p:tags r:id="rId38"/>
                    </p:custDataLst>
                  </p:nvPr>
                </p:nvSpPr>
                <p:spPr>
                  <a:xfrm>
                    <a:off x="1626" y="836"/>
                    <a:ext cx="39" cy="87"/>
                  </a:xfrm>
                  <a:prstGeom prst="line">
                    <a:avLst/>
                  </a:prstGeom>
                  <a:ln w="19050" cap="flat" cmpd="sng">
                    <a:solidFill>
                      <a:srgbClr val="006699"/>
                    </a:solidFill>
                    <a:prstDash val="solid"/>
                    <a:round/>
                    <a:headEnd type="none" w="med" len="med"/>
                    <a:tailEnd type="none" w="med" len="med"/>
                  </a:ln>
                </p:spPr>
              </p:sp>
            </p:grpSp>
          </p:grpSp>
          <p:sp>
            <p:nvSpPr>
              <p:cNvPr id="46225" name="直接连接符 349223"/>
              <p:cNvSpPr/>
              <p:nvPr>
                <p:custDataLst>
                  <p:tags r:id="rId18"/>
                </p:custDataLst>
              </p:nvPr>
            </p:nvSpPr>
            <p:spPr>
              <a:xfrm flipV="1">
                <a:off x="860" y="1854"/>
                <a:ext cx="3163" cy="174"/>
              </a:xfrm>
              <a:prstGeom prst="line">
                <a:avLst/>
              </a:prstGeom>
              <a:ln w="28575" cap="flat" cmpd="sng">
                <a:solidFill>
                  <a:srgbClr val="FF0000"/>
                </a:solidFill>
                <a:prstDash val="solid"/>
                <a:round/>
                <a:headEnd type="none" w="med" len="med"/>
                <a:tailEnd type="none" w="med" len="med"/>
              </a:ln>
            </p:spPr>
          </p:sp>
          <p:sp>
            <p:nvSpPr>
              <p:cNvPr id="46226" name="直接连接符 349224"/>
              <p:cNvSpPr/>
              <p:nvPr>
                <p:custDataLst>
                  <p:tags r:id="rId19"/>
                </p:custDataLst>
              </p:nvPr>
            </p:nvSpPr>
            <p:spPr>
              <a:xfrm>
                <a:off x="883" y="1886"/>
                <a:ext cx="3140" cy="166"/>
              </a:xfrm>
              <a:prstGeom prst="line">
                <a:avLst/>
              </a:prstGeom>
              <a:ln w="28575" cap="flat" cmpd="sng">
                <a:solidFill>
                  <a:srgbClr val="FF0000"/>
                </a:solidFill>
                <a:prstDash val="solid"/>
                <a:round/>
                <a:headEnd type="none" w="med" len="med"/>
                <a:tailEnd type="none" w="med" len="med"/>
              </a:ln>
            </p:spPr>
          </p:sp>
          <p:grpSp>
            <p:nvGrpSpPr>
              <p:cNvPr id="46227" name="组合 349225"/>
              <p:cNvGrpSpPr/>
              <p:nvPr/>
            </p:nvGrpSpPr>
            <p:grpSpPr>
              <a:xfrm>
                <a:off x="4123" y="1509"/>
                <a:ext cx="538" cy="860"/>
                <a:chOff x="4111" y="1533"/>
                <a:chExt cx="592" cy="860"/>
              </a:xfrm>
            </p:grpSpPr>
            <p:sp>
              <p:nvSpPr>
                <p:cNvPr id="46228" name="矩形 349226"/>
                <p:cNvSpPr/>
                <p:nvPr>
                  <p:custDataLst>
                    <p:tags r:id="rId22"/>
                  </p:custDataLst>
                </p:nvPr>
              </p:nvSpPr>
              <p:spPr>
                <a:xfrm>
                  <a:off x="4111" y="1533"/>
                  <a:ext cx="592" cy="860"/>
                </a:xfrm>
                <a:prstGeom prst="rect">
                  <a:avLst/>
                </a:prstGeom>
                <a:gradFill rotWithShape="0">
                  <a:gsLst>
                    <a:gs pos="0">
                      <a:srgbClr val="99320D"/>
                    </a:gs>
                    <a:gs pos="100000">
                      <a:srgbClr val="000000"/>
                    </a:gs>
                  </a:gsLst>
                  <a:path path="shape">
                    <a:fillToRect l="50000" t="50000" r="50000" b="50000"/>
                  </a:path>
                  <a:tileRect/>
                </a:gra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46229" name="椭圆 349227"/>
                <p:cNvSpPr/>
                <p:nvPr>
                  <p:custDataLst>
                    <p:tags r:id="rId23"/>
                  </p:custDataLst>
                </p:nvPr>
              </p:nvSpPr>
              <p:spPr>
                <a:xfrm>
                  <a:off x="4178" y="1649"/>
                  <a:ext cx="447" cy="432"/>
                </a:xfrm>
                <a:prstGeom prst="ellipse">
                  <a:avLst/>
                </a:prstGeom>
                <a:gradFill rotWithShape="0">
                  <a:gsLst>
                    <a:gs pos="0">
                      <a:srgbClr val="9A4206"/>
                    </a:gs>
                    <a:gs pos="100000">
                      <a:srgbClr val="E76309"/>
                    </a:gs>
                  </a:gsLst>
                  <a:lin ang="5400000" scaled="1"/>
                  <a:tileRect/>
                </a:gradFill>
                <a:ln w="76200">
                  <a:noFill/>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46230" name="椭圆 349228"/>
                <p:cNvSpPr/>
                <p:nvPr>
                  <p:custDataLst>
                    <p:tags r:id="rId24"/>
                  </p:custDataLst>
                </p:nvPr>
              </p:nvSpPr>
              <p:spPr>
                <a:xfrm flipV="1">
                  <a:off x="4175" y="1829"/>
                  <a:ext cx="447" cy="432"/>
                </a:xfrm>
                <a:prstGeom prst="ellipse">
                  <a:avLst/>
                </a:prstGeom>
                <a:gradFill rotWithShape="0">
                  <a:gsLst>
                    <a:gs pos="0">
                      <a:srgbClr val="E04610"/>
                    </a:gs>
                    <a:gs pos="100000">
                      <a:srgbClr val="A4330C"/>
                    </a:gs>
                  </a:gsLst>
                  <a:lin ang="5400000" scaled="1"/>
                  <a:tileRect/>
                </a:gradFill>
                <a:ln w="76200">
                  <a:noFill/>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46231" name="椭圆 349229"/>
                <p:cNvSpPr/>
                <p:nvPr>
                  <p:custDataLst>
                    <p:tags r:id="rId25"/>
                  </p:custDataLst>
                </p:nvPr>
              </p:nvSpPr>
              <p:spPr>
                <a:xfrm>
                  <a:off x="4228" y="1688"/>
                  <a:ext cx="347" cy="337"/>
                </a:xfrm>
                <a:prstGeom prst="ellipse">
                  <a:avLst/>
                </a:prstGeom>
                <a:gradFill rotWithShape="0">
                  <a:gsLst>
                    <a:gs pos="0">
                      <a:srgbClr val="000000"/>
                    </a:gs>
                    <a:gs pos="100000">
                      <a:srgbClr val="633609"/>
                    </a:gs>
                  </a:gsLst>
                  <a:lin ang="5400000" scaled="1"/>
                  <a:tileRect/>
                </a:gradFill>
                <a:ln w="76200">
                  <a:noFill/>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46232" name="椭圆 349230"/>
                <p:cNvSpPr/>
                <p:nvPr>
                  <p:custDataLst>
                    <p:tags r:id="rId26"/>
                  </p:custDataLst>
                </p:nvPr>
              </p:nvSpPr>
              <p:spPr>
                <a:xfrm>
                  <a:off x="4231" y="1862"/>
                  <a:ext cx="343" cy="351"/>
                </a:xfrm>
                <a:prstGeom prst="ellipse">
                  <a:avLst/>
                </a:prstGeom>
                <a:gradFill rotWithShape="0">
                  <a:gsLst>
                    <a:gs pos="0">
                      <a:srgbClr val="5A2E06"/>
                    </a:gs>
                    <a:gs pos="100000">
                      <a:srgbClr val="000000"/>
                    </a:gs>
                  </a:gsLst>
                  <a:lin ang="5400000" scaled="1"/>
                  <a:tileRect/>
                </a:gradFill>
                <a:ln w="76200">
                  <a:noFill/>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46233" name="椭圆 349231"/>
                <p:cNvSpPr/>
                <p:nvPr>
                  <p:custDataLst>
                    <p:tags r:id="rId27"/>
                  </p:custDataLst>
                </p:nvPr>
              </p:nvSpPr>
              <p:spPr>
                <a:xfrm>
                  <a:off x="4292" y="1747"/>
                  <a:ext cx="235" cy="241"/>
                </a:xfrm>
                <a:prstGeom prst="ellipse">
                  <a:avLst/>
                </a:prstGeom>
                <a:gradFill rotWithShape="0">
                  <a:gsLst>
                    <a:gs pos="0">
                      <a:srgbClr val="FF6F4D"/>
                    </a:gs>
                    <a:gs pos="50000">
                      <a:srgbClr val="FFB2A0"/>
                    </a:gs>
                    <a:gs pos="100000">
                      <a:srgbClr val="FF6F4D"/>
                    </a:gs>
                  </a:gsLst>
                  <a:lin ang="0" scaled="1"/>
                  <a:tileRect/>
                </a:gradFill>
                <a:ln w="9525">
                  <a:noFill/>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46234" name="椭圆 349232"/>
                <p:cNvSpPr/>
                <p:nvPr>
                  <p:custDataLst>
                    <p:tags r:id="rId28"/>
                  </p:custDataLst>
                </p:nvPr>
              </p:nvSpPr>
              <p:spPr>
                <a:xfrm>
                  <a:off x="4289" y="1938"/>
                  <a:ext cx="236" cy="209"/>
                </a:xfrm>
                <a:prstGeom prst="ellipse">
                  <a:avLst/>
                </a:prstGeom>
                <a:gradFill rotWithShape="0">
                  <a:gsLst>
                    <a:gs pos="0">
                      <a:srgbClr val="FF6F4D"/>
                    </a:gs>
                    <a:gs pos="50000">
                      <a:srgbClr val="FF9F88"/>
                    </a:gs>
                    <a:gs pos="100000">
                      <a:srgbClr val="FF6F4D"/>
                    </a:gs>
                  </a:gsLst>
                  <a:lin ang="0" scaled="1"/>
                  <a:tileRect/>
                </a:gradFill>
                <a:ln w="9525">
                  <a:noFill/>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46235" name="任意多边形 349233"/>
                <p:cNvSpPr/>
                <p:nvPr>
                  <p:custDataLst>
                    <p:tags r:id="rId29"/>
                  </p:custDataLst>
                </p:nvPr>
              </p:nvSpPr>
              <p:spPr>
                <a:xfrm>
                  <a:off x="4263" y="1933"/>
                  <a:ext cx="279" cy="235"/>
                </a:xfrm>
                <a:custGeom>
                  <a:avLst/>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57" y="10800"/>
                      </a:moveTo>
                      <a:cubicBezTo>
                        <a:pt x="3757" y="14690"/>
                        <a:pt x="6910" y="17843"/>
                        <a:pt x="10800" y="17843"/>
                      </a:cubicBezTo>
                      <a:cubicBezTo>
                        <a:pt x="14690" y="17843"/>
                        <a:pt x="17843" y="14690"/>
                        <a:pt x="17843" y="10800"/>
                      </a:cubicBezTo>
                      <a:cubicBezTo>
                        <a:pt x="17843" y="6910"/>
                        <a:pt x="14690" y="3757"/>
                        <a:pt x="10800" y="3757"/>
                      </a:cubicBezTo>
                      <a:cubicBezTo>
                        <a:pt x="6910" y="3757"/>
                        <a:pt x="3757" y="6910"/>
                        <a:pt x="3757" y="10800"/>
                      </a:cubicBezTo>
                      <a:close/>
                    </a:path>
                  </a:pathLst>
                </a:custGeom>
                <a:gradFill rotWithShape="0">
                  <a:gsLst>
                    <a:gs pos="0">
                      <a:srgbClr val="FF7555"/>
                    </a:gs>
                    <a:gs pos="100000">
                      <a:srgbClr val="D46147"/>
                    </a:gs>
                  </a:gsLst>
                  <a:lin ang="5400000" scaled="1"/>
                  <a:tileRect/>
                </a:gradFill>
                <a:ln w="9525" cap="flat" cmpd="sng">
                  <a:solidFill>
                    <a:srgbClr val="FF7555"/>
                  </a:solidFill>
                  <a:prstDash val="solid"/>
                  <a:round/>
                  <a:headEnd type="none" w="med" len="med"/>
                  <a:tailEnd type="none" w="med" len="med"/>
                </a:ln>
              </p:spPr>
              <p:txBody>
                <a:bodyPr/>
                <a:lstStyle/>
                <a:p>
                  <a:endParaRPr lang="zh-CN" altLang="en-US"/>
                </a:p>
              </p:txBody>
            </p:sp>
            <p:sp>
              <p:nvSpPr>
                <p:cNvPr id="46236" name="任意多边形 349234"/>
                <p:cNvSpPr/>
                <p:nvPr>
                  <p:custDataLst>
                    <p:tags r:id="rId30"/>
                  </p:custDataLst>
                </p:nvPr>
              </p:nvSpPr>
              <p:spPr>
                <a:xfrm>
                  <a:off x="4265" y="1729"/>
                  <a:ext cx="276" cy="242"/>
                </a:xfrm>
                <a:custGeom>
                  <a:avLst/>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393" y="10800"/>
                      </a:moveTo>
                      <a:cubicBezTo>
                        <a:pt x="3393" y="14891"/>
                        <a:pt x="6709" y="18207"/>
                        <a:pt x="10800" y="18207"/>
                      </a:cubicBezTo>
                      <a:cubicBezTo>
                        <a:pt x="14891" y="18207"/>
                        <a:pt x="18207" y="14891"/>
                        <a:pt x="18207" y="10800"/>
                      </a:cubicBezTo>
                      <a:cubicBezTo>
                        <a:pt x="18207" y="6709"/>
                        <a:pt x="14891" y="3393"/>
                        <a:pt x="10800" y="3393"/>
                      </a:cubicBezTo>
                      <a:cubicBezTo>
                        <a:pt x="6709" y="3393"/>
                        <a:pt x="3393" y="6709"/>
                        <a:pt x="3393" y="10800"/>
                      </a:cubicBezTo>
                      <a:close/>
                    </a:path>
                  </a:pathLst>
                </a:custGeom>
                <a:gradFill rotWithShape="0">
                  <a:gsLst>
                    <a:gs pos="0">
                      <a:srgbClr val="E5694C"/>
                    </a:gs>
                    <a:gs pos="100000">
                      <a:srgbClr val="FF7555"/>
                    </a:gs>
                  </a:gsLst>
                  <a:lin ang="5400000" scaled="1"/>
                  <a:tileRect/>
                </a:gradFill>
                <a:ln w="9525" cap="flat" cmpd="sng">
                  <a:solidFill>
                    <a:srgbClr val="FF7555"/>
                  </a:solidFill>
                  <a:prstDash val="solid"/>
                  <a:round/>
                  <a:headEnd type="none" w="med" len="med"/>
                  <a:tailEnd type="none" w="med" len="med"/>
                </a:ln>
              </p:spPr>
              <p:txBody>
                <a:bodyPr/>
                <a:lstStyle/>
                <a:p>
                  <a:endParaRPr lang="zh-CN" altLang="en-US"/>
                </a:p>
              </p:txBody>
            </p:sp>
          </p:grpSp>
          <p:sp>
            <p:nvSpPr>
              <p:cNvPr id="46237" name="任意多边形 349235"/>
              <p:cNvSpPr/>
              <p:nvPr>
                <p:custDataLst>
                  <p:tags r:id="rId20"/>
                </p:custDataLst>
              </p:nvPr>
            </p:nvSpPr>
            <p:spPr>
              <a:xfrm>
                <a:off x="1090" y="1886"/>
                <a:ext cx="205" cy="115"/>
              </a:xfrm>
              <a:custGeom>
                <a:avLst/>
                <a:gdLst/>
                <a:ahLst/>
                <a:cxnLst>
                  <a:cxn ang="180">
                    <a:pos x="623" y="7077"/>
                  </a:cxn>
                  <a:cxn ang="270">
                    <a:pos x="86" y="0"/>
                  </a:cxn>
                  <a:cxn ang="0">
                    <a:pos x="21600" y="1926"/>
                  </a:cxn>
                </a:cxnLst>
                <a:rect l="0" t="0" r="0" b="0"/>
                <a:pathLst>
                  <a:path w="21600" h="7078" fill="none">
                    <a:moveTo>
                      <a:pt x="623" y="7077"/>
                    </a:moveTo>
                    <a:cubicBezTo>
                      <a:pt x="215" y="5430"/>
                      <a:pt x="0" y="3703"/>
                      <a:pt x="0" y="1926"/>
                    </a:cubicBezTo>
                    <a:cubicBezTo>
                      <a:pt x="0" y="1274"/>
                      <a:pt x="29" y="629"/>
                      <a:pt x="85" y="-2"/>
                    </a:cubicBezTo>
                  </a:path>
                  <a:path w="21600" h="7078" stroke="0">
                    <a:moveTo>
                      <a:pt x="623" y="7077"/>
                    </a:moveTo>
                    <a:cubicBezTo>
                      <a:pt x="215" y="5430"/>
                      <a:pt x="0" y="3703"/>
                      <a:pt x="0" y="1926"/>
                    </a:cubicBezTo>
                    <a:cubicBezTo>
                      <a:pt x="0" y="1274"/>
                      <a:pt x="29" y="629"/>
                      <a:pt x="85" y="-2"/>
                    </a:cubicBezTo>
                    <a:lnTo>
                      <a:pt x="21600" y="1926"/>
                    </a:lnTo>
                    <a:close/>
                  </a:path>
                </a:pathLst>
              </a:custGeom>
              <a:noFill/>
              <a:ln w="38100" cap="flat" cmpd="sng">
                <a:solidFill>
                  <a:srgbClr val="FF0000"/>
                </a:solidFill>
                <a:prstDash val="solid"/>
                <a:round/>
                <a:headEnd type="none" w="med" len="med"/>
                <a:tailEnd type="none" w="med" len="med"/>
              </a:ln>
            </p:spPr>
            <p:txBody>
              <a:bodyPr/>
              <a:lstStyle/>
              <a:p>
                <a:endParaRPr lang="zh-CN" altLang="en-US"/>
              </a:p>
            </p:txBody>
          </p:sp>
          <p:sp>
            <p:nvSpPr>
              <p:cNvPr id="46238" name="矩形 349236"/>
              <p:cNvSpPr/>
              <p:nvPr>
                <p:custDataLst>
                  <p:tags r:id="rId21"/>
                </p:custDataLst>
              </p:nvPr>
            </p:nvSpPr>
            <p:spPr>
              <a:xfrm>
                <a:off x="1100" y="2038"/>
                <a:ext cx="138" cy="183"/>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q</a:t>
                </a:r>
              </a:p>
            </p:txBody>
          </p:sp>
        </p:grpSp>
        <p:grpSp>
          <p:nvGrpSpPr>
            <p:cNvPr id="46239" name="组合 15"/>
            <p:cNvGrpSpPr/>
            <p:nvPr/>
          </p:nvGrpSpPr>
          <p:grpSpPr>
            <a:xfrm>
              <a:off x="2069" y="3309"/>
              <a:ext cx="670" cy="1816"/>
              <a:chOff x="2069" y="3309"/>
              <a:chExt cx="670" cy="1816"/>
            </a:xfrm>
          </p:grpSpPr>
          <p:sp>
            <p:nvSpPr>
              <p:cNvPr id="46240" name="椭圆 11"/>
              <p:cNvSpPr/>
              <p:nvPr/>
            </p:nvSpPr>
            <p:spPr>
              <a:xfrm>
                <a:off x="2338" y="3877"/>
                <a:ext cx="119" cy="119"/>
              </a:xfrm>
              <a:prstGeom prst="ellipse">
                <a:avLst/>
              </a:prstGeom>
              <a:solidFill>
                <a:schemeClr val="tx1"/>
              </a:solidFill>
              <a:ln w="28575" cap="flat" cmpd="sng">
                <a:solidFill>
                  <a:schemeClr val="tx1"/>
                </a:solidFill>
                <a:prstDash val="solid"/>
                <a:round/>
                <a:headEnd type="none" w="med" len="med"/>
                <a:tailEnd type="none" w="med" len="med"/>
              </a:ln>
            </p:spPr>
            <p:txBody>
              <a:bodyPr wrap="square" lIns="91440" tIns="45720" rIns="91440" bIns="45720" anchor="t" anchorCtr="0"/>
              <a:lstStyle/>
              <a:p>
                <a:pPr>
                  <a:buClrTx/>
                  <a:buFontTx/>
                </a:pPr>
                <a:endParaRPr lang="zh-CN" altLang="en-US">
                  <a:latin typeface="Times New Roman" panose="02020603050405020304" pitchFamily="18" charset="0"/>
                  <a:ea typeface="宋体" panose="02010600030101010101" pitchFamily="2" charset="-122"/>
                </a:endParaRPr>
              </a:p>
            </p:txBody>
          </p:sp>
          <p:sp>
            <p:nvSpPr>
              <p:cNvPr id="46241" name="椭圆 12"/>
              <p:cNvSpPr/>
              <p:nvPr>
                <p:custDataLst>
                  <p:tags r:id="rId1"/>
                </p:custDataLst>
              </p:nvPr>
            </p:nvSpPr>
            <p:spPr>
              <a:xfrm>
                <a:off x="2325" y="4363"/>
                <a:ext cx="119" cy="119"/>
              </a:xfrm>
              <a:prstGeom prst="ellipse">
                <a:avLst/>
              </a:prstGeom>
              <a:solidFill>
                <a:schemeClr val="tx1"/>
              </a:solidFill>
              <a:ln w="28575" cap="flat" cmpd="sng">
                <a:solidFill>
                  <a:schemeClr val="tx1"/>
                </a:solidFill>
                <a:prstDash val="solid"/>
                <a:round/>
                <a:headEnd type="none" w="med" len="med"/>
                <a:tailEnd type="none" w="med" len="med"/>
              </a:ln>
            </p:spPr>
            <p:txBody>
              <a:bodyPr wrap="square" lIns="91440" tIns="45720" rIns="91440" bIns="45720" anchor="t" anchorCtr="0"/>
              <a:lstStyle/>
              <a:p>
                <a:pPr>
                  <a:buClrTx/>
                  <a:buFontTx/>
                </a:pPr>
                <a:endParaRPr lang="zh-CN" altLang="en-US">
                  <a:latin typeface="Times New Roman" panose="02020603050405020304" pitchFamily="18" charset="0"/>
                  <a:ea typeface="宋体" panose="02010600030101010101" pitchFamily="2" charset="-122"/>
                </a:endParaRPr>
              </a:p>
            </p:txBody>
          </p:sp>
          <p:sp>
            <p:nvSpPr>
              <p:cNvPr id="46242" name="文本框 13"/>
              <p:cNvSpPr txBox="1"/>
              <p:nvPr/>
            </p:nvSpPr>
            <p:spPr>
              <a:xfrm>
                <a:off x="2095" y="3309"/>
                <a:ext cx="645" cy="580"/>
              </a:xfrm>
              <a:prstGeom prst="rect">
                <a:avLst/>
              </a:prstGeom>
              <a:noFill/>
              <a:ln w="9525">
                <a:noFill/>
              </a:ln>
            </p:spPr>
            <p:txBody>
              <a:bodyPr wrap="square" anchor="t" anchorCtr="0">
                <a:spAutoFit/>
              </a:bodyPr>
              <a:lstStyle/>
              <a:p>
                <a:r>
                  <a:rPr lang="en-US" altLang="zh-CN" b="1" i="1">
                    <a:latin typeface="Times New Roman" panose="02020603050405020304" pitchFamily="18" charset="0"/>
                    <a:ea typeface="宋体" panose="02010600030101010101" pitchFamily="2" charset="-122"/>
                    <a:sym typeface="宋体" panose="02010600030101010101" pitchFamily="2" charset="-122"/>
                  </a:rPr>
                  <a:t>S</a:t>
                </a:r>
                <a:r>
                  <a:rPr lang="en-US" altLang="zh-CN" b="1" baseline="-25000">
                    <a:latin typeface="Times New Roman" panose="02020603050405020304" pitchFamily="18" charset="0"/>
                    <a:ea typeface="宋体" panose="02010600030101010101" pitchFamily="2" charset="-122"/>
                    <a:sym typeface="宋体" panose="02010600030101010101" pitchFamily="2" charset="-122"/>
                  </a:rPr>
                  <a:t>1</a:t>
                </a:r>
              </a:p>
            </p:txBody>
          </p:sp>
          <p:sp>
            <p:nvSpPr>
              <p:cNvPr id="46243" name="文本框 14"/>
              <p:cNvSpPr txBox="1"/>
              <p:nvPr>
                <p:custDataLst>
                  <p:tags r:id="rId2"/>
                </p:custDataLst>
              </p:nvPr>
            </p:nvSpPr>
            <p:spPr>
              <a:xfrm>
                <a:off x="2069" y="4545"/>
                <a:ext cx="645" cy="580"/>
              </a:xfrm>
              <a:prstGeom prst="rect">
                <a:avLst/>
              </a:prstGeom>
              <a:noFill/>
              <a:ln w="9525">
                <a:noFill/>
              </a:ln>
            </p:spPr>
            <p:txBody>
              <a:bodyPr wrap="square" anchor="t" anchorCtr="0">
                <a:spAutoFit/>
              </a:bodyPr>
              <a:lstStyle/>
              <a:p>
                <a:r>
                  <a:rPr lang="en-US" altLang="zh-CN" b="1" i="1">
                    <a:latin typeface="Times New Roman" panose="02020603050405020304" pitchFamily="18" charset="0"/>
                    <a:ea typeface="宋体" panose="02010600030101010101" pitchFamily="2" charset="-122"/>
                    <a:sym typeface="宋体" panose="02010600030101010101" pitchFamily="2" charset="-122"/>
                  </a:rPr>
                  <a:t>S</a:t>
                </a:r>
                <a:r>
                  <a:rPr lang="en-US" altLang="zh-CN" b="1" baseline="-25000">
                    <a:latin typeface="Times New Roman" panose="02020603050405020304" pitchFamily="18" charset="0"/>
                    <a:ea typeface="宋体" panose="02010600030101010101" pitchFamily="2" charset="-122"/>
                    <a:sym typeface="宋体" panose="02010600030101010101" pitchFamily="2" charset="-122"/>
                  </a:rPr>
                  <a:t>2</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p:cNvSpPr>
          <p:nvPr>
            <p:ph type="title"/>
          </p:nvPr>
        </p:nvSpPr>
        <p:spPr>
          <a:xfrm>
            <a:off x="1035050" y="-50800"/>
            <a:ext cx="7772400" cy="228600"/>
          </a:xfrm>
        </p:spPr>
        <p:txBody>
          <a:bodyPr vert="horz" wrap="square" lIns="91440" tIns="45720" rIns="91440" bIns="45720" anchor="ctr" anchorCtr="0"/>
          <a:lstStyle/>
          <a:p>
            <a:r>
              <a:rPr lang="zh-CN" altLang="en-US" sz="900" dirty="0">
                <a:solidFill>
                  <a:schemeClr val="bg1"/>
                </a:solidFill>
              </a:rPr>
              <a:t>瑞利判据</a:t>
            </a:r>
          </a:p>
        </p:txBody>
      </p:sp>
      <p:grpSp>
        <p:nvGrpSpPr>
          <p:cNvPr id="2" name="Group 3"/>
          <p:cNvGrpSpPr/>
          <p:nvPr/>
        </p:nvGrpSpPr>
        <p:grpSpPr>
          <a:xfrm>
            <a:off x="227013" y="174625"/>
            <a:ext cx="8647112" cy="1157288"/>
            <a:chOff x="155" y="153"/>
            <a:chExt cx="5447" cy="729"/>
          </a:xfrm>
        </p:grpSpPr>
        <p:sp>
          <p:nvSpPr>
            <p:cNvPr id="47107" name="Line 4"/>
            <p:cNvSpPr/>
            <p:nvPr/>
          </p:nvSpPr>
          <p:spPr>
            <a:xfrm flipV="1">
              <a:off x="161" y="882"/>
              <a:ext cx="5435" cy="0"/>
            </a:xfrm>
            <a:prstGeom prst="line">
              <a:avLst/>
            </a:prstGeom>
            <a:ln w="57150" cap="flat" cmpd="sng">
              <a:solidFill>
                <a:srgbClr val="FF9900"/>
              </a:solidFill>
              <a:prstDash val="solid"/>
              <a:round/>
              <a:headEnd type="none" w="med" len="med"/>
              <a:tailEnd type="none" w="med" len="med"/>
            </a:ln>
          </p:spPr>
        </p:sp>
        <p:grpSp>
          <p:nvGrpSpPr>
            <p:cNvPr id="47108" name="Group 5"/>
            <p:cNvGrpSpPr/>
            <p:nvPr/>
          </p:nvGrpSpPr>
          <p:grpSpPr>
            <a:xfrm>
              <a:off x="155" y="243"/>
              <a:ext cx="5310" cy="535"/>
              <a:chOff x="134" y="187"/>
              <a:chExt cx="5287" cy="614"/>
            </a:xfrm>
          </p:grpSpPr>
          <p:sp>
            <p:nvSpPr>
              <p:cNvPr id="54277" name="WordArt 6"/>
              <p:cNvSpPr>
                <a:spLocks noTextEdit="1"/>
              </p:cNvSpPr>
              <p:nvPr/>
            </p:nvSpPr>
            <p:spPr>
              <a:xfrm>
                <a:off x="134" y="187"/>
                <a:ext cx="966" cy="218"/>
              </a:xfrm>
              <a:prstGeom prst="rect">
                <a:avLst/>
              </a:prstGeom>
            </p:spPr>
            <p:txBody>
              <a:bodyPr wrap="none" fromWordArt="1">
                <a:prstTxWarp prst="textPlain">
                  <a:avLst>
                    <a:gd name="adj" fmla="val 50000"/>
                  </a:avLst>
                </a:prstTxWarp>
                <a:normAutofit fontScale="30000"/>
              </a:bodyPr>
              <a:lstStyle/>
              <a:p>
                <a:pPr algn="ctr" fontAlgn="base"/>
                <a:r>
                  <a:rPr lang="zh-CN" altLang="en-US" sz="3600" strike="noStrike"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cs typeface="+mn-cs"/>
                  </a:rPr>
                  <a:t>瑞利判据</a:t>
                </a:r>
                <a:endParaRPr lang="zh-CN" altLang="en-US" sz="3600" strike="noStrike" noProof="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endParaRPr>
              </a:p>
            </p:txBody>
          </p:sp>
          <p:sp>
            <p:nvSpPr>
              <p:cNvPr id="47110" name="WordArt 7"/>
              <p:cNvSpPr>
                <a:spLocks noTextEdit="1"/>
              </p:cNvSpPr>
              <p:nvPr/>
            </p:nvSpPr>
            <p:spPr>
              <a:xfrm>
                <a:off x="140" y="533"/>
                <a:ext cx="5238" cy="268"/>
              </a:xfrm>
              <a:prstGeom prst="rect">
                <a:avLst/>
              </a:prstGeom>
            </p:spPr>
            <p:txBody>
              <a:bodyPr wrap="none" fromWordArt="1">
                <a:prstTxWarp prst="textPlain">
                  <a:avLst>
                    <a:gd name="adj" fmla="val 50000"/>
                  </a:avLst>
                </a:prstTxWarp>
                <a:normAutofit/>
              </a:bodyPr>
              <a:lstStyle/>
              <a:p>
                <a:pPr algn="ctr"/>
                <a:r>
                  <a:rPr lang="zh-CN" altLang="en-US" sz="12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与另一个点光源艾里斑边缘重合,则这两个点光源（物点）恰好为这光学仪器所分辨。</a:t>
                </a:r>
              </a:p>
            </p:txBody>
          </p:sp>
          <p:sp>
            <p:nvSpPr>
              <p:cNvPr id="47111" name="WordArt 12"/>
              <p:cNvSpPr>
                <a:spLocks noTextEdit="1"/>
              </p:cNvSpPr>
              <p:nvPr/>
            </p:nvSpPr>
            <p:spPr>
              <a:xfrm>
                <a:off x="1301" y="187"/>
                <a:ext cx="4120" cy="257"/>
              </a:xfrm>
              <a:prstGeom prst="rect">
                <a:avLst/>
              </a:prstGeom>
            </p:spPr>
            <p:txBody>
              <a:bodyPr wrap="none" fromWordArt="1">
                <a:prstTxWarp prst="textPlain">
                  <a:avLst>
                    <a:gd name="adj" fmla="val 50000"/>
                  </a:avLst>
                </a:prstTxWarp>
                <a:normAutofit/>
              </a:bodyPr>
              <a:lstStyle/>
              <a:p>
                <a:pPr algn="ctr"/>
                <a:r>
                  <a:rPr lang="zh-CN" altLang="en-US" sz="12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强度相等的两个不相干的点光源（物点），一个点光源衍射图样艾里斑中心恰好</a:t>
                </a:r>
              </a:p>
            </p:txBody>
          </p:sp>
          <p:sp>
            <p:nvSpPr>
              <p:cNvPr id="47112" name="WordArt 13"/>
              <p:cNvSpPr>
                <a:spLocks noTextEdit="1"/>
              </p:cNvSpPr>
              <p:nvPr/>
            </p:nvSpPr>
            <p:spPr>
              <a:xfrm>
                <a:off x="1154" y="233"/>
                <a:ext cx="48" cy="12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a:t>
                </a:r>
              </a:p>
            </p:txBody>
          </p:sp>
        </p:grpSp>
        <p:sp>
          <p:nvSpPr>
            <p:cNvPr id="47113" name="Line 14"/>
            <p:cNvSpPr/>
            <p:nvPr/>
          </p:nvSpPr>
          <p:spPr>
            <a:xfrm flipV="1">
              <a:off x="167" y="153"/>
              <a:ext cx="5435" cy="0"/>
            </a:xfrm>
            <a:prstGeom prst="line">
              <a:avLst/>
            </a:prstGeom>
            <a:ln w="57150" cap="flat" cmpd="sng">
              <a:solidFill>
                <a:srgbClr val="FF9900"/>
              </a:solidFill>
              <a:prstDash val="solid"/>
              <a:round/>
              <a:headEnd type="none" w="med" len="med"/>
              <a:tailEnd type="none" w="med" len="med"/>
            </a:ln>
          </p:spPr>
        </p:sp>
      </p:grpSp>
      <p:sp>
        <p:nvSpPr>
          <p:cNvPr id="351346" name="AutoShape 114"/>
          <p:cNvSpPr/>
          <p:nvPr/>
        </p:nvSpPr>
        <p:spPr>
          <a:xfrm>
            <a:off x="644525" y="3825875"/>
            <a:ext cx="209550" cy="1244600"/>
          </a:xfrm>
          <a:prstGeom prst="downArrow">
            <a:avLst>
              <a:gd name="adj1" fmla="val 50000"/>
              <a:gd name="adj2" fmla="val 129319"/>
            </a:avLst>
          </a:prstGeom>
          <a:solidFill>
            <a:schemeClr val="accent2"/>
          </a:solidFill>
          <a:ln w="9525">
            <a:noFill/>
          </a:ln>
        </p:spPr>
        <p:txBody>
          <a:bodyPr vert="eaVert"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54386" name="Group 119"/>
          <p:cNvGrpSpPr/>
          <p:nvPr/>
        </p:nvGrpSpPr>
        <p:grpSpPr>
          <a:xfrm>
            <a:off x="400050" y="5041900"/>
            <a:ext cx="8402638" cy="1720850"/>
            <a:chOff x="252" y="3236"/>
            <a:chExt cx="5293" cy="1084"/>
          </a:xfrm>
        </p:grpSpPr>
        <p:grpSp>
          <p:nvGrpSpPr>
            <p:cNvPr id="47116" name="Group 115"/>
            <p:cNvGrpSpPr/>
            <p:nvPr/>
          </p:nvGrpSpPr>
          <p:grpSpPr>
            <a:xfrm>
              <a:off x="252" y="3236"/>
              <a:ext cx="5293" cy="1084"/>
              <a:chOff x="-9" y="2806"/>
              <a:chExt cx="5009" cy="1514"/>
            </a:xfrm>
          </p:grpSpPr>
          <p:pic>
            <p:nvPicPr>
              <p:cNvPr id="47117" name="Picture 116"/>
              <p:cNvPicPr>
                <a:picLocks noChangeAspect="1"/>
              </p:cNvPicPr>
              <p:nvPr/>
            </p:nvPicPr>
            <p:blipFill>
              <a:blip r:embed="rId7"/>
              <a:stretch>
                <a:fillRect/>
              </a:stretch>
            </p:blipFill>
            <p:spPr>
              <a:xfrm>
                <a:off x="-9" y="2806"/>
                <a:ext cx="3314" cy="1514"/>
              </a:xfrm>
              <a:prstGeom prst="rect">
                <a:avLst/>
              </a:prstGeom>
              <a:noFill/>
              <a:ln w="9525">
                <a:noFill/>
              </a:ln>
            </p:spPr>
          </p:pic>
          <p:pic>
            <p:nvPicPr>
              <p:cNvPr id="47118" name="Picture 117"/>
              <p:cNvPicPr>
                <a:picLocks noChangeAspect="1"/>
              </p:cNvPicPr>
              <p:nvPr/>
            </p:nvPicPr>
            <p:blipFill>
              <a:blip r:embed="rId8"/>
              <a:stretch>
                <a:fillRect/>
              </a:stretch>
            </p:blipFill>
            <p:spPr>
              <a:xfrm>
                <a:off x="3348" y="3475"/>
                <a:ext cx="1652" cy="715"/>
              </a:xfrm>
              <a:prstGeom prst="rect">
                <a:avLst/>
              </a:prstGeom>
              <a:noFill/>
              <a:ln w="9525">
                <a:noFill/>
              </a:ln>
            </p:spPr>
          </p:pic>
        </p:grpSp>
        <p:sp>
          <p:nvSpPr>
            <p:cNvPr id="47119" name="Line 118"/>
            <p:cNvSpPr/>
            <p:nvPr/>
          </p:nvSpPr>
          <p:spPr>
            <a:xfrm>
              <a:off x="1926" y="3642"/>
              <a:ext cx="906" cy="0"/>
            </a:xfrm>
            <a:prstGeom prst="line">
              <a:avLst/>
            </a:prstGeom>
            <a:ln w="19050" cap="flat" cmpd="sng">
              <a:solidFill>
                <a:schemeClr val="tx1"/>
              </a:solidFill>
              <a:prstDash val="solid"/>
              <a:round/>
              <a:headEnd type="none" w="med" len="med"/>
              <a:tailEnd type="none" w="med" len="med"/>
            </a:ln>
          </p:spPr>
        </p:sp>
      </p:grpSp>
      <p:sp>
        <p:nvSpPr>
          <p:cNvPr id="5" name="文本框 4"/>
          <p:cNvSpPr txBox="1"/>
          <p:nvPr/>
        </p:nvSpPr>
        <p:spPr>
          <a:xfrm>
            <a:off x="5745163" y="4508500"/>
            <a:ext cx="3209925" cy="830263"/>
          </a:xfrm>
          <a:prstGeom prst="rect">
            <a:avLst/>
          </a:prstGeom>
          <a:noFill/>
          <a:ln w="9525">
            <a:noFill/>
          </a:ln>
        </p:spPr>
        <p:txBody>
          <a:bodyPr wrap="square" anchor="t" anchorCtr="0">
            <a:spAutoFit/>
          </a:bodyPr>
          <a:lstStyle/>
          <a:p>
            <a:r>
              <a:rPr lang="zh-CN" altLang="en-US" sz="1600" b="1">
                <a:latin typeface="Times New Roman" panose="02020603050405020304" pitchFamily="18" charset="0"/>
                <a:ea typeface="宋体" panose="02010600030101010101" pitchFamily="2" charset="-122"/>
                <a:sym typeface="宋体" panose="02010600030101010101" pitchFamily="2" charset="-122"/>
              </a:rPr>
              <a:t>此时两个艾里斑重叠区域的光强为每个艾里斑中心光强的</a:t>
            </a:r>
            <a:r>
              <a:rPr lang="en-US" altLang="zh-CN" sz="1600" b="1">
                <a:latin typeface="Times New Roman" panose="02020603050405020304" pitchFamily="18" charset="0"/>
                <a:ea typeface="宋体" panose="02010600030101010101" pitchFamily="2" charset="-122"/>
                <a:sym typeface="宋体" panose="02010600030101010101" pitchFamily="2" charset="-122"/>
              </a:rPr>
              <a:t>80%</a:t>
            </a:r>
            <a:r>
              <a:rPr lang="zh-CN" altLang="en-US" sz="1600" b="1">
                <a:latin typeface="Times New Roman" panose="02020603050405020304" pitchFamily="18" charset="0"/>
                <a:ea typeface="宋体" panose="02010600030101010101" pitchFamily="2" charset="-122"/>
                <a:sym typeface="宋体" panose="02010600030101010101" pitchFamily="2" charset="-122"/>
              </a:rPr>
              <a:t>，刚好为大多数人眼所分辨</a:t>
            </a:r>
          </a:p>
        </p:txBody>
      </p:sp>
      <p:grpSp>
        <p:nvGrpSpPr>
          <p:cNvPr id="47121" name="组合 5"/>
          <p:cNvGrpSpPr>
            <a:grpSpLocks noChangeAspect="1"/>
          </p:cNvGrpSpPr>
          <p:nvPr/>
        </p:nvGrpSpPr>
        <p:grpSpPr>
          <a:xfrm>
            <a:off x="625475" y="1512888"/>
            <a:ext cx="7964488" cy="3081337"/>
            <a:chOff x="630" y="2367"/>
            <a:chExt cx="13815" cy="5345"/>
          </a:xfrm>
        </p:grpSpPr>
        <p:grpSp>
          <p:nvGrpSpPr>
            <p:cNvPr id="47122" name="Group 15"/>
            <p:cNvGrpSpPr/>
            <p:nvPr/>
          </p:nvGrpSpPr>
          <p:grpSpPr>
            <a:xfrm>
              <a:off x="1315" y="2367"/>
              <a:ext cx="13130" cy="5345"/>
              <a:chOff x="229" y="979"/>
              <a:chExt cx="5252" cy="2138"/>
            </a:xfrm>
          </p:grpSpPr>
          <p:sp>
            <p:nvSpPr>
              <p:cNvPr id="47123" name="Rectangle 16"/>
              <p:cNvSpPr/>
              <p:nvPr/>
            </p:nvSpPr>
            <p:spPr>
              <a:xfrm>
                <a:off x="1249" y="2523"/>
                <a:ext cx="213" cy="221"/>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7124" name="Rectangle 17"/>
              <p:cNvSpPr/>
              <p:nvPr/>
            </p:nvSpPr>
            <p:spPr>
              <a:xfrm>
                <a:off x="1232" y="998"/>
                <a:ext cx="213" cy="221"/>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3" name="WordArt 18"/>
              <p:cNvSpPr>
                <a:spLocks noTextEdit="1"/>
              </p:cNvSpPr>
              <p:nvPr/>
            </p:nvSpPr>
            <p:spPr>
              <a:xfrm>
                <a:off x="4865" y="1316"/>
                <a:ext cx="472" cy="163"/>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cs typeface="+mn-cs"/>
                  </a:rPr>
                  <a:t>光强</a:t>
                </a:r>
                <a:endParaRPr lang="zh-CN" altLang="en-US" sz="3600" strike="noStrike" noProof="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endParaRPr>
              </a:p>
            </p:txBody>
          </p:sp>
          <p:sp>
            <p:nvSpPr>
              <p:cNvPr id="47126" name="Freeform 19"/>
              <p:cNvSpPr/>
              <p:nvPr/>
            </p:nvSpPr>
            <p:spPr>
              <a:xfrm rot="5400000">
                <a:off x="4292" y="1126"/>
                <a:ext cx="609" cy="1208"/>
              </a:xfrm>
              <a:custGeom>
                <a:avLst/>
                <a:gdLst/>
                <a:ahLst/>
                <a:cxnLst>
                  <a:cxn ang="0">
                    <a:pos x="0" y="19"/>
                  </a:cxn>
                  <a:cxn ang="0">
                    <a:pos x="0" y="18"/>
                  </a:cxn>
                  <a:cxn ang="0">
                    <a:pos x="0" y="14"/>
                  </a:cxn>
                  <a:cxn ang="0">
                    <a:pos x="0" y="5"/>
                  </a:cxn>
                  <a:cxn ang="0">
                    <a:pos x="0" y="1"/>
                  </a:cxn>
                  <a:cxn ang="0">
                    <a:pos x="0" y="1"/>
                  </a:cxn>
                  <a:cxn ang="0">
                    <a:pos x="0" y="1"/>
                  </a:cxn>
                  <a:cxn ang="0">
                    <a:pos x="0" y="1"/>
                  </a:cxn>
                  <a:cxn ang="0">
                    <a:pos x="0" y="3"/>
                  </a:cxn>
                  <a:cxn ang="0">
                    <a:pos x="0" y="14"/>
                  </a:cxn>
                  <a:cxn ang="0">
                    <a:pos x="0" y="18"/>
                  </a:cxn>
                  <a:cxn ang="0">
                    <a:pos x="0" y="19"/>
                  </a:cxn>
                </a:cxnLst>
                <a:rect l="0" t="0" r="0" b="0"/>
                <a:pathLst>
                  <a:path w="1736" h="2023">
                    <a:moveTo>
                      <a:pt x="0" y="2007"/>
                    </a:moveTo>
                    <a:cubicBezTo>
                      <a:pt x="66" y="1986"/>
                      <a:pt x="133" y="1966"/>
                      <a:pt x="197" y="1881"/>
                    </a:cubicBezTo>
                    <a:cubicBezTo>
                      <a:pt x="261" y="1796"/>
                      <a:pt x="321" y="1715"/>
                      <a:pt x="386" y="1494"/>
                    </a:cubicBezTo>
                    <a:cubicBezTo>
                      <a:pt x="451" y="1273"/>
                      <a:pt x="537" y="778"/>
                      <a:pt x="584" y="555"/>
                    </a:cubicBezTo>
                    <a:cubicBezTo>
                      <a:pt x="631" y="332"/>
                      <a:pt x="640" y="241"/>
                      <a:pt x="670" y="153"/>
                    </a:cubicBezTo>
                    <a:cubicBezTo>
                      <a:pt x="700" y="65"/>
                      <a:pt x="733" y="50"/>
                      <a:pt x="765" y="26"/>
                    </a:cubicBezTo>
                    <a:cubicBezTo>
                      <a:pt x="797" y="2"/>
                      <a:pt x="827" y="0"/>
                      <a:pt x="860" y="10"/>
                    </a:cubicBezTo>
                    <a:cubicBezTo>
                      <a:pt x="893" y="20"/>
                      <a:pt x="931" y="40"/>
                      <a:pt x="962" y="89"/>
                    </a:cubicBezTo>
                    <a:cubicBezTo>
                      <a:pt x="993" y="138"/>
                      <a:pt x="985" y="67"/>
                      <a:pt x="1049" y="302"/>
                    </a:cubicBezTo>
                    <a:cubicBezTo>
                      <a:pt x="1113" y="537"/>
                      <a:pt x="1268" y="1238"/>
                      <a:pt x="1349" y="1502"/>
                    </a:cubicBezTo>
                    <a:cubicBezTo>
                      <a:pt x="1430" y="1766"/>
                      <a:pt x="1474" y="1801"/>
                      <a:pt x="1538" y="1888"/>
                    </a:cubicBezTo>
                    <a:cubicBezTo>
                      <a:pt x="1602" y="1975"/>
                      <a:pt x="1669" y="1999"/>
                      <a:pt x="1736" y="2023"/>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7127" name="Freeform 20"/>
              <p:cNvSpPr/>
              <p:nvPr/>
            </p:nvSpPr>
            <p:spPr>
              <a:xfrm rot="5400000">
                <a:off x="4315" y="1454"/>
                <a:ext cx="612" cy="1202"/>
              </a:xfrm>
              <a:custGeom>
                <a:avLst/>
                <a:gdLst/>
                <a:ahLst/>
                <a:cxnLst>
                  <a:cxn ang="0">
                    <a:pos x="0" y="18"/>
                  </a:cxn>
                  <a:cxn ang="0">
                    <a:pos x="0" y="17"/>
                  </a:cxn>
                  <a:cxn ang="0">
                    <a:pos x="0" y="14"/>
                  </a:cxn>
                  <a:cxn ang="0">
                    <a:pos x="0" y="5"/>
                  </a:cxn>
                  <a:cxn ang="0">
                    <a:pos x="0" y="1"/>
                  </a:cxn>
                  <a:cxn ang="0">
                    <a:pos x="0" y="1"/>
                  </a:cxn>
                  <a:cxn ang="0">
                    <a:pos x="0" y="1"/>
                  </a:cxn>
                  <a:cxn ang="0">
                    <a:pos x="0" y="1"/>
                  </a:cxn>
                  <a:cxn ang="0">
                    <a:pos x="0" y="3"/>
                  </a:cxn>
                  <a:cxn ang="0">
                    <a:pos x="0" y="14"/>
                  </a:cxn>
                  <a:cxn ang="0">
                    <a:pos x="0" y="17"/>
                  </a:cxn>
                  <a:cxn ang="0">
                    <a:pos x="0" y="18"/>
                  </a:cxn>
                </a:cxnLst>
                <a:rect l="0" t="0" r="0" b="0"/>
                <a:pathLst>
                  <a:path w="1736" h="2023">
                    <a:moveTo>
                      <a:pt x="0" y="2007"/>
                    </a:moveTo>
                    <a:cubicBezTo>
                      <a:pt x="66" y="1986"/>
                      <a:pt x="133" y="1966"/>
                      <a:pt x="197" y="1881"/>
                    </a:cubicBezTo>
                    <a:cubicBezTo>
                      <a:pt x="261" y="1796"/>
                      <a:pt x="321" y="1715"/>
                      <a:pt x="386" y="1494"/>
                    </a:cubicBezTo>
                    <a:cubicBezTo>
                      <a:pt x="451" y="1273"/>
                      <a:pt x="537" y="778"/>
                      <a:pt x="584" y="555"/>
                    </a:cubicBezTo>
                    <a:cubicBezTo>
                      <a:pt x="631" y="332"/>
                      <a:pt x="640" y="241"/>
                      <a:pt x="670" y="153"/>
                    </a:cubicBezTo>
                    <a:cubicBezTo>
                      <a:pt x="700" y="65"/>
                      <a:pt x="733" y="50"/>
                      <a:pt x="765" y="26"/>
                    </a:cubicBezTo>
                    <a:cubicBezTo>
                      <a:pt x="797" y="2"/>
                      <a:pt x="827" y="0"/>
                      <a:pt x="860" y="10"/>
                    </a:cubicBezTo>
                    <a:cubicBezTo>
                      <a:pt x="893" y="20"/>
                      <a:pt x="931" y="40"/>
                      <a:pt x="962" y="89"/>
                    </a:cubicBezTo>
                    <a:cubicBezTo>
                      <a:pt x="993" y="138"/>
                      <a:pt x="985" y="67"/>
                      <a:pt x="1049" y="302"/>
                    </a:cubicBezTo>
                    <a:cubicBezTo>
                      <a:pt x="1113" y="537"/>
                      <a:pt x="1268" y="1238"/>
                      <a:pt x="1349" y="1502"/>
                    </a:cubicBezTo>
                    <a:cubicBezTo>
                      <a:pt x="1430" y="1766"/>
                      <a:pt x="1474" y="1801"/>
                      <a:pt x="1538" y="1888"/>
                    </a:cubicBezTo>
                    <a:cubicBezTo>
                      <a:pt x="1602" y="1975"/>
                      <a:pt x="1669" y="1999"/>
                      <a:pt x="1736" y="2023"/>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7128" name="Arc 21"/>
              <p:cNvSpPr/>
              <p:nvPr/>
            </p:nvSpPr>
            <p:spPr>
              <a:xfrm>
                <a:off x="5112" y="1823"/>
                <a:ext cx="107" cy="133"/>
              </a:xfrm>
              <a:custGeom>
                <a:avLst/>
                <a:gdLst/>
                <a:ahLst/>
                <a:cxnLst>
                  <a:cxn ang="0">
                    <a:pos x="0" y="0"/>
                  </a:cxn>
                  <a:cxn ang="0">
                    <a:pos x="0" y="0"/>
                  </a:cxn>
                  <a:cxn ang="0">
                    <a:pos x="0" y="0"/>
                  </a:cxn>
                </a:cxnLst>
                <a:rect l="0" t="0" r="0" b="0"/>
                <a:pathLst>
                  <a:path w="21600" h="42803" fill="none">
                    <a:moveTo>
                      <a:pt x="17694" y="42802"/>
                    </a:moveTo>
                    <a:cubicBezTo>
                      <a:pt x="7442" y="40918"/>
                      <a:pt x="0" y="31981"/>
                      <a:pt x="0" y="21559"/>
                    </a:cubicBezTo>
                    <a:cubicBezTo>
                      <a:pt x="-1" y="10145"/>
                      <a:pt x="8879" y="701"/>
                      <a:pt x="20271" y="-1"/>
                    </a:cubicBezTo>
                  </a:path>
                  <a:path w="21600" h="42803" stroke="0">
                    <a:moveTo>
                      <a:pt x="17694" y="42802"/>
                    </a:moveTo>
                    <a:cubicBezTo>
                      <a:pt x="7442" y="40918"/>
                      <a:pt x="0" y="31981"/>
                      <a:pt x="0" y="21559"/>
                    </a:cubicBezTo>
                    <a:cubicBezTo>
                      <a:pt x="-1" y="10145"/>
                      <a:pt x="8879" y="701"/>
                      <a:pt x="20271" y="-1"/>
                    </a:cubicBezTo>
                    <a:lnTo>
                      <a:pt x="21600" y="21559"/>
                    </a:lnTo>
                    <a:lnTo>
                      <a:pt x="17694" y="42802"/>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7129" name="Arc 22"/>
              <p:cNvSpPr/>
              <p:nvPr/>
            </p:nvSpPr>
            <p:spPr>
              <a:xfrm>
                <a:off x="4072" y="1339"/>
                <a:ext cx="500" cy="213"/>
              </a:xfrm>
              <a:custGeom>
                <a:avLst/>
                <a:gdLst/>
                <a:ahLst/>
                <a:cxnLst>
                  <a:cxn ang="0">
                    <a:pos x="0" y="0"/>
                  </a:cxn>
                  <a:cxn ang="0">
                    <a:pos x="0" y="0"/>
                  </a:cxn>
                  <a:cxn ang="0">
                    <a:pos x="0" y="0"/>
                  </a:cxn>
                </a:cxnLst>
                <a:rect l="0" t="0" r="0" b="0"/>
                <a:pathLst>
                  <a:path w="19383" h="20535" fill="none">
                    <a:moveTo>
                      <a:pt x="12683" y="20534"/>
                    </a:moveTo>
                    <a:cubicBezTo>
                      <a:pt x="7144" y="18727"/>
                      <a:pt x="2570" y="14759"/>
                      <a:pt x="-1" y="9531"/>
                    </a:cubicBezTo>
                  </a:path>
                  <a:path w="19383" h="20535" stroke="0">
                    <a:moveTo>
                      <a:pt x="12683" y="20534"/>
                    </a:moveTo>
                    <a:cubicBezTo>
                      <a:pt x="7144" y="18727"/>
                      <a:pt x="2570" y="14759"/>
                      <a:pt x="-1" y="9531"/>
                    </a:cubicBezTo>
                    <a:lnTo>
                      <a:pt x="19383" y="0"/>
                    </a:lnTo>
                    <a:lnTo>
                      <a:pt x="12683" y="20534"/>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7130" name="Freeform 23"/>
              <p:cNvSpPr/>
              <p:nvPr/>
            </p:nvSpPr>
            <p:spPr>
              <a:xfrm>
                <a:off x="4372" y="1547"/>
                <a:ext cx="851" cy="117"/>
              </a:xfrm>
              <a:custGeom>
                <a:avLst/>
                <a:gdLst/>
                <a:ahLst/>
                <a:cxnLst>
                  <a:cxn ang="0">
                    <a:pos x="0" y="0"/>
                  </a:cxn>
                  <a:cxn ang="0">
                    <a:pos x="149" y="16"/>
                  </a:cxn>
                  <a:cxn ang="0">
                    <a:pos x="255" y="28"/>
                  </a:cxn>
                  <a:cxn ang="0">
                    <a:pos x="295" y="33"/>
                  </a:cxn>
                  <a:cxn ang="0">
                    <a:pos x="319" y="39"/>
                  </a:cxn>
                </a:cxnLst>
                <a:rect l="0" t="0" r="0" b="0"/>
                <a:pathLst>
                  <a:path w="962" h="134">
                    <a:moveTo>
                      <a:pt x="0" y="0"/>
                    </a:moveTo>
                    <a:cubicBezTo>
                      <a:pt x="160" y="19"/>
                      <a:pt x="321" y="39"/>
                      <a:pt x="449" y="55"/>
                    </a:cubicBezTo>
                    <a:cubicBezTo>
                      <a:pt x="577" y="71"/>
                      <a:pt x="691" y="85"/>
                      <a:pt x="765" y="94"/>
                    </a:cubicBezTo>
                    <a:cubicBezTo>
                      <a:pt x="839" y="103"/>
                      <a:pt x="858" y="103"/>
                      <a:pt x="891" y="110"/>
                    </a:cubicBezTo>
                    <a:cubicBezTo>
                      <a:pt x="924" y="117"/>
                      <a:pt x="943" y="125"/>
                      <a:pt x="962" y="134"/>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7131" name="Freeform 24"/>
              <p:cNvSpPr/>
              <p:nvPr/>
            </p:nvSpPr>
            <p:spPr>
              <a:xfrm rot="-170446" flipV="1">
                <a:off x="4386" y="2133"/>
                <a:ext cx="852" cy="117"/>
              </a:xfrm>
              <a:custGeom>
                <a:avLst/>
                <a:gdLst/>
                <a:ahLst/>
                <a:cxnLst>
                  <a:cxn ang="0">
                    <a:pos x="0" y="0"/>
                  </a:cxn>
                  <a:cxn ang="0">
                    <a:pos x="150" y="16"/>
                  </a:cxn>
                  <a:cxn ang="0">
                    <a:pos x="256" y="28"/>
                  </a:cxn>
                  <a:cxn ang="0">
                    <a:pos x="298" y="33"/>
                  </a:cxn>
                  <a:cxn ang="0">
                    <a:pos x="323" y="39"/>
                  </a:cxn>
                </a:cxnLst>
                <a:rect l="0" t="0" r="0" b="0"/>
                <a:pathLst>
                  <a:path w="962" h="134">
                    <a:moveTo>
                      <a:pt x="0" y="0"/>
                    </a:moveTo>
                    <a:cubicBezTo>
                      <a:pt x="160" y="19"/>
                      <a:pt x="321" y="39"/>
                      <a:pt x="449" y="55"/>
                    </a:cubicBezTo>
                    <a:cubicBezTo>
                      <a:pt x="577" y="71"/>
                      <a:pt x="691" y="85"/>
                      <a:pt x="765" y="94"/>
                    </a:cubicBezTo>
                    <a:cubicBezTo>
                      <a:pt x="839" y="103"/>
                      <a:pt x="858" y="103"/>
                      <a:pt x="891" y="110"/>
                    </a:cubicBezTo>
                    <a:cubicBezTo>
                      <a:pt x="924" y="117"/>
                      <a:pt x="943" y="125"/>
                      <a:pt x="962" y="134"/>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7132" name="Arc 25"/>
              <p:cNvSpPr/>
              <p:nvPr/>
            </p:nvSpPr>
            <p:spPr>
              <a:xfrm flipV="1">
                <a:off x="4066" y="2268"/>
                <a:ext cx="497" cy="213"/>
              </a:xfrm>
              <a:custGeom>
                <a:avLst/>
                <a:gdLst/>
                <a:ahLst/>
                <a:cxnLst>
                  <a:cxn ang="0">
                    <a:pos x="0" y="0"/>
                  </a:cxn>
                  <a:cxn ang="0">
                    <a:pos x="0" y="0"/>
                  </a:cxn>
                  <a:cxn ang="0">
                    <a:pos x="0" y="0"/>
                  </a:cxn>
                </a:cxnLst>
                <a:rect l="0" t="0" r="0" b="0"/>
                <a:pathLst>
                  <a:path w="19383" h="20535" fill="none">
                    <a:moveTo>
                      <a:pt x="12683" y="20534"/>
                    </a:moveTo>
                    <a:cubicBezTo>
                      <a:pt x="7144" y="18727"/>
                      <a:pt x="2570" y="14759"/>
                      <a:pt x="-1" y="9531"/>
                    </a:cubicBezTo>
                  </a:path>
                  <a:path w="19383" h="20535" stroke="0">
                    <a:moveTo>
                      <a:pt x="12683" y="20534"/>
                    </a:moveTo>
                    <a:cubicBezTo>
                      <a:pt x="7144" y="18727"/>
                      <a:pt x="2570" y="14759"/>
                      <a:pt x="-1" y="9531"/>
                    </a:cubicBezTo>
                    <a:lnTo>
                      <a:pt x="19383" y="0"/>
                    </a:lnTo>
                    <a:lnTo>
                      <a:pt x="12683" y="20534"/>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7133" name="Arc 26"/>
              <p:cNvSpPr/>
              <p:nvPr/>
            </p:nvSpPr>
            <p:spPr>
              <a:xfrm rot="5386920">
                <a:off x="595" y="1797"/>
                <a:ext cx="1595" cy="142"/>
              </a:xfrm>
              <a:custGeom>
                <a:avLst/>
                <a:gdLst/>
                <a:ahLst/>
                <a:cxnLst>
                  <a:cxn ang="0">
                    <a:pos x="0" y="0"/>
                  </a:cxn>
                  <a:cxn ang="0">
                    <a:pos x="0" y="0"/>
                  </a:cxn>
                  <a:cxn ang="0">
                    <a:pos x="0" y="0"/>
                  </a:cxn>
                </a:cxnLst>
                <a:rect l="0" t="0" r="0" b="0"/>
                <a:pathLst>
                  <a:path w="40634" h="21600" fill="none">
                    <a:moveTo>
                      <a:pt x="-1" y="14300"/>
                    </a:moveTo>
                    <a:cubicBezTo>
                      <a:pt x="3079" y="5721"/>
                      <a:pt x="11213" y="-1"/>
                      <a:pt x="20329" y="0"/>
                    </a:cubicBezTo>
                    <a:cubicBezTo>
                      <a:pt x="29418" y="0"/>
                      <a:pt x="37534" y="5689"/>
                      <a:pt x="40634" y="14233"/>
                    </a:cubicBezTo>
                  </a:path>
                  <a:path w="40634" h="21600" stroke="0">
                    <a:moveTo>
                      <a:pt x="-1" y="14300"/>
                    </a:moveTo>
                    <a:cubicBezTo>
                      <a:pt x="3079" y="5721"/>
                      <a:pt x="11213" y="-1"/>
                      <a:pt x="20329" y="0"/>
                    </a:cubicBezTo>
                    <a:cubicBezTo>
                      <a:pt x="29418" y="0"/>
                      <a:pt x="37534" y="5689"/>
                      <a:pt x="40634" y="14233"/>
                    </a:cubicBezTo>
                    <a:lnTo>
                      <a:pt x="20329" y="21600"/>
                    </a:lnTo>
                    <a:lnTo>
                      <a:pt x="-1" y="14300"/>
                    </a:lnTo>
                    <a:close/>
                  </a:path>
                </a:pathLst>
              </a:custGeom>
              <a:gradFill rotWithShape="0">
                <a:gsLst>
                  <a:gs pos="0">
                    <a:srgbClr val="66FFFF"/>
                  </a:gs>
                  <a:gs pos="100000">
                    <a:srgbClr val="44AAAA"/>
                  </a:gs>
                </a:gsLst>
                <a:lin ang="5400000" scaled="1"/>
                <a:tileRect/>
              </a:gradFill>
              <a:ln w="12700">
                <a:noFill/>
              </a:ln>
            </p:spPr>
            <p:txBody>
              <a:bodyPr/>
              <a:lstStyle/>
              <a:p>
                <a:endParaRPr lang="zh-CN" altLang="en-US"/>
              </a:p>
            </p:txBody>
          </p:sp>
          <p:sp>
            <p:nvSpPr>
              <p:cNvPr id="47134" name="Arc 27"/>
              <p:cNvSpPr/>
              <p:nvPr/>
            </p:nvSpPr>
            <p:spPr>
              <a:xfrm rot="5386920" flipV="1">
                <a:off x="478" y="1806"/>
                <a:ext cx="1582" cy="133"/>
              </a:xfrm>
              <a:custGeom>
                <a:avLst/>
                <a:gdLst/>
                <a:ahLst/>
                <a:cxnLst>
                  <a:cxn ang="0">
                    <a:pos x="0" y="0"/>
                  </a:cxn>
                  <a:cxn ang="0">
                    <a:pos x="0" y="0"/>
                  </a:cxn>
                  <a:cxn ang="0">
                    <a:pos x="0" y="0"/>
                  </a:cxn>
                </a:cxnLst>
                <a:rect l="0" t="0" r="0" b="0"/>
                <a:pathLst>
                  <a:path w="40187" h="21600" fill="none">
                    <a:moveTo>
                      <a:pt x="-1" y="13158"/>
                    </a:moveTo>
                    <a:cubicBezTo>
                      <a:pt x="3386" y="5180"/>
                      <a:pt x="11214" y="-1"/>
                      <a:pt x="19882" y="0"/>
                    </a:cubicBezTo>
                    <a:cubicBezTo>
                      <a:pt x="28971" y="0"/>
                      <a:pt x="37087" y="5689"/>
                      <a:pt x="40187" y="14233"/>
                    </a:cubicBezTo>
                  </a:path>
                  <a:path w="40187" h="21600" stroke="0">
                    <a:moveTo>
                      <a:pt x="-1" y="13158"/>
                    </a:moveTo>
                    <a:cubicBezTo>
                      <a:pt x="3386" y="5180"/>
                      <a:pt x="11214" y="-1"/>
                      <a:pt x="19882" y="0"/>
                    </a:cubicBezTo>
                    <a:cubicBezTo>
                      <a:pt x="28971" y="0"/>
                      <a:pt x="37087" y="5689"/>
                      <a:pt x="40187" y="14233"/>
                    </a:cubicBezTo>
                    <a:lnTo>
                      <a:pt x="19882" y="21600"/>
                    </a:lnTo>
                    <a:lnTo>
                      <a:pt x="-1" y="13158"/>
                    </a:lnTo>
                    <a:close/>
                  </a:path>
                </a:pathLst>
              </a:custGeom>
              <a:gradFill rotWithShape="0">
                <a:gsLst>
                  <a:gs pos="0">
                    <a:srgbClr val="66FFFF"/>
                  </a:gs>
                  <a:gs pos="100000">
                    <a:srgbClr val="47B2B2"/>
                  </a:gs>
                </a:gsLst>
                <a:lin ang="5400000" scaled="1"/>
                <a:tileRect/>
              </a:gradFill>
              <a:ln w="12700">
                <a:noFill/>
              </a:ln>
            </p:spPr>
            <p:txBody>
              <a:bodyPr/>
              <a:lstStyle/>
              <a:p>
                <a:endParaRPr lang="zh-CN" altLang="en-US"/>
              </a:p>
            </p:txBody>
          </p:sp>
          <p:sp>
            <p:nvSpPr>
              <p:cNvPr id="47135" name="Rectangle 28"/>
              <p:cNvSpPr/>
              <p:nvPr/>
            </p:nvSpPr>
            <p:spPr>
              <a:xfrm rot="5386920">
                <a:off x="544" y="1821"/>
                <a:ext cx="1579" cy="82"/>
              </a:xfrm>
              <a:prstGeom prst="rect">
                <a:avLst/>
              </a:prstGeom>
              <a:gradFill rotWithShape="0">
                <a:gsLst>
                  <a:gs pos="0">
                    <a:srgbClr val="52CCCC"/>
                  </a:gs>
                  <a:gs pos="50000">
                    <a:srgbClr val="66FFFF"/>
                  </a:gs>
                  <a:gs pos="100000">
                    <a:srgbClr val="52CCCC"/>
                  </a:gs>
                </a:gsLst>
                <a:lin ang="5400000" scaled="1"/>
                <a:tileRect/>
              </a:gradFill>
              <a:ln w="9525"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7136" name="Line 29"/>
              <p:cNvSpPr/>
              <p:nvPr/>
            </p:nvSpPr>
            <p:spPr>
              <a:xfrm rot="68555">
                <a:off x="1311" y="1097"/>
                <a:ext cx="89" cy="1"/>
              </a:xfrm>
              <a:prstGeom prst="line">
                <a:avLst/>
              </a:prstGeom>
              <a:ln w="28575" cap="flat" cmpd="sng">
                <a:solidFill>
                  <a:schemeClr val="tx1"/>
                </a:solidFill>
                <a:prstDash val="solid"/>
                <a:round/>
                <a:headEnd type="none" w="med" len="med"/>
                <a:tailEnd type="none" w="med" len="med"/>
              </a:ln>
            </p:spPr>
          </p:sp>
          <p:sp>
            <p:nvSpPr>
              <p:cNvPr id="47137" name="Line 30"/>
              <p:cNvSpPr/>
              <p:nvPr/>
            </p:nvSpPr>
            <p:spPr>
              <a:xfrm rot="68555" flipV="1">
                <a:off x="1302" y="2664"/>
                <a:ext cx="90" cy="2"/>
              </a:xfrm>
              <a:prstGeom prst="line">
                <a:avLst/>
              </a:prstGeom>
              <a:ln w="28575" cap="flat" cmpd="sng">
                <a:solidFill>
                  <a:schemeClr val="tx1"/>
                </a:solidFill>
                <a:prstDash val="solid"/>
                <a:round/>
                <a:headEnd type="none" w="med" len="med"/>
                <a:tailEnd type="none" w="med" len="med"/>
              </a:ln>
            </p:spPr>
          </p:sp>
          <p:sp>
            <p:nvSpPr>
              <p:cNvPr id="47138" name="Arc 31"/>
              <p:cNvSpPr/>
              <p:nvPr/>
            </p:nvSpPr>
            <p:spPr>
              <a:xfrm rot="5386920">
                <a:off x="600" y="1792"/>
                <a:ext cx="1581" cy="138"/>
              </a:xfrm>
              <a:custGeom>
                <a:avLst/>
                <a:gdLst/>
                <a:ahLst/>
                <a:cxnLst>
                  <a:cxn ang="0">
                    <a:pos x="0" y="0"/>
                  </a:cxn>
                  <a:cxn ang="0">
                    <a:pos x="0" y="0"/>
                  </a:cxn>
                  <a:cxn ang="0">
                    <a:pos x="0" y="0"/>
                  </a:cxn>
                </a:cxnLst>
                <a:rect l="0" t="0" r="0" b="0"/>
                <a:pathLst>
                  <a:path w="40634" h="21600" fill="none">
                    <a:moveTo>
                      <a:pt x="-1" y="14300"/>
                    </a:moveTo>
                    <a:cubicBezTo>
                      <a:pt x="3079" y="5721"/>
                      <a:pt x="11213" y="-1"/>
                      <a:pt x="20329" y="0"/>
                    </a:cubicBezTo>
                    <a:cubicBezTo>
                      <a:pt x="29418" y="0"/>
                      <a:pt x="37534" y="5689"/>
                      <a:pt x="40634" y="14233"/>
                    </a:cubicBezTo>
                  </a:path>
                  <a:path w="40634" h="21600" stroke="0">
                    <a:moveTo>
                      <a:pt x="-1" y="14300"/>
                    </a:moveTo>
                    <a:cubicBezTo>
                      <a:pt x="3079" y="5721"/>
                      <a:pt x="11213" y="-1"/>
                      <a:pt x="20329" y="0"/>
                    </a:cubicBezTo>
                    <a:cubicBezTo>
                      <a:pt x="29418" y="0"/>
                      <a:pt x="37534" y="5689"/>
                      <a:pt x="40634" y="14233"/>
                    </a:cubicBezTo>
                    <a:lnTo>
                      <a:pt x="20329" y="21600"/>
                    </a:lnTo>
                    <a:lnTo>
                      <a:pt x="-1" y="14300"/>
                    </a:lnTo>
                    <a:close/>
                  </a:path>
                </a:pathLst>
              </a:custGeom>
              <a:noFill/>
              <a:ln w="28575" cap="flat" cmpd="sng">
                <a:solidFill>
                  <a:schemeClr val="tx2"/>
                </a:solidFill>
                <a:prstDash val="solid"/>
                <a:round/>
                <a:headEnd type="none" w="med" len="med"/>
                <a:tailEnd type="none" w="med" len="med"/>
              </a:ln>
            </p:spPr>
            <p:txBody>
              <a:bodyPr/>
              <a:lstStyle/>
              <a:p>
                <a:endParaRPr lang="zh-CN" altLang="en-US"/>
              </a:p>
            </p:txBody>
          </p:sp>
          <p:sp>
            <p:nvSpPr>
              <p:cNvPr id="47139" name="Arc 32"/>
              <p:cNvSpPr/>
              <p:nvPr/>
            </p:nvSpPr>
            <p:spPr>
              <a:xfrm rot="5386920" flipV="1">
                <a:off x="485" y="1795"/>
                <a:ext cx="1579" cy="129"/>
              </a:xfrm>
              <a:custGeom>
                <a:avLst/>
                <a:gdLst/>
                <a:ahLst/>
                <a:cxnLst>
                  <a:cxn ang="0">
                    <a:pos x="0" y="0"/>
                  </a:cxn>
                  <a:cxn ang="0">
                    <a:pos x="0" y="0"/>
                  </a:cxn>
                  <a:cxn ang="0">
                    <a:pos x="0" y="0"/>
                  </a:cxn>
                </a:cxnLst>
                <a:rect l="0" t="0" r="0" b="0"/>
                <a:pathLst>
                  <a:path w="40187" h="21600" fill="none">
                    <a:moveTo>
                      <a:pt x="-1" y="13158"/>
                    </a:moveTo>
                    <a:cubicBezTo>
                      <a:pt x="3386" y="5180"/>
                      <a:pt x="11214" y="-1"/>
                      <a:pt x="19882" y="0"/>
                    </a:cubicBezTo>
                    <a:cubicBezTo>
                      <a:pt x="28971" y="0"/>
                      <a:pt x="37087" y="5689"/>
                      <a:pt x="40187" y="14233"/>
                    </a:cubicBezTo>
                  </a:path>
                  <a:path w="40187" h="21600" stroke="0">
                    <a:moveTo>
                      <a:pt x="-1" y="13158"/>
                    </a:moveTo>
                    <a:cubicBezTo>
                      <a:pt x="3386" y="5180"/>
                      <a:pt x="11214" y="-1"/>
                      <a:pt x="19882" y="0"/>
                    </a:cubicBezTo>
                    <a:cubicBezTo>
                      <a:pt x="28971" y="0"/>
                      <a:pt x="37087" y="5689"/>
                      <a:pt x="40187" y="14233"/>
                    </a:cubicBezTo>
                    <a:lnTo>
                      <a:pt x="19882" y="21600"/>
                    </a:lnTo>
                    <a:lnTo>
                      <a:pt x="-1" y="13158"/>
                    </a:lnTo>
                    <a:close/>
                  </a:path>
                </a:pathLst>
              </a:custGeom>
              <a:noFill/>
              <a:ln w="28575" cap="flat" cmpd="sng">
                <a:solidFill>
                  <a:schemeClr val="tx2"/>
                </a:solidFill>
                <a:prstDash val="solid"/>
                <a:round/>
                <a:headEnd type="none" w="med" len="med"/>
                <a:tailEnd type="none" w="med" len="med"/>
              </a:ln>
            </p:spPr>
            <p:txBody>
              <a:bodyPr/>
              <a:lstStyle/>
              <a:p>
                <a:endParaRPr lang="zh-CN" altLang="en-US"/>
              </a:p>
            </p:txBody>
          </p:sp>
          <p:sp>
            <p:nvSpPr>
              <p:cNvPr id="4" name="WordArt 33"/>
              <p:cNvSpPr>
                <a:spLocks noTextEdit="1"/>
              </p:cNvSpPr>
              <p:nvPr/>
            </p:nvSpPr>
            <p:spPr>
              <a:xfrm>
                <a:off x="420" y="1390"/>
                <a:ext cx="170" cy="217"/>
              </a:xfrm>
              <a:prstGeom prst="rect">
                <a:avLst/>
              </a:prstGeom>
            </p:spPr>
            <p:txBody>
              <a:bodyPr wrap="none" fromWordArt="1">
                <a:prstTxWarp prst="textPlain">
                  <a:avLst>
                    <a:gd name="adj" fmla="val 50000"/>
                  </a:avLst>
                </a:prstTxWarp>
                <a:normAutofit fontScale="40000"/>
              </a:bodyPr>
              <a:lstStyle/>
              <a:p>
                <a:pPr algn="ctr" fontAlgn="base"/>
                <a:r>
                  <a:rPr lang="zh-CN" altLang="en-US" sz="3600" b="1"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cs typeface="+mn-cs"/>
                  </a:rPr>
                  <a:t>l</a:t>
                </a:r>
                <a:endParaRPr lang="zh-CN" altLang="en-US" sz="3600" b="1"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endParaRPr>
              </a:p>
            </p:txBody>
          </p:sp>
          <p:sp>
            <p:nvSpPr>
              <p:cNvPr id="47141" name="Line 34"/>
              <p:cNvSpPr/>
              <p:nvPr/>
            </p:nvSpPr>
            <p:spPr>
              <a:xfrm>
                <a:off x="1042" y="2521"/>
                <a:ext cx="190" cy="0"/>
              </a:xfrm>
              <a:prstGeom prst="line">
                <a:avLst/>
              </a:prstGeom>
              <a:ln w="28575" cap="flat" cmpd="sng">
                <a:solidFill>
                  <a:srgbClr val="808080"/>
                </a:solidFill>
                <a:prstDash val="solid"/>
                <a:round/>
                <a:headEnd type="none" w="med" len="med"/>
                <a:tailEnd type="none" w="med" len="med"/>
              </a:ln>
            </p:spPr>
          </p:sp>
          <p:sp>
            <p:nvSpPr>
              <p:cNvPr id="47142" name="Line 35"/>
              <p:cNvSpPr/>
              <p:nvPr/>
            </p:nvSpPr>
            <p:spPr>
              <a:xfrm>
                <a:off x="1059" y="1220"/>
                <a:ext cx="190" cy="0"/>
              </a:xfrm>
              <a:prstGeom prst="line">
                <a:avLst/>
              </a:prstGeom>
              <a:ln w="28575" cap="flat" cmpd="sng">
                <a:solidFill>
                  <a:srgbClr val="808080"/>
                </a:solidFill>
                <a:prstDash val="solid"/>
                <a:round/>
                <a:headEnd type="none" w="med" len="med"/>
                <a:tailEnd type="none" w="med" len="med"/>
              </a:ln>
            </p:spPr>
          </p:sp>
          <p:sp>
            <p:nvSpPr>
              <p:cNvPr id="6" name="WordArt 36"/>
              <p:cNvSpPr>
                <a:spLocks noTextEdit="1"/>
              </p:cNvSpPr>
              <p:nvPr/>
            </p:nvSpPr>
            <p:spPr>
              <a:xfrm>
                <a:off x="942" y="1577"/>
                <a:ext cx="178" cy="147"/>
              </a:xfrm>
              <a:prstGeom prst="rect">
                <a:avLst/>
              </a:prstGeom>
            </p:spPr>
            <p:txBody>
              <a:bodyPr wrap="none" fromWordArt="1">
                <a:prstTxWarp prst="textPlain">
                  <a:avLst>
                    <a:gd name="adj" fmla="val 50000"/>
                  </a:avLst>
                </a:prstTxWarp>
                <a:normAutofit fontScale="25000"/>
              </a:bodyPr>
              <a:lstStyle/>
              <a:p>
                <a:pPr algn="ctr" fontAlgn="base"/>
                <a:r>
                  <a:rPr lang="zh-CN" altLang="en-US" sz="3600" b="1"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D</a:t>
                </a:r>
                <a:endParaRPr lang="zh-CN" altLang="en-US" sz="3600" b="1"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47144" name="Line 37"/>
              <p:cNvSpPr/>
              <p:nvPr/>
            </p:nvSpPr>
            <p:spPr>
              <a:xfrm>
                <a:off x="1184" y="1185"/>
                <a:ext cx="0" cy="1336"/>
              </a:xfrm>
              <a:prstGeom prst="line">
                <a:avLst/>
              </a:prstGeom>
              <a:ln w="28575" cap="flat" cmpd="sng">
                <a:solidFill>
                  <a:srgbClr val="808080"/>
                </a:solidFill>
                <a:prstDash val="solid"/>
                <a:round/>
                <a:headEnd type="triangle" w="sm" len="lg"/>
                <a:tailEnd type="triangle" w="sm" len="lg"/>
              </a:ln>
            </p:spPr>
          </p:sp>
          <p:sp>
            <p:nvSpPr>
              <p:cNvPr id="47145" name="Line 38"/>
              <p:cNvSpPr/>
              <p:nvPr/>
            </p:nvSpPr>
            <p:spPr>
              <a:xfrm>
                <a:off x="1366" y="2766"/>
                <a:ext cx="0" cy="292"/>
              </a:xfrm>
              <a:prstGeom prst="line">
                <a:avLst/>
              </a:prstGeom>
              <a:ln w="28575" cap="flat" cmpd="sng">
                <a:solidFill>
                  <a:srgbClr val="808080"/>
                </a:solidFill>
                <a:prstDash val="solid"/>
                <a:round/>
                <a:headEnd type="none" w="med" len="med"/>
                <a:tailEnd type="none" w="med" len="med"/>
              </a:ln>
            </p:spPr>
          </p:sp>
          <p:sp>
            <p:nvSpPr>
              <p:cNvPr id="47146" name="Line 39"/>
              <p:cNvSpPr/>
              <p:nvPr/>
            </p:nvSpPr>
            <p:spPr>
              <a:xfrm>
                <a:off x="3316" y="2751"/>
                <a:ext cx="0" cy="303"/>
              </a:xfrm>
              <a:prstGeom prst="line">
                <a:avLst/>
              </a:prstGeom>
              <a:ln w="28575" cap="flat" cmpd="sng">
                <a:solidFill>
                  <a:srgbClr val="808080"/>
                </a:solidFill>
                <a:prstDash val="solid"/>
                <a:round/>
                <a:headEnd type="none" w="med" len="med"/>
                <a:tailEnd type="none" w="med" len="med"/>
              </a:ln>
            </p:spPr>
          </p:sp>
          <p:sp>
            <p:nvSpPr>
              <p:cNvPr id="47147" name="Line 40"/>
              <p:cNvSpPr/>
              <p:nvPr/>
            </p:nvSpPr>
            <p:spPr>
              <a:xfrm flipH="1">
                <a:off x="1351" y="2979"/>
                <a:ext cx="789" cy="0"/>
              </a:xfrm>
              <a:prstGeom prst="line">
                <a:avLst/>
              </a:prstGeom>
              <a:ln w="28575" cap="flat" cmpd="sng">
                <a:solidFill>
                  <a:srgbClr val="808080"/>
                </a:solidFill>
                <a:prstDash val="solid"/>
                <a:round/>
                <a:headEnd type="none" w="med" len="med"/>
                <a:tailEnd type="triangle" w="sm" len="lg"/>
              </a:ln>
            </p:spPr>
          </p:sp>
          <p:sp>
            <p:nvSpPr>
              <p:cNvPr id="7" name="WordArt 41"/>
              <p:cNvSpPr>
                <a:spLocks noTextEdit="1"/>
              </p:cNvSpPr>
              <p:nvPr/>
            </p:nvSpPr>
            <p:spPr>
              <a:xfrm>
                <a:off x="2244" y="2893"/>
                <a:ext cx="133" cy="224"/>
              </a:xfrm>
              <a:prstGeom prst="rect">
                <a:avLst/>
              </a:prstGeom>
            </p:spPr>
            <p:txBody>
              <a:bodyPr wrap="none" fromWordArt="1">
                <a:prstTxWarp prst="textPlain">
                  <a:avLst>
                    <a:gd name="adj" fmla="val 50000"/>
                  </a:avLst>
                </a:prstTxWarp>
                <a:normAutofit fontScale="40000"/>
              </a:bodyPr>
              <a:lstStyle/>
              <a:p>
                <a:pPr algn="ctr" fontAlgn="base"/>
                <a:r>
                  <a:rPr lang="zh-CN" altLang="en-US" sz="3600" b="1"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f</a:t>
                </a:r>
                <a:endParaRPr lang="zh-CN" altLang="en-US" sz="3600" b="1"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47149" name="Line 42"/>
              <p:cNvSpPr/>
              <p:nvPr/>
            </p:nvSpPr>
            <p:spPr>
              <a:xfrm>
                <a:off x="5279" y="2071"/>
                <a:ext cx="0" cy="805"/>
              </a:xfrm>
              <a:prstGeom prst="line">
                <a:avLst/>
              </a:prstGeom>
              <a:ln w="9525" cap="flat" cmpd="sng">
                <a:solidFill>
                  <a:schemeClr val="tx1"/>
                </a:solidFill>
                <a:prstDash val="solid"/>
                <a:round/>
                <a:headEnd type="none" w="med" len="med"/>
                <a:tailEnd type="none" w="med" len="med"/>
              </a:ln>
            </p:spPr>
          </p:sp>
          <p:sp>
            <p:nvSpPr>
              <p:cNvPr id="47150" name="Line 43"/>
              <p:cNvSpPr/>
              <p:nvPr/>
            </p:nvSpPr>
            <p:spPr>
              <a:xfrm>
                <a:off x="5115" y="1876"/>
                <a:ext cx="0" cy="679"/>
              </a:xfrm>
              <a:prstGeom prst="line">
                <a:avLst/>
              </a:prstGeom>
              <a:ln w="9525" cap="flat" cmpd="sng">
                <a:solidFill>
                  <a:schemeClr val="tx1"/>
                </a:solidFill>
                <a:prstDash val="solid"/>
                <a:round/>
                <a:headEnd type="none" w="med" len="med"/>
                <a:tailEnd type="none" w="med" len="med"/>
              </a:ln>
            </p:spPr>
          </p:sp>
          <p:sp>
            <p:nvSpPr>
              <p:cNvPr id="47151" name="Line 44"/>
              <p:cNvSpPr/>
              <p:nvPr/>
            </p:nvSpPr>
            <p:spPr>
              <a:xfrm>
                <a:off x="4025" y="2837"/>
                <a:ext cx="457" cy="0"/>
              </a:xfrm>
              <a:prstGeom prst="line">
                <a:avLst/>
              </a:prstGeom>
              <a:ln w="28575" cap="flat" cmpd="sng">
                <a:solidFill>
                  <a:srgbClr val="808080"/>
                </a:solidFill>
                <a:prstDash val="solid"/>
                <a:round/>
                <a:headEnd type="triangle" w="sm" len="lg"/>
                <a:tailEnd type="none" w="med" len="med"/>
              </a:ln>
            </p:spPr>
          </p:sp>
          <p:sp>
            <p:nvSpPr>
              <p:cNvPr id="47152" name="Line 45"/>
              <p:cNvSpPr/>
              <p:nvPr/>
            </p:nvSpPr>
            <p:spPr>
              <a:xfrm>
                <a:off x="4854" y="2514"/>
                <a:ext cx="253" cy="0"/>
              </a:xfrm>
              <a:prstGeom prst="line">
                <a:avLst/>
              </a:prstGeom>
              <a:ln w="28575" cap="flat" cmpd="sng">
                <a:solidFill>
                  <a:srgbClr val="808080"/>
                </a:solidFill>
                <a:prstDash val="solid"/>
                <a:round/>
                <a:headEnd type="none" w="med" len="med"/>
                <a:tailEnd type="triangle" w="sm" len="lg"/>
              </a:ln>
            </p:spPr>
          </p:sp>
          <p:sp>
            <p:nvSpPr>
              <p:cNvPr id="47153" name="Line 46"/>
              <p:cNvSpPr/>
              <p:nvPr/>
            </p:nvSpPr>
            <p:spPr>
              <a:xfrm>
                <a:off x="4823" y="2823"/>
                <a:ext cx="457" cy="0"/>
              </a:xfrm>
              <a:prstGeom prst="line">
                <a:avLst/>
              </a:prstGeom>
              <a:ln w="28575" cap="flat" cmpd="sng">
                <a:solidFill>
                  <a:srgbClr val="808080"/>
                </a:solidFill>
                <a:prstDash val="solid"/>
                <a:round/>
                <a:headEnd type="none" w="med" len="med"/>
                <a:tailEnd type="triangle" w="sm" len="lg"/>
              </a:ln>
            </p:spPr>
          </p:sp>
          <p:sp>
            <p:nvSpPr>
              <p:cNvPr id="47154" name="Line 47"/>
              <p:cNvSpPr/>
              <p:nvPr/>
            </p:nvSpPr>
            <p:spPr>
              <a:xfrm>
                <a:off x="4006" y="2515"/>
                <a:ext cx="253" cy="0"/>
              </a:xfrm>
              <a:prstGeom prst="line">
                <a:avLst/>
              </a:prstGeom>
              <a:ln w="28575" cap="flat" cmpd="sng">
                <a:solidFill>
                  <a:srgbClr val="808080"/>
                </a:solidFill>
                <a:prstDash val="solid"/>
                <a:round/>
                <a:headEnd type="triangle" w="sm" len="lg"/>
                <a:tailEnd type="none" w="med" len="med"/>
              </a:ln>
            </p:spPr>
          </p:sp>
          <p:sp>
            <p:nvSpPr>
              <p:cNvPr id="47155" name="WordArt 48"/>
              <p:cNvSpPr>
                <a:spLocks noTextEdit="1"/>
              </p:cNvSpPr>
              <p:nvPr/>
            </p:nvSpPr>
            <p:spPr>
              <a:xfrm>
                <a:off x="4547" y="2731"/>
                <a:ext cx="96" cy="186"/>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I</a:t>
                </a:r>
              </a:p>
            </p:txBody>
          </p:sp>
          <p:sp>
            <p:nvSpPr>
              <p:cNvPr id="47156" name="WordArt 49"/>
              <p:cNvSpPr>
                <a:spLocks noTextEdit="1"/>
              </p:cNvSpPr>
              <p:nvPr/>
            </p:nvSpPr>
            <p:spPr>
              <a:xfrm>
                <a:off x="4630" y="2828"/>
                <a:ext cx="107" cy="86"/>
              </a:xfrm>
              <a:prstGeom prst="rect">
                <a:avLst/>
              </a:prstGeom>
            </p:spPr>
            <p:txBody>
              <a:bodyPr wrap="none" fromWordArt="1">
                <a:prstTxWarp prst="textPlain">
                  <a:avLst>
                    <a:gd name="adj" fmla="val 51551"/>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M</a:t>
                </a:r>
              </a:p>
            </p:txBody>
          </p:sp>
          <p:sp>
            <p:nvSpPr>
              <p:cNvPr id="47157" name="WordArt 50"/>
              <p:cNvSpPr>
                <a:spLocks noTextEdit="1"/>
              </p:cNvSpPr>
              <p:nvPr/>
            </p:nvSpPr>
            <p:spPr>
              <a:xfrm>
                <a:off x="4496" y="2437"/>
                <a:ext cx="61" cy="161"/>
              </a:xfrm>
              <a:prstGeom prst="rect">
                <a:avLst/>
              </a:prstGeom>
            </p:spPr>
            <p:txBody>
              <a:bodyPr wrap="none" fromWordArt="1">
                <a:prstTxWarp prst="textPlain">
                  <a:avLst>
                    <a:gd name="adj" fmla="val 50000"/>
                  </a:avLst>
                </a:prstTxWarp>
                <a:normAutofit/>
              </a:bodyPr>
              <a:lstStyle/>
              <a:p>
                <a:pPr algn="ctr"/>
                <a:r>
                  <a:rPr lang="zh-CN" altLang="en-US" sz="3600">
                    <a:ln w="12700"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8</a:t>
                </a:r>
              </a:p>
            </p:txBody>
          </p:sp>
          <p:sp>
            <p:nvSpPr>
              <p:cNvPr id="47158" name="WordArt 51"/>
              <p:cNvSpPr>
                <a:spLocks noTextEdit="1"/>
              </p:cNvSpPr>
              <p:nvPr/>
            </p:nvSpPr>
            <p:spPr>
              <a:xfrm>
                <a:off x="4443" y="2545"/>
                <a:ext cx="20" cy="26"/>
              </a:xfrm>
              <a:prstGeom prst="rect">
                <a:avLst/>
              </a:prstGeom>
            </p:spPr>
            <p:txBody>
              <a:bodyPr wrap="none" fromWordArt="1">
                <a:prstTxWarp prst="textPlain">
                  <a:avLst>
                    <a:gd name="adj" fmla="val 50000"/>
                  </a:avLst>
                </a:prstTxWarp>
                <a:normAutofit/>
              </a:bodyPr>
              <a:lstStyle/>
              <a:p>
                <a:pPr algn="ctr"/>
                <a:r>
                  <a:rPr lang="zh-CN" altLang="en-US" sz="3600">
                    <a:ln w="12700"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a:t>
                </a:r>
              </a:p>
            </p:txBody>
          </p:sp>
          <p:sp>
            <p:nvSpPr>
              <p:cNvPr id="47159" name="WordArt 52"/>
              <p:cNvSpPr>
                <a:spLocks noTextEdit="1"/>
              </p:cNvSpPr>
              <p:nvPr/>
            </p:nvSpPr>
            <p:spPr>
              <a:xfrm>
                <a:off x="4334" y="2437"/>
                <a:ext cx="78" cy="161"/>
              </a:xfrm>
              <a:prstGeom prst="rect">
                <a:avLst/>
              </a:prstGeom>
            </p:spPr>
            <p:txBody>
              <a:bodyPr wrap="none" fromWordArt="1">
                <a:prstTxWarp prst="textPlain">
                  <a:avLst>
                    <a:gd name="adj" fmla="val 50000"/>
                  </a:avLst>
                </a:prstTxWarp>
                <a:normAutofit/>
              </a:bodyPr>
              <a:lstStyle/>
              <a:p>
                <a:pPr algn="ctr"/>
                <a:r>
                  <a:rPr lang="zh-CN" altLang="en-US" sz="3600">
                    <a:ln w="12700"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0</a:t>
                </a:r>
              </a:p>
            </p:txBody>
          </p:sp>
          <p:sp>
            <p:nvSpPr>
              <p:cNvPr id="47160" name="WordArt 53"/>
              <p:cNvSpPr>
                <a:spLocks noTextEdit="1"/>
              </p:cNvSpPr>
              <p:nvPr/>
            </p:nvSpPr>
            <p:spPr>
              <a:xfrm>
                <a:off x="4604" y="2409"/>
                <a:ext cx="96" cy="186"/>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I</a:t>
                </a:r>
              </a:p>
            </p:txBody>
          </p:sp>
          <p:sp>
            <p:nvSpPr>
              <p:cNvPr id="47161" name="WordArt 54"/>
              <p:cNvSpPr>
                <a:spLocks noTextEdit="1"/>
              </p:cNvSpPr>
              <p:nvPr/>
            </p:nvSpPr>
            <p:spPr>
              <a:xfrm>
                <a:off x="4687" y="2506"/>
                <a:ext cx="107" cy="86"/>
              </a:xfrm>
              <a:prstGeom prst="rect">
                <a:avLst/>
              </a:prstGeom>
            </p:spPr>
            <p:txBody>
              <a:bodyPr wrap="none" fromWordArt="1">
                <a:prstTxWarp prst="textPlain">
                  <a:avLst>
                    <a:gd name="adj" fmla="val 51551"/>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M</a:t>
                </a:r>
              </a:p>
            </p:txBody>
          </p:sp>
          <p:grpSp>
            <p:nvGrpSpPr>
              <p:cNvPr id="47162" name="Group 55"/>
              <p:cNvGrpSpPr/>
              <p:nvPr/>
            </p:nvGrpSpPr>
            <p:grpSpPr>
              <a:xfrm>
                <a:off x="2515" y="979"/>
                <a:ext cx="1574" cy="1985"/>
                <a:chOff x="2515" y="979"/>
                <a:chExt cx="1574" cy="1985"/>
              </a:xfrm>
            </p:grpSpPr>
            <p:sp>
              <p:nvSpPr>
                <p:cNvPr id="47163" name="Rectangle 56"/>
                <p:cNvSpPr/>
                <p:nvPr/>
              </p:nvSpPr>
              <p:spPr>
                <a:xfrm>
                  <a:off x="2622" y="979"/>
                  <a:ext cx="1333" cy="1897"/>
                </a:xfrm>
                <a:prstGeom prst="rect">
                  <a:avLst/>
                </a:prstGeom>
                <a:gradFill rotWithShape="0">
                  <a:gsLst>
                    <a:gs pos="0">
                      <a:srgbClr val="99320D"/>
                    </a:gs>
                    <a:gs pos="100000">
                      <a:srgbClr val="000000"/>
                    </a:gs>
                  </a:gsLst>
                  <a:path path="shape">
                    <a:fillToRect l="50000" t="50000" r="50000" b="50000"/>
                  </a:path>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7164" name="Oval 57"/>
                <p:cNvSpPr/>
                <p:nvPr/>
              </p:nvSpPr>
              <p:spPr>
                <a:xfrm>
                  <a:off x="2772" y="1234"/>
                  <a:ext cx="1008" cy="953"/>
                </a:xfrm>
                <a:prstGeom prst="ellipse">
                  <a:avLst/>
                </a:prstGeom>
                <a:gradFill rotWithShape="0">
                  <a:gsLst>
                    <a:gs pos="0">
                      <a:srgbClr val="803705"/>
                    </a:gs>
                    <a:gs pos="100000">
                      <a:srgbClr val="C05208"/>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7165" name="Oval 58"/>
                <p:cNvSpPr/>
                <p:nvPr/>
              </p:nvSpPr>
              <p:spPr>
                <a:xfrm flipV="1">
                  <a:off x="2767" y="1632"/>
                  <a:ext cx="1007" cy="952"/>
                </a:xfrm>
                <a:prstGeom prst="ellipse">
                  <a:avLst/>
                </a:prstGeom>
                <a:gradFill rotWithShape="0">
                  <a:gsLst>
                    <a:gs pos="0">
                      <a:srgbClr val="BE3C0E"/>
                    </a:gs>
                    <a:gs pos="100000">
                      <a:srgbClr val="8B2C0A"/>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7166" name="Oval 59"/>
                <p:cNvSpPr/>
                <p:nvPr/>
              </p:nvSpPr>
              <p:spPr>
                <a:xfrm>
                  <a:off x="2893" y="1335"/>
                  <a:ext cx="780" cy="775"/>
                </a:xfrm>
                <a:prstGeom prst="ellipse">
                  <a:avLst/>
                </a:prstGeom>
                <a:gradFill rotWithShape="0">
                  <a:gsLst>
                    <a:gs pos="0">
                      <a:srgbClr val="000000"/>
                    </a:gs>
                    <a:gs pos="100000">
                      <a:srgbClr val="633609"/>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7167" name="Oval 60"/>
                <p:cNvSpPr/>
                <p:nvPr/>
              </p:nvSpPr>
              <p:spPr>
                <a:xfrm>
                  <a:off x="2885" y="1678"/>
                  <a:ext cx="780" cy="775"/>
                </a:xfrm>
                <a:prstGeom prst="ellipse">
                  <a:avLst/>
                </a:prstGeom>
                <a:gradFill rotWithShape="0">
                  <a:gsLst>
                    <a:gs pos="0">
                      <a:srgbClr val="5A2E06"/>
                    </a:gs>
                    <a:gs pos="100000">
                      <a:srgbClr val="000000"/>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7168" name="Oval 61"/>
                <p:cNvSpPr/>
                <p:nvPr/>
              </p:nvSpPr>
              <p:spPr>
                <a:xfrm>
                  <a:off x="2975" y="1411"/>
                  <a:ext cx="631" cy="625"/>
                </a:xfrm>
                <a:prstGeom prst="ellipse">
                  <a:avLst/>
                </a:prstGeom>
                <a:solidFill>
                  <a:srgbClr val="FF7555"/>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7169" name="Oval 62"/>
                <p:cNvSpPr/>
                <p:nvPr/>
              </p:nvSpPr>
              <p:spPr>
                <a:xfrm>
                  <a:off x="2963" y="1754"/>
                  <a:ext cx="631" cy="625"/>
                </a:xfrm>
                <a:prstGeom prst="ellipse">
                  <a:avLst/>
                </a:prstGeom>
                <a:solidFill>
                  <a:srgbClr val="FF7555"/>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8" name="WordArt 63"/>
                <p:cNvSpPr>
                  <a:spLocks noTextEdit="1"/>
                </p:cNvSpPr>
                <p:nvPr/>
              </p:nvSpPr>
              <p:spPr>
                <a:xfrm>
                  <a:off x="3222" y="2539"/>
                  <a:ext cx="121" cy="184"/>
                </a:xfrm>
                <a:prstGeom prst="rect">
                  <a:avLst/>
                </a:prstGeom>
              </p:spPr>
              <p:txBody>
                <a:bodyPr wrap="none" fromWordArt="1">
                  <a:prstTxWarp prst="textPlain">
                    <a:avLst>
                      <a:gd name="adj" fmla="val 50000"/>
                    </a:avLst>
                  </a:prstTxWarp>
                  <a:normAutofit fontScale="30000"/>
                </a:bodyPr>
                <a:lstStyle/>
                <a:p>
                  <a:pPr algn="ctr" fontAlgn="base"/>
                  <a:r>
                    <a:rPr lang="zh-CN" altLang="en-US" sz="3600" b="1" i="1" strike="noStrike" noProof="1">
                      <a:ln w="9525" cap="flat" cmpd="sng">
                        <a:solidFill>
                          <a:srgbClr val="FFFF00"/>
                        </a:solidFill>
                        <a:prstDash val="solid"/>
                        <a:round/>
                        <a:headEnd type="none" w="med" len="med"/>
                        <a:tailEnd type="none" w="med" len="med"/>
                      </a:ln>
                      <a:solidFill>
                        <a:srgbClr val="FFFF00"/>
                      </a:solidFill>
                      <a:latin typeface="Times New Roman" panose="02020603050405020304" pitchFamily="18" charset="0"/>
                      <a:ea typeface="Times New Roman" panose="02020603050405020304" pitchFamily="18" charset="0"/>
                      <a:cs typeface="+mn-cs"/>
                    </a:rPr>
                    <a:t>d</a:t>
                  </a:r>
                  <a:endParaRPr lang="zh-CN" altLang="en-US" sz="3600" b="1" i="1" strike="noStrike" noProof="1">
                    <a:ln w="9525" cap="flat" cmpd="sng">
                      <a:solidFill>
                        <a:srgbClr val="FFFF00"/>
                      </a:solidFill>
                      <a:prstDash val="solid"/>
                      <a:round/>
                      <a:headEnd type="none" w="med" len="med"/>
                      <a:tailEnd type="none" w="med" len="med"/>
                    </a:ln>
                    <a:solidFill>
                      <a:srgbClr val="FFFF00"/>
                    </a:solidFill>
                    <a:latin typeface="Times New Roman" panose="02020603050405020304" pitchFamily="18" charset="0"/>
                    <a:ea typeface="Times New Roman" panose="02020603050405020304" pitchFamily="18" charset="0"/>
                  </a:endParaRPr>
                </a:p>
              </p:txBody>
            </p:sp>
            <p:sp>
              <p:nvSpPr>
                <p:cNvPr id="47171" name="Line 64"/>
                <p:cNvSpPr/>
                <p:nvPr/>
              </p:nvSpPr>
              <p:spPr>
                <a:xfrm>
                  <a:off x="3408" y="2624"/>
                  <a:ext cx="189" cy="0"/>
                </a:xfrm>
                <a:prstGeom prst="line">
                  <a:avLst/>
                </a:prstGeom>
                <a:ln w="19050" cap="flat" cmpd="sng">
                  <a:solidFill>
                    <a:srgbClr val="FFFF00"/>
                  </a:solidFill>
                  <a:prstDash val="solid"/>
                  <a:round/>
                  <a:headEnd type="none" w="med" len="med"/>
                  <a:tailEnd type="triangle" w="med" len="lg"/>
                </a:ln>
              </p:spPr>
            </p:sp>
            <p:sp>
              <p:nvSpPr>
                <p:cNvPr id="47172" name="Line 65"/>
                <p:cNvSpPr/>
                <p:nvPr/>
              </p:nvSpPr>
              <p:spPr>
                <a:xfrm flipH="1">
                  <a:off x="2952" y="2634"/>
                  <a:ext cx="189" cy="0"/>
                </a:xfrm>
                <a:prstGeom prst="line">
                  <a:avLst/>
                </a:prstGeom>
                <a:ln w="19050" cap="flat" cmpd="sng">
                  <a:solidFill>
                    <a:srgbClr val="FFFF00"/>
                  </a:solidFill>
                  <a:prstDash val="solid"/>
                  <a:round/>
                  <a:headEnd type="none" w="med" len="med"/>
                  <a:tailEnd type="triangle" w="med" len="lg"/>
                </a:ln>
              </p:spPr>
            </p:sp>
            <p:sp>
              <p:nvSpPr>
                <p:cNvPr id="47173" name="Line 66"/>
                <p:cNvSpPr/>
                <p:nvPr/>
              </p:nvSpPr>
              <p:spPr>
                <a:xfrm rot="5400000">
                  <a:off x="3707" y="1635"/>
                  <a:ext cx="189" cy="0"/>
                </a:xfrm>
                <a:prstGeom prst="line">
                  <a:avLst/>
                </a:prstGeom>
                <a:ln w="19050" cap="flat" cmpd="sng">
                  <a:solidFill>
                    <a:srgbClr val="FFFF00"/>
                  </a:solidFill>
                  <a:prstDash val="solid"/>
                  <a:round/>
                  <a:headEnd type="none" w="med" len="med"/>
                  <a:tailEnd type="triangle" w="med" len="lg"/>
                </a:ln>
              </p:spPr>
            </p:sp>
            <p:sp>
              <p:nvSpPr>
                <p:cNvPr id="47174" name="Line 67"/>
                <p:cNvSpPr/>
                <p:nvPr/>
              </p:nvSpPr>
              <p:spPr>
                <a:xfrm rot="-5400000" flipV="1">
                  <a:off x="3709" y="2111"/>
                  <a:ext cx="189" cy="0"/>
                </a:xfrm>
                <a:prstGeom prst="line">
                  <a:avLst/>
                </a:prstGeom>
                <a:ln w="19050" cap="flat" cmpd="sng">
                  <a:solidFill>
                    <a:srgbClr val="FFFF00"/>
                  </a:solidFill>
                  <a:prstDash val="solid"/>
                  <a:round/>
                  <a:headEnd type="none" w="med" len="med"/>
                  <a:tailEnd type="triangle" w="med" len="lg"/>
                </a:ln>
              </p:spPr>
            </p:sp>
            <p:sp>
              <p:nvSpPr>
                <p:cNvPr id="47175" name="Line 68"/>
                <p:cNvSpPr/>
                <p:nvPr/>
              </p:nvSpPr>
              <p:spPr>
                <a:xfrm flipH="1">
                  <a:off x="3729" y="1819"/>
                  <a:ext cx="114" cy="171"/>
                </a:xfrm>
                <a:prstGeom prst="line">
                  <a:avLst/>
                </a:prstGeom>
                <a:ln w="38100" cap="flat" cmpd="sng">
                  <a:solidFill>
                    <a:srgbClr val="FFFF00"/>
                  </a:solidFill>
                  <a:prstDash val="solid"/>
                  <a:round/>
                  <a:headEnd type="none" w="med" len="med"/>
                  <a:tailEnd type="none" w="med" len="med"/>
                </a:ln>
              </p:spPr>
            </p:sp>
            <p:sp>
              <p:nvSpPr>
                <p:cNvPr id="47176" name="WordArt 69"/>
                <p:cNvSpPr>
                  <a:spLocks noTextEdit="1"/>
                </p:cNvSpPr>
                <p:nvPr/>
              </p:nvSpPr>
              <p:spPr>
                <a:xfrm>
                  <a:off x="3835" y="1886"/>
                  <a:ext cx="60" cy="118"/>
                </a:xfrm>
                <a:prstGeom prst="rect">
                  <a:avLst/>
                </a:prstGeom>
              </p:spPr>
              <p:txBody>
                <a:bodyPr wrap="none" fromWordArt="1">
                  <a:prstTxWarp prst="textPlain">
                    <a:avLst>
                      <a:gd name="adj" fmla="val 50000"/>
                    </a:avLst>
                  </a:prstTxWarp>
                  <a:normAutofit/>
                </a:bodyPr>
                <a:lstStyle/>
                <a:p>
                  <a:pPr algn="ctr"/>
                  <a:r>
                    <a:rPr lang="zh-CN" altLang="en-US" sz="3600">
                      <a:ln w="28575" cap="flat" cmpd="sng">
                        <a:solidFill>
                          <a:srgbClr val="FFFF00"/>
                        </a:solidFill>
                        <a:prstDash val="solid"/>
                        <a:round/>
                        <a:headEnd type="none" w="med" len="med"/>
                        <a:tailEnd type="none" w="med" len="med"/>
                      </a:ln>
                      <a:solidFill>
                        <a:srgbClr val="FFFF00"/>
                      </a:solidFill>
                      <a:latin typeface="宋体" panose="02010600030101010101" pitchFamily="2" charset="-122"/>
                      <a:ea typeface="宋体" panose="02010600030101010101" pitchFamily="2" charset="-122"/>
                    </a:rPr>
                    <a:t>2</a:t>
                  </a:r>
                </a:p>
              </p:txBody>
            </p:sp>
            <p:sp>
              <p:nvSpPr>
                <p:cNvPr id="47177" name="WordArt 70"/>
                <p:cNvSpPr>
                  <a:spLocks noTextEdit="1"/>
                </p:cNvSpPr>
                <p:nvPr/>
              </p:nvSpPr>
              <p:spPr>
                <a:xfrm>
                  <a:off x="3635" y="1797"/>
                  <a:ext cx="95" cy="153"/>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FFFF00"/>
                        </a:solidFill>
                        <a:prstDash val="solid"/>
                        <a:round/>
                        <a:headEnd type="none" w="med" len="med"/>
                        <a:tailEnd type="none" w="med" len="med"/>
                      </a:ln>
                      <a:solidFill>
                        <a:srgbClr val="FFFF00"/>
                      </a:solidFill>
                      <a:latin typeface="Times New Roman" panose="02020603050405020304" pitchFamily="18" charset="0"/>
                      <a:ea typeface="Times New Roman" panose="02020603050405020304" pitchFamily="18" charset="0"/>
                    </a:rPr>
                    <a:t>d</a:t>
                  </a:r>
                </a:p>
              </p:txBody>
            </p:sp>
            <p:sp>
              <p:nvSpPr>
                <p:cNvPr id="47178" name="Freeform 71"/>
                <p:cNvSpPr/>
                <p:nvPr/>
              </p:nvSpPr>
              <p:spPr>
                <a:xfrm>
                  <a:off x="4017" y="1148"/>
                  <a:ext cx="39" cy="292"/>
                </a:xfrm>
                <a:custGeom>
                  <a:avLst/>
                  <a:gdLst/>
                  <a:ahLst/>
                  <a:cxnLst>
                    <a:cxn ang="0">
                      <a:pos x="15" y="0"/>
                    </a:cxn>
                    <a:cxn ang="0">
                      <a:pos x="39" y="158"/>
                    </a:cxn>
                    <a:cxn ang="0">
                      <a:pos x="15" y="245"/>
                    </a:cxn>
                    <a:cxn ang="0">
                      <a:pos x="0" y="292"/>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7179" name="Freeform 72"/>
                <p:cNvSpPr/>
                <p:nvPr/>
              </p:nvSpPr>
              <p:spPr>
                <a:xfrm flipV="1">
                  <a:off x="4019" y="2342"/>
                  <a:ext cx="39" cy="292"/>
                </a:xfrm>
                <a:custGeom>
                  <a:avLst/>
                  <a:gdLst/>
                  <a:ahLst/>
                  <a:cxnLst>
                    <a:cxn ang="0">
                      <a:pos x="15" y="0"/>
                    </a:cxn>
                    <a:cxn ang="0">
                      <a:pos x="39" y="158"/>
                    </a:cxn>
                    <a:cxn ang="0">
                      <a:pos x="15" y="245"/>
                    </a:cxn>
                    <a:cxn ang="0">
                      <a:pos x="0" y="292"/>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7180" name="Freeform 73"/>
                <p:cNvSpPr/>
                <p:nvPr/>
              </p:nvSpPr>
              <p:spPr>
                <a:xfrm>
                  <a:off x="4024" y="1470"/>
                  <a:ext cx="39" cy="292"/>
                </a:xfrm>
                <a:custGeom>
                  <a:avLst/>
                  <a:gdLst/>
                  <a:ahLst/>
                  <a:cxnLst>
                    <a:cxn ang="0">
                      <a:pos x="15" y="0"/>
                    </a:cxn>
                    <a:cxn ang="0">
                      <a:pos x="39" y="158"/>
                    </a:cxn>
                    <a:cxn ang="0">
                      <a:pos x="15" y="245"/>
                    </a:cxn>
                    <a:cxn ang="0">
                      <a:pos x="0" y="292"/>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7181" name="Freeform 74"/>
                <p:cNvSpPr/>
                <p:nvPr/>
              </p:nvSpPr>
              <p:spPr>
                <a:xfrm flipV="1">
                  <a:off x="4018" y="2025"/>
                  <a:ext cx="39" cy="292"/>
                </a:xfrm>
                <a:custGeom>
                  <a:avLst/>
                  <a:gdLst/>
                  <a:ahLst/>
                  <a:cxnLst>
                    <a:cxn ang="0">
                      <a:pos x="15" y="0"/>
                    </a:cxn>
                    <a:cxn ang="0">
                      <a:pos x="39" y="158"/>
                    </a:cxn>
                    <a:cxn ang="0">
                      <a:pos x="15" y="245"/>
                    </a:cxn>
                    <a:cxn ang="0">
                      <a:pos x="0" y="292"/>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7182" name="Freeform 75"/>
                <p:cNvSpPr/>
                <p:nvPr/>
              </p:nvSpPr>
              <p:spPr>
                <a:xfrm>
                  <a:off x="4041" y="1061"/>
                  <a:ext cx="47" cy="387"/>
                </a:xfrm>
                <a:custGeom>
                  <a:avLst/>
                  <a:gdLst/>
                  <a:ahLst/>
                  <a:cxnLst>
                    <a:cxn ang="0">
                      <a:pos x="0" y="0"/>
                    </a:cxn>
                    <a:cxn ang="0">
                      <a:pos x="7" y="119"/>
                    </a:cxn>
                    <a:cxn ang="0">
                      <a:pos x="39" y="253"/>
                    </a:cxn>
                    <a:cxn ang="0">
                      <a:pos x="7" y="340"/>
                    </a:cxn>
                    <a:cxn ang="0">
                      <a:pos x="47" y="387"/>
                    </a:cxn>
                  </a:cxnLst>
                  <a:rect l="0" t="0" r="0" b="0"/>
                  <a:pathLst>
                    <a:path w="47" h="387">
                      <a:moveTo>
                        <a:pt x="0" y="0"/>
                      </a:moveTo>
                      <a:cubicBezTo>
                        <a:pt x="0" y="38"/>
                        <a:pt x="1" y="77"/>
                        <a:pt x="7" y="119"/>
                      </a:cubicBezTo>
                      <a:cubicBezTo>
                        <a:pt x="13" y="161"/>
                        <a:pt x="39" y="216"/>
                        <a:pt x="39" y="253"/>
                      </a:cubicBezTo>
                      <a:cubicBezTo>
                        <a:pt x="39" y="290"/>
                        <a:pt x="6" y="318"/>
                        <a:pt x="7" y="340"/>
                      </a:cubicBezTo>
                      <a:cubicBezTo>
                        <a:pt x="8" y="362"/>
                        <a:pt x="27" y="374"/>
                        <a:pt x="47" y="387"/>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7183" name="Freeform 76"/>
                <p:cNvSpPr/>
                <p:nvPr/>
              </p:nvSpPr>
              <p:spPr>
                <a:xfrm flipV="1">
                  <a:off x="4042" y="2360"/>
                  <a:ext cx="47" cy="387"/>
                </a:xfrm>
                <a:custGeom>
                  <a:avLst/>
                  <a:gdLst/>
                  <a:ahLst/>
                  <a:cxnLst>
                    <a:cxn ang="0">
                      <a:pos x="0" y="0"/>
                    </a:cxn>
                    <a:cxn ang="0">
                      <a:pos x="7" y="119"/>
                    </a:cxn>
                    <a:cxn ang="0">
                      <a:pos x="39" y="253"/>
                    </a:cxn>
                    <a:cxn ang="0">
                      <a:pos x="7" y="340"/>
                    </a:cxn>
                    <a:cxn ang="0">
                      <a:pos x="47" y="387"/>
                    </a:cxn>
                  </a:cxnLst>
                  <a:rect l="0" t="0" r="0" b="0"/>
                  <a:pathLst>
                    <a:path w="47" h="387">
                      <a:moveTo>
                        <a:pt x="0" y="0"/>
                      </a:moveTo>
                      <a:cubicBezTo>
                        <a:pt x="0" y="38"/>
                        <a:pt x="1" y="77"/>
                        <a:pt x="7" y="119"/>
                      </a:cubicBezTo>
                      <a:cubicBezTo>
                        <a:pt x="13" y="161"/>
                        <a:pt x="39" y="216"/>
                        <a:pt x="39" y="253"/>
                      </a:cubicBezTo>
                      <a:cubicBezTo>
                        <a:pt x="39" y="290"/>
                        <a:pt x="6" y="318"/>
                        <a:pt x="7" y="340"/>
                      </a:cubicBezTo>
                      <a:cubicBezTo>
                        <a:pt x="8" y="362"/>
                        <a:pt x="27" y="374"/>
                        <a:pt x="47" y="387"/>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7184" name="Line 77"/>
                <p:cNvSpPr/>
                <p:nvPr/>
              </p:nvSpPr>
              <p:spPr>
                <a:xfrm>
                  <a:off x="4018" y="984"/>
                  <a:ext cx="0" cy="1910"/>
                </a:xfrm>
                <a:prstGeom prst="line">
                  <a:avLst/>
                </a:prstGeom>
                <a:ln w="38100" cap="flat" cmpd="sng">
                  <a:solidFill>
                    <a:schemeClr val="tx2"/>
                  </a:solidFill>
                  <a:prstDash val="solid"/>
                  <a:round/>
                  <a:headEnd type="none" w="med" len="med"/>
                  <a:tailEnd type="none" w="med" len="med"/>
                </a:ln>
              </p:spPr>
            </p:sp>
            <p:sp>
              <p:nvSpPr>
                <p:cNvPr id="47185" name="Line 78"/>
                <p:cNvSpPr/>
                <p:nvPr/>
              </p:nvSpPr>
              <p:spPr>
                <a:xfrm>
                  <a:off x="2515" y="2964"/>
                  <a:ext cx="789" cy="0"/>
                </a:xfrm>
                <a:prstGeom prst="line">
                  <a:avLst/>
                </a:prstGeom>
                <a:ln w="28575" cap="flat" cmpd="sng">
                  <a:solidFill>
                    <a:srgbClr val="808080"/>
                  </a:solidFill>
                  <a:prstDash val="solid"/>
                  <a:round/>
                  <a:headEnd type="none" w="med" len="med"/>
                  <a:tailEnd type="triangle" w="sm" len="lg"/>
                </a:ln>
              </p:spPr>
            </p:sp>
            <p:sp>
              <p:nvSpPr>
                <p:cNvPr id="47186" name="Line 79"/>
                <p:cNvSpPr/>
                <p:nvPr/>
              </p:nvSpPr>
              <p:spPr>
                <a:xfrm>
                  <a:off x="4004" y="985"/>
                  <a:ext cx="0" cy="1910"/>
                </a:xfrm>
                <a:prstGeom prst="line">
                  <a:avLst/>
                </a:prstGeom>
                <a:ln w="19050" cap="flat" cmpd="sng">
                  <a:solidFill>
                    <a:schemeClr val="tx2"/>
                  </a:solidFill>
                  <a:prstDash val="solid"/>
                  <a:round/>
                  <a:headEnd type="none" w="med" len="med"/>
                  <a:tailEnd type="none" w="med" len="med"/>
                </a:ln>
              </p:spPr>
            </p:sp>
            <p:sp>
              <p:nvSpPr>
                <p:cNvPr id="47187" name="Oval 80"/>
                <p:cNvSpPr/>
                <p:nvPr/>
              </p:nvSpPr>
              <p:spPr>
                <a:xfrm>
                  <a:off x="2948" y="1750"/>
                  <a:ext cx="655" cy="666"/>
                </a:xfrm>
                <a:prstGeom prst="ellipse">
                  <a:avLst/>
                </a:prstGeom>
                <a:noFill/>
                <a:ln w="9525" cap="flat" cmpd="sng">
                  <a:solidFill>
                    <a:schemeClr val="tx1"/>
                  </a:solidFill>
                  <a:prstDash val="dash"/>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7188" name="Oval 81"/>
                <p:cNvSpPr/>
                <p:nvPr/>
              </p:nvSpPr>
              <p:spPr>
                <a:xfrm>
                  <a:off x="2960" y="1382"/>
                  <a:ext cx="660" cy="672"/>
                </a:xfrm>
                <a:prstGeom prst="ellipse">
                  <a:avLst/>
                </a:prstGeom>
                <a:noFill/>
                <a:ln w="9525" cap="flat" cmpd="sng">
                  <a:solidFill>
                    <a:schemeClr val="tx1"/>
                  </a:solidFill>
                  <a:prstDash val="dash"/>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7189" name="Line 82"/>
                <p:cNvSpPr/>
                <p:nvPr/>
              </p:nvSpPr>
              <p:spPr>
                <a:xfrm>
                  <a:off x="2960" y="2103"/>
                  <a:ext cx="0" cy="663"/>
                </a:xfrm>
                <a:prstGeom prst="line">
                  <a:avLst/>
                </a:prstGeom>
                <a:ln w="19050" cap="flat" cmpd="sng">
                  <a:solidFill>
                    <a:srgbClr val="FFFF00"/>
                  </a:solidFill>
                  <a:prstDash val="solid"/>
                  <a:round/>
                  <a:headEnd type="none" w="med" len="med"/>
                  <a:tailEnd type="none" w="med" len="med"/>
                </a:ln>
              </p:spPr>
            </p:sp>
            <p:sp>
              <p:nvSpPr>
                <p:cNvPr id="47190" name="Line 83"/>
                <p:cNvSpPr/>
                <p:nvPr/>
              </p:nvSpPr>
              <p:spPr>
                <a:xfrm>
                  <a:off x="3597" y="2087"/>
                  <a:ext cx="0" cy="663"/>
                </a:xfrm>
                <a:prstGeom prst="line">
                  <a:avLst/>
                </a:prstGeom>
                <a:ln w="19050" cap="flat" cmpd="sng">
                  <a:solidFill>
                    <a:srgbClr val="FFFF00"/>
                  </a:solidFill>
                  <a:prstDash val="solid"/>
                  <a:round/>
                  <a:headEnd type="none" w="med" len="med"/>
                  <a:tailEnd type="none" w="med" len="med"/>
                </a:ln>
              </p:spPr>
            </p:sp>
            <p:sp>
              <p:nvSpPr>
                <p:cNvPr id="47191" name="WordArt 84"/>
                <p:cNvSpPr>
                  <a:spLocks noTextEdit="1"/>
                </p:cNvSpPr>
                <p:nvPr/>
              </p:nvSpPr>
              <p:spPr>
                <a:xfrm>
                  <a:off x="3244" y="1707"/>
                  <a:ext cx="93" cy="85"/>
                </a:xfrm>
                <a:prstGeom prst="rect">
                  <a:avLst/>
                </a:prstGeom>
              </p:spPr>
              <p:txBody>
                <a:bodyPr wrap="none" fromWordArt="1">
                  <a:prstTxWarp prst="textPlain">
                    <a:avLst>
                      <a:gd name="adj" fmla="val 50000"/>
                    </a:avLst>
                  </a:prstTxWarp>
                  <a:normAutofit/>
                </a:bodyPr>
                <a:lstStyle/>
                <a:p>
                  <a:pPr algn="ctr"/>
                  <a:r>
                    <a:rPr lang="zh-CN" altLang="en-US" sz="3600">
                      <a:ln w="1905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47192" name="WordArt 85"/>
                <p:cNvSpPr>
                  <a:spLocks noTextEdit="1"/>
                </p:cNvSpPr>
                <p:nvPr/>
              </p:nvSpPr>
              <p:spPr>
                <a:xfrm>
                  <a:off x="3245" y="2005"/>
                  <a:ext cx="93" cy="85"/>
                </a:xfrm>
                <a:prstGeom prst="rect">
                  <a:avLst/>
                </a:prstGeom>
              </p:spPr>
              <p:txBody>
                <a:bodyPr wrap="none" fromWordArt="1">
                  <a:prstTxWarp prst="textPlain">
                    <a:avLst>
                      <a:gd name="adj" fmla="val 50000"/>
                    </a:avLst>
                  </a:prstTxWarp>
                  <a:normAutofit/>
                </a:bodyPr>
                <a:lstStyle/>
                <a:p>
                  <a:pPr algn="ctr"/>
                  <a:r>
                    <a:rPr lang="zh-CN" altLang="en-US" sz="3600">
                      <a:ln w="1905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sp>
            <p:nvSpPr>
              <p:cNvPr id="47193" name="Line 86"/>
              <p:cNvSpPr/>
              <p:nvPr/>
            </p:nvSpPr>
            <p:spPr>
              <a:xfrm>
                <a:off x="3391" y="1745"/>
                <a:ext cx="2087" cy="0"/>
              </a:xfrm>
              <a:prstGeom prst="line">
                <a:avLst/>
              </a:prstGeom>
              <a:ln w="19050" cap="flat" cmpd="sng">
                <a:solidFill>
                  <a:srgbClr val="FFFF00"/>
                </a:solidFill>
                <a:prstDash val="solid"/>
                <a:round/>
                <a:headEnd type="none" w="med" len="med"/>
                <a:tailEnd type="none" w="med" len="med"/>
              </a:ln>
            </p:spPr>
          </p:sp>
          <p:sp>
            <p:nvSpPr>
              <p:cNvPr id="47194" name="Line 87"/>
              <p:cNvSpPr/>
              <p:nvPr/>
            </p:nvSpPr>
            <p:spPr>
              <a:xfrm>
                <a:off x="3394" y="2046"/>
                <a:ext cx="2087" cy="0"/>
              </a:xfrm>
              <a:prstGeom prst="line">
                <a:avLst/>
              </a:prstGeom>
              <a:ln w="19050" cap="flat" cmpd="sng">
                <a:solidFill>
                  <a:srgbClr val="FFFF00"/>
                </a:solidFill>
                <a:prstDash val="solid"/>
                <a:round/>
                <a:headEnd type="none" w="med" len="med"/>
                <a:tailEnd type="none" w="med" len="med"/>
              </a:ln>
            </p:spPr>
          </p:sp>
          <p:sp>
            <p:nvSpPr>
              <p:cNvPr id="47195" name="Arc 88"/>
              <p:cNvSpPr/>
              <p:nvPr/>
            </p:nvSpPr>
            <p:spPr>
              <a:xfrm flipH="1">
                <a:off x="5189" y="1957"/>
                <a:ext cx="76" cy="170"/>
              </a:xfrm>
              <a:custGeom>
                <a:avLst/>
                <a:gdLst/>
                <a:ahLst/>
                <a:cxnLst>
                  <a:cxn ang="0">
                    <a:pos x="0" y="0"/>
                  </a:cxn>
                  <a:cxn ang="0">
                    <a:pos x="0" y="0"/>
                  </a:cxn>
                  <a:cxn ang="0">
                    <a:pos x="0" y="0"/>
                  </a:cxn>
                </a:cxnLst>
                <a:rect l="0" t="0" r="0" b="0"/>
                <a:pathLst>
                  <a:path w="21600" h="42803" fill="none">
                    <a:moveTo>
                      <a:pt x="17694" y="42802"/>
                    </a:moveTo>
                    <a:cubicBezTo>
                      <a:pt x="7442" y="40918"/>
                      <a:pt x="0" y="31981"/>
                      <a:pt x="0" y="21559"/>
                    </a:cubicBezTo>
                    <a:cubicBezTo>
                      <a:pt x="-1" y="10145"/>
                      <a:pt x="8879" y="701"/>
                      <a:pt x="20271" y="-1"/>
                    </a:cubicBezTo>
                  </a:path>
                  <a:path w="21600" h="42803" stroke="0">
                    <a:moveTo>
                      <a:pt x="17694" y="42802"/>
                    </a:moveTo>
                    <a:cubicBezTo>
                      <a:pt x="7442" y="40918"/>
                      <a:pt x="0" y="31981"/>
                      <a:pt x="0" y="21559"/>
                    </a:cubicBezTo>
                    <a:cubicBezTo>
                      <a:pt x="-1" y="10145"/>
                      <a:pt x="8879" y="701"/>
                      <a:pt x="20271" y="-1"/>
                    </a:cubicBezTo>
                    <a:lnTo>
                      <a:pt x="21600" y="21559"/>
                    </a:lnTo>
                    <a:lnTo>
                      <a:pt x="17694" y="42802"/>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7196" name="Arc 89"/>
              <p:cNvSpPr/>
              <p:nvPr/>
            </p:nvSpPr>
            <p:spPr>
              <a:xfrm flipH="1">
                <a:off x="5187" y="1654"/>
                <a:ext cx="76" cy="170"/>
              </a:xfrm>
              <a:custGeom>
                <a:avLst/>
                <a:gdLst/>
                <a:ahLst/>
                <a:cxnLst>
                  <a:cxn ang="0">
                    <a:pos x="0" y="0"/>
                  </a:cxn>
                  <a:cxn ang="0">
                    <a:pos x="0" y="0"/>
                  </a:cxn>
                  <a:cxn ang="0">
                    <a:pos x="0" y="0"/>
                  </a:cxn>
                </a:cxnLst>
                <a:rect l="0" t="0" r="0" b="0"/>
                <a:pathLst>
                  <a:path w="21600" h="42803" fill="none">
                    <a:moveTo>
                      <a:pt x="17694" y="42802"/>
                    </a:moveTo>
                    <a:cubicBezTo>
                      <a:pt x="7442" y="40918"/>
                      <a:pt x="0" y="31981"/>
                      <a:pt x="0" y="21559"/>
                    </a:cubicBezTo>
                    <a:cubicBezTo>
                      <a:pt x="-1" y="10145"/>
                      <a:pt x="8879" y="701"/>
                      <a:pt x="20271" y="-1"/>
                    </a:cubicBezTo>
                  </a:path>
                  <a:path w="21600" h="42803" stroke="0">
                    <a:moveTo>
                      <a:pt x="17694" y="42802"/>
                    </a:moveTo>
                    <a:cubicBezTo>
                      <a:pt x="7442" y="40918"/>
                      <a:pt x="0" y="31981"/>
                      <a:pt x="0" y="21559"/>
                    </a:cubicBezTo>
                    <a:cubicBezTo>
                      <a:pt x="-1" y="10145"/>
                      <a:pt x="8879" y="701"/>
                      <a:pt x="20271" y="-1"/>
                    </a:cubicBezTo>
                    <a:lnTo>
                      <a:pt x="21600" y="21559"/>
                    </a:lnTo>
                    <a:lnTo>
                      <a:pt x="17694" y="42802"/>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9207" name="Line 90"/>
              <p:cNvSpPr>
                <a:spLocks noChangeShapeType="1"/>
              </p:cNvSpPr>
              <p:nvPr/>
            </p:nvSpPr>
            <p:spPr bwMode="auto">
              <a:xfrm flipV="1">
                <a:off x="366" y="1734"/>
                <a:ext cx="2842" cy="221"/>
              </a:xfrm>
              <a:prstGeom prst="line">
                <a:avLst/>
              </a:prstGeom>
              <a:noFill/>
              <a:ln w="28575">
                <a:solidFill>
                  <a:srgbClr val="FF0000"/>
                </a:solidFill>
                <a:round/>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208" name="Line 91"/>
              <p:cNvSpPr>
                <a:spLocks noChangeShapeType="1"/>
              </p:cNvSpPr>
              <p:nvPr/>
            </p:nvSpPr>
            <p:spPr bwMode="auto">
              <a:xfrm>
                <a:off x="454" y="1787"/>
                <a:ext cx="2765" cy="261"/>
              </a:xfrm>
              <a:prstGeom prst="line">
                <a:avLst/>
              </a:prstGeom>
              <a:noFill/>
              <a:ln w="28575">
                <a:solidFill>
                  <a:srgbClr val="FF0000"/>
                </a:solidFill>
                <a:round/>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199" name="Arc 92"/>
              <p:cNvSpPr/>
              <p:nvPr/>
            </p:nvSpPr>
            <p:spPr>
              <a:xfrm rot="-304121" flipH="1">
                <a:off x="522" y="1791"/>
                <a:ext cx="55" cy="138"/>
              </a:xfrm>
              <a:custGeom>
                <a:avLst/>
                <a:gdLst/>
                <a:ahLst/>
                <a:cxnLst>
                  <a:cxn ang="0">
                    <a:pos x="0" y="0"/>
                  </a:cxn>
                  <a:cxn ang="0">
                    <a:pos x="0" y="0"/>
                  </a:cxn>
                  <a:cxn ang="0">
                    <a:pos x="0" y="0"/>
                  </a:cxn>
                </a:cxnLst>
                <a:rect l="0" t="0" r="0" b="0"/>
                <a:pathLst>
                  <a:path w="21600" h="35980" fill="none">
                    <a:moveTo>
                      <a:pt x="-1" y="0"/>
                    </a:moveTo>
                    <a:cubicBezTo>
                      <a:pt x="11929" y="0"/>
                      <a:pt x="21600" y="9670"/>
                      <a:pt x="21600" y="21600"/>
                    </a:cubicBezTo>
                    <a:cubicBezTo>
                      <a:pt x="21600" y="26903"/>
                      <a:pt x="19648" y="32022"/>
                      <a:pt x="16117" y="35979"/>
                    </a:cubicBezTo>
                  </a:path>
                  <a:path w="21600" h="35980" stroke="0">
                    <a:moveTo>
                      <a:pt x="-1" y="0"/>
                    </a:moveTo>
                    <a:cubicBezTo>
                      <a:pt x="11929" y="0"/>
                      <a:pt x="21600" y="9670"/>
                      <a:pt x="21600" y="21600"/>
                    </a:cubicBezTo>
                    <a:cubicBezTo>
                      <a:pt x="21600" y="26903"/>
                      <a:pt x="19648" y="32022"/>
                      <a:pt x="16117" y="35979"/>
                    </a:cubicBezTo>
                    <a:lnTo>
                      <a:pt x="0" y="21600"/>
                    </a:lnTo>
                    <a:lnTo>
                      <a:pt x="-1" y="0"/>
                    </a:lnTo>
                    <a:close/>
                  </a:path>
                </a:pathLst>
              </a:custGeom>
              <a:noFill/>
              <a:ln w="28575" cap="flat" cmpd="sng">
                <a:solidFill>
                  <a:srgbClr val="008000"/>
                </a:solidFill>
                <a:prstDash val="solid"/>
                <a:round/>
                <a:headEnd type="none" w="med" len="med"/>
                <a:tailEnd type="none" w="med" len="med"/>
              </a:ln>
            </p:spPr>
            <p:txBody>
              <a:bodyPr/>
              <a:lstStyle/>
              <a:p>
                <a:endParaRPr lang="zh-CN" altLang="en-US"/>
              </a:p>
            </p:txBody>
          </p:sp>
          <p:sp>
            <p:nvSpPr>
              <p:cNvPr id="47200" name="Arc 93"/>
              <p:cNvSpPr/>
              <p:nvPr/>
            </p:nvSpPr>
            <p:spPr>
              <a:xfrm rot="1071390">
                <a:off x="2149" y="1810"/>
                <a:ext cx="55" cy="138"/>
              </a:xfrm>
              <a:custGeom>
                <a:avLst/>
                <a:gdLst/>
                <a:ahLst/>
                <a:cxnLst>
                  <a:cxn ang="0">
                    <a:pos x="0" y="0"/>
                  </a:cxn>
                  <a:cxn ang="0">
                    <a:pos x="0" y="0"/>
                  </a:cxn>
                  <a:cxn ang="0">
                    <a:pos x="0" y="0"/>
                  </a:cxn>
                </a:cxnLst>
                <a:rect l="0" t="0" r="0" b="0"/>
                <a:pathLst>
                  <a:path w="21600" h="35980" fill="none">
                    <a:moveTo>
                      <a:pt x="-1" y="0"/>
                    </a:moveTo>
                    <a:cubicBezTo>
                      <a:pt x="11929" y="0"/>
                      <a:pt x="21600" y="9670"/>
                      <a:pt x="21600" y="21600"/>
                    </a:cubicBezTo>
                    <a:cubicBezTo>
                      <a:pt x="21600" y="26903"/>
                      <a:pt x="19648" y="32022"/>
                      <a:pt x="16117" y="35979"/>
                    </a:cubicBezTo>
                  </a:path>
                  <a:path w="21600" h="35980" stroke="0">
                    <a:moveTo>
                      <a:pt x="-1" y="0"/>
                    </a:moveTo>
                    <a:cubicBezTo>
                      <a:pt x="11929" y="0"/>
                      <a:pt x="21600" y="9670"/>
                      <a:pt x="21600" y="21600"/>
                    </a:cubicBezTo>
                    <a:cubicBezTo>
                      <a:pt x="21600" y="26903"/>
                      <a:pt x="19648" y="32022"/>
                      <a:pt x="16117" y="35979"/>
                    </a:cubicBezTo>
                    <a:lnTo>
                      <a:pt x="0" y="21600"/>
                    </a:lnTo>
                    <a:lnTo>
                      <a:pt x="-1" y="0"/>
                    </a:lnTo>
                    <a:close/>
                  </a:path>
                </a:pathLst>
              </a:custGeom>
              <a:noFill/>
              <a:ln w="28575" cap="flat" cmpd="sng">
                <a:solidFill>
                  <a:srgbClr val="008000"/>
                </a:solidFill>
                <a:prstDash val="solid"/>
                <a:round/>
                <a:headEnd type="none" w="med" len="med"/>
                <a:tailEnd type="none" w="med" len="med"/>
              </a:ln>
            </p:spPr>
            <p:txBody>
              <a:bodyPr/>
              <a:lstStyle/>
              <a:p>
                <a:endParaRPr lang="zh-CN" altLang="en-US"/>
              </a:p>
            </p:txBody>
          </p:sp>
          <p:sp>
            <p:nvSpPr>
              <p:cNvPr id="47201" name="Line 94"/>
              <p:cNvSpPr/>
              <p:nvPr/>
            </p:nvSpPr>
            <p:spPr>
              <a:xfrm flipV="1">
                <a:off x="237" y="1935"/>
                <a:ext cx="276" cy="31"/>
              </a:xfrm>
              <a:prstGeom prst="line">
                <a:avLst/>
              </a:prstGeom>
              <a:ln w="28575" cap="flat" cmpd="sng">
                <a:solidFill>
                  <a:srgbClr val="FF0000"/>
                </a:solidFill>
                <a:prstDash val="solid"/>
                <a:round/>
                <a:headEnd type="none" w="med" len="med"/>
                <a:tailEnd type="triangle" w="med" len="med"/>
              </a:ln>
            </p:spPr>
          </p:sp>
          <p:sp>
            <p:nvSpPr>
              <p:cNvPr id="49212" name="Line 95"/>
              <p:cNvSpPr>
                <a:spLocks noChangeShapeType="1"/>
              </p:cNvSpPr>
              <p:nvPr/>
            </p:nvSpPr>
            <p:spPr bwMode="auto">
              <a:xfrm rot="301625" flipH="1" flipV="1">
                <a:off x="229" y="1771"/>
                <a:ext cx="294" cy="9"/>
              </a:xfrm>
              <a:prstGeom prst="line">
                <a:avLst/>
              </a:prstGeom>
              <a:noFill/>
              <a:ln w="28575">
                <a:solidFill>
                  <a:srgbClr val="FF0000"/>
                </a:solidFill>
                <a:round/>
                <a:headEnd type="triangle" w="med" len="med"/>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47203" name="Group 96"/>
              <p:cNvGrpSpPr/>
              <p:nvPr/>
            </p:nvGrpSpPr>
            <p:grpSpPr>
              <a:xfrm>
                <a:off x="858" y="2011"/>
                <a:ext cx="179" cy="232"/>
                <a:chOff x="858" y="2011"/>
                <a:chExt cx="179" cy="232"/>
              </a:xfrm>
            </p:grpSpPr>
            <p:sp>
              <p:nvSpPr>
                <p:cNvPr id="9" name="WordArt 97"/>
                <p:cNvSpPr>
                  <a:spLocks noTextEdit="1"/>
                </p:cNvSpPr>
                <p:nvPr/>
              </p:nvSpPr>
              <p:spPr>
                <a:xfrm>
                  <a:off x="858" y="2011"/>
                  <a:ext cx="130" cy="179"/>
                </a:xfrm>
                <a:prstGeom prst="rect">
                  <a:avLst/>
                </a:prstGeom>
              </p:spPr>
              <p:txBody>
                <a:bodyPr wrap="none" fromWordArt="1">
                  <a:prstTxWarp prst="textPlain">
                    <a:avLst>
                      <a:gd name="adj" fmla="val 50000"/>
                    </a:avLst>
                  </a:prstTxWarp>
                  <a:normAutofit fontScale="25000"/>
                </a:bodyPr>
                <a:lstStyle/>
                <a:p>
                  <a:pPr algn="ctr" fontAlgn="base"/>
                  <a:r>
                    <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47205" name="WordArt 98"/>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sp>
            <p:nvSpPr>
              <p:cNvPr id="54370" name="WordArt 99"/>
              <p:cNvSpPr>
                <a:spLocks noTextEdit="1"/>
              </p:cNvSpPr>
              <p:nvPr/>
            </p:nvSpPr>
            <p:spPr>
              <a:xfrm>
                <a:off x="473" y="2011"/>
                <a:ext cx="130" cy="179"/>
              </a:xfrm>
              <a:prstGeom prst="rect">
                <a:avLst/>
              </a:prstGeom>
            </p:spPr>
            <p:txBody>
              <a:bodyPr wrap="none" fromWordArt="1">
                <a:prstTxWarp prst="textPlain">
                  <a:avLst>
                    <a:gd name="adj" fmla="val 50000"/>
                  </a:avLst>
                </a:prstTxWarp>
                <a:normAutofit fontScale="25000"/>
              </a:bodyPr>
              <a:lstStyle/>
              <a:p>
                <a:pPr algn="ctr" fontAlgn="base"/>
                <a:r>
                  <a:rPr lang="zh-CN" altLang="en-US" sz="3600"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cs typeface="+mn-cs"/>
                  </a:rPr>
                  <a:t>q</a:t>
                </a:r>
                <a:endParaRPr lang="zh-CN" altLang="en-US" sz="3600"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endParaRPr>
              </a:p>
            </p:txBody>
          </p:sp>
          <p:grpSp>
            <p:nvGrpSpPr>
              <p:cNvPr id="47207" name="Group 100"/>
              <p:cNvGrpSpPr/>
              <p:nvPr/>
            </p:nvGrpSpPr>
            <p:grpSpPr>
              <a:xfrm rot="5400000">
                <a:off x="664" y="2005"/>
                <a:ext cx="65" cy="162"/>
                <a:chOff x="2928" y="3216"/>
                <a:chExt cx="48" cy="240"/>
              </a:xfrm>
            </p:grpSpPr>
            <p:sp>
              <p:nvSpPr>
                <p:cNvPr id="47208" name="Line 101"/>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47209" name="Line 102"/>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47210" name="Group 103"/>
              <p:cNvGrpSpPr/>
              <p:nvPr/>
            </p:nvGrpSpPr>
            <p:grpSpPr>
              <a:xfrm>
                <a:off x="1652" y="2009"/>
                <a:ext cx="179" cy="232"/>
                <a:chOff x="858" y="2011"/>
                <a:chExt cx="179" cy="232"/>
              </a:xfrm>
            </p:grpSpPr>
            <p:sp>
              <p:nvSpPr>
                <p:cNvPr id="10" name="WordArt 104"/>
                <p:cNvSpPr>
                  <a:spLocks noTextEdit="1"/>
                </p:cNvSpPr>
                <p:nvPr/>
              </p:nvSpPr>
              <p:spPr>
                <a:xfrm>
                  <a:off x="858" y="2011"/>
                  <a:ext cx="130" cy="179"/>
                </a:xfrm>
                <a:prstGeom prst="rect">
                  <a:avLst/>
                </a:prstGeom>
              </p:spPr>
              <p:txBody>
                <a:bodyPr wrap="none" fromWordArt="1">
                  <a:prstTxWarp prst="textPlain">
                    <a:avLst>
                      <a:gd name="adj" fmla="val 50000"/>
                    </a:avLst>
                  </a:prstTxWarp>
                  <a:normAutofit fontScale="25000"/>
                </a:bodyPr>
                <a:lstStyle/>
                <a:p>
                  <a:pPr algn="ctr" fontAlgn="base"/>
                  <a:r>
                    <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47212" name="WordArt 105"/>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grpSp>
            <p:nvGrpSpPr>
              <p:cNvPr id="47213" name="Group 106"/>
              <p:cNvGrpSpPr/>
              <p:nvPr/>
            </p:nvGrpSpPr>
            <p:grpSpPr>
              <a:xfrm>
                <a:off x="1659" y="2187"/>
                <a:ext cx="796" cy="368"/>
                <a:chOff x="4723" y="3083"/>
                <a:chExt cx="796" cy="368"/>
              </a:xfrm>
            </p:grpSpPr>
            <p:sp>
              <p:nvSpPr>
                <p:cNvPr id="11" name="WordArt 107"/>
                <p:cNvSpPr>
                  <a:spLocks noTextEdit="1"/>
                </p:cNvSpPr>
                <p:nvPr/>
              </p:nvSpPr>
              <p:spPr>
                <a:xfrm>
                  <a:off x="5250" y="3083"/>
                  <a:ext cx="184" cy="172"/>
                </a:xfrm>
                <a:prstGeom prst="rect">
                  <a:avLst/>
                </a:prstGeom>
              </p:spPr>
              <p:txBody>
                <a:bodyPr wrap="none" fromWordArt="1">
                  <a:prstTxWarp prst="textPlain">
                    <a:avLst>
                      <a:gd name="adj" fmla="val 55431"/>
                    </a:avLst>
                  </a:prstTxWarp>
                  <a:normAutofit fontScale="25000"/>
                </a:bodyPr>
                <a:lstStyle/>
                <a:p>
                  <a:pPr algn="ctr" fontAlgn="base"/>
                  <a:r>
                    <a:rPr lang="zh-CN" altLang="en-US" sz="3600" b="1"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cs typeface="+mn-cs"/>
                    </a:rPr>
                    <a:t>l</a:t>
                  </a:r>
                  <a:endParaRPr lang="zh-CN" altLang="en-US" sz="3600" b="1"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endParaRPr>
                </a:p>
              </p:txBody>
            </p:sp>
            <p:sp>
              <p:nvSpPr>
                <p:cNvPr id="47215" name="Line 108"/>
                <p:cNvSpPr/>
                <p:nvPr/>
              </p:nvSpPr>
              <p:spPr>
                <a:xfrm>
                  <a:off x="5170" y="3290"/>
                  <a:ext cx="349" cy="0"/>
                </a:xfrm>
                <a:prstGeom prst="line">
                  <a:avLst/>
                </a:prstGeom>
                <a:ln w="38100" cap="flat" cmpd="sng">
                  <a:solidFill>
                    <a:schemeClr val="tx1"/>
                  </a:solidFill>
                  <a:prstDash val="solid"/>
                  <a:round/>
                  <a:headEnd type="none" w="med" len="med"/>
                  <a:tailEnd type="none" w="med" len="med"/>
                </a:ln>
              </p:spPr>
            </p:sp>
            <p:sp>
              <p:nvSpPr>
                <p:cNvPr id="12" name="WordArt 109"/>
                <p:cNvSpPr>
                  <a:spLocks noTextEdit="1"/>
                </p:cNvSpPr>
                <p:nvPr/>
              </p:nvSpPr>
              <p:spPr>
                <a:xfrm>
                  <a:off x="5260" y="3337"/>
                  <a:ext cx="186" cy="114"/>
                </a:xfrm>
                <a:prstGeom prst="rect">
                  <a:avLst/>
                </a:prstGeom>
              </p:spPr>
              <p:txBody>
                <a:bodyPr wrap="none" fromWordArt="1">
                  <a:prstTxWarp prst="textPlain">
                    <a:avLst>
                      <a:gd name="adj" fmla="val 50000"/>
                    </a:avLst>
                  </a:prstTxWarp>
                  <a:normAutofit fontScale="25000"/>
                </a:bodyPr>
                <a:lstStyle/>
                <a:p>
                  <a:pPr algn="ctr" fontAlgn="base"/>
                  <a:r>
                    <a:rPr lang="zh-CN" altLang="en-US" sz="3600" b="1"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D</a:t>
                  </a:r>
                  <a:endParaRPr lang="zh-CN" altLang="en-US" sz="3600" b="1"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13" name="WordArt 110"/>
                <p:cNvSpPr>
                  <a:spLocks noTextEdit="1"/>
                </p:cNvSpPr>
                <p:nvPr/>
              </p:nvSpPr>
              <p:spPr>
                <a:xfrm>
                  <a:off x="4723" y="3230"/>
                  <a:ext cx="368" cy="142"/>
                </a:xfrm>
                <a:prstGeom prst="rect">
                  <a:avLst/>
                </a:prstGeom>
              </p:spPr>
              <p:txBody>
                <a:bodyPr wrap="none" fromWordArt="1">
                  <a:prstTxWarp prst="textPlain">
                    <a:avLst>
                      <a:gd name="adj" fmla="val 50000"/>
                    </a:avLst>
                  </a:prstTxWarp>
                  <a:normAutofit fontScale="25000"/>
                </a:bodyPr>
                <a:lstStyle/>
                <a:p>
                  <a:pPr algn="ctr" fontAlgn="base"/>
                  <a:r>
                    <a:rPr lang="zh-CN" altLang="en-US" sz="3600" b="1"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1.22</a:t>
                  </a:r>
                  <a:endParaRPr lang="zh-CN" altLang="en-US" sz="3600" b="1"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grpSp>
          <p:grpSp>
            <p:nvGrpSpPr>
              <p:cNvPr id="47218" name="Group 111"/>
              <p:cNvGrpSpPr/>
              <p:nvPr/>
            </p:nvGrpSpPr>
            <p:grpSpPr>
              <a:xfrm rot="5400000">
                <a:off x="1926" y="1994"/>
                <a:ext cx="55" cy="181"/>
                <a:chOff x="2928" y="3216"/>
                <a:chExt cx="48" cy="240"/>
              </a:xfrm>
            </p:grpSpPr>
            <p:sp>
              <p:nvSpPr>
                <p:cNvPr id="47219" name="Line 112"/>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47220" name="Line 113"/>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sp>
          <p:nvSpPr>
            <p:cNvPr id="47221" name="WordArt 18"/>
            <p:cNvSpPr>
              <a:spLocks noTextEdit="1"/>
            </p:cNvSpPr>
            <p:nvPr>
              <p:custDataLst>
                <p:tags r:id="rId1"/>
              </p:custDataLst>
            </p:nvPr>
          </p:nvSpPr>
          <p:spPr>
            <a:xfrm rot="5400000">
              <a:off x="-464" y="4344"/>
              <a:ext cx="2618" cy="430"/>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来自远方两个物点</a:t>
              </a:r>
            </a:p>
          </p:txBody>
        </p:sp>
        <p:grpSp>
          <p:nvGrpSpPr>
            <p:cNvPr id="47222" name="组合 15"/>
            <p:cNvGrpSpPr/>
            <p:nvPr/>
          </p:nvGrpSpPr>
          <p:grpSpPr>
            <a:xfrm>
              <a:off x="1029" y="3699"/>
              <a:ext cx="895" cy="1875"/>
              <a:chOff x="2069" y="3309"/>
              <a:chExt cx="895" cy="1875"/>
            </a:xfrm>
          </p:grpSpPr>
          <p:sp>
            <p:nvSpPr>
              <p:cNvPr id="47223" name="椭圆 11"/>
              <p:cNvSpPr/>
              <p:nvPr>
                <p:custDataLst>
                  <p:tags r:id="rId2"/>
                </p:custDataLst>
              </p:nvPr>
            </p:nvSpPr>
            <p:spPr>
              <a:xfrm>
                <a:off x="2338" y="3877"/>
                <a:ext cx="119" cy="119"/>
              </a:xfrm>
              <a:prstGeom prst="ellipse">
                <a:avLst/>
              </a:prstGeom>
              <a:solidFill>
                <a:schemeClr val="tx1"/>
              </a:solidFill>
              <a:ln w="28575" cap="flat" cmpd="sng">
                <a:solidFill>
                  <a:schemeClr val="tx1"/>
                </a:solidFill>
                <a:prstDash val="solid"/>
                <a:round/>
                <a:headEnd type="none" w="med" len="med"/>
                <a:tailEnd type="none" w="med" len="med"/>
              </a:ln>
            </p:spPr>
            <p:txBody>
              <a:bodyPr wrap="square" lIns="91440" tIns="45720" rIns="91440" bIns="45720" anchor="t" anchorCtr="0"/>
              <a:lstStyle/>
              <a:p>
                <a:pPr>
                  <a:buClrTx/>
                  <a:buFontTx/>
                </a:pPr>
                <a:endParaRPr lang="zh-CN" altLang="en-US">
                  <a:latin typeface="Times New Roman" panose="02020603050405020304" pitchFamily="18" charset="0"/>
                  <a:ea typeface="宋体" panose="02010600030101010101" pitchFamily="2" charset="-122"/>
                </a:endParaRPr>
              </a:p>
            </p:txBody>
          </p:sp>
          <p:sp>
            <p:nvSpPr>
              <p:cNvPr id="47224" name="椭圆 12"/>
              <p:cNvSpPr/>
              <p:nvPr>
                <p:custDataLst>
                  <p:tags r:id="rId3"/>
                </p:custDataLst>
              </p:nvPr>
            </p:nvSpPr>
            <p:spPr>
              <a:xfrm>
                <a:off x="2325" y="4363"/>
                <a:ext cx="119" cy="119"/>
              </a:xfrm>
              <a:prstGeom prst="ellipse">
                <a:avLst/>
              </a:prstGeom>
              <a:solidFill>
                <a:schemeClr val="tx1"/>
              </a:solidFill>
              <a:ln w="28575" cap="flat" cmpd="sng">
                <a:solidFill>
                  <a:schemeClr val="tx1"/>
                </a:solidFill>
                <a:prstDash val="solid"/>
                <a:round/>
                <a:headEnd type="none" w="med" len="med"/>
                <a:tailEnd type="none" w="med" len="med"/>
              </a:ln>
            </p:spPr>
            <p:txBody>
              <a:bodyPr wrap="square" lIns="91440" tIns="45720" rIns="91440" bIns="45720" anchor="t" anchorCtr="0"/>
              <a:lstStyle/>
              <a:p>
                <a:pPr>
                  <a:buClrTx/>
                  <a:buFontTx/>
                </a:pPr>
                <a:endParaRPr lang="zh-CN" altLang="en-US">
                  <a:latin typeface="Times New Roman" panose="02020603050405020304" pitchFamily="18" charset="0"/>
                  <a:ea typeface="宋体" panose="02010600030101010101" pitchFamily="2" charset="-122"/>
                </a:endParaRPr>
              </a:p>
            </p:txBody>
          </p:sp>
          <p:sp>
            <p:nvSpPr>
              <p:cNvPr id="47225" name="文本框 13"/>
              <p:cNvSpPr txBox="1"/>
              <p:nvPr>
                <p:custDataLst>
                  <p:tags r:id="rId4"/>
                </p:custDataLst>
              </p:nvPr>
            </p:nvSpPr>
            <p:spPr>
              <a:xfrm>
                <a:off x="2095" y="3309"/>
                <a:ext cx="823" cy="949"/>
              </a:xfrm>
              <a:prstGeom prst="rect">
                <a:avLst/>
              </a:prstGeom>
              <a:noFill/>
              <a:ln w="9525">
                <a:noFill/>
              </a:ln>
            </p:spPr>
            <p:txBody>
              <a:bodyPr wrap="square" anchor="t" anchorCtr="0">
                <a:spAutoFit/>
              </a:bodyPr>
              <a:lstStyle/>
              <a:p>
                <a:r>
                  <a:rPr lang="en-US" altLang="zh-CN" b="1" i="1">
                    <a:latin typeface="Times New Roman" panose="02020603050405020304" pitchFamily="18" charset="0"/>
                    <a:ea typeface="宋体" panose="02010600030101010101" pitchFamily="2" charset="-122"/>
                    <a:sym typeface="宋体" panose="02010600030101010101" pitchFamily="2" charset="-122"/>
                  </a:rPr>
                  <a:t>S</a:t>
                </a:r>
                <a:r>
                  <a:rPr lang="en-US" altLang="zh-CN" b="1" baseline="-25000">
                    <a:latin typeface="Times New Roman" panose="02020603050405020304" pitchFamily="18" charset="0"/>
                    <a:ea typeface="宋体" panose="02010600030101010101" pitchFamily="2" charset="-122"/>
                    <a:sym typeface="宋体" panose="02010600030101010101" pitchFamily="2" charset="-122"/>
                  </a:rPr>
                  <a:t>1</a:t>
                </a:r>
              </a:p>
            </p:txBody>
          </p:sp>
          <p:sp>
            <p:nvSpPr>
              <p:cNvPr id="47226" name="文本框 14"/>
              <p:cNvSpPr txBox="1"/>
              <p:nvPr>
                <p:custDataLst>
                  <p:tags r:id="rId5"/>
                </p:custDataLst>
              </p:nvPr>
            </p:nvSpPr>
            <p:spPr>
              <a:xfrm>
                <a:off x="2069" y="4545"/>
                <a:ext cx="895" cy="639"/>
              </a:xfrm>
              <a:prstGeom prst="rect">
                <a:avLst/>
              </a:prstGeom>
              <a:noFill/>
              <a:ln w="9525">
                <a:noFill/>
              </a:ln>
            </p:spPr>
            <p:txBody>
              <a:bodyPr wrap="square" anchor="t" anchorCtr="0">
                <a:spAutoFit/>
              </a:bodyPr>
              <a:lstStyle/>
              <a:p>
                <a:r>
                  <a:rPr lang="en-US" altLang="zh-CN" b="1" i="1">
                    <a:latin typeface="Times New Roman" panose="02020603050405020304" pitchFamily="18" charset="0"/>
                    <a:ea typeface="宋体" panose="02010600030101010101" pitchFamily="2" charset="-122"/>
                    <a:sym typeface="宋体" panose="02010600030101010101" pitchFamily="2" charset="-122"/>
                  </a:rPr>
                  <a:t>S</a:t>
                </a:r>
                <a:r>
                  <a:rPr lang="en-US" altLang="zh-CN" b="1" baseline="-25000">
                    <a:latin typeface="Times New Roman" panose="02020603050405020304" pitchFamily="18" charset="0"/>
                    <a:ea typeface="宋体" panose="02010600030101010101" pitchFamily="2" charset="-122"/>
                    <a:sym typeface="宋体" panose="02010600030101010101" pitchFamily="2" charset="-122"/>
                  </a:rPr>
                  <a:t>2</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ppt_h/2"/>
                                          </p:val>
                                        </p:tav>
                                        <p:tav tm="100000">
                                          <p:val>
                                            <p:strVal val="#ppt_y"/>
                                          </p:val>
                                        </p:tav>
                                      </p:tavLst>
                                    </p:anim>
                                    <p:anim calcmode="lin" valueType="num">
                                      <p:cBhvr>
                                        <p:cTn id="9" dur="500" fill="hold"/>
                                        <p:tgtEl>
                                          <p:spTgt spid="2"/>
                                        </p:tgtEl>
                                        <p:attrNameLst>
                                          <p:attrName>ppt_w</p:attrName>
                                        </p:attrNameLst>
                                      </p:cBhvr>
                                      <p:tavLst>
                                        <p:tav tm="0">
                                          <p:val>
                                            <p:strVal val="#ppt_w"/>
                                          </p:val>
                                        </p:tav>
                                        <p:tav tm="100000">
                                          <p:val>
                                            <p:strVal val="#ppt_w"/>
                                          </p:val>
                                        </p:tav>
                                      </p:tavLst>
                                    </p:anim>
                                    <p:anim calcmode="lin" valueType="num">
                                      <p:cBhvr>
                                        <p:cTn id="1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351346"/>
                                        </p:tgtEl>
                                        <p:attrNameLst>
                                          <p:attrName>style.visibility</p:attrName>
                                        </p:attrNameLst>
                                      </p:cBhvr>
                                      <p:to>
                                        <p:strVal val="visible"/>
                                      </p:to>
                                    </p:set>
                                    <p:animEffect transition="in" filter="wipe(up)">
                                      <p:cBhvr>
                                        <p:cTn id="19" dur="500"/>
                                        <p:tgtEl>
                                          <p:spTgt spid="35134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43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346" grpId="0" bldLvl="0" animBg="1"/>
      <p:bldP spid="5" grpId="0"/>
      <p:bldP spid="5" grpId="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p:nvPr>
        </p:nvSpPr>
        <p:spPr>
          <a:xfrm>
            <a:off x="1035050" y="0"/>
            <a:ext cx="7772400" cy="228600"/>
          </a:xfrm>
        </p:spPr>
        <p:txBody>
          <a:bodyPr vert="horz" wrap="square" lIns="91440" tIns="45720" rIns="91440" bIns="45720" anchor="ctr" anchorCtr="0"/>
          <a:lstStyle/>
          <a:p>
            <a:r>
              <a:rPr lang="zh-CN" altLang="en-US" sz="800" dirty="0">
                <a:solidFill>
                  <a:schemeClr val="bg1"/>
                </a:solidFill>
              </a:rPr>
              <a:t>瑞利判据</a:t>
            </a:r>
          </a:p>
        </p:txBody>
      </p:sp>
      <p:grpSp>
        <p:nvGrpSpPr>
          <p:cNvPr id="11" name="Group 114"/>
          <p:cNvGrpSpPr/>
          <p:nvPr/>
        </p:nvGrpSpPr>
        <p:grpSpPr>
          <a:xfrm>
            <a:off x="271463" y="4975225"/>
            <a:ext cx="8432800" cy="1423988"/>
            <a:chOff x="211" y="3245"/>
            <a:chExt cx="5312" cy="897"/>
          </a:xfrm>
        </p:grpSpPr>
        <p:grpSp>
          <p:nvGrpSpPr>
            <p:cNvPr id="48131" name="Group 116"/>
            <p:cNvGrpSpPr/>
            <p:nvPr/>
          </p:nvGrpSpPr>
          <p:grpSpPr>
            <a:xfrm>
              <a:off x="926" y="3245"/>
              <a:ext cx="4597" cy="897"/>
              <a:chOff x="632" y="3162"/>
              <a:chExt cx="4552" cy="1035"/>
            </a:xfrm>
          </p:grpSpPr>
          <p:sp>
            <p:nvSpPr>
              <p:cNvPr id="48132" name="Line 117"/>
              <p:cNvSpPr/>
              <p:nvPr/>
            </p:nvSpPr>
            <p:spPr>
              <a:xfrm>
                <a:off x="2971" y="3163"/>
                <a:ext cx="0" cy="997"/>
              </a:xfrm>
              <a:prstGeom prst="line">
                <a:avLst/>
              </a:prstGeom>
              <a:ln w="57150" cap="flat" cmpd="sng">
                <a:solidFill>
                  <a:srgbClr val="FFCCCC"/>
                </a:solidFill>
                <a:prstDash val="solid"/>
                <a:round/>
                <a:headEnd type="none" w="med" len="med"/>
                <a:tailEnd type="none" w="med" len="med"/>
              </a:ln>
            </p:spPr>
          </p:sp>
          <p:sp>
            <p:nvSpPr>
              <p:cNvPr id="48133" name="WordArt 118"/>
              <p:cNvSpPr>
                <a:spLocks noTextEdit="1"/>
              </p:cNvSpPr>
              <p:nvPr/>
            </p:nvSpPr>
            <p:spPr>
              <a:xfrm>
                <a:off x="3134" y="3313"/>
                <a:ext cx="1950" cy="197"/>
              </a:xfrm>
              <a:prstGeom prst="rect">
                <a:avLst/>
              </a:prstGeom>
            </p:spPr>
            <p:txBody>
              <a:bodyPr wrap="none" fromWordArt="1">
                <a:prstTxWarp prst="textPlain">
                  <a:avLst>
                    <a:gd name="adj" fmla="val 50000"/>
                  </a:avLst>
                </a:prstTxWarp>
                <a:normAutofit/>
              </a:bodyPr>
              <a:lstStyle/>
              <a:p>
                <a:pPr algn="ctr"/>
                <a:r>
                  <a:rPr lang="zh-CN" altLang="en-US" sz="1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光学仪器的分辨本领</a:t>
                </a:r>
              </a:p>
            </p:txBody>
          </p:sp>
          <p:grpSp>
            <p:nvGrpSpPr>
              <p:cNvPr id="48134" name="Group 119"/>
              <p:cNvGrpSpPr/>
              <p:nvPr/>
            </p:nvGrpSpPr>
            <p:grpSpPr>
              <a:xfrm rot="5400000">
                <a:off x="3835" y="3693"/>
                <a:ext cx="59" cy="194"/>
                <a:chOff x="2928" y="3216"/>
                <a:chExt cx="48" cy="240"/>
              </a:xfrm>
            </p:grpSpPr>
            <p:sp>
              <p:nvSpPr>
                <p:cNvPr id="48135" name="Line 120"/>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48136" name="Line 121"/>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48137" name="Line 122"/>
              <p:cNvSpPr/>
              <p:nvPr/>
            </p:nvSpPr>
            <p:spPr>
              <a:xfrm>
                <a:off x="3289" y="3828"/>
                <a:ext cx="406" cy="0"/>
              </a:xfrm>
              <a:prstGeom prst="line">
                <a:avLst/>
              </a:prstGeom>
              <a:ln w="38100" cap="flat" cmpd="sng">
                <a:solidFill>
                  <a:schemeClr val="tx1"/>
                </a:solidFill>
                <a:prstDash val="solid"/>
                <a:round/>
                <a:headEnd type="none" w="med" len="med"/>
                <a:tailEnd type="none" w="med" len="med"/>
              </a:ln>
            </p:spPr>
          </p:sp>
          <p:sp>
            <p:nvSpPr>
              <p:cNvPr id="48138" name="WordArt 123"/>
              <p:cNvSpPr>
                <a:spLocks noTextEdit="1"/>
              </p:cNvSpPr>
              <p:nvPr/>
            </p:nvSpPr>
            <p:spPr>
              <a:xfrm>
                <a:off x="3447" y="3644"/>
                <a:ext cx="96" cy="116"/>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grpSp>
            <p:nvGrpSpPr>
              <p:cNvPr id="48139" name="Group 124"/>
              <p:cNvGrpSpPr/>
              <p:nvPr/>
            </p:nvGrpSpPr>
            <p:grpSpPr>
              <a:xfrm>
                <a:off x="4104" y="3621"/>
                <a:ext cx="750" cy="420"/>
                <a:chOff x="4022" y="3613"/>
                <a:chExt cx="750" cy="373"/>
              </a:xfrm>
            </p:grpSpPr>
            <p:sp>
              <p:nvSpPr>
                <p:cNvPr id="48140" name="WordArt 125"/>
                <p:cNvSpPr>
                  <a:spLocks noTextEdit="1"/>
                </p:cNvSpPr>
                <p:nvPr/>
              </p:nvSpPr>
              <p:spPr>
                <a:xfrm>
                  <a:off x="4552" y="3811"/>
                  <a:ext cx="181" cy="175"/>
                </a:xfrm>
                <a:prstGeom prst="rect">
                  <a:avLst/>
                </a:prstGeom>
              </p:spPr>
              <p:txBody>
                <a:bodyPr wrap="none" fromWordArt="1">
                  <a:prstTxWarp prst="textPlain">
                    <a:avLst>
                      <a:gd name="adj" fmla="val 56352"/>
                    </a:avLst>
                  </a:prstTxWarp>
                  <a:normAutofit/>
                </a:bodyPr>
                <a:lstStyle/>
                <a:p>
                  <a:pPr algn="ctr"/>
                  <a:r>
                    <a:rPr lang="zh-CN" altLang="en-US" sz="3600" b="1"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sp>
              <p:nvSpPr>
                <p:cNvPr id="48141" name="WordArt 126"/>
                <p:cNvSpPr>
                  <a:spLocks noTextEdit="1"/>
                </p:cNvSpPr>
                <p:nvPr/>
              </p:nvSpPr>
              <p:spPr>
                <a:xfrm>
                  <a:off x="4288" y="3613"/>
                  <a:ext cx="202" cy="121"/>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sp>
              <p:nvSpPr>
                <p:cNvPr id="48142" name="Line 127"/>
                <p:cNvSpPr/>
                <p:nvPr/>
              </p:nvSpPr>
              <p:spPr>
                <a:xfrm flipV="1">
                  <a:off x="4022" y="3774"/>
                  <a:ext cx="750" cy="8"/>
                </a:xfrm>
                <a:prstGeom prst="line">
                  <a:avLst/>
                </a:prstGeom>
                <a:ln w="38100" cap="flat" cmpd="sng">
                  <a:solidFill>
                    <a:schemeClr val="tx1"/>
                  </a:solidFill>
                  <a:prstDash val="solid"/>
                  <a:round/>
                  <a:headEnd type="none" w="med" len="med"/>
                  <a:tailEnd type="none" w="med" len="med"/>
                </a:ln>
              </p:spPr>
            </p:sp>
            <p:sp>
              <p:nvSpPr>
                <p:cNvPr id="48143" name="WordArt 128"/>
                <p:cNvSpPr>
                  <a:spLocks noTextEdit="1"/>
                </p:cNvSpPr>
                <p:nvPr/>
              </p:nvSpPr>
              <p:spPr>
                <a:xfrm>
                  <a:off x="4097" y="3826"/>
                  <a:ext cx="401" cy="151"/>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1.22</a:t>
                  </a:r>
                </a:p>
              </p:txBody>
            </p:sp>
          </p:grpSp>
          <p:sp>
            <p:nvSpPr>
              <p:cNvPr id="48144" name="Rectangle 129"/>
              <p:cNvSpPr/>
              <p:nvPr/>
            </p:nvSpPr>
            <p:spPr>
              <a:xfrm>
                <a:off x="632" y="3162"/>
                <a:ext cx="4552" cy="1035"/>
              </a:xfrm>
              <a:prstGeom prst="rect">
                <a:avLst/>
              </a:prstGeom>
              <a:noFill/>
              <a:ln w="57150" cap="flat" cmpd="sng">
                <a:solidFill>
                  <a:srgbClr val="FF9900"/>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48145" name="Group 130"/>
              <p:cNvGrpSpPr/>
              <p:nvPr/>
            </p:nvGrpSpPr>
            <p:grpSpPr>
              <a:xfrm rot="5400000">
                <a:off x="1448" y="3785"/>
                <a:ext cx="56" cy="190"/>
                <a:chOff x="2928" y="3216"/>
                <a:chExt cx="48" cy="240"/>
              </a:xfrm>
            </p:grpSpPr>
            <p:sp>
              <p:nvSpPr>
                <p:cNvPr id="48146" name="Line 131"/>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48147" name="Line 132"/>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48148" name="WordArt 133"/>
              <p:cNvSpPr>
                <a:spLocks noTextEdit="1"/>
              </p:cNvSpPr>
              <p:nvPr/>
            </p:nvSpPr>
            <p:spPr>
              <a:xfrm>
                <a:off x="793" y="3314"/>
                <a:ext cx="1969" cy="189"/>
              </a:xfrm>
              <a:prstGeom prst="rect">
                <a:avLst/>
              </a:prstGeom>
            </p:spPr>
            <p:txBody>
              <a:bodyPr wrap="none" fromWordArt="1">
                <a:prstTxWarp prst="textPlain">
                  <a:avLst>
                    <a:gd name="adj" fmla="val 50000"/>
                  </a:avLst>
                </a:prstTxWarp>
                <a:normAutofit/>
              </a:bodyPr>
              <a:lstStyle/>
              <a:p>
                <a:pPr algn="ctr"/>
                <a:r>
                  <a:rPr lang="zh-CN" altLang="en-US" sz="1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光学仪器最小分辨角</a:t>
                </a:r>
              </a:p>
            </p:txBody>
          </p:sp>
          <p:grpSp>
            <p:nvGrpSpPr>
              <p:cNvPr id="48149" name="Group 134"/>
              <p:cNvGrpSpPr/>
              <p:nvPr/>
            </p:nvGrpSpPr>
            <p:grpSpPr>
              <a:xfrm>
                <a:off x="1113" y="3784"/>
                <a:ext cx="197" cy="241"/>
                <a:chOff x="858" y="2011"/>
                <a:chExt cx="179" cy="232"/>
              </a:xfrm>
            </p:grpSpPr>
            <p:sp>
              <p:nvSpPr>
                <p:cNvPr id="48150" name="WordArt 135"/>
                <p:cNvSpPr>
                  <a:spLocks noTextEdit="1"/>
                </p:cNvSpPr>
                <p:nvPr/>
              </p:nvSpPr>
              <p:spPr>
                <a:xfrm>
                  <a:off x="858" y="2011"/>
                  <a:ext cx="130" cy="179"/>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48151" name="WordArt 136"/>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grpSp>
            <p:nvGrpSpPr>
              <p:cNvPr id="48152" name="Group 137"/>
              <p:cNvGrpSpPr/>
              <p:nvPr/>
            </p:nvGrpSpPr>
            <p:grpSpPr>
              <a:xfrm>
                <a:off x="3407" y="3873"/>
                <a:ext cx="198" cy="232"/>
                <a:chOff x="858" y="2011"/>
                <a:chExt cx="179" cy="232"/>
              </a:xfrm>
            </p:grpSpPr>
            <p:sp>
              <p:nvSpPr>
                <p:cNvPr id="48153" name="WordArt 138"/>
                <p:cNvSpPr>
                  <a:spLocks noTextEdit="1"/>
                </p:cNvSpPr>
                <p:nvPr/>
              </p:nvSpPr>
              <p:spPr>
                <a:xfrm>
                  <a:off x="858" y="2011"/>
                  <a:ext cx="130" cy="179"/>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48154" name="WordArt 139"/>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grpSp>
            <p:nvGrpSpPr>
              <p:cNvPr id="48155" name="Group 140"/>
              <p:cNvGrpSpPr/>
              <p:nvPr/>
            </p:nvGrpSpPr>
            <p:grpSpPr>
              <a:xfrm>
                <a:off x="1668" y="3614"/>
                <a:ext cx="961" cy="459"/>
                <a:chOff x="4723" y="3083"/>
                <a:chExt cx="796" cy="368"/>
              </a:xfrm>
            </p:grpSpPr>
            <p:sp>
              <p:nvSpPr>
                <p:cNvPr id="48156" name="WordArt 141"/>
                <p:cNvSpPr>
                  <a:spLocks noTextEdit="1"/>
                </p:cNvSpPr>
                <p:nvPr/>
              </p:nvSpPr>
              <p:spPr>
                <a:xfrm>
                  <a:off x="5250" y="3083"/>
                  <a:ext cx="184" cy="172"/>
                </a:xfrm>
                <a:prstGeom prst="rect">
                  <a:avLst/>
                </a:prstGeom>
              </p:spPr>
              <p:txBody>
                <a:bodyPr wrap="none" fromWordArt="1">
                  <a:prstTxWarp prst="textPlain">
                    <a:avLst>
                      <a:gd name="adj" fmla="val 55431"/>
                    </a:avLst>
                  </a:prstTxWarp>
                  <a:normAutofit/>
                </a:bodyPr>
                <a:lstStyle/>
                <a:p>
                  <a:pPr algn="ctr"/>
                  <a:r>
                    <a:rPr lang="zh-CN" altLang="en-US" sz="3600" b="1"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sp>
              <p:nvSpPr>
                <p:cNvPr id="48157" name="Line 142"/>
                <p:cNvSpPr/>
                <p:nvPr/>
              </p:nvSpPr>
              <p:spPr>
                <a:xfrm>
                  <a:off x="5170" y="3290"/>
                  <a:ext cx="349" cy="0"/>
                </a:xfrm>
                <a:prstGeom prst="line">
                  <a:avLst/>
                </a:prstGeom>
                <a:ln w="38100" cap="flat" cmpd="sng">
                  <a:solidFill>
                    <a:schemeClr val="tx1"/>
                  </a:solidFill>
                  <a:prstDash val="solid"/>
                  <a:round/>
                  <a:headEnd type="none" w="med" len="med"/>
                  <a:tailEnd type="none" w="med" len="med"/>
                </a:ln>
              </p:spPr>
            </p:sp>
            <p:sp>
              <p:nvSpPr>
                <p:cNvPr id="48158" name="WordArt 143"/>
                <p:cNvSpPr>
                  <a:spLocks noTextEdit="1"/>
                </p:cNvSpPr>
                <p:nvPr/>
              </p:nvSpPr>
              <p:spPr>
                <a:xfrm>
                  <a:off x="5260" y="3337"/>
                  <a:ext cx="186" cy="114"/>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sp>
              <p:nvSpPr>
                <p:cNvPr id="48159" name="WordArt 144"/>
                <p:cNvSpPr>
                  <a:spLocks noTextEdit="1"/>
                </p:cNvSpPr>
                <p:nvPr/>
              </p:nvSpPr>
              <p:spPr>
                <a:xfrm>
                  <a:off x="4723" y="3230"/>
                  <a:ext cx="368" cy="142"/>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1.22</a:t>
                  </a:r>
                </a:p>
              </p:txBody>
            </p:sp>
          </p:grpSp>
        </p:grpSp>
        <p:sp>
          <p:nvSpPr>
            <p:cNvPr id="48160" name="WordArt 145"/>
            <p:cNvSpPr>
              <a:spLocks noTextEdit="1"/>
            </p:cNvSpPr>
            <p:nvPr/>
          </p:nvSpPr>
          <p:spPr>
            <a:xfrm>
              <a:off x="211" y="3523"/>
              <a:ext cx="617" cy="284"/>
            </a:xfrm>
            <a:prstGeom prst="rect">
              <a:avLst/>
            </a:prstGeom>
          </p:spPr>
          <p:txBody>
            <a:bodyPr wrap="none" fromWordArt="1">
              <a:prstTxWarp prst="textPlain">
                <a:avLst>
                  <a:gd name="adj" fmla="val 50000"/>
                </a:avLst>
              </a:prstTxWarp>
              <a:normAutofit/>
            </a:bodyPr>
            <a:lstStyle/>
            <a:p>
              <a:pPr algn="ctr"/>
              <a:r>
                <a:rPr lang="zh-CN" altLang="en-US" sz="1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定量表达式</a:t>
              </a:r>
            </a:p>
          </p:txBody>
        </p:sp>
      </p:grpSp>
      <p:sp>
        <p:nvSpPr>
          <p:cNvPr id="5" name="文本框 4"/>
          <p:cNvSpPr txBox="1"/>
          <p:nvPr>
            <p:custDataLst>
              <p:tags r:id="rId1"/>
            </p:custDataLst>
          </p:nvPr>
        </p:nvSpPr>
        <p:spPr>
          <a:xfrm>
            <a:off x="271463" y="3635375"/>
            <a:ext cx="8432800" cy="1200150"/>
          </a:xfrm>
          <a:prstGeom prst="rect">
            <a:avLst/>
          </a:prstGeom>
          <a:noFill/>
          <a:ln w="9525">
            <a:noFill/>
          </a:ln>
        </p:spPr>
        <p:txBody>
          <a:bodyPr wrap="square" anchor="t" anchorCtr="0">
            <a:spAutoFit/>
          </a:bodyPr>
          <a:lstStyle/>
          <a:p>
            <a:pPr>
              <a:lnSpc>
                <a:spcPct val="150000"/>
              </a:lnSpc>
            </a:pPr>
            <a:r>
              <a:rPr lang="zh-CN" altLang="zh-CN" sz="2400" b="1">
                <a:solidFill>
                  <a:srgbClr val="FF0000"/>
                </a:solidFill>
                <a:latin typeface="Times New Roman" panose="02020603050405020304" pitchFamily="18" charset="0"/>
                <a:ea typeface="宋体" panose="02010600030101010101" pitchFamily="2" charset="-122"/>
                <a:sym typeface="宋体" panose="02010600030101010101" pitchFamily="2" charset="-122"/>
              </a:rPr>
              <a:t>最小分辨角</a:t>
            </a:r>
            <a:r>
              <a:rPr lang="zh-CN" altLang="zh-CN" sz="2400" b="1">
                <a:latin typeface="Times New Roman" panose="02020603050405020304" pitchFamily="18" charset="0"/>
                <a:ea typeface="宋体" panose="02010600030101010101" pitchFamily="2" charset="-122"/>
                <a:sym typeface="宋体" panose="02010600030101010101" pitchFamily="2" charset="-122"/>
              </a:rPr>
              <a:t>：两物点</a:t>
            </a:r>
            <a:r>
              <a:rPr lang="en-US" altLang="zh-CN" sz="2400" b="1" i="1">
                <a:latin typeface="Times New Roman" panose="02020603050405020304" pitchFamily="18" charset="0"/>
                <a:ea typeface="宋体" panose="02010600030101010101" pitchFamily="2" charset="-122"/>
                <a:sym typeface="宋体" panose="02010600030101010101" pitchFamily="2" charset="-122"/>
              </a:rPr>
              <a:t>S</a:t>
            </a:r>
            <a:r>
              <a:rPr lang="en-US" altLang="zh-CN" sz="2400" b="1" baseline="-25000">
                <a:latin typeface="Times New Roman" panose="02020603050405020304" pitchFamily="18" charset="0"/>
                <a:ea typeface="宋体" panose="02010600030101010101" pitchFamily="2" charset="-122"/>
                <a:sym typeface="宋体" panose="02010600030101010101" pitchFamily="2" charset="-122"/>
              </a:rPr>
              <a:t>1</a:t>
            </a:r>
            <a:r>
              <a:rPr lang="zh-CN" altLang="en-US" sz="2400" b="1">
                <a:latin typeface="Times New Roman" panose="02020603050405020304" pitchFamily="18" charset="0"/>
                <a:ea typeface="宋体" panose="02010600030101010101" pitchFamily="2" charset="-122"/>
                <a:sym typeface="宋体" panose="02010600030101010101" pitchFamily="2" charset="-122"/>
              </a:rPr>
              <a:t>和</a:t>
            </a:r>
            <a:r>
              <a:rPr lang="en-US" altLang="zh-CN" sz="2400" b="1" i="1">
                <a:latin typeface="Times New Roman" panose="02020603050405020304" pitchFamily="18" charset="0"/>
                <a:ea typeface="宋体" panose="02010600030101010101" pitchFamily="2" charset="-122"/>
                <a:sym typeface="宋体" panose="02010600030101010101" pitchFamily="2" charset="-122"/>
              </a:rPr>
              <a:t>S</a:t>
            </a:r>
            <a:r>
              <a:rPr lang="en-US" altLang="zh-CN" sz="2400" b="1" baseline="-25000">
                <a:latin typeface="Times New Roman" panose="02020603050405020304" pitchFamily="18" charset="0"/>
                <a:ea typeface="宋体" panose="02010600030101010101" pitchFamily="2" charset="-122"/>
                <a:sym typeface="宋体" panose="02010600030101010101" pitchFamily="2" charset="-122"/>
              </a:rPr>
              <a:t>2</a:t>
            </a:r>
            <a:r>
              <a:rPr lang="zh-CN" altLang="zh-CN" sz="2400" b="1">
                <a:latin typeface="Times New Roman" panose="02020603050405020304" pitchFamily="18" charset="0"/>
                <a:ea typeface="宋体" panose="02010600030101010101" pitchFamily="2" charset="-122"/>
                <a:sym typeface="宋体" panose="02010600030101010101" pitchFamily="2" charset="-122"/>
              </a:rPr>
              <a:t>刚好被光学仪器所分辨时，对透镜光心的张角</a:t>
            </a:r>
          </a:p>
        </p:txBody>
      </p:sp>
      <p:grpSp>
        <p:nvGrpSpPr>
          <p:cNvPr id="48162" name="组合 2"/>
          <p:cNvGrpSpPr/>
          <p:nvPr/>
        </p:nvGrpSpPr>
        <p:grpSpPr>
          <a:xfrm>
            <a:off x="525463" y="511175"/>
            <a:ext cx="8178800" cy="3124200"/>
            <a:chOff x="827" y="806"/>
            <a:chExt cx="12881" cy="4920"/>
          </a:xfrm>
        </p:grpSpPr>
        <p:grpSp>
          <p:nvGrpSpPr>
            <p:cNvPr id="48163" name="Group 15"/>
            <p:cNvGrpSpPr>
              <a:grpSpLocks noChangeAspect="1"/>
            </p:cNvGrpSpPr>
            <p:nvPr/>
          </p:nvGrpSpPr>
          <p:grpSpPr>
            <a:xfrm>
              <a:off x="1623" y="806"/>
              <a:ext cx="12085" cy="4920"/>
              <a:chOff x="229" y="979"/>
              <a:chExt cx="5252" cy="2138"/>
            </a:xfrm>
          </p:grpSpPr>
          <p:sp>
            <p:nvSpPr>
              <p:cNvPr id="48164" name="Rectangle 16"/>
              <p:cNvSpPr/>
              <p:nvPr/>
            </p:nvSpPr>
            <p:spPr>
              <a:xfrm>
                <a:off x="1249" y="2523"/>
                <a:ext cx="213" cy="221"/>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8165" name="Rectangle 17"/>
              <p:cNvSpPr/>
              <p:nvPr/>
            </p:nvSpPr>
            <p:spPr>
              <a:xfrm>
                <a:off x="1232" y="998"/>
                <a:ext cx="213" cy="221"/>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 name="WordArt 18"/>
              <p:cNvSpPr>
                <a:spLocks noTextEdit="1"/>
              </p:cNvSpPr>
              <p:nvPr/>
            </p:nvSpPr>
            <p:spPr>
              <a:xfrm>
                <a:off x="4865" y="1316"/>
                <a:ext cx="472" cy="163"/>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cs typeface="+mn-cs"/>
                  </a:rPr>
                  <a:t>光强</a:t>
                </a:r>
                <a:endParaRPr lang="zh-CN" altLang="en-US" sz="3600" strike="noStrike" noProof="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endParaRPr>
              </a:p>
            </p:txBody>
          </p:sp>
          <p:sp>
            <p:nvSpPr>
              <p:cNvPr id="48167" name="Freeform 19"/>
              <p:cNvSpPr/>
              <p:nvPr/>
            </p:nvSpPr>
            <p:spPr>
              <a:xfrm rot="5400000">
                <a:off x="4292" y="1126"/>
                <a:ext cx="609" cy="1208"/>
              </a:xfrm>
              <a:custGeom>
                <a:avLst/>
                <a:gdLst/>
                <a:ahLst/>
                <a:cxnLst>
                  <a:cxn ang="0">
                    <a:pos x="0" y="19"/>
                  </a:cxn>
                  <a:cxn ang="0">
                    <a:pos x="0" y="18"/>
                  </a:cxn>
                  <a:cxn ang="0">
                    <a:pos x="0" y="14"/>
                  </a:cxn>
                  <a:cxn ang="0">
                    <a:pos x="0" y="5"/>
                  </a:cxn>
                  <a:cxn ang="0">
                    <a:pos x="0" y="1"/>
                  </a:cxn>
                  <a:cxn ang="0">
                    <a:pos x="0" y="1"/>
                  </a:cxn>
                  <a:cxn ang="0">
                    <a:pos x="0" y="1"/>
                  </a:cxn>
                  <a:cxn ang="0">
                    <a:pos x="0" y="1"/>
                  </a:cxn>
                  <a:cxn ang="0">
                    <a:pos x="0" y="3"/>
                  </a:cxn>
                  <a:cxn ang="0">
                    <a:pos x="0" y="14"/>
                  </a:cxn>
                  <a:cxn ang="0">
                    <a:pos x="0" y="18"/>
                  </a:cxn>
                  <a:cxn ang="0">
                    <a:pos x="0" y="19"/>
                  </a:cxn>
                </a:cxnLst>
                <a:rect l="0" t="0" r="0" b="0"/>
                <a:pathLst>
                  <a:path w="1736" h="2023">
                    <a:moveTo>
                      <a:pt x="0" y="2007"/>
                    </a:moveTo>
                    <a:cubicBezTo>
                      <a:pt x="66" y="1986"/>
                      <a:pt x="133" y="1966"/>
                      <a:pt x="197" y="1881"/>
                    </a:cubicBezTo>
                    <a:cubicBezTo>
                      <a:pt x="261" y="1796"/>
                      <a:pt x="321" y="1715"/>
                      <a:pt x="386" y="1494"/>
                    </a:cubicBezTo>
                    <a:cubicBezTo>
                      <a:pt x="451" y="1273"/>
                      <a:pt x="537" y="778"/>
                      <a:pt x="584" y="555"/>
                    </a:cubicBezTo>
                    <a:cubicBezTo>
                      <a:pt x="631" y="332"/>
                      <a:pt x="640" y="241"/>
                      <a:pt x="670" y="153"/>
                    </a:cubicBezTo>
                    <a:cubicBezTo>
                      <a:pt x="700" y="65"/>
                      <a:pt x="733" y="50"/>
                      <a:pt x="765" y="26"/>
                    </a:cubicBezTo>
                    <a:cubicBezTo>
                      <a:pt x="797" y="2"/>
                      <a:pt x="827" y="0"/>
                      <a:pt x="860" y="10"/>
                    </a:cubicBezTo>
                    <a:cubicBezTo>
                      <a:pt x="893" y="20"/>
                      <a:pt x="931" y="40"/>
                      <a:pt x="962" y="89"/>
                    </a:cubicBezTo>
                    <a:cubicBezTo>
                      <a:pt x="993" y="138"/>
                      <a:pt x="985" y="67"/>
                      <a:pt x="1049" y="302"/>
                    </a:cubicBezTo>
                    <a:cubicBezTo>
                      <a:pt x="1113" y="537"/>
                      <a:pt x="1268" y="1238"/>
                      <a:pt x="1349" y="1502"/>
                    </a:cubicBezTo>
                    <a:cubicBezTo>
                      <a:pt x="1430" y="1766"/>
                      <a:pt x="1474" y="1801"/>
                      <a:pt x="1538" y="1888"/>
                    </a:cubicBezTo>
                    <a:cubicBezTo>
                      <a:pt x="1602" y="1975"/>
                      <a:pt x="1669" y="1999"/>
                      <a:pt x="1736" y="2023"/>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8168" name="Freeform 20"/>
              <p:cNvSpPr/>
              <p:nvPr/>
            </p:nvSpPr>
            <p:spPr>
              <a:xfrm rot="5400000">
                <a:off x="4315" y="1454"/>
                <a:ext cx="612" cy="1202"/>
              </a:xfrm>
              <a:custGeom>
                <a:avLst/>
                <a:gdLst/>
                <a:ahLst/>
                <a:cxnLst>
                  <a:cxn ang="0">
                    <a:pos x="0" y="18"/>
                  </a:cxn>
                  <a:cxn ang="0">
                    <a:pos x="0" y="17"/>
                  </a:cxn>
                  <a:cxn ang="0">
                    <a:pos x="0" y="14"/>
                  </a:cxn>
                  <a:cxn ang="0">
                    <a:pos x="0" y="5"/>
                  </a:cxn>
                  <a:cxn ang="0">
                    <a:pos x="0" y="1"/>
                  </a:cxn>
                  <a:cxn ang="0">
                    <a:pos x="0" y="1"/>
                  </a:cxn>
                  <a:cxn ang="0">
                    <a:pos x="0" y="1"/>
                  </a:cxn>
                  <a:cxn ang="0">
                    <a:pos x="0" y="1"/>
                  </a:cxn>
                  <a:cxn ang="0">
                    <a:pos x="0" y="3"/>
                  </a:cxn>
                  <a:cxn ang="0">
                    <a:pos x="0" y="14"/>
                  </a:cxn>
                  <a:cxn ang="0">
                    <a:pos x="0" y="17"/>
                  </a:cxn>
                  <a:cxn ang="0">
                    <a:pos x="0" y="18"/>
                  </a:cxn>
                </a:cxnLst>
                <a:rect l="0" t="0" r="0" b="0"/>
                <a:pathLst>
                  <a:path w="1736" h="2023">
                    <a:moveTo>
                      <a:pt x="0" y="2007"/>
                    </a:moveTo>
                    <a:cubicBezTo>
                      <a:pt x="66" y="1986"/>
                      <a:pt x="133" y="1966"/>
                      <a:pt x="197" y="1881"/>
                    </a:cubicBezTo>
                    <a:cubicBezTo>
                      <a:pt x="261" y="1796"/>
                      <a:pt x="321" y="1715"/>
                      <a:pt x="386" y="1494"/>
                    </a:cubicBezTo>
                    <a:cubicBezTo>
                      <a:pt x="451" y="1273"/>
                      <a:pt x="537" y="778"/>
                      <a:pt x="584" y="555"/>
                    </a:cubicBezTo>
                    <a:cubicBezTo>
                      <a:pt x="631" y="332"/>
                      <a:pt x="640" y="241"/>
                      <a:pt x="670" y="153"/>
                    </a:cubicBezTo>
                    <a:cubicBezTo>
                      <a:pt x="700" y="65"/>
                      <a:pt x="733" y="50"/>
                      <a:pt x="765" y="26"/>
                    </a:cubicBezTo>
                    <a:cubicBezTo>
                      <a:pt x="797" y="2"/>
                      <a:pt x="827" y="0"/>
                      <a:pt x="860" y="10"/>
                    </a:cubicBezTo>
                    <a:cubicBezTo>
                      <a:pt x="893" y="20"/>
                      <a:pt x="931" y="40"/>
                      <a:pt x="962" y="89"/>
                    </a:cubicBezTo>
                    <a:cubicBezTo>
                      <a:pt x="993" y="138"/>
                      <a:pt x="985" y="67"/>
                      <a:pt x="1049" y="302"/>
                    </a:cubicBezTo>
                    <a:cubicBezTo>
                      <a:pt x="1113" y="537"/>
                      <a:pt x="1268" y="1238"/>
                      <a:pt x="1349" y="1502"/>
                    </a:cubicBezTo>
                    <a:cubicBezTo>
                      <a:pt x="1430" y="1766"/>
                      <a:pt x="1474" y="1801"/>
                      <a:pt x="1538" y="1888"/>
                    </a:cubicBezTo>
                    <a:cubicBezTo>
                      <a:pt x="1602" y="1975"/>
                      <a:pt x="1669" y="1999"/>
                      <a:pt x="1736" y="2023"/>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8169" name="Arc 21"/>
              <p:cNvSpPr/>
              <p:nvPr/>
            </p:nvSpPr>
            <p:spPr>
              <a:xfrm>
                <a:off x="5112" y="1823"/>
                <a:ext cx="107" cy="133"/>
              </a:xfrm>
              <a:custGeom>
                <a:avLst/>
                <a:gdLst/>
                <a:ahLst/>
                <a:cxnLst>
                  <a:cxn ang="0">
                    <a:pos x="0" y="0"/>
                  </a:cxn>
                  <a:cxn ang="0">
                    <a:pos x="0" y="0"/>
                  </a:cxn>
                  <a:cxn ang="0">
                    <a:pos x="0" y="0"/>
                  </a:cxn>
                </a:cxnLst>
                <a:rect l="0" t="0" r="0" b="0"/>
                <a:pathLst>
                  <a:path w="21600" h="42803" fill="none">
                    <a:moveTo>
                      <a:pt x="17694" y="42802"/>
                    </a:moveTo>
                    <a:cubicBezTo>
                      <a:pt x="7442" y="40918"/>
                      <a:pt x="0" y="31981"/>
                      <a:pt x="0" y="21559"/>
                    </a:cubicBezTo>
                    <a:cubicBezTo>
                      <a:pt x="-1" y="10145"/>
                      <a:pt x="8879" y="701"/>
                      <a:pt x="20271" y="-1"/>
                    </a:cubicBezTo>
                  </a:path>
                  <a:path w="21600" h="42803" stroke="0">
                    <a:moveTo>
                      <a:pt x="17694" y="42802"/>
                    </a:moveTo>
                    <a:cubicBezTo>
                      <a:pt x="7442" y="40918"/>
                      <a:pt x="0" y="31981"/>
                      <a:pt x="0" y="21559"/>
                    </a:cubicBezTo>
                    <a:cubicBezTo>
                      <a:pt x="-1" y="10145"/>
                      <a:pt x="8879" y="701"/>
                      <a:pt x="20271" y="-1"/>
                    </a:cubicBezTo>
                    <a:lnTo>
                      <a:pt x="21600" y="21559"/>
                    </a:lnTo>
                    <a:lnTo>
                      <a:pt x="17694" y="42802"/>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8170" name="Arc 22"/>
              <p:cNvSpPr/>
              <p:nvPr/>
            </p:nvSpPr>
            <p:spPr>
              <a:xfrm>
                <a:off x="4072" y="1339"/>
                <a:ext cx="500" cy="213"/>
              </a:xfrm>
              <a:custGeom>
                <a:avLst/>
                <a:gdLst/>
                <a:ahLst/>
                <a:cxnLst>
                  <a:cxn ang="0">
                    <a:pos x="0" y="0"/>
                  </a:cxn>
                  <a:cxn ang="0">
                    <a:pos x="0" y="0"/>
                  </a:cxn>
                  <a:cxn ang="0">
                    <a:pos x="0" y="0"/>
                  </a:cxn>
                </a:cxnLst>
                <a:rect l="0" t="0" r="0" b="0"/>
                <a:pathLst>
                  <a:path w="19383" h="20535" fill="none">
                    <a:moveTo>
                      <a:pt x="12683" y="20534"/>
                    </a:moveTo>
                    <a:cubicBezTo>
                      <a:pt x="7144" y="18727"/>
                      <a:pt x="2570" y="14759"/>
                      <a:pt x="-1" y="9531"/>
                    </a:cubicBezTo>
                  </a:path>
                  <a:path w="19383" h="20535" stroke="0">
                    <a:moveTo>
                      <a:pt x="12683" y="20534"/>
                    </a:moveTo>
                    <a:cubicBezTo>
                      <a:pt x="7144" y="18727"/>
                      <a:pt x="2570" y="14759"/>
                      <a:pt x="-1" y="9531"/>
                    </a:cubicBezTo>
                    <a:lnTo>
                      <a:pt x="19383" y="0"/>
                    </a:lnTo>
                    <a:lnTo>
                      <a:pt x="12683" y="20534"/>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8171" name="Freeform 23"/>
              <p:cNvSpPr/>
              <p:nvPr/>
            </p:nvSpPr>
            <p:spPr>
              <a:xfrm>
                <a:off x="4372" y="1547"/>
                <a:ext cx="851" cy="117"/>
              </a:xfrm>
              <a:custGeom>
                <a:avLst/>
                <a:gdLst/>
                <a:ahLst/>
                <a:cxnLst>
                  <a:cxn ang="0">
                    <a:pos x="0" y="0"/>
                  </a:cxn>
                  <a:cxn ang="0">
                    <a:pos x="149" y="16"/>
                  </a:cxn>
                  <a:cxn ang="0">
                    <a:pos x="255" y="28"/>
                  </a:cxn>
                  <a:cxn ang="0">
                    <a:pos x="295" y="33"/>
                  </a:cxn>
                  <a:cxn ang="0">
                    <a:pos x="319" y="39"/>
                  </a:cxn>
                </a:cxnLst>
                <a:rect l="0" t="0" r="0" b="0"/>
                <a:pathLst>
                  <a:path w="962" h="134">
                    <a:moveTo>
                      <a:pt x="0" y="0"/>
                    </a:moveTo>
                    <a:cubicBezTo>
                      <a:pt x="160" y="19"/>
                      <a:pt x="321" y="39"/>
                      <a:pt x="449" y="55"/>
                    </a:cubicBezTo>
                    <a:cubicBezTo>
                      <a:pt x="577" y="71"/>
                      <a:pt x="691" y="85"/>
                      <a:pt x="765" y="94"/>
                    </a:cubicBezTo>
                    <a:cubicBezTo>
                      <a:pt x="839" y="103"/>
                      <a:pt x="858" y="103"/>
                      <a:pt x="891" y="110"/>
                    </a:cubicBezTo>
                    <a:cubicBezTo>
                      <a:pt x="924" y="117"/>
                      <a:pt x="943" y="125"/>
                      <a:pt x="962" y="134"/>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8172" name="Freeform 24"/>
              <p:cNvSpPr/>
              <p:nvPr/>
            </p:nvSpPr>
            <p:spPr>
              <a:xfrm rot="-170446" flipV="1">
                <a:off x="4386" y="2133"/>
                <a:ext cx="852" cy="117"/>
              </a:xfrm>
              <a:custGeom>
                <a:avLst/>
                <a:gdLst/>
                <a:ahLst/>
                <a:cxnLst>
                  <a:cxn ang="0">
                    <a:pos x="0" y="0"/>
                  </a:cxn>
                  <a:cxn ang="0">
                    <a:pos x="150" y="16"/>
                  </a:cxn>
                  <a:cxn ang="0">
                    <a:pos x="256" y="28"/>
                  </a:cxn>
                  <a:cxn ang="0">
                    <a:pos x="298" y="33"/>
                  </a:cxn>
                  <a:cxn ang="0">
                    <a:pos x="323" y="39"/>
                  </a:cxn>
                </a:cxnLst>
                <a:rect l="0" t="0" r="0" b="0"/>
                <a:pathLst>
                  <a:path w="962" h="134">
                    <a:moveTo>
                      <a:pt x="0" y="0"/>
                    </a:moveTo>
                    <a:cubicBezTo>
                      <a:pt x="160" y="19"/>
                      <a:pt x="321" y="39"/>
                      <a:pt x="449" y="55"/>
                    </a:cubicBezTo>
                    <a:cubicBezTo>
                      <a:pt x="577" y="71"/>
                      <a:pt x="691" y="85"/>
                      <a:pt x="765" y="94"/>
                    </a:cubicBezTo>
                    <a:cubicBezTo>
                      <a:pt x="839" y="103"/>
                      <a:pt x="858" y="103"/>
                      <a:pt x="891" y="110"/>
                    </a:cubicBezTo>
                    <a:cubicBezTo>
                      <a:pt x="924" y="117"/>
                      <a:pt x="943" y="125"/>
                      <a:pt x="962" y="134"/>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8173" name="Arc 25"/>
              <p:cNvSpPr/>
              <p:nvPr/>
            </p:nvSpPr>
            <p:spPr>
              <a:xfrm flipV="1">
                <a:off x="4066" y="2268"/>
                <a:ext cx="497" cy="213"/>
              </a:xfrm>
              <a:custGeom>
                <a:avLst/>
                <a:gdLst/>
                <a:ahLst/>
                <a:cxnLst>
                  <a:cxn ang="0">
                    <a:pos x="0" y="0"/>
                  </a:cxn>
                  <a:cxn ang="0">
                    <a:pos x="0" y="0"/>
                  </a:cxn>
                  <a:cxn ang="0">
                    <a:pos x="0" y="0"/>
                  </a:cxn>
                </a:cxnLst>
                <a:rect l="0" t="0" r="0" b="0"/>
                <a:pathLst>
                  <a:path w="19383" h="20535" fill="none">
                    <a:moveTo>
                      <a:pt x="12683" y="20534"/>
                    </a:moveTo>
                    <a:cubicBezTo>
                      <a:pt x="7144" y="18727"/>
                      <a:pt x="2570" y="14759"/>
                      <a:pt x="-1" y="9531"/>
                    </a:cubicBezTo>
                  </a:path>
                  <a:path w="19383" h="20535" stroke="0">
                    <a:moveTo>
                      <a:pt x="12683" y="20534"/>
                    </a:moveTo>
                    <a:cubicBezTo>
                      <a:pt x="7144" y="18727"/>
                      <a:pt x="2570" y="14759"/>
                      <a:pt x="-1" y="9531"/>
                    </a:cubicBezTo>
                    <a:lnTo>
                      <a:pt x="19383" y="0"/>
                    </a:lnTo>
                    <a:lnTo>
                      <a:pt x="12683" y="20534"/>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8174" name="Arc 26"/>
              <p:cNvSpPr/>
              <p:nvPr/>
            </p:nvSpPr>
            <p:spPr>
              <a:xfrm rot="5386920">
                <a:off x="595" y="1797"/>
                <a:ext cx="1595" cy="142"/>
              </a:xfrm>
              <a:custGeom>
                <a:avLst/>
                <a:gdLst/>
                <a:ahLst/>
                <a:cxnLst>
                  <a:cxn ang="0">
                    <a:pos x="0" y="0"/>
                  </a:cxn>
                  <a:cxn ang="0">
                    <a:pos x="0" y="0"/>
                  </a:cxn>
                  <a:cxn ang="0">
                    <a:pos x="0" y="0"/>
                  </a:cxn>
                </a:cxnLst>
                <a:rect l="0" t="0" r="0" b="0"/>
                <a:pathLst>
                  <a:path w="40634" h="21600" fill="none">
                    <a:moveTo>
                      <a:pt x="-1" y="14300"/>
                    </a:moveTo>
                    <a:cubicBezTo>
                      <a:pt x="3079" y="5721"/>
                      <a:pt x="11213" y="-1"/>
                      <a:pt x="20329" y="0"/>
                    </a:cubicBezTo>
                    <a:cubicBezTo>
                      <a:pt x="29418" y="0"/>
                      <a:pt x="37534" y="5689"/>
                      <a:pt x="40634" y="14233"/>
                    </a:cubicBezTo>
                  </a:path>
                  <a:path w="40634" h="21600" stroke="0">
                    <a:moveTo>
                      <a:pt x="-1" y="14300"/>
                    </a:moveTo>
                    <a:cubicBezTo>
                      <a:pt x="3079" y="5721"/>
                      <a:pt x="11213" y="-1"/>
                      <a:pt x="20329" y="0"/>
                    </a:cubicBezTo>
                    <a:cubicBezTo>
                      <a:pt x="29418" y="0"/>
                      <a:pt x="37534" y="5689"/>
                      <a:pt x="40634" y="14233"/>
                    </a:cubicBezTo>
                    <a:lnTo>
                      <a:pt x="20329" y="21600"/>
                    </a:lnTo>
                    <a:lnTo>
                      <a:pt x="-1" y="14300"/>
                    </a:lnTo>
                    <a:close/>
                  </a:path>
                </a:pathLst>
              </a:custGeom>
              <a:gradFill rotWithShape="0">
                <a:gsLst>
                  <a:gs pos="0">
                    <a:srgbClr val="66FFFF"/>
                  </a:gs>
                  <a:gs pos="100000">
                    <a:srgbClr val="44AAAA"/>
                  </a:gs>
                </a:gsLst>
                <a:lin ang="5400000" scaled="1"/>
                <a:tileRect/>
              </a:gradFill>
              <a:ln w="12700">
                <a:noFill/>
              </a:ln>
            </p:spPr>
            <p:txBody>
              <a:bodyPr/>
              <a:lstStyle/>
              <a:p>
                <a:endParaRPr lang="zh-CN" altLang="en-US"/>
              </a:p>
            </p:txBody>
          </p:sp>
          <p:sp>
            <p:nvSpPr>
              <p:cNvPr id="48175" name="Arc 27"/>
              <p:cNvSpPr/>
              <p:nvPr/>
            </p:nvSpPr>
            <p:spPr>
              <a:xfrm rot="5386920" flipV="1">
                <a:off x="478" y="1806"/>
                <a:ext cx="1582" cy="133"/>
              </a:xfrm>
              <a:custGeom>
                <a:avLst/>
                <a:gdLst/>
                <a:ahLst/>
                <a:cxnLst>
                  <a:cxn ang="0">
                    <a:pos x="0" y="0"/>
                  </a:cxn>
                  <a:cxn ang="0">
                    <a:pos x="0" y="0"/>
                  </a:cxn>
                  <a:cxn ang="0">
                    <a:pos x="0" y="0"/>
                  </a:cxn>
                </a:cxnLst>
                <a:rect l="0" t="0" r="0" b="0"/>
                <a:pathLst>
                  <a:path w="40187" h="21600" fill="none">
                    <a:moveTo>
                      <a:pt x="-1" y="13158"/>
                    </a:moveTo>
                    <a:cubicBezTo>
                      <a:pt x="3386" y="5180"/>
                      <a:pt x="11214" y="-1"/>
                      <a:pt x="19882" y="0"/>
                    </a:cubicBezTo>
                    <a:cubicBezTo>
                      <a:pt x="28971" y="0"/>
                      <a:pt x="37087" y="5689"/>
                      <a:pt x="40187" y="14233"/>
                    </a:cubicBezTo>
                  </a:path>
                  <a:path w="40187" h="21600" stroke="0">
                    <a:moveTo>
                      <a:pt x="-1" y="13158"/>
                    </a:moveTo>
                    <a:cubicBezTo>
                      <a:pt x="3386" y="5180"/>
                      <a:pt x="11214" y="-1"/>
                      <a:pt x="19882" y="0"/>
                    </a:cubicBezTo>
                    <a:cubicBezTo>
                      <a:pt x="28971" y="0"/>
                      <a:pt x="37087" y="5689"/>
                      <a:pt x="40187" y="14233"/>
                    </a:cubicBezTo>
                    <a:lnTo>
                      <a:pt x="19882" y="21600"/>
                    </a:lnTo>
                    <a:lnTo>
                      <a:pt x="-1" y="13158"/>
                    </a:lnTo>
                    <a:close/>
                  </a:path>
                </a:pathLst>
              </a:custGeom>
              <a:gradFill rotWithShape="0">
                <a:gsLst>
                  <a:gs pos="0">
                    <a:srgbClr val="66FFFF"/>
                  </a:gs>
                  <a:gs pos="100000">
                    <a:srgbClr val="47B2B2"/>
                  </a:gs>
                </a:gsLst>
                <a:lin ang="5400000" scaled="1"/>
                <a:tileRect/>
              </a:gradFill>
              <a:ln w="12700">
                <a:noFill/>
              </a:ln>
            </p:spPr>
            <p:txBody>
              <a:bodyPr/>
              <a:lstStyle/>
              <a:p>
                <a:endParaRPr lang="zh-CN" altLang="en-US"/>
              </a:p>
            </p:txBody>
          </p:sp>
          <p:sp>
            <p:nvSpPr>
              <p:cNvPr id="48176" name="Rectangle 28"/>
              <p:cNvSpPr/>
              <p:nvPr/>
            </p:nvSpPr>
            <p:spPr>
              <a:xfrm rot="5386920">
                <a:off x="544" y="1821"/>
                <a:ext cx="1579" cy="82"/>
              </a:xfrm>
              <a:prstGeom prst="rect">
                <a:avLst/>
              </a:prstGeom>
              <a:gradFill rotWithShape="0">
                <a:gsLst>
                  <a:gs pos="0">
                    <a:srgbClr val="52CCCC"/>
                  </a:gs>
                  <a:gs pos="50000">
                    <a:srgbClr val="66FFFF"/>
                  </a:gs>
                  <a:gs pos="100000">
                    <a:srgbClr val="52CCCC"/>
                  </a:gs>
                </a:gsLst>
                <a:lin ang="5400000" scaled="1"/>
                <a:tileRect/>
              </a:gradFill>
              <a:ln w="9525" cap="flat" cmpd="sng">
                <a:solidFill>
                  <a:schemeClr val="bg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8177" name="Line 29"/>
              <p:cNvSpPr/>
              <p:nvPr/>
            </p:nvSpPr>
            <p:spPr>
              <a:xfrm rot="68555">
                <a:off x="1311" y="1097"/>
                <a:ext cx="89" cy="1"/>
              </a:xfrm>
              <a:prstGeom prst="line">
                <a:avLst/>
              </a:prstGeom>
              <a:ln w="28575" cap="flat" cmpd="sng">
                <a:solidFill>
                  <a:schemeClr val="tx1"/>
                </a:solidFill>
                <a:prstDash val="solid"/>
                <a:round/>
                <a:headEnd type="none" w="med" len="med"/>
                <a:tailEnd type="none" w="med" len="med"/>
              </a:ln>
            </p:spPr>
          </p:sp>
          <p:sp>
            <p:nvSpPr>
              <p:cNvPr id="48178" name="Line 30"/>
              <p:cNvSpPr/>
              <p:nvPr/>
            </p:nvSpPr>
            <p:spPr>
              <a:xfrm rot="68555" flipV="1">
                <a:off x="1302" y="2664"/>
                <a:ext cx="90" cy="2"/>
              </a:xfrm>
              <a:prstGeom prst="line">
                <a:avLst/>
              </a:prstGeom>
              <a:ln w="28575" cap="flat" cmpd="sng">
                <a:solidFill>
                  <a:schemeClr val="tx1"/>
                </a:solidFill>
                <a:prstDash val="solid"/>
                <a:round/>
                <a:headEnd type="none" w="med" len="med"/>
                <a:tailEnd type="none" w="med" len="med"/>
              </a:ln>
            </p:spPr>
          </p:sp>
          <p:sp>
            <p:nvSpPr>
              <p:cNvPr id="48179" name="Arc 31"/>
              <p:cNvSpPr/>
              <p:nvPr/>
            </p:nvSpPr>
            <p:spPr>
              <a:xfrm rot="5386920">
                <a:off x="600" y="1792"/>
                <a:ext cx="1581" cy="138"/>
              </a:xfrm>
              <a:custGeom>
                <a:avLst/>
                <a:gdLst/>
                <a:ahLst/>
                <a:cxnLst>
                  <a:cxn ang="0">
                    <a:pos x="0" y="0"/>
                  </a:cxn>
                  <a:cxn ang="0">
                    <a:pos x="0" y="0"/>
                  </a:cxn>
                  <a:cxn ang="0">
                    <a:pos x="0" y="0"/>
                  </a:cxn>
                </a:cxnLst>
                <a:rect l="0" t="0" r="0" b="0"/>
                <a:pathLst>
                  <a:path w="40634" h="21600" fill="none">
                    <a:moveTo>
                      <a:pt x="-1" y="14300"/>
                    </a:moveTo>
                    <a:cubicBezTo>
                      <a:pt x="3079" y="5721"/>
                      <a:pt x="11213" y="-1"/>
                      <a:pt x="20329" y="0"/>
                    </a:cubicBezTo>
                    <a:cubicBezTo>
                      <a:pt x="29418" y="0"/>
                      <a:pt x="37534" y="5689"/>
                      <a:pt x="40634" y="14233"/>
                    </a:cubicBezTo>
                  </a:path>
                  <a:path w="40634" h="21600" stroke="0">
                    <a:moveTo>
                      <a:pt x="-1" y="14300"/>
                    </a:moveTo>
                    <a:cubicBezTo>
                      <a:pt x="3079" y="5721"/>
                      <a:pt x="11213" y="-1"/>
                      <a:pt x="20329" y="0"/>
                    </a:cubicBezTo>
                    <a:cubicBezTo>
                      <a:pt x="29418" y="0"/>
                      <a:pt x="37534" y="5689"/>
                      <a:pt x="40634" y="14233"/>
                    </a:cubicBezTo>
                    <a:lnTo>
                      <a:pt x="20329" y="21600"/>
                    </a:lnTo>
                    <a:lnTo>
                      <a:pt x="-1" y="14300"/>
                    </a:lnTo>
                    <a:close/>
                  </a:path>
                </a:pathLst>
              </a:custGeom>
              <a:noFill/>
              <a:ln w="28575" cap="flat" cmpd="sng">
                <a:solidFill>
                  <a:schemeClr val="tx2"/>
                </a:solidFill>
                <a:prstDash val="solid"/>
                <a:round/>
                <a:headEnd type="none" w="med" len="med"/>
                <a:tailEnd type="none" w="med" len="med"/>
              </a:ln>
            </p:spPr>
            <p:txBody>
              <a:bodyPr/>
              <a:lstStyle/>
              <a:p>
                <a:endParaRPr lang="zh-CN" altLang="en-US"/>
              </a:p>
            </p:txBody>
          </p:sp>
          <p:sp>
            <p:nvSpPr>
              <p:cNvPr id="48180" name="Arc 32"/>
              <p:cNvSpPr/>
              <p:nvPr/>
            </p:nvSpPr>
            <p:spPr>
              <a:xfrm rot="5386920" flipV="1">
                <a:off x="485" y="1795"/>
                <a:ext cx="1579" cy="129"/>
              </a:xfrm>
              <a:custGeom>
                <a:avLst/>
                <a:gdLst/>
                <a:ahLst/>
                <a:cxnLst>
                  <a:cxn ang="0">
                    <a:pos x="0" y="0"/>
                  </a:cxn>
                  <a:cxn ang="0">
                    <a:pos x="0" y="0"/>
                  </a:cxn>
                  <a:cxn ang="0">
                    <a:pos x="0" y="0"/>
                  </a:cxn>
                </a:cxnLst>
                <a:rect l="0" t="0" r="0" b="0"/>
                <a:pathLst>
                  <a:path w="40187" h="21600" fill="none">
                    <a:moveTo>
                      <a:pt x="-1" y="13158"/>
                    </a:moveTo>
                    <a:cubicBezTo>
                      <a:pt x="3386" y="5180"/>
                      <a:pt x="11214" y="-1"/>
                      <a:pt x="19882" y="0"/>
                    </a:cubicBezTo>
                    <a:cubicBezTo>
                      <a:pt x="28971" y="0"/>
                      <a:pt x="37087" y="5689"/>
                      <a:pt x="40187" y="14233"/>
                    </a:cubicBezTo>
                  </a:path>
                  <a:path w="40187" h="21600" stroke="0">
                    <a:moveTo>
                      <a:pt x="-1" y="13158"/>
                    </a:moveTo>
                    <a:cubicBezTo>
                      <a:pt x="3386" y="5180"/>
                      <a:pt x="11214" y="-1"/>
                      <a:pt x="19882" y="0"/>
                    </a:cubicBezTo>
                    <a:cubicBezTo>
                      <a:pt x="28971" y="0"/>
                      <a:pt x="37087" y="5689"/>
                      <a:pt x="40187" y="14233"/>
                    </a:cubicBezTo>
                    <a:lnTo>
                      <a:pt x="19882" y="21600"/>
                    </a:lnTo>
                    <a:lnTo>
                      <a:pt x="-1" y="13158"/>
                    </a:lnTo>
                    <a:close/>
                  </a:path>
                </a:pathLst>
              </a:custGeom>
              <a:noFill/>
              <a:ln w="28575" cap="flat" cmpd="sng">
                <a:solidFill>
                  <a:schemeClr val="tx2"/>
                </a:solidFill>
                <a:prstDash val="solid"/>
                <a:round/>
                <a:headEnd type="none" w="med" len="med"/>
                <a:tailEnd type="none" w="med" len="med"/>
              </a:ln>
            </p:spPr>
            <p:txBody>
              <a:bodyPr/>
              <a:lstStyle/>
              <a:p>
                <a:endParaRPr lang="zh-CN" altLang="en-US"/>
              </a:p>
            </p:txBody>
          </p:sp>
          <p:sp>
            <p:nvSpPr>
              <p:cNvPr id="3" name="WordArt 33"/>
              <p:cNvSpPr>
                <a:spLocks noTextEdit="1"/>
              </p:cNvSpPr>
              <p:nvPr/>
            </p:nvSpPr>
            <p:spPr>
              <a:xfrm>
                <a:off x="420" y="1390"/>
                <a:ext cx="170" cy="217"/>
              </a:xfrm>
              <a:prstGeom prst="rect">
                <a:avLst/>
              </a:prstGeom>
            </p:spPr>
            <p:txBody>
              <a:bodyPr wrap="none" fromWordArt="1">
                <a:prstTxWarp prst="textPlain">
                  <a:avLst>
                    <a:gd name="adj" fmla="val 50000"/>
                  </a:avLst>
                </a:prstTxWarp>
                <a:normAutofit fontScale="40000"/>
              </a:bodyPr>
              <a:lstStyle/>
              <a:p>
                <a:pPr algn="ctr" fontAlgn="base"/>
                <a:r>
                  <a:rPr lang="zh-CN" altLang="en-US" sz="3600" b="1"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cs typeface="+mn-cs"/>
                  </a:rPr>
                  <a:t>l</a:t>
                </a:r>
                <a:endParaRPr lang="zh-CN" altLang="en-US" sz="3600" b="1"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endParaRPr>
              </a:p>
            </p:txBody>
          </p:sp>
          <p:sp>
            <p:nvSpPr>
              <p:cNvPr id="48182" name="Line 34"/>
              <p:cNvSpPr/>
              <p:nvPr/>
            </p:nvSpPr>
            <p:spPr>
              <a:xfrm>
                <a:off x="1042" y="2521"/>
                <a:ext cx="190" cy="0"/>
              </a:xfrm>
              <a:prstGeom prst="line">
                <a:avLst/>
              </a:prstGeom>
              <a:ln w="28575" cap="flat" cmpd="sng">
                <a:solidFill>
                  <a:srgbClr val="808080"/>
                </a:solidFill>
                <a:prstDash val="solid"/>
                <a:round/>
                <a:headEnd type="none" w="med" len="med"/>
                <a:tailEnd type="none" w="med" len="med"/>
              </a:ln>
            </p:spPr>
          </p:sp>
          <p:sp>
            <p:nvSpPr>
              <p:cNvPr id="48183" name="Line 35"/>
              <p:cNvSpPr/>
              <p:nvPr/>
            </p:nvSpPr>
            <p:spPr>
              <a:xfrm>
                <a:off x="1059" y="1220"/>
                <a:ext cx="190" cy="0"/>
              </a:xfrm>
              <a:prstGeom prst="line">
                <a:avLst/>
              </a:prstGeom>
              <a:ln w="28575" cap="flat" cmpd="sng">
                <a:solidFill>
                  <a:srgbClr val="808080"/>
                </a:solidFill>
                <a:prstDash val="solid"/>
                <a:round/>
                <a:headEnd type="none" w="med" len="med"/>
                <a:tailEnd type="none" w="med" len="med"/>
              </a:ln>
            </p:spPr>
          </p:sp>
          <p:sp>
            <p:nvSpPr>
              <p:cNvPr id="4" name="WordArt 36"/>
              <p:cNvSpPr>
                <a:spLocks noTextEdit="1"/>
              </p:cNvSpPr>
              <p:nvPr/>
            </p:nvSpPr>
            <p:spPr>
              <a:xfrm>
                <a:off x="942" y="1577"/>
                <a:ext cx="178" cy="147"/>
              </a:xfrm>
              <a:prstGeom prst="rect">
                <a:avLst/>
              </a:prstGeom>
            </p:spPr>
            <p:txBody>
              <a:bodyPr wrap="none" fromWordArt="1">
                <a:prstTxWarp prst="textPlain">
                  <a:avLst>
                    <a:gd name="adj" fmla="val 50000"/>
                  </a:avLst>
                </a:prstTxWarp>
                <a:normAutofit fontScale="25000"/>
              </a:bodyPr>
              <a:lstStyle/>
              <a:p>
                <a:pPr algn="ctr" fontAlgn="base"/>
                <a:r>
                  <a:rPr lang="zh-CN" altLang="en-US" sz="3600" b="1"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D</a:t>
                </a:r>
                <a:endParaRPr lang="zh-CN" altLang="en-US" sz="3600" b="1"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48185" name="Line 37"/>
              <p:cNvSpPr/>
              <p:nvPr/>
            </p:nvSpPr>
            <p:spPr>
              <a:xfrm>
                <a:off x="1184" y="1185"/>
                <a:ext cx="0" cy="1336"/>
              </a:xfrm>
              <a:prstGeom prst="line">
                <a:avLst/>
              </a:prstGeom>
              <a:ln w="28575" cap="flat" cmpd="sng">
                <a:solidFill>
                  <a:srgbClr val="808080"/>
                </a:solidFill>
                <a:prstDash val="solid"/>
                <a:round/>
                <a:headEnd type="triangle" w="sm" len="lg"/>
                <a:tailEnd type="triangle" w="sm" len="lg"/>
              </a:ln>
            </p:spPr>
          </p:sp>
          <p:sp>
            <p:nvSpPr>
              <p:cNvPr id="48186" name="Line 38"/>
              <p:cNvSpPr/>
              <p:nvPr/>
            </p:nvSpPr>
            <p:spPr>
              <a:xfrm>
                <a:off x="1366" y="2766"/>
                <a:ext cx="0" cy="292"/>
              </a:xfrm>
              <a:prstGeom prst="line">
                <a:avLst/>
              </a:prstGeom>
              <a:ln w="28575" cap="flat" cmpd="sng">
                <a:solidFill>
                  <a:srgbClr val="808080"/>
                </a:solidFill>
                <a:prstDash val="solid"/>
                <a:round/>
                <a:headEnd type="none" w="med" len="med"/>
                <a:tailEnd type="none" w="med" len="med"/>
              </a:ln>
            </p:spPr>
          </p:sp>
          <p:sp>
            <p:nvSpPr>
              <p:cNvPr id="48187" name="Line 39"/>
              <p:cNvSpPr/>
              <p:nvPr/>
            </p:nvSpPr>
            <p:spPr>
              <a:xfrm>
                <a:off x="3316" y="2751"/>
                <a:ext cx="0" cy="303"/>
              </a:xfrm>
              <a:prstGeom prst="line">
                <a:avLst/>
              </a:prstGeom>
              <a:ln w="28575" cap="flat" cmpd="sng">
                <a:solidFill>
                  <a:srgbClr val="808080"/>
                </a:solidFill>
                <a:prstDash val="solid"/>
                <a:round/>
                <a:headEnd type="none" w="med" len="med"/>
                <a:tailEnd type="none" w="med" len="med"/>
              </a:ln>
            </p:spPr>
          </p:sp>
          <p:sp>
            <p:nvSpPr>
              <p:cNvPr id="48188" name="Line 40"/>
              <p:cNvSpPr/>
              <p:nvPr/>
            </p:nvSpPr>
            <p:spPr>
              <a:xfrm flipH="1">
                <a:off x="1351" y="2979"/>
                <a:ext cx="789" cy="0"/>
              </a:xfrm>
              <a:prstGeom prst="line">
                <a:avLst/>
              </a:prstGeom>
              <a:ln w="28575" cap="flat" cmpd="sng">
                <a:solidFill>
                  <a:srgbClr val="808080"/>
                </a:solidFill>
                <a:prstDash val="solid"/>
                <a:round/>
                <a:headEnd type="none" w="med" len="med"/>
                <a:tailEnd type="triangle" w="sm" len="lg"/>
              </a:ln>
            </p:spPr>
          </p:sp>
          <p:sp>
            <p:nvSpPr>
              <p:cNvPr id="6" name="WordArt 41"/>
              <p:cNvSpPr>
                <a:spLocks noTextEdit="1"/>
              </p:cNvSpPr>
              <p:nvPr/>
            </p:nvSpPr>
            <p:spPr>
              <a:xfrm>
                <a:off x="2244" y="2893"/>
                <a:ext cx="133" cy="224"/>
              </a:xfrm>
              <a:prstGeom prst="rect">
                <a:avLst/>
              </a:prstGeom>
            </p:spPr>
            <p:txBody>
              <a:bodyPr wrap="none" fromWordArt="1">
                <a:prstTxWarp prst="textPlain">
                  <a:avLst>
                    <a:gd name="adj" fmla="val 50000"/>
                  </a:avLst>
                </a:prstTxWarp>
                <a:normAutofit fontScale="40000"/>
              </a:bodyPr>
              <a:lstStyle/>
              <a:p>
                <a:pPr algn="ctr" fontAlgn="base"/>
                <a:r>
                  <a:rPr lang="zh-CN" altLang="en-US" sz="3600" b="1"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f</a:t>
                </a:r>
                <a:endParaRPr lang="zh-CN" altLang="en-US" sz="3600" b="1"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48190" name="Line 42"/>
              <p:cNvSpPr/>
              <p:nvPr/>
            </p:nvSpPr>
            <p:spPr>
              <a:xfrm>
                <a:off x="5279" y="2071"/>
                <a:ext cx="0" cy="805"/>
              </a:xfrm>
              <a:prstGeom prst="line">
                <a:avLst/>
              </a:prstGeom>
              <a:ln w="9525" cap="flat" cmpd="sng">
                <a:solidFill>
                  <a:schemeClr val="tx1"/>
                </a:solidFill>
                <a:prstDash val="solid"/>
                <a:round/>
                <a:headEnd type="none" w="med" len="med"/>
                <a:tailEnd type="none" w="med" len="med"/>
              </a:ln>
            </p:spPr>
          </p:sp>
          <p:sp>
            <p:nvSpPr>
              <p:cNvPr id="48191" name="Line 43"/>
              <p:cNvSpPr/>
              <p:nvPr/>
            </p:nvSpPr>
            <p:spPr>
              <a:xfrm>
                <a:off x="5115" y="1876"/>
                <a:ext cx="0" cy="679"/>
              </a:xfrm>
              <a:prstGeom prst="line">
                <a:avLst/>
              </a:prstGeom>
              <a:ln w="9525" cap="flat" cmpd="sng">
                <a:solidFill>
                  <a:schemeClr val="tx1"/>
                </a:solidFill>
                <a:prstDash val="solid"/>
                <a:round/>
                <a:headEnd type="none" w="med" len="med"/>
                <a:tailEnd type="none" w="med" len="med"/>
              </a:ln>
            </p:spPr>
          </p:sp>
          <p:sp>
            <p:nvSpPr>
              <p:cNvPr id="48192" name="Line 44"/>
              <p:cNvSpPr/>
              <p:nvPr/>
            </p:nvSpPr>
            <p:spPr>
              <a:xfrm>
                <a:off x="4025" y="2837"/>
                <a:ext cx="457" cy="0"/>
              </a:xfrm>
              <a:prstGeom prst="line">
                <a:avLst/>
              </a:prstGeom>
              <a:ln w="28575" cap="flat" cmpd="sng">
                <a:solidFill>
                  <a:srgbClr val="808080"/>
                </a:solidFill>
                <a:prstDash val="solid"/>
                <a:round/>
                <a:headEnd type="triangle" w="sm" len="lg"/>
                <a:tailEnd type="none" w="med" len="med"/>
              </a:ln>
            </p:spPr>
          </p:sp>
          <p:sp>
            <p:nvSpPr>
              <p:cNvPr id="48193" name="Line 45"/>
              <p:cNvSpPr/>
              <p:nvPr/>
            </p:nvSpPr>
            <p:spPr>
              <a:xfrm>
                <a:off x="4854" y="2514"/>
                <a:ext cx="253" cy="0"/>
              </a:xfrm>
              <a:prstGeom prst="line">
                <a:avLst/>
              </a:prstGeom>
              <a:ln w="28575" cap="flat" cmpd="sng">
                <a:solidFill>
                  <a:srgbClr val="808080"/>
                </a:solidFill>
                <a:prstDash val="solid"/>
                <a:round/>
                <a:headEnd type="none" w="med" len="med"/>
                <a:tailEnd type="triangle" w="sm" len="lg"/>
              </a:ln>
            </p:spPr>
          </p:sp>
          <p:sp>
            <p:nvSpPr>
              <p:cNvPr id="48194" name="Line 46"/>
              <p:cNvSpPr/>
              <p:nvPr/>
            </p:nvSpPr>
            <p:spPr>
              <a:xfrm>
                <a:off x="4823" y="2823"/>
                <a:ext cx="457" cy="0"/>
              </a:xfrm>
              <a:prstGeom prst="line">
                <a:avLst/>
              </a:prstGeom>
              <a:ln w="28575" cap="flat" cmpd="sng">
                <a:solidFill>
                  <a:srgbClr val="808080"/>
                </a:solidFill>
                <a:prstDash val="solid"/>
                <a:round/>
                <a:headEnd type="none" w="med" len="med"/>
                <a:tailEnd type="triangle" w="sm" len="lg"/>
              </a:ln>
            </p:spPr>
          </p:sp>
          <p:sp>
            <p:nvSpPr>
              <p:cNvPr id="48195" name="Line 47"/>
              <p:cNvSpPr/>
              <p:nvPr/>
            </p:nvSpPr>
            <p:spPr>
              <a:xfrm>
                <a:off x="4006" y="2515"/>
                <a:ext cx="253" cy="0"/>
              </a:xfrm>
              <a:prstGeom prst="line">
                <a:avLst/>
              </a:prstGeom>
              <a:ln w="28575" cap="flat" cmpd="sng">
                <a:solidFill>
                  <a:srgbClr val="808080"/>
                </a:solidFill>
                <a:prstDash val="solid"/>
                <a:round/>
                <a:headEnd type="triangle" w="sm" len="lg"/>
                <a:tailEnd type="none" w="med" len="med"/>
              </a:ln>
            </p:spPr>
          </p:sp>
          <p:sp>
            <p:nvSpPr>
              <p:cNvPr id="48196" name="WordArt 48"/>
              <p:cNvSpPr>
                <a:spLocks noTextEdit="1"/>
              </p:cNvSpPr>
              <p:nvPr/>
            </p:nvSpPr>
            <p:spPr>
              <a:xfrm>
                <a:off x="4547" y="2731"/>
                <a:ext cx="96" cy="186"/>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I</a:t>
                </a:r>
              </a:p>
            </p:txBody>
          </p:sp>
          <p:sp>
            <p:nvSpPr>
              <p:cNvPr id="48197" name="WordArt 49"/>
              <p:cNvSpPr>
                <a:spLocks noTextEdit="1"/>
              </p:cNvSpPr>
              <p:nvPr/>
            </p:nvSpPr>
            <p:spPr>
              <a:xfrm>
                <a:off x="4630" y="2828"/>
                <a:ext cx="107" cy="86"/>
              </a:xfrm>
              <a:prstGeom prst="rect">
                <a:avLst/>
              </a:prstGeom>
            </p:spPr>
            <p:txBody>
              <a:bodyPr wrap="none" fromWordArt="1">
                <a:prstTxWarp prst="textPlain">
                  <a:avLst>
                    <a:gd name="adj" fmla="val 51551"/>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M</a:t>
                </a:r>
              </a:p>
            </p:txBody>
          </p:sp>
          <p:sp>
            <p:nvSpPr>
              <p:cNvPr id="48198" name="WordArt 50"/>
              <p:cNvSpPr>
                <a:spLocks noTextEdit="1"/>
              </p:cNvSpPr>
              <p:nvPr/>
            </p:nvSpPr>
            <p:spPr>
              <a:xfrm>
                <a:off x="4496" y="2437"/>
                <a:ext cx="61" cy="161"/>
              </a:xfrm>
              <a:prstGeom prst="rect">
                <a:avLst/>
              </a:prstGeom>
            </p:spPr>
            <p:txBody>
              <a:bodyPr wrap="none" fromWordArt="1">
                <a:prstTxWarp prst="textPlain">
                  <a:avLst>
                    <a:gd name="adj" fmla="val 50000"/>
                  </a:avLst>
                </a:prstTxWarp>
                <a:normAutofit/>
              </a:bodyPr>
              <a:lstStyle/>
              <a:p>
                <a:pPr algn="ctr"/>
                <a:r>
                  <a:rPr lang="zh-CN" altLang="en-US" sz="3600">
                    <a:ln w="12700"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8</a:t>
                </a:r>
              </a:p>
            </p:txBody>
          </p:sp>
          <p:sp>
            <p:nvSpPr>
              <p:cNvPr id="48199" name="WordArt 51"/>
              <p:cNvSpPr>
                <a:spLocks noTextEdit="1"/>
              </p:cNvSpPr>
              <p:nvPr/>
            </p:nvSpPr>
            <p:spPr>
              <a:xfrm>
                <a:off x="4443" y="2545"/>
                <a:ext cx="20" cy="26"/>
              </a:xfrm>
              <a:prstGeom prst="rect">
                <a:avLst/>
              </a:prstGeom>
            </p:spPr>
            <p:txBody>
              <a:bodyPr wrap="none" fromWordArt="1">
                <a:prstTxWarp prst="textPlain">
                  <a:avLst>
                    <a:gd name="adj" fmla="val 50000"/>
                  </a:avLst>
                </a:prstTxWarp>
                <a:normAutofit/>
              </a:bodyPr>
              <a:lstStyle/>
              <a:p>
                <a:pPr algn="ctr"/>
                <a:r>
                  <a:rPr lang="zh-CN" altLang="en-US" sz="3600">
                    <a:ln w="12700"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a:t>
                </a:r>
              </a:p>
            </p:txBody>
          </p:sp>
          <p:sp>
            <p:nvSpPr>
              <p:cNvPr id="48200" name="WordArt 52"/>
              <p:cNvSpPr>
                <a:spLocks noTextEdit="1"/>
              </p:cNvSpPr>
              <p:nvPr/>
            </p:nvSpPr>
            <p:spPr>
              <a:xfrm>
                <a:off x="4334" y="2437"/>
                <a:ext cx="78" cy="161"/>
              </a:xfrm>
              <a:prstGeom prst="rect">
                <a:avLst/>
              </a:prstGeom>
            </p:spPr>
            <p:txBody>
              <a:bodyPr wrap="none" fromWordArt="1">
                <a:prstTxWarp prst="textPlain">
                  <a:avLst>
                    <a:gd name="adj" fmla="val 50000"/>
                  </a:avLst>
                </a:prstTxWarp>
                <a:normAutofit/>
              </a:bodyPr>
              <a:lstStyle/>
              <a:p>
                <a:pPr algn="ctr"/>
                <a:r>
                  <a:rPr lang="zh-CN" altLang="en-US" sz="3600">
                    <a:ln w="12700"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0</a:t>
                </a:r>
              </a:p>
            </p:txBody>
          </p:sp>
          <p:sp>
            <p:nvSpPr>
              <p:cNvPr id="48201" name="WordArt 53"/>
              <p:cNvSpPr>
                <a:spLocks noTextEdit="1"/>
              </p:cNvSpPr>
              <p:nvPr/>
            </p:nvSpPr>
            <p:spPr>
              <a:xfrm>
                <a:off x="4604" y="2409"/>
                <a:ext cx="96" cy="186"/>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I</a:t>
                </a:r>
              </a:p>
            </p:txBody>
          </p:sp>
          <p:sp>
            <p:nvSpPr>
              <p:cNvPr id="48202" name="WordArt 54"/>
              <p:cNvSpPr>
                <a:spLocks noTextEdit="1"/>
              </p:cNvSpPr>
              <p:nvPr/>
            </p:nvSpPr>
            <p:spPr>
              <a:xfrm>
                <a:off x="4687" y="2506"/>
                <a:ext cx="107" cy="86"/>
              </a:xfrm>
              <a:prstGeom prst="rect">
                <a:avLst/>
              </a:prstGeom>
            </p:spPr>
            <p:txBody>
              <a:bodyPr wrap="none" fromWordArt="1">
                <a:prstTxWarp prst="textPlain">
                  <a:avLst>
                    <a:gd name="adj" fmla="val 51551"/>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M</a:t>
                </a:r>
              </a:p>
            </p:txBody>
          </p:sp>
          <p:grpSp>
            <p:nvGrpSpPr>
              <p:cNvPr id="48203" name="Group 55"/>
              <p:cNvGrpSpPr/>
              <p:nvPr/>
            </p:nvGrpSpPr>
            <p:grpSpPr>
              <a:xfrm>
                <a:off x="2515" y="979"/>
                <a:ext cx="1574" cy="1985"/>
                <a:chOff x="2515" y="979"/>
                <a:chExt cx="1574" cy="1985"/>
              </a:xfrm>
            </p:grpSpPr>
            <p:sp>
              <p:nvSpPr>
                <p:cNvPr id="48204" name="Rectangle 56"/>
                <p:cNvSpPr/>
                <p:nvPr/>
              </p:nvSpPr>
              <p:spPr>
                <a:xfrm>
                  <a:off x="2622" y="979"/>
                  <a:ext cx="1333" cy="1897"/>
                </a:xfrm>
                <a:prstGeom prst="rect">
                  <a:avLst/>
                </a:prstGeom>
                <a:gradFill rotWithShape="0">
                  <a:gsLst>
                    <a:gs pos="0">
                      <a:srgbClr val="99320D"/>
                    </a:gs>
                    <a:gs pos="100000">
                      <a:srgbClr val="000000"/>
                    </a:gs>
                  </a:gsLst>
                  <a:path path="shape">
                    <a:fillToRect l="50000" t="50000" r="50000" b="50000"/>
                  </a:path>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8205" name="Oval 57"/>
                <p:cNvSpPr/>
                <p:nvPr/>
              </p:nvSpPr>
              <p:spPr>
                <a:xfrm>
                  <a:off x="2772" y="1234"/>
                  <a:ext cx="1008" cy="953"/>
                </a:xfrm>
                <a:prstGeom prst="ellipse">
                  <a:avLst/>
                </a:prstGeom>
                <a:gradFill rotWithShape="0">
                  <a:gsLst>
                    <a:gs pos="0">
                      <a:srgbClr val="803705"/>
                    </a:gs>
                    <a:gs pos="100000">
                      <a:srgbClr val="C05208"/>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8206" name="Oval 58"/>
                <p:cNvSpPr/>
                <p:nvPr/>
              </p:nvSpPr>
              <p:spPr>
                <a:xfrm flipV="1">
                  <a:off x="2767" y="1632"/>
                  <a:ext cx="1007" cy="952"/>
                </a:xfrm>
                <a:prstGeom prst="ellipse">
                  <a:avLst/>
                </a:prstGeom>
                <a:gradFill rotWithShape="0">
                  <a:gsLst>
                    <a:gs pos="0">
                      <a:srgbClr val="BE3C0E"/>
                    </a:gs>
                    <a:gs pos="100000">
                      <a:srgbClr val="8B2C0A"/>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8207" name="Oval 59"/>
                <p:cNvSpPr/>
                <p:nvPr/>
              </p:nvSpPr>
              <p:spPr>
                <a:xfrm>
                  <a:off x="2893" y="1335"/>
                  <a:ext cx="780" cy="775"/>
                </a:xfrm>
                <a:prstGeom prst="ellipse">
                  <a:avLst/>
                </a:prstGeom>
                <a:gradFill rotWithShape="0">
                  <a:gsLst>
                    <a:gs pos="0">
                      <a:srgbClr val="000000"/>
                    </a:gs>
                    <a:gs pos="100000">
                      <a:srgbClr val="633609"/>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8208" name="Oval 60"/>
                <p:cNvSpPr/>
                <p:nvPr/>
              </p:nvSpPr>
              <p:spPr>
                <a:xfrm>
                  <a:off x="2885" y="1678"/>
                  <a:ext cx="780" cy="775"/>
                </a:xfrm>
                <a:prstGeom prst="ellipse">
                  <a:avLst/>
                </a:prstGeom>
                <a:gradFill rotWithShape="0">
                  <a:gsLst>
                    <a:gs pos="0">
                      <a:srgbClr val="5A2E06"/>
                    </a:gs>
                    <a:gs pos="100000">
                      <a:srgbClr val="000000"/>
                    </a:gs>
                  </a:gsLst>
                  <a:lin ang="5400000" scaled="1"/>
                  <a:tileRect/>
                </a:gradFill>
                <a:ln w="76200">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8209" name="Oval 61"/>
                <p:cNvSpPr/>
                <p:nvPr/>
              </p:nvSpPr>
              <p:spPr>
                <a:xfrm>
                  <a:off x="2975" y="1411"/>
                  <a:ext cx="631" cy="625"/>
                </a:xfrm>
                <a:prstGeom prst="ellipse">
                  <a:avLst/>
                </a:prstGeom>
                <a:solidFill>
                  <a:srgbClr val="FF7555"/>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8210" name="Oval 62"/>
                <p:cNvSpPr/>
                <p:nvPr/>
              </p:nvSpPr>
              <p:spPr>
                <a:xfrm>
                  <a:off x="2963" y="1754"/>
                  <a:ext cx="631" cy="625"/>
                </a:xfrm>
                <a:prstGeom prst="ellipse">
                  <a:avLst/>
                </a:prstGeom>
                <a:solidFill>
                  <a:srgbClr val="FF7555"/>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8211" name="WordArt 63"/>
                <p:cNvSpPr>
                  <a:spLocks noTextEdit="1"/>
                </p:cNvSpPr>
                <p:nvPr/>
              </p:nvSpPr>
              <p:spPr>
                <a:xfrm>
                  <a:off x="3222" y="2539"/>
                  <a:ext cx="121" cy="184"/>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FFFF00"/>
                        </a:solidFill>
                        <a:prstDash val="solid"/>
                        <a:round/>
                        <a:headEnd type="none" w="med" len="med"/>
                        <a:tailEnd type="none" w="med" len="med"/>
                      </a:ln>
                      <a:solidFill>
                        <a:srgbClr val="FFFF00"/>
                      </a:solidFill>
                      <a:latin typeface="Times New Roman" panose="02020603050405020304" pitchFamily="18" charset="0"/>
                      <a:ea typeface="Times New Roman" panose="02020603050405020304" pitchFamily="18" charset="0"/>
                    </a:rPr>
                    <a:t>d</a:t>
                  </a:r>
                </a:p>
              </p:txBody>
            </p:sp>
            <p:sp>
              <p:nvSpPr>
                <p:cNvPr id="48212" name="Line 64"/>
                <p:cNvSpPr/>
                <p:nvPr/>
              </p:nvSpPr>
              <p:spPr>
                <a:xfrm>
                  <a:off x="3408" y="2624"/>
                  <a:ext cx="189" cy="0"/>
                </a:xfrm>
                <a:prstGeom prst="line">
                  <a:avLst/>
                </a:prstGeom>
                <a:ln w="19050" cap="flat" cmpd="sng">
                  <a:solidFill>
                    <a:srgbClr val="FFFF00"/>
                  </a:solidFill>
                  <a:prstDash val="solid"/>
                  <a:round/>
                  <a:headEnd type="none" w="med" len="med"/>
                  <a:tailEnd type="triangle" w="med" len="lg"/>
                </a:ln>
              </p:spPr>
            </p:sp>
            <p:sp>
              <p:nvSpPr>
                <p:cNvPr id="48213" name="Line 65"/>
                <p:cNvSpPr/>
                <p:nvPr/>
              </p:nvSpPr>
              <p:spPr>
                <a:xfrm flipH="1">
                  <a:off x="2952" y="2634"/>
                  <a:ext cx="189" cy="0"/>
                </a:xfrm>
                <a:prstGeom prst="line">
                  <a:avLst/>
                </a:prstGeom>
                <a:ln w="19050" cap="flat" cmpd="sng">
                  <a:solidFill>
                    <a:srgbClr val="FFFF00"/>
                  </a:solidFill>
                  <a:prstDash val="solid"/>
                  <a:round/>
                  <a:headEnd type="none" w="med" len="med"/>
                  <a:tailEnd type="triangle" w="med" len="lg"/>
                </a:ln>
              </p:spPr>
            </p:sp>
            <p:sp>
              <p:nvSpPr>
                <p:cNvPr id="48214" name="Line 66"/>
                <p:cNvSpPr/>
                <p:nvPr/>
              </p:nvSpPr>
              <p:spPr>
                <a:xfrm rot="5400000">
                  <a:off x="3707" y="1635"/>
                  <a:ext cx="189" cy="0"/>
                </a:xfrm>
                <a:prstGeom prst="line">
                  <a:avLst/>
                </a:prstGeom>
                <a:ln w="19050" cap="flat" cmpd="sng">
                  <a:solidFill>
                    <a:srgbClr val="FFFF00"/>
                  </a:solidFill>
                  <a:prstDash val="solid"/>
                  <a:round/>
                  <a:headEnd type="none" w="med" len="med"/>
                  <a:tailEnd type="triangle" w="med" len="lg"/>
                </a:ln>
              </p:spPr>
            </p:sp>
            <p:sp>
              <p:nvSpPr>
                <p:cNvPr id="48215" name="Line 67"/>
                <p:cNvSpPr/>
                <p:nvPr/>
              </p:nvSpPr>
              <p:spPr>
                <a:xfrm rot="-5400000" flipV="1">
                  <a:off x="3709" y="2111"/>
                  <a:ext cx="189" cy="0"/>
                </a:xfrm>
                <a:prstGeom prst="line">
                  <a:avLst/>
                </a:prstGeom>
                <a:ln w="19050" cap="flat" cmpd="sng">
                  <a:solidFill>
                    <a:srgbClr val="FFFF00"/>
                  </a:solidFill>
                  <a:prstDash val="solid"/>
                  <a:round/>
                  <a:headEnd type="none" w="med" len="med"/>
                  <a:tailEnd type="triangle" w="med" len="lg"/>
                </a:ln>
              </p:spPr>
            </p:sp>
            <p:sp>
              <p:nvSpPr>
                <p:cNvPr id="48216" name="Line 68"/>
                <p:cNvSpPr/>
                <p:nvPr/>
              </p:nvSpPr>
              <p:spPr>
                <a:xfrm flipH="1">
                  <a:off x="3729" y="1819"/>
                  <a:ext cx="114" cy="171"/>
                </a:xfrm>
                <a:prstGeom prst="line">
                  <a:avLst/>
                </a:prstGeom>
                <a:ln w="38100" cap="flat" cmpd="sng">
                  <a:solidFill>
                    <a:srgbClr val="FFFF00"/>
                  </a:solidFill>
                  <a:prstDash val="solid"/>
                  <a:round/>
                  <a:headEnd type="none" w="med" len="med"/>
                  <a:tailEnd type="none" w="med" len="med"/>
                </a:ln>
              </p:spPr>
            </p:sp>
            <p:sp>
              <p:nvSpPr>
                <p:cNvPr id="48217" name="WordArt 69"/>
                <p:cNvSpPr>
                  <a:spLocks noTextEdit="1"/>
                </p:cNvSpPr>
                <p:nvPr/>
              </p:nvSpPr>
              <p:spPr>
                <a:xfrm>
                  <a:off x="3835" y="1886"/>
                  <a:ext cx="60" cy="118"/>
                </a:xfrm>
                <a:prstGeom prst="rect">
                  <a:avLst/>
                </a:prstGeom>
              </p:spPr>
              <p:txBody>
                <a:bodyPr wrap="none" fromWordArt="1">
                  <a:prstTxWarp prst="textPlain">
                    <a:avLst>
                      <a:gd name="adj" fmla="val 50000"/>
                    </a:avLst>
                  </a:prstTxWarp>
                  <a:normAutofit/>
                </a:bodyPr>
                <a:lstStyle/>
                <a:p>
                  <a:pPr algn="ctr"/>
                  <a:r>
                    <a:rPr lang="zh-CN" altLang="en-US" sz="3600">
                      <a:ln w="28575" cap="flat" cmpd="sng">
                        <a:solidFill>
                          <a:srgbClr val="FFFF00"/>
                        </a:solidFill>
                        <a:prstDash val="solid"/>
                        <a:round/>
                        <a:headEnd type="none" w="med" len="med"/>
                        <a:tailEnd type="none" w="med" len="med"/>
                      </a:ln>
                      <a:solidFill>
                        <a:srgbClr val="FFFF00"/>
                      </a:solidFill>
                      <a:latin typeface="宋体" panose="02010600030101010101" pitchFamily="2" charset="-122"/>
                      <a:ea typeface="宋体" panose="02010600030101010101" pitchFamily="2" charset="-122"/>
                    </a:rPr>
                    <a:t>2</a:t>
                  </a:r>
                </a:p>
              </p:txBody>
            </p:sp>
            <p:sp>
              <p:nvSpPr>
                <p:cNvPr id="48218" name="WordArt 70"/>
                <p:cNvSpPr>
                  <a:spLocks noTextEdit="1"/>
                </p:cNvSpPr>
                <p:nvPr/>
              </p:nvSpPr>
              <p:spPr>
                <a:xfrm>
                  <a:off x="3635" y="1797"/>
                  <a:ext cx="95" cy="153"/>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FFFF00"/>
                        </a:solidFill>
                        <a:prstDash val="solid"/>
                        <a:round/>
                        <a:headEnd type="none" w="med" len="med"/>
                        <a:tailEnd type="none" w="med" len="med"/>
                      </a:ln>
                      <a:solidFill>
                        <a:srgbClr val="FFFF00"/>
                      </a:solidFill>
                      <a:latin typeface="Times New Roman" panose="02020603050405020304" pitchFamily="18" charset="0"/>
                      <a:ea typeface="Times New Roman" panose="02020603050405020304" pitchFamily="18" charset="0"/>
                    </a:rPr>
                    <a:t>d</a:t>
                  </a:r>
                </a:p>
              </p:txBody>
            </p:sp>
            <p:sp>
              <p:nvSpPr>
                <p:cNvPr id="48219" name="Freeform 71"/>
                <p:cNvSpPr/>
                <p:nvPr/>
              </p:nvSpPr>
              <p:spPr>
                <a:xfrm>
                  <a:off x="4017" y="1148"/>
                  <a:ext cx="39" cy="292"/>
                </a:xfrm>
                <a:custGeom>
                  <a:avLst/>
                  <a:gdLst/>
                  <a:ahLst/>
                  <a:cxnLst>
                    <a:cxn ang="0">
                      <a:pos x="15" y="0"/>
                    </a:cxn>
                    <a:cxn ang="0">
                      <a:pos x="39" y="158"/>
                    </a:cxn>
                    <a:cxn ang="0">
                      <a:pos x="15" y="245"/>
                    </a:cxn>
                    <a:cxn ang="0">
                      <a:pos x="0" y="292"/>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8220" name="Freeform 72"/>
                <p:cNvSpPr/>
                <p:nvPr/>
              </p:nvSpPr>
              <p:spPr>
                <a:xfrm flipV="1">
                  <a:off x="4019" y="2342"/>
                  <a:ext cx="39" cy="292"/>
                </a:xfrm>
                <a:custGeom>
                  <a:avLst/>
                  <a:gdLst/>
                  <a:ahLst/>
                  <a:cxnLst>
                    <a:cxn ang="0">
                      <a:pos x="15" y="0"/>
                    </a:cxn>
                    <a:cxn ang="0">
                      <a:pos x="39" y="158"/>
                    </a:cxn>
                    <a:cxn ang="0">
                      <a:pos x="15" y="245"/>
                    </a:cxn>
                    <a:cxn ang="0">
                      <a:pos x="0" y="292"/>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8221" name="Freeform 73"/>
                <p:cNvSpPr/>
                <p:nvPr/>
              </p:nvSpPr>
              <p:spPr>
                <a:xfrm>
                  <a:off x="4024" y="1470"/>
                  <a:ext cx="39" cy="292"/>
                </a:xfrm>
                <a:custGeom>
                  <a:avLst/>
                  <a:gdLst/>
                  <a:ahLst/>
                  <a:cxnLst>
                    <a:cxn ang="0">
                      <a:pos x="15" y="0"/>
                    </a:cxn>
                    <a:cxn ang="0">
                      <a:pos x="39" y="158"/>
                    </a:cxn>
                    <a:cxn ang="0">
                      <a:pos x="15" y="245"/>
                    </a:cxn>
                    <a:cxn ang="0">
                      <a:pos x="0" y="292"/>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8222" name="Freeform 74"/>
                <p:cNvSpPr/>
                <p:nvPr/>
              </p:nvSpPr>
              <p:spPr>
                <a:xfrm flipV="1">
                  <a:off x="4018" y="2025"/>
                  <a:ext cx="39" cy="292"/>
                </a:xfrm>
                <a:custGeom>
                  <a:avLst/>
                  <a:gdLst/>
                  <a:ahLst/>
                  <a:cxnLst>
                    <a:cxn ang="0">
                      <a:pos x="15" y="0"/>
                    </a:cxn>
                    <a:cxn ang="0">
                      <a:pos x="39" y="158"/>
                    </a:cxn>
                    <a:cxn ang="0">
                      <a:pos x="15" y="245"/>
                    </a:cxn>
                    <a:cxn ang="0">
                      <a:pos x="0" y="292"/>
                    </a:cxn>
                  </a:cxnLst>
                  <a:rect l="0" t="0" r="0" b="0"/>
                  <a:pathLst>
                    <a:path w="39" h="292">
                      <a:moveTo>
                        <a:pt x="15" y="0"/>
                      </a:moveTo>
                      <a:cubicBezTo>
                        <a:pt x="27" y="58"/>
                        <a:pt x="39" y="117"/>
                        <a:pt x="39" y="158"/>
                      </a:cubicBezTo>
                      <a:cubicBezTo>
                        <a:pt x="39" y="199"/>
                        <a:pt x="21" y="223"/>
                        <a:pt x="15" y="245"/>
                      </a:cubicBezTo>
                      <a:cubicBezTo>
                        <a:pt x="9" y="267"/>
                        <a:pt x="4" y="279"/>
                        <a:pt x="0" y="29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8223" name="Freeform 75"/>
                <p:cNvSpPr/>
                <p:nvPr/>
              </p:nvSpPr>
              <p:spPr>
                <a:xfrm>
                  <a:off x="4041" y="1061"/>
                  <a:ext cx="47" cy="387"/>
                </a:xfrm>
                <a:custGeom>
                  <a:avLst/>
                  <a:gdLst/>
                  <a:ahLst/>
                  <a:cxnLst>
                    <a:cxn ang="0">
                      <a:pos x="0" y="0"/>
                    </a:cxn>
                    <a:cxn ang="0">
                      <a:pos x="7" y="119"/>
                    </a:cxn>
                    <a:cxn ang="0">
                      <a:pos x="39" y="253"/>
                    </a:cxn>
                    <a:cxn ang="0">
                      <a:pos x="7" y="340"/>
                    </a:cxn>
                    <a:cxn ang="0">
                      <a:pos x="47" y="387"/>
                    </a:cxn>
                  </a:cxnLst>
                  <a:rect l="0" t="0" r="0" b="0"/>
                  <a:pathLst>
                    <a:path w="47" h="387">
                      <a:moveTo>
                        <a:pt x="0" y="0"/>
                      </a:moveTo>
                      <a:cubicBezTo>
                        <a:pt x="0" y="38"/>
                        <a:pt x="1" y="77"/>
                        <a:pt x="7" y="119"/>
                      </a:cubicBezTo>
                      <a:cubicBezTo>
                        <a:pt x="13" y="161"/>
                        <a:pt x="39" y="216"/>
                        <a:pt x="39" y="253"/>
                      </a:cubicBezTo>
                      <a:cubicBezTo>
                        <a:pt x="39" y="290"/>
                        <a:pt x="6" y="318"/>
                        <a:pt x="7" y="340"/>
                      </a:cubicBezTo>
                      <a:cubicBezTo>
                        <a:pt x="8" y="362"/>
                        <a:pt x="27" y="374"/>
                        <a:pt x="47" y="387"/>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8224" name="Freeform 76"/>
                <p:cNvSpPr/>
                <p:nvPr/>
              </p:nvSpPr>
              <p:spPr>
                <a:xfrm flipV="1">
                  <a:off x="4042" y="2360"/>
                  <a:ext cx="47" cy="387"/>
                </a:xfrm>
                <a:custGeom>
                  <a:avLst/>
                  <a:gdLst/>
                  <a:ahLst/>
                  <a:cxnLst>
                    <a:cxn ang="0">
                      <a:pos x="0" y="0"/>
                    </a:cxn>
                    <a:cxn ang="0">
                      <a:pos x="7" y="119"/>
                    </a:cxn>
                    <a:cxn ang="0">
                      <a:pos x="39" y="253"/>
                    </a:cxn>
                    <a:cxn ang="0">
                      <a:pos x="7" y="340"/>
                    </a:cxn>
                    <a:cxn ang="0">
                      <a:pos x="47" y="387"/>
                    </a:cxn>
                  </a:cxnLst>
                  <a:rect l="0" t="0" r="0" b="0"/>
                  <a:pathLst>
                    <a:path w="47" h="387">
                      <a:moveTo>
                        <a:pt x="0" y="0"/>
                      </a:moveTo>
                      <a:cubicBezTo>
                        <a:pt x="0" y="38"/>
                        <a:pt x="1" y="77"/>
                        <a:pt x="7" y="119"/>
                      </a:cubicBezTo>
                      <a:cubicBezTo>
                        <a:pt x="13" y="161"/>
                        <a:pt x="39" y="216"/>
                        <a:pt x="39" y="253"/>
                      </a:cubicBezTo>
                      <a:cubicBezTo>
                        <a:pt x="39" y="290"/>
                        <a:pt x="6" y="318"/>
                        <a:pt x="7" y="340"/>
                      </a:cubicBezTo>
                      <a:cubicBezTo>
                        <a:pt x="8" y="362"/>
                        <a:pt x="27" y="374"/>
                        <a:pt x="47" y="387"/>
                      </a:cubicBezTo>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8225" name="Line 77"/>
                <p:cNvSpPr/>
                <p:nvPr/>
              </p:nvSpPr>
              <p:spPr>
                <a:xfrm>
                  <a:off x="4018" y="984"/>
                  <a:ext cx="0" cy="1910"/>
                </a:xfrm>
                <a:prstGeom prst="line">
                  <a:avLst/>
                </a:prstGeom>
                <a:ln w="38100" cap="flat" cmpd="sng">
                  <a:solidFill>
                    <a:schemeClr val="tx2"/>
                  </a:solidFill>
                  <a:prstDash val="solid"/>
                  <a:round/>
                  <a:headEnd type="none" w="med" len="med"/>
                  <a:tailEnd type="none" w="med" len="med"/>
                </a:ln>
              </p:spPr>
            </p:sp>
            <p:sp>
              <p:nvSpPr>
                <p:cNvPr id="48226" name="Line 78"/>
                <p:cNvSpPr/>
                <p:nvPr/>
              </p:nvSpPr>
              <p:spPr>
                <a:xfrm>
                  <a:off x="2515" y="2964"/>
                  <a:ext cx="789" cy="0"/>
                </a:xfrm>
                <a:prstGeom prst="line">
                  <a:avLst/>
                </a:prstGeom>
                <a:ln w="28575" cap="flat" cmpd="sng">
                  <a:solidFill>
                    <a:srgbClr val="808080"/>
                  </a:solidFill>
                  <a:prstDash val="solid"/>
                  <a:round/>
                  <a:headEnd type="none" w="med" len="med"/>
                  <a:tailEnd type="triangle" w="sm" len="lg"/>
                </a:ln>
              </p:spPr>
            </p:sp>
            <p:sp>
              <p:nvSpPr>
                <p:cNvPr id="48227" name="Line 79"/>
                <p:cNvSpPr/>
                <p:nvPr/>
              </p:nvSpPr>
              <p:spPr>
                <a:xfrm>
                  <a:off x="4004" y="985"/>
                  <a:ext cx="0" cy="1910"/>
                </a:xfrm>
                <a:prstGeom prst="line">
                  <a:avLst/>
                </a:prstGeom>
                <a:ln w="19050" cap="flat" cmpd="sng">
                  <a:solidFill>
                    <a:schemeClr val="tx2"/>
                  </a:solidFill>
                  <a:prstDash val="solid"/>
                  <a:round/>
                  <a:headEnd type="none" w="med" len="med"/>
                  <a:tailEnd type="none" w="med" len="med"/>
                </a:ln>
              </p:spPr>
            </p:sp>
            <p:sp>
              <p:nvSpPr>
                <p:cNvPr id="48228" name="Oval 80"/>
                <p:cNvSpPr/>
                <p:nvPr/>
              </p:nvSpPr>
              <p:spPr>
                <a:xfrm>
                  <a:off x="2948" y="1750"/>
                  <a:ext cx="655" cy="666"/>
                </a:xfrm>
                <a:prstGeom prst="ellipse">
                  <a:avLst/>
                </a:prstGeom>
                <a:noFill/>
                <a:ln w="9525" cap="flat" cmpd="sng">
                  <a:solidFill>
                    <a:schemeClr val="tx1"/>
                  </a:solidFill>
                  <a:prstDash val="dash"/>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8229" name="Oval 81"/>
                <p:cNvSpPr/>
                <p:nvPr/>
              </p:nvSpPr>
              <p:spPr>
                <a:xfrm>
                  <a:off x="2960" y="1382"/>
                  <a:ext cx="660" cy="672"/>
                </a:xfrm>
                <a:prstGeom prst="ellipse">
                  <a:avLst/>
                </a:prstGeom>
                <a:noFill/>
                <a:ln w="9525" cap="flat" cmpd="sng">
                  <a:solidFill>
                    <a:schemeClr val="tx1"/>
                  </a:solidFill>
                  <a:prstDash val="dash"/>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8230" name="Line 82"/>
                <p:cNvSpPr/>
                <p:nvPr/>
              </p:nvSpPr>
              <p:spPr>
                <a:xfrm>
                  <a:off x="2960" y="2103"/>
                  <a:ext cx="0" cy="663"/>
                </a:xfrm>
                <a:prstGeom prst="line">
                  <a:avLst/>
                </a:prstGeom>
                <a:ln w="19050" cap="flat" cmpd="sng">
                  <a:solidFill>
                    <a:srgbClr val="FFFF00"/>
                  </a:solidFill>
                  <a:prstDash val="solid"/>
                  <a:round/>
                  <a:headEnd type="none" w="med" len="med"/>
                  <a:tailEnd type="none" w="med" len="med"/>
                </a:ln>
              </p:spPr>
            </p:sp>
            <p:sp>
              <p:nvSpPr>
                <p:cNvPr id="48231" name="Line 83"/>
                <p:cNvSpPr/>
                <p:nvPr/>
              </p:nvSpPr>
              <p:spPr>
                <a:xfrm>
                  <a:off x="3597" y="2087"/>
                  <a:ext cx="0" cy="663"/>
                </a:xfrm>
                <a:prstGeom prst="line">
                  <a:avLst/>
                </a:prstGeom>
                <a:ln w="19050" cap="flat" cmpd="sng">
                  <a:solidFill>
                    <a:srgbClr val="FFFF00"/>
                  </a:solidFill>
                  <a:prstDash val="solid"/>
                  <a:round/>
                  <a:headEnd type="none" w="med" len="med"/>
                  <a:tailEnd type="none" w="med" len="med"/>
                </a:ln>
              </p:spPr>
            </p:sp>
            <p:sp>
              <p:nvSpPr>
                <p:cNvPr id="48232" name="WordArt 84"/>
                <p:cNvSpPr>
                  <a:spLocks noTextEdit="1"/>
                </p:cNvSpPr>
                <p:nvPr/>
              </p:nvSpPr>
              <p:spPr>
                <a:xfrm>
                  <a:off x="3244" y="1707"/>
                  <a:ext cx="93" cy="85"/>
                </a:xfrm>
                <a:prstGeom prst="rect">
                  <a:avLst/>
                </a:prstGeom>
              </p:spPr>
              <p:txBody>
                <a:bodyPr wrap="none" fromWordArt="1">
                  <a:prstTxWarp prst="textPlain">
                    <a:avLst>
                      <a:gd name="adj" fmla="val 50000"/>
                    </a:avLst>
                  </a:prstTxWarp>
                  <a:normAutofit/>
                </a:bodyPr>
                <a:lstStyle/>
                <a:p>
                  <a:pPr algn="ctr"/>
                  <a:r>
                    <a:rPr lang="zh-CN" altLang="en-US" sz="3600">
                      <a:ln w="1905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48233" name="WordArt 85"/>
                <p:cNvSpPr>
                  <a:spLocks noTextEdit="1"/>
                </p:cNvSpPr>
                <p:nvPr/>
              </p:nvSpPr>
              <p:spPr>
                <a:xfrm>
                  <a:off x="3245" y="2005"/>
                  <a:ext cx="93" cy="85"/>
                </a:xfrm>
                <a:prstGeom prst="rect">
                  <a:avLst/>
                </a:prstGeom>
              </p:spPr>
              <p:txBody>
                <a:bodyPr wrap="none" fromWordArt="1">
                  <a:prstTxWarp prst="textPlain">
                    <a:avLst>
                      <a:gd name="adj" fmla="val 50000"/>
                    </a:avLst>
                  </a:prstTxWarp>
                  <a:normAutofit/>
                </a:bodyPr>
                <a:lstStyle/>
                <a:p>
                  <a:pPr algn="ctr"/>
                  <a:r>
                    <a:rPr lang="zh-CN" altLang="en-US" sz="3600">
                      <a:ln w="1905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sp>
            <p:nvSpPr>
              <p:cNvPr id="48234" name="Line 86"/>
              <p:cNvSpPr/>
              <p:nvPr/>
            </p:nvSpPr>
            <p:spPr>
              <a:xfrm>
                <a:off x="3391" y="1745"/>
                <a:ext cx="2087" cy="0"/>
              </a:xfrm>
              <a:prstGeom prst="line">
                <a:avLst/>
              </a:prstGeom>
              <a:ln w="19050" cap="flat" cmpd="sng">
                <a:solidFill>
                  <a:srgbClr val="FFFF00"/>
                </a:solidFill>
                <a:prstDash val="solid"/>
                <a:round/>
                <a:headEnd type="none" w="med" len="med"/>
                <a:tailEnd type="none" w="med" len="med"/>
              </a:ln>
            </p:spPr>
          </p:sp>
          <p:sp>
            <p:nvSpPr>
              <p:cNvPr id="48235" name="Line 87"/>
              <p:cNvSpPr/>
              <p:nvPr/>
            </p:nvSpPr>
            <p:spPr>
              <a:xfrm>
                <a:off x="3394" y="2046"/>
                <a:ext cx="2087" cy="0"/>
              </a:xfrm>
              <a:prstGeom prst="line">
                <a:avLst/>
              </a:prstGeom>
              <a:ln w="19050" cap="flat" cmpd="sng">
                <a:solidFill>
                  <a:srgbClr val="FFFF00"/>
                </a:solidFill>
                <a:prstDash val="solid"/>
                <a:round/>
                <a:headEnd type="none" w="med" len="med"/>
                <a:tailEnd type="none" w="med" len="med"/>
              </a:ln>
            </p:spPr>
          </p:sp>
          <p:sp>
            <p:nvSpPr>
              <p:cNvPr id="48236" name="Arc 88"/>
              <p:cNvSpPr/>
              <p:nvPr/>
            </p:nvSpPr>
            <p:spPr>
              <a:xfrm flipH="1">
                <a:off x="5189" y="1957"/>
                <a:ext cx="76" cy="170"/>
              </a:xfrm>
              <a:custGeom>
                <a:avLst/>
                <a:gdLst/>
                <a:ahLst/>
                <a:cxnLst>
                  <a:cxn ang="0">
                    <a:pos x="0" y="0"/>
                  </a:cxn>
                  <a:cxn ang="0">
                    <a:pos x="0" y="0"/>
                  </a:cxn>
                  <a:cxn ang="0">
                    <a:pos x="0" y="0"/>
                  </a:cxn>
                </a:cxnLst>
                <a:rect l="0" t="0" r="0" b="0"/>
                <a:pathLst>
                  <a:path w="21600" h="42803" fill="none">
                    <a:moveTo>
                      <a:pt x="17694" y="42802"/>
                    </a:moveTo>
                    <a:cubicBezTo>
                      <a:pt x="7442" y="40918"/>
                      <a:pt x="0" y="31981"/>
                      <a:pt x="0" y="21559"/>
                    </a:cubicBezTo>
                    <a:cubicBezTo>
                      <a:pt x="-1" y="10145"/>
                      <a:pt x="8879" y="701"/>
                      <a:pt x="20271" y="-1"/>
                    </a:cubicBezTo>
                  </a:path>
                  <a:path w="21600" h="42803" stroke="0">
                    <a:moveTo>
                      <a:pt x="17694" y="42802"/>
                    </a:moveTo>
                    <a:cubicBezTo>
                      <a:pt x="7442" y="40918"/>
                      <a:pt x="0" y="31981"/>
                      <a:pt x="0" y="21559"/>
                    </a:cubicBezTo>
                    <a:cubicBezTo>
                      <a:pt x="-1" y="10145"/>
                      <a:pt x="8879" y="701"/>
                      <a:pt x="20271" y="-1"/>
                    </a:cubicBezTo>
                    <a:lnTo>
                      <a:pt x="21600" y="21559"/>
                    </a:lnTo>
                    <a:lnTo>
                      <a:pt x="17694" y="42802"/>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48237" name="Arc 89"/>
              <p:cNvSpPr/>
              <p:nvPr/>
            </p:nvSpPr>
            <p:spPr>
              <a:xfrm flipH="1">
                <a:off x="5187" y="1654"/>
                <a:ext cx="76" cy="170"/>
              </a:xfrm>
              <a:custGeom>
                <a:avLst/>
                <a:gdLst/>
                <a:ahLst/>
                <a:cxnLst>
                  <a:cxn ang="0">
                    <a:pos x="0" y="0"/>
                  </a:cxn>
                  <a:cxn ang="0">
                    <a:pos x="0" y="0"/>
                  </a:cxn>
                  <a:cxn ang="0">
                    <a:pos x="0" y="0"/>
                  </a:cxn>
                </a:cxnLst>
                <a:rect l="0" t="0" r="0" b="0"/>
                <a:pathLst>
                  <a:path w="21600" h="42803" fill="none">
                    <a:moveTo>
                      <a:pt x="17694" y="42802"/>
                    </a:moveTo>
                    <a:cubicBezTo>
                      <a:pt x="7442" y="40918"/>
                      <a:pt x="0" y="31981"/>
                      <a:pt x="0" y="21559"/>
                    </a:cubicBezTo>
                    <a:cubicBezTo>
                      <a:pt x="-1" y="10145"/>
                      <a:pt x="8879" y="701"/>
                      <a:pt x="20271" y="-1"/>
                    </a:cubicBezTo>
                  </a:path>
                  <a:path w="21600" h="42803" stroke="0">
                    <a:moveTo>
                      <a:pt x="17694" y="42802"/>
                    </a:moveTo>
                    <a:cubicBezTo>
                      <a:pt x="7442" y="40918"/>
                      <a:pt x="0" y="31981"/>
                      <a:pt x="0" y="21559"/>
                    </a:cubicBezTo>
                    <a:cubicBezTo>
                      <a:pt x="-1" y="10145"/>
                      <a:pt x="8879" y="701"/>
                      <a:pt x="20271" y="-1"/>
                    </a:cubicBezTo>
                    <a:lnTo>
                      <a:pt x="21600" y="21559"/>
                    </a:lnTo>
                    <a:lnTo>
                      <a:pt x="17694" y="42802"/>
                    </a:lnTo>
                    <a:close/>
                  </a:path>
                </a:pathLst>
              </a:custGeom>
              <a:noFill/>
              <a:ln w="57150" cap="flat" cmpd="sng">
                <a:solidFill>
                  <a:srgbClr val="FF0000"/>
                </a:solidFill>
                <a:prstDash val="solid"/>
                <a:round/>
                <a:headEnd type="none" w="med" len="med"/>
                <a:tailEnd type="none" w="med" len="med"/>
              </a:ln>
            </p:spPr>
            <p:txBody>
              <a:bodyPr/>
              <a:lstStyle/>
              <a:p>
                <a:endParaRPr lang="zh-CN" altLang="en-US"/>
              </a:p>
            </p:txBody>
          </p:sp>
          <p:sp>
            <p:nvSpPr>
              <p:cNvPr id="50257" name="Line 90"/>
              <p:cNvSpPr>
                <a:spLocks noChangeShapeType="1"/>
              </p:cNvSpPr>
              <p:nvPr/>
            </p:nvSpPr>
            <p:spPr bwMode="auto">
              <a:xfrm flipV="1">
                <a:off x="366" y="1734"/>
                <a:ext cx="2842" cy="221"/>
              </a:xfrm>
              <a:prstGeom prst="line">
                <a:avLst/>
              </a:prstGeom>
              <a:noFill/>
              <a:ln w="28575">
                <a:solidFill>
                  <a:srgbClr val="FF0000"/>
                </a:solidFill>
                <a:round/>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258" name="Line 91"/>
              <p:cNvSpPr>
                <a:spLocks noChangeShapeType="1"/>
              </p:cNvSpPr>
              <p:nvPr/>
            </p:nvSpPr>
            <p:spPr bwMode="auto">
              <a:xfrm>
                <a:off x="454" y="1787"/>
                <a:ext cx="2765" cy="261"/>
              </a:xfrm>
              <a:prstGeom prst="line">
                <a:avLst/>
              </a:prstGeom>
              <a:noFill/>
              <a:ln w="28575">
                <a:solidFill>
                  <a:srgbClr val="FF0000"/>
                </a:solidFill>
                <a:round/>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240" name="Arc 92"/>
              <p:cNvSpPr/>
              <p:nvPr/>
            </p:nvSpPr>
            <p:spPr>
              <a:xfrm rot="-304121" flipH="1">
                <a:off x="522" y="1791"/>
                <a:ext cx="55" cy="138"/>
              </a:xfrm>
              <a:custGeom>
                <a:avLst/>
                <a:gdLst/>
                <a:ahLst/>
                <a:cxnLst>
                  <a:cxn ang="0">
                    <a:pos x="0" y="0"/>
                  </a:cxn>
                  <a:cxn ang="0">
                    <a:pos x="0" y="0"/>
                  </a:cxn>
                  <a:cxn ang="0">
                    <a:pos x="0" y="0"/>
                  </a:cxn>
                </a:cxnLst>
                <a:rect l="0" t="0" r="0" b="0"/>
                <a:pathLst>
                  <a:path w="21600" h="35980" fill="none">
                    <a:moveTo>
                      <a:pt x="-1" y="0"/>
                    </a:moveTo>
                    <a:cubicBezTo>
                      <a:pt x="11929" y="0"/>
                      <a:pt x="21600" y="9670"/>
                      <a:pt x="21600" y="21600"/>
                    </a:cubicBezTo>
                    <a:cubicBezTo>
                      <a:pt x="21600" y="26903"/>
                      <a:pt x="19648" y="32022"/>
                      <a:pt x="16117" y="35979"/>
                    </a:cubicBezTo>
                  </a:path>
                  <a:path w="21600" h="35980" stroke="0">
                    <a:moveTo>
                      <a:pt x="-1" y="0"/>
                    </a:moveTo>
                    <a:cubicBezTo>
                      <a:pt x="11929" y="0"/>
                      <a:pt x="21600" y="9670"/>
                      <a:pt x="21600" y="21600"/>
                    </a:cubicBezTo>
                    <a:cubicBezTo>
                      <a:pt x="21600" y="26903"/>
                      <a:pt x="19648" y="32022"/>
                      <a:pt x="16117" y="35979"/>
                    </a:cubicBezTo>
                    <a:lnTo>
                      <a:pt x="0" y="21600"/>
                    </a:lnTo>
                    <a:lnTo>
                      <a:pt x="-1" y="0"/>
                    </a:lnTo>
                    <a:close/>
                  </a:path>
                </a:pathLst>
              </a:custGeom>
              <a:noFill/>
              <a:ln w="28575" cap="flat" cmpd="sng">
                <a:solidFill>
                  <a:srgbClr val="008000"/>
                </a:solidFill>
                <a:prstDash val="solid"/>
                <a:round/>
                <a:headEnd type="none" w="med" len="med"/>
                <a:tailEnd type="none" w="med" len="med"/>
              </a:ln>
            </p:spPr>
            <p:txBody>
              <a:bodyPr/>
              <a:lstStyle/>
              <a:p>
                <a:endParaRPr lang="zh-CN" altLang="en-US"/>
              </a:p>
            </p:txBody>
          </p:sp>
          <p:sp>
            <p:nvSpPr>
              <p:cNvPr id="48241" name="Arc 93"/>
              <p:cNvSpPr/>
              <p:nvPr/>
            </p:nvSpPr>
            <p:spPr>
              <a:xfrm rot="1071390">
                <a:off x="2149" y="1810"/>
                <a:ext cx="55" cy="138"/>
              </a:xfrm>
              <a:custGeom>
                <a:avLst/>
                <a:gdLst/>
                <a:ahLst/>
                <a:cxnLst>
                  <a:cxn ang="0">
                    <a:pos x="0" y="0"/>
                  </a:cxn>
                  <a:cxn ang="0">
                    <a:pos x="0" y="0"/>
                  </a:cxn>
                  <a:cxn ang="0">
                    <a:pos x="0" y="0"/>
                  </a:cxn>
                </a:cxnLst>
                <a:rect l="0" t="0" r="0" b="0"/>
                <a:pathLst>
                  <a:path w="21600" h="35980" fill="none">
                    <a:moveTo>
                      <a:pt x="-1" y="0"/>
                    </a:moveTo>
                    <a:cubicBezTo>
                      <a:pt x="11929" y="0"/>
                      <a:pt x="21600" y="9670"/>
                      <a:pt x="21600" y="21600"/>
                    </a:cubicBezTo>
                    <a:cubicBezTo>
                      <a:pt x="21600" y="26903"/>
                      <a:pt x="19648" y="32022"/>
                      <a:pt x="16117" y="35979"/>
                    </a:cubicBezTo>
                  </a:path>
                  <a:path w="21600" h="35980" stroke="0">
                    <a:moveTo>
                      <a:pt x="-1" y="0"/>
                    </a:moveTo>
                    <a:cubicBezTo>
                      <a:pt x="11929" y="0"/>
                      <a:pt x="21600" y="9670"/>
                      <a:pt x="21600" y="21600"/>
                    </a:cubicBezTo>
                    <a:cubicBezTo>
                      <a:pt x="21600" y="26903"/>
                      <a:pt x="19648" y="32022"/>
                      <a:pt x="16117" y="35979"/>
                    </a:cubicBezTo>
                    <a:lnTo>
                      <a:pt x="0" y="21600"/>
                    </a:lnTo>
                    <a:lnTo>
                      <a:pt x="-1" y="0"/>
                    </a:lnTo>
                    <a:close/>
                  </a:path>
                </a:pathLst>
              </a:custGeom>
              <a:noFill/>
              <a:ln w="28575" cap="flat" cmpd="sng">
                <a:solidFill>
                  <a:srgbClr val="008000"/>
                </a:solidFill>
                <a:prstDash val="solid"/>
                <a:round/>
                <a:headEnd type="none" w="med" len="med"/>
                <a:tailEnd type="none" w="med" len="med"/>
              </a:ln>
            </p:spPr>
            <p:txBody>
              <a:bodyPr/>
              <a:lstStyle/>
              <a:p>
                <a:endParaRPr lang="zh-CN" altLang="en-US"/>
              </a:p>
            </p:txBody>
          </p:sp>
          <p:sp>
            <p:nvSpPr>
              <p:cNvPr id="48242" name="Line 94"/>
              <p:cNvSpPr/>
              <p:nvPr/>
            </p:nvSpPr>
            <p:spPr>
              <a:xfrm flipV="1">
                <a:off x="237" y="1935"/>
                <a:ext cx="276" cy="31"/>
              </a:xfrm>
              <a:prstGeom prst="line">
                <a:avLst/>
              </a:prstGeom>
              <a:ln w="28575" cap="flat" cmpd="sng">
                <a:solidFill>
                  <a:srgbClr val="FF0000"/>
                </a:solidFill>
                <a:prstDash val="solid"/>
                <a:round/>
                <a:headEnd type="none" w="med" len="med"/>
                <a:tailEnd type="triangle" w="med" len="med"/>
              </a:ln>
            </p:spPr>
          </p:sp>
          <p:sp>
            <p:nvSpPr>
              <p:cNvPr id="50262" name="Line 95"/>
              <p:cNvSpPr>
                <a:spLocks noChangeShapeType="1"/>
              </p:cNvSpPr>
              <p:nvPr/>
            </p:nvSpPr>
            <p:spPr bwMode="auto">
              <a:xfrm rot="301625" flipH="1" flipV="1">
                <a:off x="229" y="1771"/>
                <a:ext cx="294" cy="9"/>
              </a:xfrm>
              <a:prstGeom prst="line">
                <a:avLst/>
              </a:prstGeom>
              <a:noFill/>
              <a:ln w="28575">
                <a:solidFill>
                  <a:srgbClr val="FF0000"/>
                </a:solidFill>
                <a:round/>
                <a:headEnd type="triangle" w="med" len="med"/>
              </a:ln>
              <a:effectLst>
                <a:outerShdw dist="35921" dir="2700000" algn="ctr" rotWithShape="0">
                  <a:schemeClr val="bg1"/>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48244" name="Group 96"/>
              <p:cNvGrpSpPr/>
              <p:nvPr/>
            </p:nvGrpSpPr>
            <p:grpSpPr>
              <a:xfrm>
                <a:off x="858" y="2011"/>
                <a:ext cx="179" cy="232"/>
                <a:chOff x="858" y="2011"/>
                <a:chExt cx="179" cy="232"/>
              </a:xfrm>
            </p:grpSpPr>
            <p:sp>
              <p:nvSpPr>
                <p:cNvPr id="7" name="WordArt 97"/>
                <p:cNvSpPr>
                  <a:spLocks noTextEdit="1"/>
                </p:cNvSpPr>
                <p:nvPr/>
              </p:nvSpPr>
              <p:spPr>
                <a:xfrm>
                  <a:off x="858" y="2011"/>
                  <a:ext cx="130" cy="179"/>
                </a:xfrm>
                <a:prstGeom prst="rect">
                  <a:avLst/>
                </a:prstGeom>
              </p:spPr>
              <p:txBody>
                <a:bodyPr wrap="none" fromWordArt="1">
                  <a:prstTxWarp prst="textPlain">
                    <a:avLst>
                      <a:gd name="adj" fmla="val 50000"/>
                    </a:avLst>
                  </a:prstTxWarp>
                  <a:normAutofit fontScale="30000"/>
                </a:bodyPr>
                <a:lstStyle/>
                <a:p>
                  <a:pPr algn="ctr" fontAlgn="base"/>
                  <a:r>
                    <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48246" name="WordArt 98"/>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sp>
            <p:nvSpPr>
              <p:cNvPr id="8" name="WordArt 99"/>
              <p:cNvSpPr>
                <a:spLocks noTextEdit="1"/>
              </p:cNvSpPr>
              <p:nvPr/>
            </p:nvSpPr>
            <p:spPr>
              <a:xfrm>
                <a:off x="473" y="2011"/>
                <a:ext cx="130" cy="179"/>
              </a:xfrm>
              <a:prstGeom prst="rect">
                <a:avLst/>
              </a:prstGeom>
            </p:spPr>
            <p:txBody>
              <a:bodyPr wrap="none" fromWordArt="1">
                <a:prstTxWarp prst="textPlain">
                  <a:avLst>
                    <a:gd name="adj" fmla="val 50000"/>
                  </a:avLst>
                </a:prstTxWarp>
                <a:normAutofit fontScale="30000"/>
              </a:bodyPr>
              <a:lstStyle/>
              <a:p>
                <a:pPr algn="ctr" fontAlgn="base"/>
                <a:r>
                  <a:rPr lang="zh-CN" altLang="en-US" sz="3600"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cs typeface="+mn-cs"/>
                  </a:rPr>
                  <a:t>q</a:t>
                </a:r>
                <a:endParaRPr lang="zh-CN" altLang="en-US" sz="3600"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endParaRPr>
              </a:p>
            </p:txBody>
          </p:sp>
          <p:grpSp>
            <p:nvGrpSpPr>
              <p:cNvPr id="48248" name="Group 100"/>
              <p:cNvGrpSpPr/>
              <p:nvPr/>
            </p:nvGrpSpPr>
            <p:grpSpPr>
              <a:xfrm rot="5400000">
                <a:off x="664" y="2005"/>
                <a:ext cx="65" cy="162"/>
                <a:chOff x="2928" y="3216"/>
                <a:chExt cx="48" cy="240"/>
              </a:xfrm>
            </p:grpSpPr>
            <p:sp>
              <p:nvSpPr>
                <p:cNvPr id="48249" name="Line 101"/>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48250" name="Line 102"/>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48251" name="Group 103"/>
              <p:cNvGrpSpPr/>
              <p:nvPr/>
            </p:nvGrpSpPr>
            <p:grpSpPr>
              <a:xfrm>
                <a:off x="1652" y="2009"/>
                <a:ext cx="179" cy="232"/>
                <a:chOff x="858" y="2011"/>
                <a:chExt cx="179" cy="232"/>
              </a:xfrm>
            </p:grpSpPr>
            <p:sp>
              <p:nvSpPr>
                <p:cNvPr id="9" name="WordArt 104"/>
                <p:cNvSpPr>
                  <a:spLocks noTextEdit="1"/>
                </p:cNvSpPr>
                <p:nvPr/>
              </p:nvSpPr>
              <p:spPr>
                <a:xfrm>
                  <a:off x="858" y="2011"/>
                  <a:ext cx="130" cy="179"/>
                </a:xfrm>
                <a:prstGeom prst="rect">
                  <a:avLst/>
                </a:prstGeom>
              </p:spPr>
              <p:txBody>
                <a:bodyPr wrap="none" fromWordArt="1">
                  <a:prstTxWarp prst="textPlain">
                    <a:avLst>
                      <a:gd name="adj" fmla="val 50000"/>
                    </a:avLst>
                  </a:prstTxWarp>
                  <a:normAutofit fontScale="30000"/>
                </a:bodyPr>
                <a:lstStyle/>
                <a:p>
                  <a:pPr algn="ctr" fontAlgn="base"/>
                  <a:r>
                    <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48253" name="WordArt 105"/>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grpSp>
            <p:nvGrpSpPr>
              <p:cNvPr id="48254" name="Group 106"/>
              <p:cNvGrpSpPr/>
              <p:nvPr/>
            </p:nvGrpSpPr>
            <p:grpSpPr>
              <a:xfrm>
                <a:off x="1659" y="2187"/>
                <a:ext cx="796" cy="368"/>
                <a:chOff x="4723" y="3083"/>
                <a:chExt cx="796" cy="368"/>
              </a:xfrm>
            </p:grpSpPr>
            <p:sp>
              <p:nvSpPr>
                <p:cNvPr id="10" name="WordArt 107"/>
                <p:cNvSpPr>
                  <a:spLocks noTextEdit="1"/>
                </p:cNvSpPr>
                <p:nvPr/>
              </p:nvSpPr>
              <p:spPr>
                <a:xfrm>
                  <a:off x="5250" y="3083"/>
                  <a:ext cx="184" cy="172"/>
                </a:xfrm>
                <a:prstGeom prst="rect">
                  <a:avLst/>
                </a:prstGeom>
              </p:spPr>
              <p:txBody>
                <a:bodyPr wrap="none" fromWordArt="1">
                  <a:prstTxWarp prst="textPlain">
                    <a:avLst>
                      <a:gd name="adj" fmla="val 55431"/>
                    </a:avLst>
                  </a:prstTxWarp>
                  <a:normAutofit fontScale="25000"/>
                </a:bodyPr>
                <a:lstStyle/>
                <a:p>
                  <a:pPr algn="ctr" fontAlgn="base"/>
                  <a:r>
                    <a:rPr lang="zh-CN" altLang="en-US" sz="3600" b="1"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cs typeface="+mn-cs"/>
                    </a:rPr>
                    <a:t>l</a:t>
                  </a:r>
                  <a:endParaRPr lang="zh-CN" altLang="en-US" sz="3600" b="1"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endParaRPr>
                </a:p>
              </p:txBody>
            </p:sp>
            <p:sp>
              <p:nvSpPr>
                <p:cNvPr id="48256" name="Line 108"/>
                <p:cNvSpPr/>
                <p:nvPr/>
              </p:nvSpPr>
              <p:spPr>
                <a:xfrm>
                  <a:off x="5170" y="3290"/>
                  <a:ext cx="349" cy="0"/>
                </a:xfrm>
                <a:prstGeom prst="line">
                  <a:avLst/>
                </a:prstGeom>
                <a:ln w="38100" cap="flat" cmpd="sng">
                  <a:solidFill>
                    <a:schemeClr val="tx1"/>
                  </a:solidFill>
                  <a:prstDash val="solid"/>
                  <a:round/>
                  <a:headEnd type="none" w="med" len="med"/>
                  <a:tailEnd type="none" w="med" len="med"/>
                </a:ln>
              </p:spPr>
            </p:sp>
            <p:sp>
              <p:nvSpPr>
                <p:cNvPr id="12" name="WordArt 109"/>
                <p:cNvSpPr>
                  <a:spLocks noTextEdit="1"/>
                </p:cNvSpPr>
                <p:nvPr/>
              </p:nvSpPr>
              <p:spPr>
                <a:xfrm>
                  <a:off x="5260" y="3337"/>
                  <a:ext cx="186" cy="114"/>
                </a:xfrm>
                <a:prstGeom prst="rect">
                  <a:avLst/>
                </a:prstGeom>
              </p:spPr>
              <p:txBody>
                <a:bodyPr wrap="none" fromWordArt="1">
                  <a:prstTxWarp prst="textPlain">
                    <a:avLst>
                      <a:gd name="adj" fmla="val 50000"/>
                    </a:avLst>
                  </a:prstTxWarp>
                  <a:normAutofit fontScale="25000"/>
                </a:bodyPr>
                <a:lstStyle/>
                <a:p>
                  <a:pPr algn="ctr" fontAlgn="base"/>
                  <a:r>
                    <a:rPr lang="zh-CN" altLang="en-US" sz="3600" b="1"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D</a:t>
                  </a:r>
                  <a:endParaRPr lang="zh-CN" altLang="en-US" sz="3600" b="1"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13" name="WordArt 110"/>
                <p:cNvSpPr>
                  <a:spLocks noTextEdit="1"/>
                </p:cNvSpPr>
                <p:nvPr/>
              </p:nvSpPr>
              <p:spPr>
                <a:xfrm>
                  <a:off x="4723" y="3230"/>
                  <a:ext cx="368" cy="142"/>
                </a:xfrm>
                <a:prstGeom prst="rect">
                  <a:avLst/>
                </a:prstGeom>
              </p:spPr>
              <p:txBody>
                <a:bodyPr wrap="none" fromWordArt="1">
                  <a:prstTxWarp prst="textPlain">
                    <a:avLst>
                      <a:gd name="adj" fmla="val 50000"/>
                    </a:avLst>
                  </a:prstTxWarp>
                  <a:normAutofit fontScale="25000"/>
                </a:bodyPr>
                <a:lstStyle/>
                <a:p>
                  <a:pPr algn="ctr" fontAlgn="base"/>
                  <a:r>
                    <a:rPr lang="zh-CN" altLang="en-US" sz="3600" b="1"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1.22</a:t>
                  </a:r>
                  <a:endParaRPr lang="zh-CN" altLang="en-US" sz="3600" b="1"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grpSp>
          <p:grpSp>
            <p:nvGrpSpPr>
              <p:cNvPr id="48259" name="Group 111"/>
              <p:cNvGrpSpPr/>
              <p:nvPr/>
            </p:nvGrpSpPr>
            <p:grpSpPr>
              <a:xfrm rot="5400000">
                <a:off x="1926" y="1994"/>
                <a:ext cx="55" cy="181"/>
                <a:chOff x="2928" y="3216"/>
                <a:chExt cx="48" cy="240"/>
              </a:xfrm>
            </p:grpSpPr>
            <p:sp>
              <p:nvSpPr>
                <p:cNvPr id="48260" name="Line 112"/>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48261" name="Line 113"/>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sp>
          <p:nvSpPr>
            <p:cNvPr id="48262" name="WordArt 18"/>
            <p:cNvSpPr>
              <a:spLocks noTextEdit="1"/>
            </p:cNvSpPr>
            <p:nvPr>
              <p:custDataLst>
                <p:tags r:id="rId2"/>
              </p:custDataLst>
            </p:nvPr>
          </p:nvSpPr>
          <p:spPr>
            <a:xfrm rot="5400000">
              <a:off x="-267" y="2719"/>
              <a:ext cx="2618" cy="430"/>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来自远方两个物点</a:t>
              </a:r>
            </a:p>
          </p:txBody>
        </p:sp>
        <p:sp>
          <p:nvSpPr>
            <p:cNvPr id="48263" name="椭圆 11"/>
            <p:cNvSpPr/>
            <p:nvPr>
              <p:custDataLst>
                <p:tags r:id="rId3"/>
              </p:custDataLst>
            </p:nvPr>
          </p:nvSpPr>
          <p:spPr>
            <a:xfrm>
              <a:off x="1590" y="2546"/>
              <a:ext cx="108" cy="108"/>
            </a:xfrm>
            <a:prstGeom prst="ellipse">
              <a:avLst/>
            </a:prstGeom>
            <a:solidFill>
              <a:schemeClr val="tx1"/>
            </a:solidFill>
            <a:ln w="28575" cap="flat" cmpd="sng">
              <a:solidFill>
                <a:schemeClr val="tx1"/>
              </a:solidFill>
              <a:prstDash val="solid"/>
              <a:round/>
              <a:headEnd type="none" w="med" len="med"/>
              <a:tailEnd type="none" w="med" len="med"/>
            </a:ln>
          </p:spPr>
          <p:txBody>
            <a:bodyPr wrap="square" lIns="91440" tIns="45720" rIns="91440" bIns="45720" anchor="t" anchorCtr="0"/>
            <a:lstStyle/>
            <a:p>
              <a:pPr>
                <a:buClrTx/>
                <a:buFontTx/>
              </a:pPr>
              <a:endParaRPr lang="zh-CN" altLang="en-US">
                <a:latin typeface="Times New Roman" panose="02020603050405020304" pitchFamily="18" charset="0"/>
                <a:ea typeface="宋体" panose="02010600030101010101" pitchFamily="2" charset="-122"/>
              </a:endParaRPr>
            </a:p>
          </p:txBody>
        </p:sp>
        <p:sp>
          <p:nvSpPr>
            <p:cNvPr id="48264" name="椭圆 12"/>
            <p:cNvSpPr/>
            <p:nvPr>
              <p:custDataLst>
                <p:tags r:id="rId4"/>
              </p:custDataLst>
            </p:nvPr>
          </p:nvSpPr>
          <p:spPr>
            <a:xfrm>
              <a:off x="1578" y="2987"/>
              <a:ext cx="108" cy="108"/>
            </a:xfrm>
            <a:prstGeom prst="ellipse">
              <a:avLst/>
            </a:prstGeom>
            <a:solidFill>
              <a:schemeClr val="tx1"/>
            </a:solidFill>
            <a:ln w="28575" cap="flat" cmpd="sng">
              <a:solidFill>
                <a:schemeClr val="tx1"/>
              </a:solidFill>
              <a:prstDash val="solid"/>
              <a:round/>
              <a:headEnd type="none" w="med" len="med"/>
              <a:tailEnd type="none" w="med" len="med"/>
            </a:ln>
          </p:spPr>
          <p:txBody>
            <a:bodyPr wrap="square" lIns="91440" tIns="45720" rIns="91440" bIns="45720" anchor="t" anchorCtr="0"/>
            <a:lstStyle/>
            <a:p>
              <a:pPr>
                <a:buClrTx/>
                <a:buFontTx/>
              </a:pPr>
              <a:endParaRPr lang="zh-CN" altLang="en-US">
                <a:latin typeface="Times New Roman" panose="02020603050405020304" pitchFamily="18" charset="0"/>
                <a:ea typeface="宋体" panose="02010600030101010101" pitchFamily="2" charset="-122"/>
              </a:endParaRPr>
            </a:p>
          </p:txBody>
        </p:sp>
        <p:sp>
          <p:nvSpPr>
            <p:cNvPr id="48265" name="文本框 13"/>
            <p:cNvSpPr txBox="1"/>
            <p:nvPr>
              <p:custDataLst>
                <p:tags r:id="rId5"/>
              </p:custDataLst>
            </p:nvPr>
          </p:nvSpPr>
          <p:spPr>
            <a:xfrm>
              <a:off x="1346" y="1901"/>
              <a:ext cx="790" cy="580"/>
            </a:xfrm>
            <a:prstGeom prst="rect">
              <a:avLst/>
            </a:prstGeom>
            <a:noFill/>
            <a:ln w="9525">
              <a:noFill/>
            </a:ln>
          </p:spPr>
          <p:txBody>
            <a:bodyPr wrap="square" anchor="t" anchorCtr="0">
              <a:spAutoFit/>
            </a:bodyPr>
            <a:lstStyle/>
            <a:p>
              <a:r>
                <a:rPr lang="en-US" altLang="zh-CN" b="1" i="1">
                  <a:latin typeface="Times New Roman" panose="02020603050405020304" pitchFamily="18" charset="0"/>
                  <a:ea typeface="宋体" panose="02010600030101010101" pitchFamily="2" charset="-122"/>
                  <a:sym typeface="宋体" panose="02010600030101010101" pitchFamily="2" charset="-122"/>
                </a:rPr>
                <a:t>S</a:t>
              </a:r>
              <a:r>
                <a:rPr lang="en-US" altLang="zh-CN" b="1" baseline="-25000">
                  <a:latin typeface="Times New Roman" panose="02020603050405020304" pitchFamily="18" charset="0"/>
                  <a:ea typeface="宋体" panose="02010600030101010101" pitchFamily="2" charset="-122"/>
                  <a:sym typeface="宋体" panose="02010600030101010101" pitchFamily="2" charset="-122"/>
                </a:rPr>
                <a:t>1</a:t>
              </a:r>
            </a:p>
          </p:txBody>
        </p:sp>
        <p:sp>
          <p:nvSpPr>
            <p:cNvPr id="48266" name="文本框 14"/>
            <p:cNvSpPr txBox="1"/>
            <p:nvPr>
              <p:custDataLst>
                <p:tags r:id="rId6"/>
              </p:custDataLst>
            </p:nvPr>
          </p:nvSpPr>
          <p:spPr>
            <a:xfrm>
              <a:off x="1402" y="3153"/>
              <a:ext cx="812" cy="580"/>
            </a:xfrm>
            <a:prstGeom prst="rect">
              <a:avLst/>
            </a:prstGeom>
            <a:noFill/>
            <a:ln w="9525">
              <a:noFill/>
            </a:ln>
          </p:spPr>
          <p:txBody>
            <a:bodyPr wrap="square" anchor="t" anchorCtr="0">
              <a:spAutoFit/>
            </a:bodyPr>
            <a:lstStyle/>
            <a:p>
              <a:r>
                <a:rPr lang="en-US" altLang="zh-CN" b="1" i="1">
                  <a:latin typeface="Times New Roman" panose="02020603050405020304" pitchFamily="18" charset="0"/>
                  <a:ea typeface="宋体" panose="02010600030101010101" pitchFamily="2" charset="-122"/>
                  <a:sym typeface="宋体" panose="02010600030101010101" pitchFamily="2" charset="-122"/>
                </a:rPr>
                <a:t>S</a:t>
              </a:r>
              <a:r>
                <a:rPr lang="en-US" altLang="zh-CN" b="1" baseline="-25000">
                  <a:latin typeface="Times New Roman" panose="02020603050405020304" pitchFamily="18" charset="0"/>
                  <a:ea typeface="宋体" panose="02010600030101010101" pitchFamily="2" charset="-122"/>
                  <a:sym typeface="宋体" panose="02010600030101010101" pitchFamily="2" charset="-122"/>
                </a:rPr>
                <a:t>2</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p:cNvSpPr>
          <p:nvPr>
            <p:ph type="title"/>
          </p:nvPr>
        </p:nvSpPr>
        <p:spPr>
          <a:xfrm>
            <a:off x="1368425" y="19050"/>
            <a:ext cx="7772400" cy="366713"/>
          </a:xfrm>
        </p:spPr>
        <p:txBody>
          <a:bodyPr vert="horz" wrap="square" lIns="91440" tIns="45720" rIns="91440" bIns="45720" anchor="ctr" anchorCtr="0"/>
          <a:lstStyle/>
          <a:p>
            <a:r>
              <a:rPr lang="zh-CN" altLang="en-US" sz="800" dirty="0">
                <a:solidFill>
                  <a:schemeClr val="bg1"/>
                </a:solidFill>
              </a:rPr>
              <a:t>提高分辨率途径</a:t>
            </a:r>
          </a:p>
        </p:txBody>
      </p:sp>
      <p:sp>
        <p:nvSpPr>
          <p:cNvPr id="49154" name="Rectangle 3"/>
          <p:cNvSpPr/>
          <p:nvPr/>
        </p:nvSpPr>
        <p:spPr>
          <a:xfrm>
            <a:off x="0" y="6630988"/>
            <a:ext cx="9144000" cy="227012"/>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9155" name="Rectangle 4"/>
          <p:cNvSpPr/>
          <p:nvPr/>
        </p:nvSpPr>
        <p:spPr>
          <a:xfrm>
            <a:off x="0" y="0"/>
            <a:ext cx="9144000" cy="279400"/>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 name="Group 5"/>
          <p:cNvGrpSpPr/>
          <p:nvPr/>
        </p:nvGrpSpPr>
        <p:grpSpPr>
          <a:xfrm>
            <a:off x="414338" y="525463"/>
            <a:ext cx="8189912" cy="3084512"/>
            <a:chOff x="261" y="331"/>
            <a:chExt cx="5159" cy="1943"/>
          </a:xfrm>
        </p:grpSpPr>
        <p:sp>
          <p:nvSpPr>
            <p:cNvPr id="56325" name="WordArt 6"/>
            <p:cNvSpPr>
              <a:spLocks noTextEdit="1"/>
            </p:cNvSpPr>
            <p:nvPr/>
          </p:nvSpPr>
          <p:spPr>
            <a:xfrm>
              <a:off x="261" y="331"/>
              <a:ext cx="772" cy="168"/>
            </a:xfrm>
            <a:prstGeom prst="rect">
              <a:avLst/>
            </a:prstGeom>
          </p:spPr>
          <p:txBody>
            <a:bodyPr wrap="none" fromWordArt="1">
              <a:prstTxWarp prst="textPlain">
                <a:avLst>
                  <a:gd name="adj" fmla="val 50000"/>
                </a:avLst>
              </a:prstTxWarp>
              <a:normAutofit fontScale="30000"/>
            </a:bodyPr>
            <a:lstStyle/>
            <a:p>
              <a:pPr algn="ctr" fontAlgn="base"/>
              <a:r>
                <a:rPr lang="zh-CN" altLang="en-US" sz="3600" strike="noStrike" noProof="1">
                  <a:ln w="9525" cap="flat" cmpd="sng">
                    <a:solidFill>
                      <a:srgbClr val="CC0000"/>
                    </a:solidFill>
                    <a:prstDash val="solid"/>
                    <a:round/>
                    <a:headEnd type="none" w="med" len="med"/>
                    <a:tailEnd type="none" w="med" len="med"/>
                  </a:ln>
                  <a:solidFill>
                    <a:srgbClr val="CC0000"/>
                  </a:solidFill>
                  <a:latin typeface="华文中宋" panose="02010600040101010101" charset="-122"/>
                  <a:ea typeface="华文中宋" panose="02010600040101010101" charset="-122"/>
                  <a:cs typeface="+mn-cs"/>
                </a:rPr>
                <a:t>归纳:</a:t>
              </a:r>
              <a:endParaRPr lang="zh-CN" altLang="en-US" sz="3600" strike="noStrike" noProof="1">
                <a:ln w="9525" cap="flat" cmpd="sng">
                  <a:solidFill>
                    <a:srgbClr val="CC0000"/>
                  </a:solidFill>
                  <a:prstDash val="solid"/>
                  <a:round/>
                  <a:headEnd type="none" w="med" len="med"/>
                  <a:tailEnd type="none" w="med" len="med"/>
                </a:ln>
                <a:solidFill>
                  <a:srgbClr val="CC0000"/>
                </a:solidFill>
                <a:latin typeface="华文中宋" panose="02010600040101010101" charset="-122"/>
                <a:ea typeface="华文中宋" panose="02010600040101010101" charset="-122"/>
              </a:endParaRPr>
            </a:p>
          </p:txBody>
        </p:sp>
        <p:grpSp>
          <p:nvGrpSpPr>
            <p:cNvPr id="49158" name="Group 7"/>
            <p:cNvGrpSpPr/>
            <p:nvPr/>
          </p:nvGrpSpPr>
          <p:grpSpPr>
            <a:xfrm>
              <a:off x="472" y="672"/>
              <a:ext cx="4948" cy="1602"/>
              <a:chOff x="435" y="700"/>
              <a:chExt cx="4948" cy="1685"/>
            </a:xfrm>
          </p:grpSpPr>
          <p:grpSp>
            <p:nvGrpSpPr>
              <p:cNvPr id="49159" name="Group 8"/>
              <p:cNvGrpSpPr/>
              <p:nvPr/>
            </p:nvGrpSpPr>
            <p:grpSpPr>
              <a:xfrm>
                <a:off x="784" y="920"/>
                <a:ext cx="1762" cy="517"/>
                <a:chOff x="528" y="920"/>
                <a:chExt cx="1762" cy="517"/>
              </a:xfrm>
            </p:grpSpPr>
            <p:sp>
              <p:nvSpPr>
                <p:cNvPr id="55304" name="WordArt 9"/>
                <p:cNvSpPr>
                  <a:spLocks noTextEdit="1"/>
                </p:cNvSpPr>
                <p:nvPr/>
              </p:nvSpPr>
              <p:spPr>
                <a:xfrm>
                  <a:off x="861" y="1260"/>
                  <a:ext cx="1098" cy="177"/>
                </a:xfrm>
                <a:prstGeom prst="rect">
                  <a:avLst/>
                </a:prstGeom>
              </p:spPr>
              <p:txBody>
                <a:bodyPr wrap="none" fromWordArt="1">
                  <a:prstTxWarp prst="textPlain">
                    <a:avLst>
                      <a:gd name="adj" fmla="val 50000"/>
                    </a:avLst>
                  </a:prstTxWarp>
                  <a:normAutofit fontScale="60000"/>
                </a:bodyPr>
                <a:lstStyle/>
                <a:p>
                  <a:pPr algn="ctr" fontAlgn="base"/>
                  <a:r>
                    <a:rPr lang="zh-CN" altLang="en-US" sz="1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(爱里斑半角宽)</a:t>
                  </a:r>
                  <a:endParaRPr lang="zh-CN" altLang="en-US" sz="1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49161" name="WordArt 10"/>
                <p:cNvSpPr>
                  <a:spLocks noTextEdit="1"/>
                </p:cNvSpPr>
                <p:nvPr/>
              </p:nvSpPr>
              <p:spPr>
                <a:xfrm>
                  <a:off x="528" y="920"/>
                  <a:ext cx="1762" cy="311"/>
                </a:xfrm>
                <a:prstGeom prst="rect">
                  <a:avLst/>
                </a:prstGeom>
              </p:spPr>
              <p:txBody>
                <a:bodyPr wrap="none" fromWordArt="1">
                  <a:prstTxWarp prst="textPlain">
                    <a:avLst>
                      <a:gd name="adj" fmla="val 50000"/>
                    </a:avLst>
                  </a:prstTxWarp>
                  <a:normAutofit/>
                </a:bodyPr>
                <a:lstStyle/>
                <a:p>
                  <a:pPr algn="ctr"/>
                  <a:r>
                    <a:rPr lang="zh-CN" altLang="en-US" sz="1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光学仪器最小分辨角</a:t>
                  </a:r>
                </a:p>
              </p:txBody>
            </p:sp>
          </p:grpSp>
          <p:sp>
            <p:nvSpPr>
              <p:cNvPr id="49162" name="WordArt 11"/>
              <p:cNvSpPr>
                <a:spLocks noTextEdit="1"/>
              </p:cNvSpPr>
              <p:nvPr/>
            </p:nvSpPr>
            <p:spPr>
              <a:xfrm>
                <a:off x="698" y="1825"/>
                <a:ext cx="1935" cy="339"/>
              </a:xfrm>
              <a:prstGeom prst="rect">
                <a:avLst/>
              </a:prstGeom>
            </p:spPr>
            <p:txBody>
              <a:bodyPr wrap="none" fromWordArt="1">
                <a:prstTxWarp prst="textPlain">
                  <a:avLst>
                    <a:gd name="adj" fmla="val 50000"/>
                  </a:avLst>
                </a:prstTxWarp>
                <a:normAutofit/>
              </a:bodyPr>
              <a:lstStyle/>
              <a:p>
                <a:pPr algn="ctr"/>
                <a:r>
                  <a:rPr lang="zh-CN" altLang="en-US" sz="1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光学仪器的分辨本领</a:t>
                </a:r>
              </a:p>
            </p:txBody>
          </p:sp>
          <p:sp>
            <p:nvSpPr>
              <p:cNvPr id="49163" name="Rectangle 12"/>
              <p:cNvSpPr/>
              <p:nvPr/>
            </p:nvSpPr>
            <p:spPr>
              <a:xfrm>
                <a:off x="435" y="700"/>
                <a:ext cx="4948" cy="1685"/>
              </a:xfrm>
              <a:prstGeom prst="rect">
                <a:avLst/>
              </a:prstGeom>
              <a:noFill/>
              <a:ln w="57150" cap="flat" cmpd="sng">
                <a:solidFill>
                  <a:srgbClr val="FF9900"/>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49164" name="Group 13"/>
              <p:cNvGrpSpPr/>
              <p:nvPr/>
            </p:nvGrpSpPr>
            <p:grpSpPr>
              <a:xfrm rot="5400000">
                <a:off x="3570" y="1811"/>
                <a:ext cx="95" cy="221"/>
                <a:chOff x="2928" y="3216"/>
                <a:chExt cx="48" cy="240"/>
              </a:xfrm>
            </p:grpSpPr>
            <p:sp>
              <p:nvSpPr>
                <p:cNvPr id="49165" name="Line 14"/>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49166" name="Line 15"/>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49167" name="WordArt 16"/>
              <p:cNvSpPr>
                <a:spLocks noTextEdit="1"/>
              </p:cNvSpPr>
              <p:nvPr/>
            </p:nvSpPr>
            <p:spPr>
              <a:xfrm>
                <a:off x="4492" y="1954"/>
                <a:ext cx="254" cy="276"/>
              </a:xfrm>
              <a:prstGeom prst="rect">
                <a:avLst/>
              </a:prstGeom>
            </p:spPr>
            <p:txBody>
              <a:bodyPr wrap="none" fromWordArt="1">
                <a:prstTxWarp prst="textPlain">
                  <a:avLst>
                    <a:gd name="adj" fmla="val 55769"/>
                  </a:avLst>
                </a:prstTxWarp>
                <a:normAutofit/>
              </a:bodyPr>
              <a:lstStyle/>
              <a:p>
                <a:pPr algn="ctr"/>
                <a:r>
                  <a:rPr lang="zh-CN" altLang="en-US" sz="3600" b="1"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sp>
            <p:nvSpPr>
              <p:cNvPr id="49168" name="WordArt 17"/>
              <p:cNvSpPr>
                <a:spLocks noTextEdit="1"/>
              </p:cNvSpPr>
              <p:nvPr/>
            </p:nvSpPr>
            <p:spPr>
              <a:xfrm>
                <a:off x="4212" y="1678"/>
                <a:ext cx="248" cy="194"/>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sp>
            <p:nvSpPr>
              <p:cNvPr id="49169" name="Line 18"/>
              <p:cNvSpPr/>
              <p:nvPr/>
            </p:nvSpPr>
            <p:spPr>
              <a:xfrm>
                <a:off x="2937" y="1966"/>
                <a:ext cx="500" cy="0"/>
              </a:xfrm>
              <a:prstGeom prst="line">
                <a:avLst/>
              </a:prstGeom>
              <a:ln w="38100" cap="flat" cmpd="sng">
                <a:solidFill>
                  <a:schemeClr val="tx1"/>
                </a:solidFill>
                <a:prstDash val="solid"/>
                <a:round/>
                <a:headEnd type="none" w="med" len="med"/>
                <a:tailEnd type="none" w="med" len="med"/>
              </a:ln>
            </p:spPr>
          </p:sp>
          <p:sp>
            <p:nvSpPr>
              <p:cNvPr id="49170" name="WordArt 19"/>
              <p:cNvSpPr>
                <a:spLocks noTextEdit="1"/>
              </p:cNvSpPr>
              <p:nvPr/>
            </p:nvSpPr>
            <p:spPr>
              <a:xfrm>
                <a:off x="3123" y="1719"/>
                <a:ext cx="118" cy="163"/>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sp>
            <p:nvSpPr>
              <p:cNvPr id="49171" name="Line 20"/>
              <p:cNvSpPr/>
              <p:nvPr/>
            </p:nvSpPr>
            <p:spPr>
              <a:xfrm flipV="1">
                <a:off x="3884" y="1920"/>
                <a:ext cx="924" cy="11"/>
              </a:xfrm>
              <a:prstGeom prst="line">
                <a:avLst/>
              </a:prstGeom>
              <a:ln w="38100" cap="flat" cmpd="sng">
                <a:solidFill>
                  <a:schemeClr val="tx1"/>
                </a:solidFill>
                <a:prstDash val="solid"/>
                <a:round/>
                <a:headEnd type="none" w="med" len="med"/>
                <a:tailEnd type="none" w="med" len="med"/>
              </a:ln>
            </p:spPr>
          </p:sp>
          <p:sp>
            <p:nvSpPr>
              <p:cNvPr id="49172" name="WordArt 21"/>
              <p:cNvSpPr>
                <a:spLocks noTextEdit="1"/>
              </p:cNvSpPr>
              <p:nvPr/>
            </p:nvSpPr>
            <p:spPr>
              <a:xfrm>
                <a:off x="3976" y="2021"/>
                <a:ext cx="494" cy="21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1.22</a:t>
                </a:r>
              </a:p>
            </p:txBody>
          </p:sp>
          <p:grpSp>
            <p:nvGrpSpPr>
              <p:cNvPr id="49173" name="Group 22"/>
              <p:cNvGrpSpPr/>
              <p:nvPr/>
            </p:nvGrpSpPr>
            <p:grpSpPr>
              <a:xfrm rot="5400000">
                <a:off x="3351" y="1035"/>
                <a:ext cx="79" cy="199"/>
                <a:chOff x="2928" y="3216"/>
                <a:chExt cx="48" cy="240"/>
              </a:xfrm>
            </p:grpSpPr>
            <p:sp>
              <p:nvSpPr>
                <p:cNvPr id="49174" name="Line 23"/>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49175" name="Line 24"/>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49176" name="WordArt 25"/>
              <p:cNvSpPr>
                <a:spLocks noTextEdit="1"/>
              </p:cNvSpPr>
              <p:nvPr/>
            </p:nvSpPr>
            <p:spPr>
              <a:xfrm>
                <a:off x="4431" y="814"/>
                <a:ext cx="271" cy="245"/>
              </a:xfrm>
              <a:prstGeom prst="rect">
                <a:avLst/>
              </a:prstGeom>
            </p:spPr>
            <p:txBody>
              <a:bodyPr wrap="none" fromWordArt="1">
                <a:prstTxWarp prst="textPlain">
                  <a:avLst>
                    <a:gd name="adj" fmla="val 57375"/>
                  </a:avLst>
                </a:prstTxWarp>
                <a:normAutofit/>
              </a:bodyPr>
              <a:lstStyle/>
              <a:p>
                <a:pPr algn="ctr"/>
                <a:r>
                  <a:rPr lang="zh-CN" altLang="en-US" sz="3600" b="1"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sp>
            <p:nvSpPr>
              <p:cNvPr id="49177" name="Line 26"/>
              <p:cNvSpPr/>
              <p:nvPr/>
            </p:nvSpPr>
            <p:spPr>
              <a:xfrm>
                <a:off x="4318" y="1129"/>
                <a:ext cx="515" cy="0"/>
              </a:xfrm>
              <a:prstGeom prst="line">
                <a:avLst/>
              </a:prstGeom>
              <a:ln w="38100" cap="flat" cmpd="sng">
                <a:solidFill>
                  <a:schemeClr val="tx1"/>
                </a:solidFill>
                <a:prstDash val="solid"/>
                <a:round/>
                <a:headEnd type="none" w="med" len="med"/>
                <a:tailEnd type="none" w="med" len="med"/>
              </a:ln>
            </p:spPr>
          </p:sp>
          <p:sp>
            <p:nvSpPr>
              <p:cNvPr id="49178" name="WordArt 27"/>
              <p:cNvSpPr>
                <a:spLocks noTextEdit="1"/>
              </p:cNvSpPr>
              <p:nvPr/>
            </p:nvSpPr>
            <p:spPr>
              <a:xfrm>
                <a:off x="4451" y="1205"/>
                <a:ext cx="274" cy="18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sp>
            <p:nvSpPr>
              <p:cNvPr id="49179" name="WordArt 28"/>
              <p:cNvSpPr>
                <a:spLocks noTextEdit="1"/>
              </p:cNvSpPr>
              <p:nvPr/>
            </p:nvSpPr>
            <p:spPr>
              <a:xfrm>
                <a:off x="3659" y="1033"/>
                <a:ext cx="543" cy="227"/>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1.22</a:t>
                </a:r>
              </a:p>
            </p:txBody>
          </p:sp>
          <p:grpSp>
            <p:nvGrpSpPr>
              <p:cNvPr id="49180" name="Group 29"/>
              <p:cNvGrpSpPr/>
              <p:nvPr/>
            </p:nvGrpSpPr>
            <p:grpSpPr>
              <a:xfrm>
                <a:off x="2985" y="1032"/>
                <a:ext cx="254" cy="319"/>
                <a:chOff x="858" y="2011"/>
                <a:chExt cx="179" cy="232"/>
              </a:xfrm>
            </p:grpSpPr>
            <p:sp>
              <p:nvSpPr>
                <p:cNvPr id="49181" name="WordArt 30"/>
                <p:cNvSpPr>
                  <a:spLocks noTextEdit="1"/>
                </p:cNvSpPr>
                <p:nvPr/>
              </p:nvSpPr>
              <p:spPr>
                <a:xfrm>
                  <a:off x="858" y="2011"/>
                  <a:ext cx="130" cy="179"/>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49182" name="WordArt 31"/>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grpSp>
            <p:nvGrpSpPr>
              <p:cNvPr id="49183" name="Group 32"/>
              <p:cNvGrpSpPr/>
              <p:nvPr/>
            </p:nvGrpSpPr>
            <p:grpSpPr>
              <a:xfrm>
                <a:off x="3066" y="2018"/>
                <a:ext cx="245" cy="283"/>
                <a:chOff x="858" y="2011"/>
                <a:chExt cx="179" cy="232"/>
              </a:xfrm>
            </p:grpSpPr>
            <p:sp>
              <p:nvSpPr>
                <p:cNvPr id="49184" name="WordArt 33"/>
                <p:cNvSpPr>
                  <a:spLocks noTextEdit="1"/>
                </p:cNvSpPr>
                <p:nvPr/>
              </p:nvSpPr>
              <p:spPr>
                <a:xfrm>
                  <a:off x="858" y="2011"/>
                  <a:ext cx="130" cy="179"/>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49185" name="WordArt 34"/>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grpSp>
      </p:grpSp>
      <p:grpSp>
        <p:nvGrpSpPr>
          <p:cNvPr id="9" name="Group 35"/>
          <p:cNvGrpSpPr/>
          <p:nvPr/>
        </p:nvGrpSpPr>
        <p:grpSpPr>
          <a:xfrm>
            <a:off x="877888" y="4110038"/>
            <a:ext cx="7640637" cy="2009775"/>
            <a:chOff x="534" y="2525"/>
            <a:chExt cx="4813" cy="1266"/>
          </a:xfrm>
        </p:grpSpPr>
        <p:sp>
          <p:nvSpPr>
            <p:cNvPr id="49187" name="WordArt 36"/>
            <p:cNvSpPr>
              <a:spLocks noTextEdit="1"/>
            </p:cNvSpPr>
            <p:nvPr/>
          </p:nvSpPr>
          <p:spPr>
            <a:xfrm>
              <a:off x="534" y="2525"/>
              <a:ext cx="4813" cy="276"/>
            </a:xfrm>
            <a:prstGeom prst="rect">
              <a:avLst/>
            </a:prstGeom>
          </p:spPr>
          <p:txBody>
            <a:bodyPr wrap="none" fromWordArt="1">
              <a:prstTxWarp prst="textPlain">
                <a:avLst>
                  <a:gd name="adj" fmla="val 50000"/>
                </a:avLst>
              </a:prstTxWarp>
              <a:normAutofit/>
            </a:bodyPr>
            <a:lstStyle/>
            <a:p>
              <a:pPr algn="ctr"/>
              <a:r>
                <a:rPr lang="zh-CN" altLang="en-US" sz="1200">
                  <a:ln w="9525" cap="flat" cmpd="sng">
                    <a:solidFill>
                      <a:srgbClr val="008000"/>
                    </a:solidFill>
                    <a:prstDash val="solid"/>
                    <a:round/>
                    <a:headEnd type="none" w="med" len="med"/>
                    <a:tailEnd type="none" w="med" len="med"/>
                  </a:ln>
                  <a:solidFill>
                    <a:srgbClr val="008000"/>
                  </a:solidFill>
                  <a:latin typeface="华文中宋" panose="02010600040101010101" charset="-122"/>
                  <a:ea typeface="华文中宋" panose="02010600040101010101" charset="-122"/>
                </a:rPr>
                <a:t>提高光学仪器分辨本领的两条基本途径是:</a:t>
              </a:r>
            </a:p>
          </p:txBody>
        </p:sp>
        <p:sp>
          <p:nvSpPr>
            <p:cNvPr id="49188" name="WordArt 37"/>
            <p:cNvSpPr>
              <a:spLocks noTextEdit="1"/>
            </p:cNvSpPr>
            <p:nvPr/>
          </p:nvSpPr>
          <p:spPr>
            <a:xfrm>
              <a:off x="1376" y="3034"/>
              <a:ext cx="3586" cy="293"/>
            </a:xfrm>
            <a:prstGeom prst="rect">
              <a:avLst/>
            </a:prstGeom>
          </p:spPr>
          <p:txBody>
            <a:bodyPr wrap="none" fromWordArt="1">
              <a:prstTxWarp prst="textPlain">
                <a:avLst>
                  <a:gd name="adj" fmla="val 50000"/>
                </a:avLst>
              </a:prstTxWarp>
              <a:normAutofit/>
            </a:bodyPr>
            <a:lstStyle/>
            <a:p>
              <a:pPr algn="ctr"/>
              <a:r>
                <a:rPr lang="zh-CN" altLang="en-US" sz="18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加大成像系统的通光孔径</a:t>
              </a:r>
            </a:p>
          </p:txBody>
        </p:sp>
        <p:sp>
          <p:nvSpPr>
            <p:cNvPr id="49189" name="WordArt 38"/>
            <p:cNvSpPr>
              <a:spLocks noTextEdit="1"/>
            </p:cNvSpPr>
            <p:nvPr/>
          </p:nvSpPr>
          <p:spPr>
            <a:xfrm>
              <a:off x="1399" y="3484"/>
              <a:ext cx="3240" cy="307"/>
            </a:xfrm>
            <a:prstGeom prst="rect">
              <a:avLst/>
            </a:prstGeom>
          </p:spPr>
          <p:txBody>
            <a:bodyPr wrap="none" fromWordArt="1">
              <a:prstTxWarp prst="textPlain">
                <a:avLst>
                  <a:gd name="adj" fmla="val 50000"/>
                </a:avLst>
              </a:prstTxWarp>
              <a:normAutofit/>
            </a:bodyPr>
            <a:lstStyle/>
            <a:p>
              <a:pPr algn="ctr"/>
              <a:r>
                <a:rPr lang="zh-CN" altLang="en-US" sz="18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采用较短的工作波长</a:t>
              </a:r>
            </a:p>
          </p:txBody>
        </p:sp>
        <p:grpSp>
          <p:nvGrpSpPr>
            <p:cNvPr id="49190" name="Group 39"/>
            <p:cNvGrpSpPr/>
            <p:nvPr/>
          </p:nvGrpSpPr>
          <p:grpSpPr>
            <a:xfrm>
              <a:off x="960" y="3069"/>
              <a:ext cx="269" cy="261"/>
              <a:chOff x="891" y="201"/>
              <a:chExt cx="269" cy="261"/>
            </a:xfrm>
          </p:grpSpPr>
          <p:sp>
            <p:nvSpPr>
              <p:cNvPr id="49191" name="Oval 40"/>
              <p:cNvSpPr/>
              <p:nvPr/>
            </p:nvSpPr>
            <p:spPr>
              <a:xfrm>
                <a:off x="891" y="201"/>
                <a:ext cx="269" cy="261"/>
              </a:xfrm>
              <a:prstGeom prst="ellipse">
                <a:avLst/>
              </a:prstGeom>
              <a:solidFill>
                <a:schemeClr val="bg1">
                  <a:alpha val="50194"/>
                </a:schemeClr>
              </a:solidFill>
              <a:ln w="9525" cap="flat" cmpd="sng">
                <a:solidFill>
                  <a:schemeClr val="bg1">
                    <a:alpha val="50194"/>
                  </a:schemeClr>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49192" name="Group 41"/>
              <p:cNvGrpSpPr/>
              <p:nvPr/>
            </p:nvGrpSpPr>
            <p:grpSpPr>
              <a:xfrm>
                <a:off x="927" y="238"/>
                <a:ext cx="201" cy="189"/>
                <a:chOff x="2136" y="1382"/>
                <a:chExt cx="576" cy="576"/>
              </a:xfrm>
            </p:grpSpPr>
            <p:sp>
              <p:nvSpPr>
                <p:cNvPr id="49193" name="Oval 42"/>
                <p:cNvSpPr/>
                <p:nvPr/>
              </p:nvSpPr>
              <p:spPr>
                <a:xfrm>
                  <a:off x="2136" y="1382"/>
                  <a:ext cx="576" cy="576"/>
                </a:xfrm>
                <a:prstGeom prst="ellipse">
                  <a:avLst/>
                </a:prstGeom>
                <a:gradFill rotWithShape="0">
                  <a:gsLst>
                    <a:gs pos="0">
                      <a:srgbClr val="FF9900"/>
                    </a:gs>
                    <a:gs pos="100000">
                      <a:srgbClr val="EC0000"/>
                    </a:gs>
                  </a:gsLst>
                  <a:lin ang="2700000" scaled="1"/>
                  <a:tileRect/>
                </a:gradFill>
                <a:ln w="28575" cap="flat" cmpd="sng">
                  <a:solidFill>
                    <a:srgbClr val="FF99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9194" name="Oval 43"/>
                <p:cNvSpPr/>
                <p:nvPr/>
              </p:nvSpPr>
              <p:spPr>
                <a:xfrm rot="-3104273">
                  <a:off x="2192" y="1463"/>
                  <a:ext cx="232" cy="149"/>
                </a:xfrm>
                <a:prstGeom prst="ellipse">
                  <a:avLst/>
                </a:prstGeom>
                <a:gradFill rotWithShape="0">
                  <a:gsLst>
                    <a:gs pos="0">
                      <a:srgbClr val="FFFF00"/>
                    </a:gs>
                    <a:gs pos="100000">
                      <a:srgbClr val="FF9900"/>
                    </a:gs>
                  </a:gsLst>
                  <a:path path="shape">
                    <a:fillToRect l="50000" t="50000" r="50000" b="50000"/>
                  </a:path>
                  <a:tileRect/>
                </a:gradFill>
                <a:ln w="28575" cap="flat" cmpd="sng">
                  <a:solidFill>
                    <a:srgbClr val="FF99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grpSp>
          <p:nvGrpSpPr>
            <p:cNvPr id="49195" name="Group 44"/>
            <p:cNvGrpSpPr/>
            <p:nvPr/>
          </p:nvGrpSpPr>
          <p:grpSpPr>
            <a:xfrm>
              <a:off x="959" y="3525"/>
              <a:ext cx="269" cy="261"/>
              <a:chOff x="891" y="201"/>
              <a:chExt cx="269" cy="261"/>
            </a:xfrm>
          </p:grpSpPr>
          <p:sp>
            <p:nvSpPr>
              <p:cNvPr id="49196" name="Oval 45"/>
              <p:cNvSpPr/>
              <p:nvPr/>
            </p:nvSpPr>
            <p:spPr>
              <a:xfrm>
                <a:off x="891" y="201"/>
                <a:ext cx="269" cy="261"/>
              </a:xfrm>
              <a:prstGeom prst="ellipse">
                <a:avLst/>
              </a:prstGeom>
              <a:solidFill>
                <a:schemeClr val="bg1">
                  <a:alpha val="50194"/>
                </a:schemeClr>
              </a:solidFill>
              <a:ln w="9525" cap="flat" cmpd="sng">
                <a:solidFill>
                  <a:schemeClr val="bg1">
                    <a:alpha val="50194"/>
                  </a:schemeClr>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49197" name="Group 46"/>
              <p:cNvGrpSpPr/>
              <p:nvPr/>
            </p:nvGrpSpPr>
            <p:grpSpPr>
              <a:xfrm>
                <a:off x="927" y="238"/>
                <a:ext cx="201" cy="189"/>
                <a:chOff x="2136" y="1382"/>
                <a:chExt cx="576" cy="576"/>
              </a:xfrm>
            </p:grpSpPr>
            <p:sp>
              <p:nvSpPr>
                <p:cNvPr id="49198" name="Oval 47"/>
                <p:cNvSpPr/>
                <p:nvPr/>
              </p:nvSpPr>
              <p:spPr>
                <a:xfrm>
                  <a:off x="2136" y="1382"/>
                  <a:ext cx="576" cy="576"/>
                </a:xfrm>
                <a:prstGeom prst="ellipse">
                  <a:avLst/>
                </a:prstGeom>
                <a:gradFill rotWithShape="0">
                  <a:gsLst>
                    <a:gs pos="0">
                      <a:srgbClr val="FF9900"/>
                    </a:gs>
                    <a:gs pos="100000">
                      <a:srgbClr val="EC0000"/>
                    </a:gs>
                  </a:gsLst>
                  <a:lin ang="2700000" scaled="1"/>
                  <a:tileRect/>
                </a:gradFill>
                <a:ln w="28575" cap="flat" cmpd="sng">
                  <a:solidFill>
                    <a:srgbClr val="FF99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49199" name="Oval 48"/>
                <p:cNvSpPr/>
                <p:nvPr/>
              </p:nvSpPr>
              <p:spPr>
                <a:xfrm rot="-3104273">
                  <a:off x="2192" y="1463"/>
                  <a:ext cx="232" cy="149"/>
                </a:xfrm>
                <a:prstGeom prst="ellipse">
                  <a:avLst/>
                </a:prstGeom>
                <a:gradFill rotWithShape="0">
                  <a:gsLst>
                    <a:gs pos="0">
                      <a:srgbClr val="FFFF00"/>
                    </a:gs>
                    <a:gs pos="100000">
                      <a:srgbClr val="FF9900"/>
                    </a:gs>
                  </a:gsLst>
                  <a:path path="shape">
                    <a:fillToRect l="50000" t="50000" r="50000" b="50000"/>
                  </a:path>
                  <a:tileRect/>
                </a:gradFill>
                <a:ln w="28575" cap="flat" cmpd="sng">
                  <a:solidFill>
                    <a:srgbClr val="FF99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文本框 3"/>
          <p:cNvSpPr txBox="1"/>
          <p:nvPr>
            <p:custDataLst>
              <p:tags r:id="rId1"/>
            </p:custDataLst>
          </p:nvPr>
        </p:nvSpPr>
        <p:spPr>
          <a:xfrm>
            <a:off x="434975" y="476250"/>
            <a:ext cx="7978775" cy="3969385"/>
          </a:xfrm>
          <a:prstGeom prst="rect">
            <a:avLst/>
          </a:prstGeom>
          <a:noFill/>
          <a:ln w="9525">
            <a:noFill/>
          </a:ln>
        </p:spPr>
        <p:txBody>
          <a:bodyPr wrap="square" anchor="t" anchorCtr="0">
            <a:spAutoFit/>
          </a:bodyPr>
          <a:lstStyle/>
          <a:p>
            <a:pPr>
              <a:lnSpc>
                <a:spcPct val="150000"/>
              </a:lnSpc>
            </a:pPr>
            <a:r>
              <a:rPr lang="zh-CN" altLang="en-US" sz="2400">
                <a:solidFill>
                  <a:schemeClr val="accent2"/>
                </a:solidFill>
                <a:latin typeface="Times New Roman" panose="02020603050405020304" pitchFamily="18" charset="0"/>
                <a:ea typeface="宋体" panose="02010600030101010101" pitchFamily="2" charset="-122"/>
              </a:rPr>
              <a:t>自测题</a:t>
            </a:r>
            <a:r>
              <a:rPr lang="zh-CN" altLang="en-US" sz="2400">
                <a:latin typeface="Times New Roman" panose="02020603050405020304" pitchFamily="18" charset="0"/>
                <a:ea typeface="宋体" panose="02010600030101010101" pitchFamily="2" charset="-122"/>
              </a:rPr>
              <a:t>：</a:t>
            </a:r>
            <a:r>
              <a:rPr lang="zh-CN" altLang="zh-CN" sz="2400">
                <a:latin typeface="Times New Roman" panose="02020603050405020304" pitchFamily="18" charset="0"/>
                <a:ea typeface="宋体" panose="02010600030101010101" pitchFamily="2" charset="-122"/>
              </a:rPr>
              <a:t>孔径相同的微波（波长范围：</a:t>
            </a:r>
            <a:r>
              <a:rPr lang="en-US" altLang="zh-CN" sz="2400">
                <a:latin typeface="Times New Roman" panose="02020603050405020304" pitchFamily="18" charset="0"/>
                <a:ea typeface="宋体" panose="02010600030101010101" pitchFamily="2" charset="-122"/>
              </a:rPr>
              <a:t>1mm-1m)</a:t>
            </a:r>
            <a:r>
              <a:rPr lang="zh-CN" altLang="zh-CN" sz="2400">
                <a:latin typeface="Times New Roman" panose="02020603050405020304" pitchFamily="18" charset="0"/>
                <a:ea typeface="宋体" panose="02010600030101010101" pitchFamily="2" charset="-122"/>
              </a:rPr>
              <a:t>望远镜和光学</a:t>
            </a:r>
            <a:r>
              <a:rPr lang="en-US" altLang="zh-CN" sz="2400">
                <a:latin typeface="Times New Roman" panose="02020603050405020304" pitchFamily="18" charset="0"/>
                <a:ea typeface="宋体" panose="02010600030101010101" pitchFamily="2" charset="-122"/>
              </a:rPr>
              <a:t>(</a:t>
            </a:r>
            <a:r>
              <a:rPr lang="zh-CN" altLang="en-US" sz="2400">
                <a:latin typeface="Times New Roman" panose="02020603050405020304" pitchFamily="18" charset="0"/>
                <a:ea typeface="宋体" panose="02010600030101010101" pitchFamily="2" charset="-122"/>
              </a:rPr>
              <a:t>可见光波长范围：</a:t>
            </a:r>
            <a:r>
              <a:rPr lang="en-US" altLang="zh-CN" sz="2400">
                <a:latin typeface="Times New Roman" panose="02020603050405020304" pitchFamily="18" charset="0"/>
                <a:ea typeface="宋体" panose="02010600030101010101" pitchFamily="2" charset="-122"/>
              </a:rPr>
              <a:t>400-760nm)</a:t>
            </a:r>
            <a:r>
              <a:rPr lang="zh-CN" altLang="zh-CN" sz="2400">
                <a:latin typeface="Times New Roman" panose="02020603050405020304" pitchFamily="18" charset="0"/>
                <a:ea typeface="宋体" panose="02010600030101010101" pitchFamily="2" charset="-122"/>
              </a:rPr>
              <a:t>望远镜相比较，前者的分辨本领较小的原因是</a:t>
            </a:r>
            <a:endParaRPr lang="zh-CN" altLang="en-US" sz="2400">
              <a:latin typeface="Times New Roman" panose="02020603050405020304" pitchFamily="18" charset="0"/>
              <a:ea typeface="宋体" panose="02010600030101010101" pitchFamily="2" charset="-122"/>
            </a:endParaRPr>
          </a:p>
          <a:p>
            <a:pPr>
              <a:lnSpc>
                <a:spcPct val="150000"/>
              </a:lnSpc>
            </a:pPr>
            <a:r>
              <a:rPr lang="zh-CN" altLang="en-US" sz="2400">
                <a:latin typeface="Times New Roman" panose="02020603050405020304" pitchFamily="18" charset="0"/>
                <a:ea typeface="宋体" panose="02010600030101010101" pitchFamily="2" charset="-122"/>
              </a:rPr>
              <a:t>(A) 星体发出的微波能量比可见光能量小。</a:t>
            </a:r>
          </a:p>
          <a:p>
            <a:pPr>
              <a:lnSpc>
                <a:spcPct val="150000"/>
              </a:lnSpc>
            </a:pPr>
            <a:r>
              <a:rPr lang="zh-CN" altLang="en-US" sz="2400">
                <a:latin typeface="Times New Roman" panose="02020603050405020304" pitchFamily="18" charset="0"/>
                <a:ea typeface="宋体" panose="02010600030101010101" pitchFamily="2" charset="-122"/>
              </a:rPr>
              <a:t>(B) 微波更易被大气所吸收。</a:t>
            </a:r>
          </a:p>
          <a:p>
            <a:pPr>
              <a:lnSpc>
                <a:spcPct val="150000"/>
              </a:lnSpc>
            </a:pPr>
            <a:r>
              <a:rPr lang="zh-CN" altLang="en-US" sz="2400">
                <a:latin typeface="Times New Roman" panose="02020603050405020304" pitchFamily="18" charset="0"/>
                <a:ea typeface="宋体" panose="02010600030101010101" pitchFamily="2" charset="-122"/>
              </a:rPr>
              <a:t>(C) 大气对微波的折射率较小。</a:t>
            </a:r>
          </a:p>
          <a:p>
            <a:pPr>
              <a:lnSpc>
                <a:spcPct val="150000"/>
              </a:lnSpc>
            </a:pPr>
            <a:r>
              <a:rPr lang="zh-CN" altLang="en-US" sz="2400">
                <a:latin typeface="Times New Roman" panose="02020603050405020304" pitchFamily="18" charset="0"/>
                <a:ea typeface="宋体" panose="02010600030101010101" pitchFamily="2" charset="-122"/>
              </a:rPr>
              <a:t>(D) 微波波长比可见光波长大。</a:t>
            </a:r>
          </a:p>
        </p:txBody>
      </p:sp>
      <p:sp>
        <p:nvSpPr>
          <p:cNvPr id="50179" name="文本框 2"/>
          <p:cNvSpPr txBox="1"/>
          <p:nvPr>
            <p:custDataLst>
              <p:tags r:id="rId2"/>
            </p:custDataLst>
          </p:nvPr>
        </p:nvSpPr>
        <p:spPr>
          <a:xfrm>
            <a:off x="6228080" y="5229225"/>
            <a:ext cx="1993900" cy="521970"/>
          </a:xfrm>
          <a:prstGeom prst="rect">
            <a:avLst/>
          </a:prstGeom>
          <a:noFill/>
          <a:ln w="9525">
            <a:noFill/>
          </a:ln>
        </p:spPr>
        <p:txBody>
          <a:bodyPr wrap="square" anchor="t" anchorCtr="0">
            <a:spAutoFit/>
          </a:bodyPr>
          <a:lstStyle/>
          <a:p>
            <a:r>
              <a:rPr lang="en-US" altLang="zh-CN" sz="2800" b="1">
                <a:solidFill>
                  <a:srgbClr val="C00000"/>
                </a:solidFill>
                <a:latin typeface="Times New Roman" panose="02020603050405020304" pitchFamily="18" charset="0"/>
                <a:ea typeface="宋体" panose="02010600030101010101" pitchFamily="2" charset="-122"/>
                <a:sym typeface="宋体" panose="02010600030101010101" pitchFamily="2" charset="-122"/>
              </a:rPr>
              <a:t> </a:t>
            </a:r>
            <a:r>
              <a:rPr lang="zh-CN" altLang="en-US" sz="2800" b="1">
                <a:solidFill>
                  <a:srgbClr val="C00000"/>
                </a:solidFill>
                <a:latin typeface="Times New Roman" panose="02020603050405020304" pitchFamily="18" charset="0"/>
                <a:ea typeface="宋体" panose="02010600030101010101" pitchFamily="2" charset="-122"/>
                <a:sym typeface="宋体" panose="02010600030101010101" pitchFamily="2" charset="-122"/>
              </a:rPr>
              <a:t>答案</a:t>
            </a:r>
            <a:r>
              <a:rPr lang="en-US" altLang="zh-CN" sz="2800" b="1">
                <a:solidFill>
                  <a:srgbClr val="C00000"/>
                </a:solidFill>
                <a:latin typeface="Times New Roman" panose="02020603050405020304" pitchFamily="18" charset="0"/>
                <a:ea typeface="宋体" panose="02010600030101010101" pitchFamily="2" charset="-122"/>
                <a:sym typeface="宋体" panose="02010600030101010101" pitchFamily="2" charset="-122"/>
              </a:rPr>
              <a:t>(D) </a:t>
            </a:r>
            <a:endParaRPr lang="en-US" altLang="en-US" sz="2800" b="1">
              <a:solidFill>
                <a:srgbClr val="C00000"/>
              </a:solidFill>
              <a:latin typeface="Times New Roman" panose="02020603050405020304" pitchFamily="18" charset="0"/>
              <a:ea typeface="宋体" panose="02010600030101010101" pitchFamily="2" charset="-122"/>
              <a:sym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2" name="组合 3"/>
          <p:cNvGrpSpPr/>
          <p:nvPr/>
        </p:nvGrpSpPr>
        <p:grpSpPr>
          <a:xfrm>
            <a:off x="467043" y="835978"/>
            <a:ext cx="8448675" cy="3323272"/>
            <a:chOff x="658" y="4934"/>
            <a:chExt cx="13305" cy="5235"/>
          </a:xfrm>
        </p:grpSpPr>
        <p:sp>
          <p:nvSpPr>
            <p:cNvPr id="51203" name="文本框 3"/>
            <p:cNvSpPr txBox="1"/>
            <p:nvPr>
              <p:custDataLst>
                <p:tags r:id="rId1"/>
              </p:custDataLst>
            </p:nvPr>
          </p:nvSpPr>
          <p:spPr>
            <a:xfrm>
              <a:off x="658" y="4934"/>
              <a:ext cx="13305" cy="5235"/>
            </a:xfrm>
            <a:prstGeom prst="rect">
              <a:avLst/>
            </a:prstGeom>
            <a:noFill/>
            <a:ln w="9525">
              <a:noFill/>
            </a:ln>
          </p:spPr>
          <p:txBody>
            <a:bodyPr wrap="square" anchor="t" anchorCtr="0">
              <a:spAutoFit/>
            </a:bodyPr>
            <a:lstStyle/>
            <a:p>
              <a:pPr algn="just">
                <a:lnSpc>
                  <a:spcPct val="150000"/>
                </a:lnSpc>
              </a:pPr>
              <a:r>
                <a:rPr lang="zh-CN" altLang="en-US" sz="2000">
                  <a:solidFill>
                    <a:srgbClr val="0000FF"/>
                  </a:solidFill>
                  <a:latin typeface="Verdana" panose="020B0604030504040204" pitchFamily="34" charset="0"/>
                  <a:ea typeface="宋体" panose="02010600030101010101" pitchFamily="2" charset="-122"/>
                </a:rPr>
                <a:t>讨论题：</a:t>
              </a:r>
              <a:r>
                <a:rPr lang="en-US" altLang="zh-CN" sz="2000">
                  <a:latin typeface="Verdana" panose="020B0604030504040204" pitchFamily="34" charset="0"/>
                  <a:ea typeface="宋体" panose="02010600030101010101" pitchFamily="2" charset="-122"/>
                  <a:sym typeface="宋体" panose="02010600030101010101" pitchFamily="2" charset="-122"/>
                </a:rPr>
                <a:t> </a:t>
              </a:r>
              <a:endParaRPr lang="zh-CN" altLang="en-US" sz="2000">
                <a:solidFill>
                  <a:srgbClr val="0000FF"/>
                </a:solidFill>
                <a:latin typeface="Verdana" panose="020B0604030504040204" pitchFamily="34" charset="0"/>
                <a:ea typeface="宋体" panose="02010600030101010101" pitchFamily="2" charset="-122"/>
              </a:endParaRPr>
            </a:p>
            <a:p>
              <a:pPr algn="just">
                <a:lnSpc>
                  <a:spcPct val="150000"/>
                </a:lnSpc>
              </a:pPr>
              <a:r>
                <a:rPr lang="en-US" altLang="zh-CN" sz="2000">
                  <a:solidFill>
                    <a:srgbClr val="0000FF"/>
                  </a:solidFill>
                  <a:latin typeface="Verdana" panose="020B0604030504040204" pitchFamily="34" charset="0"/>
                  <a:ea typeface="宋体" panose="02010600030101010101" pitchFamily="2" charset="-122"/>
                </a:rPr>
                <a:t>   </a:t>
              </a:r>
              <a:r>
                <a:rPr lang="en-US" altLang="zh-CN" sz="2000">
                  <a:latin typeface="Verdana" panose="020B0604030504040204" pitchFamily="34" charset="0"/>
                  <a:ea typeface="宋体" panose="02010600030101010101" pitchFamily="2" charset="-122"/>
                </a:rPr>
                <a:t> </a:t>
              </a:r>
              <a:r>
                <a:rPr lang="zh-CN" altLang="en-US" sz="2000">
                  <a:solidFill>
                    <a:srgbClr val="0000FF"/>
                  </a:solidFill>
                  <a:latin typeface="Verdana" panose="020B0604030504040204" pitchFamily="34" charset="0"/>
                  <a:ea typeface="宋体" panose="02010600030101010101" pitchFamily="2" charset="-122"/>
                </a:rPr>
                <a:t> (1) 登月宇航员声称在月球上能够用肉眼分辨地球上的人工建筑是中国的长城. 试判断这句话的真实性？你的依据是什么？(人眼在正常照度下的瞳孔直径约为3 mm，在可见光中，人眼最敏感的波长为550 nm. 长城基部平均宽度约6 m，</a:t>
              </a:r>
              <a:r>
                <a:rPr lang="zh-CN" altLang="en-US" sz="2000">
                  <a:solidFill>
                    <a:srgbClr val="0000FF"/>
                  </a:solidFill>
                  <a:latin typeface="Verdana" panose="020B0604030504040204" pitchFamily="34" charset="0"/>
                  <a:ea typeface="宋体" panose="02010600030101010101" pitchFamily="2" charset="-122"/>
                  <a:sym typeface="宋体" panose="02010600030101010101" pitchFamily="2" charset="-122"/>
                </a:rPr>
                <a:t>地球到月球的距离是               </a:t>
              </a:r>
              <a:r>
                <a:rPr lang="zh-CN" altLang="en-US" sz="2000">
                  <a:solidFill>
                    <a:srgbClr val="0000FF"/>
                  </a:solidFill>
                  <a:latin typeface="Verdana" panose="020B0604030504040204" pitchFamily="34" charset="0"/>
                  <a:ea typeface="宋体" panose="02010600030101010101" pitchFamily="2" charset="-122"/>
                </a:rPr>
                <a:t>)</a:t>
              </a:r>
            </a:p>
            <a:p>
              <a:pPr algn="just">
                <a:lnSpc>
                  <a:spcPct val="150000"/>
                </a:lnSpc>
              </a:pPr>
              <a:r>
                <a:rPr lang="zh-CN" altLang="en-US" sz="2000">
                  <a:solidFill>
                    <a:srgbClr val="0000FF"/>
                  </a:solidFill>
                  <a:latin typeface="Verdana" panose="020B0604030504040204" pitchFamily="34" charset="0"/>
                  <a:ea typeface="宋体" panose="02010600030101010101" pitchFamily="2" charset="-122"/>
                </a:rPr>
                <a:t>     (2) 若该</a:t>
              </a:r>
              <a:r>
                <a:rPr lang="zh-CN" altLang="en-US" sz="2000">
                  <a:solidFill>
                    <a:srgbClr val="0000FF"/>
                  </a:solidFill>
                  <a:latin typeface="Verdana" panose="020B0604030504040204" pitchFamily="34" charset="0"/>
                  <a:ea typeface="宋体" panose="02010600030101010101" pitchFamily="2" charset="-122"/>
                  <a:sym typeface="宋体" panose="02010600030101010101" pitchFamily="2" charset="-122"/>
                </a:rPr>
                <a:t>宇航员声称</a:t>
              </a:r>
              <a:r>
                <a:rPr lang="zh-CN" altLang="en-US" sz="2000">
                  <a:solidFill>
                    <a:srgbClr val="0000FF"/>
                  </a:solidFill>
                  <a:latin typeface="Times New Roman" panose="02020603050405020304" pitchFamily="18" charset="0"/>
                  <a:ea typeface="宋体" panose="02010600030101010101" pitchFamily="2" charset="-122"/>
                  <a:sym typeface="宋体" panose="02010600030101010101" pitchFamily="2" charset="-122"/>
                </a:rPr>
                <a:t>：</a:t>
              </a:r>
              <a:r>
                <a:rPr lang="en-US" altLang="zh-CN" sz="2000">
                  <a:solidFill>
                    <a:srgbClr val="0000FF"/>
                  </a:solidFill>
                  <a:latin typeface="Times New Roman" panose="02020603050405020304" pitchFamily="18" charset="0"/>
                  <a:ea typeface="宋体" panose="02010600030101010101" pitchFamily="2" charset="-122"/>
                  <a:sym typeface="宋体" panose="02010600030101010101" pitchFamily="2" charset="-122"/>
                </a:rPr>
                <a:t>“</a:t>
              </a:r>
              <a:r>
                <a:rPr lang="zh-CN" altLang="en-US" sz="2000">
                  <a:solidFill>
                    <a:srgbClr val="0000FF"/>
                  </a:solidFill>
                  <a:latin typeface="Verdana" panose="020B0604030504040204" pitchFamily="34" charset="0"/>
                  <a:ea typeface="宋体" panose="02010600030101010101" pitchFamily="2" charset="-122"/>
                  <a:sym typeface="宋体" panose="02010600030101010101" pitchFamily="2" charset="-122"/>
                </a:rPr>
                <a:t>自己瞳孔比较大，所以真的在月球上用肉眼分辨地球上中国的长城</a:t>
              </a:r>
              <a:r>
                <a:rPr lang="en-US" altLang="zh-CN" sz="2000">
                  <a:solidFill>
                    <a:srgbClr val="0000FF"/>
                  </a:solidFill>
                  <a:latin typeface="Times New Roman" panose="02020603050405020304" pitchFamily="18" charset="0"/>
                  <a:ea typeface="宋体" panose="02010600030101010101" pitchFamily="2" charset="-122"/>
                  <a:sym typeface="宋体" panose="02010600030101010101" pitchFamily="2" charset="-122"/>
                </a:rPr>
                <a:t>”</a:t>
              </a:r>
              <a:r>
                <a:rPr lang="zh-CN" altLang="en-US" sz="2000">
                  <a:solidFill>
                    <a:srgbClr val="0000FF"/>
                  </a:solidFill>
                  <a:latin typeface="Verdana" panose="020B0604030504040204" pitchFamily="34" charset="0"/>
                  <a:ea typeface="宋体" panose="02010600030101010101" pitchFamily="2" charset="-122"/>
                  <a:sym typeface="宋体" panose="02010600030101010101" pitchFamily="2" charset="-122"/>
                </a:rPr>
                <a:t>，问在正常照度下他的瞳孔直径约为多少？</a:t>
              </a:r>
              <a:endParaRPr lang="zh-CN" altLang="en-US" sz="2000">
                <a:solidFill>
                  <a:schemeClr val="accent2"/>
                </a:solidFill>
                <a:latin typeface="Verdana" panose="020B0604030504040204" pitchFamily="34" charset="0"/>
                <a:ea typeface="宋体" panose="02010600030101010101" pitchFamily="2" charset="-122"/>
                <a:sym typeface="宋体" panose="02010600030101010101" pitchFamily="2" charset="-122"/>
              </a:endParaRPr>
            </a:p>
          </p:txBody>
        </p:sp>
        <p:graphicFrame>
          <p:nvGraphicFramePr>
            <p:cNvPr id="51204" name="对象 1"/>
            <p:cNvGraphicFramePr>
              <a:graphicFrameLocks noChangeAspect="1"/>
            </p:cNvGraphicFramePr>
            <p:nvPr>
              <p:custDataLst>
                <p:tags r:id="rId2"/>
              </p:custDataLst>
            </p:nvPr>
          </p:nvGraphicFramePr>
          <p:xfrm>
            <a:off x="8418" y="8076"/>
            <a:ext cx="1790" cy="506"/>
          </p:xfrm>
          <a:graphic>
            <a:graphicData uri="http://schemas.openxmlformats.org/presentationml/2006/ole">
              <mc:AlternateContent xmlns:mc="http://schemas.openxmlformats.org/markup-compatibility/2006">
                <mc:Choice xmlns:v="urn:schemas-microsoft-com:vml" Requires="v">
                  <p:oleObj r:id="rId4" imgW="583565" imgH="165100" progId="Equation.DSMT4">
                    <p:embed/>
                  </p:oleObj>
                </mc:Choice>
                <mc:Fallback>
                  <p:oleObj r:id="rId4" imgW="583565" imgH="165100" progId="Equation.DSMT4">
                    <p:embed/>
                    <p:pic>
                      <p:nvPicPr>
                        <p:cNvPr id="0" name="图片 3080"/>
                        <p:cNvPicPr/>
                        <p:nvPr/>
                      </p:nvPicPr>
                      <p:blipFill>
                        <a:blip r:embed="rId5"/>
                        <a:stretch>
                          <a:fillRect/>
                        </a:stretch>
                      </p:blipFill>
                      <p:spPr>
                        <a:xfrm>
                          <a:off x="8418" y="8076"/>
                          <a:ext cx="1790" cy="506"/>
                        </a:xfrm>
                        <a:prstGeom prst="rect">
                          <a:avLst/>
                        </a:prstGeom>
                        <a:noFill/>
                        <a:ln w="38100">
                          <a:noFill/>
                          <a:miter/>
                        </a:ln>
                      </p:spPr>
                    </p:pic>
                  </p:oleObj>
                </mc:Fallback>
              </mc:AlternateContent>
            </a:graphicData>
          </a:graphic>
        </p:graphicFrame>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p:cNvSpPr>
          <p:nvPr>
            <p:ph type="title" idx="4294967295"/>
          </p:nvPr>
        </p:nvSpPr>
        <p:spPr>
          <a:xfrm>
            <a:off x="1371600" y="0"/>
            <a:ext cx="7772400" cy="242888"/>
          </a:xfrm>
        </p:spPr>
        <p:txBody>
          <a:bodyPr vert="horz" wrap="square" lIns="91440" tIns="45720" rIns="91440" bIns="45720" anchor="ctr" anchorCtr="0"/>
          <a:lstStyle/>
          <a:p>
            <a:pPr eaLnBrk="1" hangingPunct="1"/>
            <a:r>
              <a:rPr lang="zh-CN" altLang="en-US" sz="800" dirty="0">
                <a:solidFill>
                  <a:schemeClr val="bg1"/>
                </a:solidFill>
              </a:rPr>
              <a:t>人眼最小分辨角</a:t>
            </a:r>
          </a:p>
        </p:txBody>
      </p:sp>
      <p:sp>
        <p:nvSpPr>
          <p:cNvPr id="65538" name="Rectangle 3"/>
          <p:cNvSpPr/>
          <p:nvPr/>
        </p:nvSpPr>
        <p:spPr>
          <a:xfrm>
            <a:off x="0" y="6656388"/>
            <a:ext cx="9144000" cy="192087"/>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539" name="Rectangle 4"/>
          <p:cNvSpPr/>
          <p:nvPr/>
        </p:nvSpPr>
        <p:spPr>
          <a:xfrm>
            <a:off x="0" y="0"/>
            <a:ext cx="9144000" cy="192088"/>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 name="Group 5"/>
          <p:cNvGrpSpPr/>
          <p:nvPr/>
        </p:nvGrpSpPr>
        <p:grpSpPr>
          <a:xfrm>
            <a:off x="1785938" y="4786313"/>
            <a:ext cx="6096000" cy="1471612"/>
            <a:chOff x="718" y="3091"/>
            <a:chExt cx="3840" cy="927"/>
          </a:xfrm>
        </p:grpSpPr>
        <p:grpSp>
          <p:nvGrpSpPr>
            <p:cNvPr id="65541" name="Group 6"/>
            <p:cNvGrpSpPr/>
            <p:nvPr/>
          </p:nvGrpSpPr>
          <p:grpSpPr>
            <a:xfrm>
              <a:off x="729" y="3308"/>
              <a:ext cx="185" cy="64"/>
              <a:chOff x="1260" y="2371"/>
              <a:chExt cx="151" cy="53"/>
            </a:xfrm>
          </p:grpSpPr>
          <p:sp>
            <p:nvSpPr>
              <p:cNvPr id="65542" name="Line 7"/>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65543" name="Line 8"/>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65544" name="WordArt 9"/>
            <p:cNvSpPr>
              <a:spLocks noTextEdit="1"/>
            </p:cNvSpPr>
            <p:nvPr/>
          </p:nvSpPr>
          <p:spPr>
            <a:xfrm>
              <a:off x="959" y="3260"/>
              <a:ext cx="368" cy="142"/>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1.22</a:t>
              </a:r>
            </a:p>
          </p:txBody>
        </p:sp>
        <p:sp>
          <p:nvSpPr>
            <p:cNvPr id="65545" name="Line 10"/>
            <p:cNvSpPr/>
            <p:nvPr/>
          </p:nvSpPr>
          <p:spPr>
            <a:xfrm flipV="1">
              <a:off x="1406" y="3332"/>
              <a:ext cx="1004" cy="0"/>
            </a:xfrm>
            <a:prstGeom prst="line">
              <a:avLst/>
            </a:prstGeom>
            <a:ln w="38100" cap="flat" cmpd="sng">
              <a:solidFill>
                <a:schemeClr val="tx1"/>
              </a:solidFill>
              <a:prstDash val="solid"/>
              <a:round/>
              <a:headEnd type="none" w="med" len="med"/>
              <a:tailEnd type="none" w="med" len="med"/>
            </a:ln>
          </p:spPr>
        </p:sp>
        <p:sp>
          <p:nvSpPr>
            <p:cNvPr id="65546" name="WordArt 11"/>
            <p:cNvSpPr>
              <a:spLocks noTextEdit="1"/>
            </p:cNvSpPr>
            <p:nvPr/>
          </p:nvSpPr>
          <p:spPr>
            <a:xfrm>
              <a:off x="1417" y="3131"/>
              <a:ext cx="340" cy="14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 550</a:t>
              </a:r>
            </a:p>
          </p:txBody>
        </p:sp>
        <p:grpSp>
          <p:nvGrpSpPr>
            <p:cNvPr id="65547" name="Group 12"/>
            <p:cNvGrpSpPr/>
            <p:nvPr/>
          </p:nvGrpSpPr>
          <p:grpSpPr>
            <a:xfrm>
              <a:off x="1811" y="3159"/>
              <a:ext cx="99" cy="122"/>
              <a:chOff x="1781" y="2282"/>
              <a:chExt cx="577" cy="577"/>
            </a:xfrm>
          </p:grpSpPr>
          <p:sp>
            <p:nvSpPr>
              <p:cNvPr id="65548" name="Line 13"/>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65549" name="Line 14"/>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grpSp>
          <p:nvGrpSpPr>
            <p:cNvPr id="65550" name="Group 15"/>
            <p:cNvGrpSpPr/>
            <p:nvPr/>
          </p:nvGrpSpPr>
          <p:grpSpPr>
            <a:xfrm>
              <a:off x="1961" y="3091"/>
              <a:ext cx="354" cy="181"/>
              <a:chOff x="1849" y="3609"/>
              <a:chExt cx="354" cy="181"/>
            </a:xfrm>
          </p:grpSpPr>
          <p:sp>
            <p:nvSpPr>
              <p:cNvPr id="65551" name="WordArt 16"/>
              <p:cNvSpPr>
                <a:spLocks noTextEdit="1"/>
              </p:cNvSpPr>
              <p:nvPr/>
            </p:nvSpPr>
            <p:spPr>
              <a:xfrm>
                <a:off x="1849" y="3656"/>
                <a:ext cx="176" cy="13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65552" name="WordArt 17"/>
              <p:cNvSpPr>
                <a:spLocks noTextEdit="1"/>
              </p:cNvSpPr>
              <p:nvPr/>
            </p:nvSpPr>
            <p:spPr>
              <a:xfrm>
                <a:off x="2142" y="3609"/>
                <a:ext cx="61" cy="81"/>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a:t>
                </a:r>
              </a:p>
            </p:txBody>
          </p:sp>
          <p:sp>
            <p:nvSpPr>
              <p:cNvPr id="65553" name="Line 18"/>
              <p:cNvSpPr/>
              <p:nvPr/>
            </p:nvSpPr>
            <p:spPr>
              <a:xfrm>
                <a:off x="2042" y="3666"/>
                <a:ext cx="73" cy="0"/>
              </a:xfrm>
              <a:prstGeom prst="line">
                <a:avLst/>
              </a:prstGeom>
              <a:ln w="19050" cap="flat" cmpd="sng">
                <a:solidFill>
                  <a:schemeClr val="tx1"/>
                </a:solidFill>
                <a:prstDash val="solid"/>
                <a:round/>
                <a:headEnd type="none" w="med" len="med"/>
                <a:tailEnd type="none" w="med" len="med"/>
              </a:ln>
            </p:spPr>
          </p:sp>
        </p:grpSp>
        <p:sp>
          <p:nvSpPr>
            <p:cNvPr id="65554" name="WordArt 19"/>
            <p:cNvSpPr>
              <a:spLocks noTextEdit="1"/>
            </p:cNvSpPr>
            <p:nvPr/>
          </p:nvSpPr>
          <p:spPr>
            <a:xfrm>
              <a:off x="1593" y="3396"/>
              <a:ext cx="80" cy="14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grpSp>
          <p:nvGrpSpPr>
            <p:cNvPr id="65555" name="Group 20"/>
            <p:cNvGrpSpPr/>
            <p:nvPr/>
          </p:nvGrpSpPr>
          <p:grpSpPr>
            <a:xfrm>
              <a:off x="1739" y="3424"/>
              <a:ext cx="99" cy="122"/>
              <a:chOff x="1781" y="2282"/>
              <a:chExt cx="577" cy="577"/>
            </a:xfrm>
          </p:grpSpPr>
          <p:sp>
            <p:nvSpPr>
              <p:cNvPr id="65556" name="Line 21"/>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65557" name="Line 22"/>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65558" name="WordArt 23"/>
            <p:cNvSpPr>
              <a:spLocks noTextEdit="1"/>
            </p:cNvSpPr>
            <p:nvPr/>
          </p:nvSpPr>
          <p:spPr>
            <a:xfrm>
              <a:off x="1933" y="3414"/>
              <a:ext cx="176" cy="13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65559" name="WordArt 24"/>
            <p:cNvSpPr>
              <a:spLocks noTextEdit="1"/>
            </p:cNvSpPr>
            <p:nvPr/>
          </p:nvSpPr>
          <p:spPr>
            <a:xfrm>
              <a:off x="2226" y="3367"/>
              <a:ext cx="61" cy="81"/>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65560" name="Line 25"/>
            <p:cNvSpPr/>
            <p:nvPr/>
          </p:nvSpPr>
          <p:spPr>
            <a:xfrm>
              <a:off x="2126" y="3424"/>
              <a:ext cx="73" cy="0"/>
            </a:xfrm>
            <a:prstGeom prst="line">
              <a:avLst/>
            </a:prstGeom>
            <a:ln w="19050" cap="flat" cmpd="sng">
              <a:solidFill>
                <a:schemeClr val="tx1"/>
              </a:solidFill>
              <a:prstDash val="solid"/>
              <a:round/>
              <a:headEnd type="none" w="med" len="med"/>
              <a:tailEnd type="none" w="med" len="med"/>
            </a:ln>
          </p:spPr>
        </p:sp>
        <p:grpSp>
          <p:nvGrpSpPr>
            <p:cNvPr id="65561" name="Group 26"/>
            <p:cNvGrpSpPr/>
            <p:nvPr/>
          </p:nvGrpSpPr>
          <p:grpSpPr>
            <a:xfrm>
              <a:off x="2463" y="3291"/>
              <a:ext cx="185" cy="64"/>
              <a:chOff x="1260" y="2371"/>
              <a:chExt cx="151" cy="53"/>
            </a:xfrm>
          </p:grpSpPr>
          <p:sp>
            <p:nvSpPr>
              <p:cNvPr id="65562" name="Line 27"/>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65563" name="Line 28"/>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65564" name="WordArt 29"/>
            <p:cNvSpPr>
              <a:spLocks noTextEdit="1"/>
            </p:cNvSpPr>
            <p:nvPr/>
          </p:nvSpPr>
          <p:spPr>
            <a:xfrm>
              <a:off x="3629" y="3220"/>
              <a:ext cx="275" cy="159"/>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rad</a:t>
              </a:r>
            </a:p>
          </p:txBody>
        </p:sp>
        <p:grpSp>
          <p:nvGrpSpPr>
            <p:cNvPr id="65565" name="Group 30"/>
            <p:cNvGrpSpPr/>
            <p:nvPr/>
          </p:nvGrpSpPr>
          <p:grpSpPr>
            <a:xfrm>
              <a:off x="2693" y="3191"/>
              <a:ext cx="897" cy="194"/>
              <a:chOff x="2693" y="3191"/>
              <a:chExt cx="897" cy="194"/>
            </a:xfrm>
          </p:grpSpPr>
          <p:sp>
            <p:nvSpPr>
              <p:cNvPr id="65566" name="WordArt 31"/>
              <p:cNvSpPr>
                <a:spLocks noTextEdit="1"/>
              </p:cNvSpPr>
              <p:nvPr/>
            </p:nvSpPr>
            <p:spPr>
              <a:xfrm>
                <a:off x="2693" y="3243"/>
                <a:ext cx="368" cy="142"/>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2.24</a:t>
                </a:r>
              </a:p>
            </p:txBody>
          </p:sp>
          <p:sp>
            <p:nvSpPr>
              <p:cNvPr id="65567" name="WordArt 32"/>
              <p:cNvSpPr>
                <a:spLocks noTextEdit="1"/>
              </p:cNvSpPr>
              <p:nvPr/>
            </p:nvSpPr>
            <p:spPr>
              <a:xfrm>
                <a:off x="3236" y="3238"/>
                <a:ext cx="176" cy="13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65568" name="WordArt 33"/>
              <p:cNvSpPr>
                <a:spLocks noTextEdit="1"/>
              </p:cNvSpPr>
              <p:nvPr/>
            </p:nvSpPr>
            <p:spPr>
              <a:xfrm>
                <a:off x="3529" y="3191"/>
                <a:ext cx="61" cy="81"/>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a:t>
                </a:r>
              </a:p>
            </p:txBody>
          </p:sp>
          <p:sp>
            <p:nvSpPr>
              <p:cNvPr id="65569" name="Line 34"/>
              <p:cNvSpPr/>
              <p:nvPr/>
            </p:nvSpPr>
            <p:spPr>
              <a:xfrm>
                <a:off x="3429" y="3248"/>
                <a:ext cx="73" cy="0"/>
              </a:xfrm>
              <a:prstGeom prst="line">
                <a:avLst/>
              </a:prstGeom>
              <a:ln w="19050" cap="flat" cmpd="sng">
                <a:solidFill>
                  <a:schemeClr val="tx1"/>
                </a:solidFill>
                <a:prstDash val="solid"/>
                <a:round/>
                <a:headEnd type="none" w="med" len="med"/>
                <a:tailEnd type="none" w="med" len="med"/>
              </a:ln>
            </p:spPr>
          </p:sp>
          <p:grpSp>
            <p:nvGrpSpPr>
              <p:cNvPr id="65570" name="Group 35"/>
              <p:cNvGrpSpPr/>
              <p:nvPr/>
            </p:nvGrpSpPr>
            <p:grpSpPr>
              <a:xfrm>
                <a:off x="3101" y="3249"/>
                <a:ext cx="99" cy="122"/>
                <a:chOff x="1781" y="2282"/>
                <a:chExt cx="577" cy="577"/>
              </a:xfrm>
            </p:grpSpPr>
            <p:sp>
              <p:nvSpPr>
                <p:cNvPr id="65571" name="Line 36"/>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65572" name="Line 37"/>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grpSp>
        <p:grpSp>
          <p:nvGrpSpPr>
            <p:cNvPr id="65573" name="Group 38"/>
            <p:cNvGrpSpPr/>
            <p:nvPr/>
          </p:nvGrpSpPr>
          <p:grpSpPr>
            <a:xfrm>
              <a:off x="718" y="3850"/>
              <a:ext cx="185" cy="64"/>
              <a:chOff x="1260" y="2371"/>
              <a:chExt cx="151" cy="53"/>
            </a:xfrm>
          </p:grpSpPr>
          <p:sp>
            <p:nvSpPr>
              <p:cNvPr id="65574" name="Line 39"/>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65575" name="Line 40"/>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65576" name="WordArt 41"/>
            <p:cNvSpPr>
              <a:spLocks noTextEdit="1"/>
            </p:cNvSpPr>
            <p:nvPr/>
          </p:nvSpPr>
          <p:spPr>
            <a:xfrm>
              <a:off x="1004" y="3790"/>
              <a:ext cx="368" cy="142"/>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2.24</a:t>
              </a:r>
            </a:p>
          </p:txBody>
        </p:sp>
        <p:sp>
          <p:nvSpPr>
            <p:cNvPr id="65577" name="WordArt 42"/>
            <p:cNvSpPr>
              <a:spLocks noTextEdit="1"/>
            </p:cNvSpPr>
            <p:nvPr/>
          </p:nvSpPr>
          <p:spPr>
            <a:xfrm>
              <a:off x="1547" y="3785"/>
              <a:ext cx="176" cy="13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65578" name="WordArt 43"/>
            <p:cNvSpPr>
              <a:spLocks noTextEdit="1"/>
            </p:cNvSpPr>
            <p:nvPr/>
          </p:nvSpPr>
          <p:spPr>
            <a:xfrm>
              <a:off x="1840" y="3738"/>
              <a:ext cx="61" cy="81"/>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a:t>
              </a:r>
            </a:p>
          </p:txBody>
        </p:sp>
        <p:sp>
          <p:nvSpPr>
            <p:cNvPr id="65579" name="Line 44"/>
            <p:cNvSpPr/>
            <p:nvPr/>
          </p:nvSpPr>
          <p:spPr>
            <a:xfrm>
              <a:off x="1740" y="3795"/>
              <a:ext cx="73" cy="0"/>
            </a:xfrm>
            <a:prstGeom prst="line">
              <a:avLst/>
            </a:prstGeom>
            <a:ln w="19050" cap="flat" cmpd="sng">
              <a:solidFill>
                <a:schemeClr val="tx1"/>
              </a:solidFill>
              <a:prstDash val="solid"/>
              <a:round/>
              <a:headEnd type="none" w="med" len="med"/>
              <a:tailEnd type="none" w="med" len="med"/>
            </a:ln>
          </p:spPr>
        </p:sp>
        <p:grpSp>
          <p:nvGrpSpPr>
            <p:cNvPr id="65580" name="Group 45"/>
            <p:cNvGrpSpPr/>
            <p:nvPr/>
          </p:nvGrpSpPr>
          <p:grpSpPr>
            <a:xfrm>
              <a:off x="1412" y="3796"/>
              <a:ext cx="99" cy="122"/>
              <a:chOff x="1781" y="2282"/>
              <a:chExt cx="577" cy="577"/>
            </a:xfrm>
          </p:grpSpPr>
          <p:sp>
            <p:nvSpPr>
              <p:cNvPr id="65581" name="Line 46"/>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65582" name="Line 47"/>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65583" name="Line 48"/>
            <p:cNvSpPr/>
            <p:nvPr/>
          </p:nvSpPr>
          <p:spPr>
            <a:xfrm flipV="1">
              <a:off x="1965" y="3857"/>
              <a:ext cx="394" cy="0"/>
            </a:xfrm>
            <a:prstGeom prst="line">
              <a:avLst/>
            </a:prstGeom>
            <a:ln w="38100" cap="flat" cmpd="sng">
              <a:solidFill>
                <a:schemeClr val="tx1"/>
              </a:solidFill>
              <a:prstDash val="solid"/>
              <a:round/>
              <a:headEnd type="none" w="med" len="med"/>
              <a:tailEnd type="none" w="med" len="med"/>
            </a:ln>
          </p:spPr>
        </p:sp>
        <p:sp>
          <p:nvSpPr>
            <p:cNvPr id="65584" name="WordArt 49"/>
            <p:cNvSpPr>
              <a:spLocks noTextEdit="1"/>
            </p:cNvSpPr>
            <p:nvPr/>
          </p:nvSpPr>
          <p:spPr>
            <a:xfrm>
              <a:off x="2704" y="3774"/>
              <a:ext cx="425" cy="14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0.013</a:t>
              </a:r>
            </a:p>
          </p:txBody>
        </p:sp>
        <p:sp>
          <p:nvSpPr>
            <p:cNvPr id="65585" name="WordArt 50"/>
            <p:cNvSpPr>
              <a:spLocks noTextEdit="1"/>
            </p:cNvSpPr>
            <p:nvPr/>
          </p:nvSpPr>
          <p:spPr>
            <a:xfrm>
              <a:off x="2009" y="3686"/>
              <a:ext cx="229" cy="12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180</a:t>
              </a:r>
            </a:p>
          </p:txBody>
        </p:sp>
        <p:sp>
          <p:nvSpPr>
            <p:cNvPr id="65586" name="WordArt 51"/>
            <p:cNvSpPr>
              <a:spLocks noTextEdit="1"/>
            </p:cNvSpPr>
            <p:nvPr/>
          </p:nvSpPr>
          <p:spPr>
            <a:xfrm>
              <a:off x="2070" y="3903"/>
              <a:ext cx="161" cy="115"/>
            </a:xfrm>
            <a:prstGeom prst="rect">
              <a:avLst/>
            </a:prstGeom>
          </p:spPr>
          <p:txBody>
            <a:bodyPr wrap="none" fromWordArt="1">
              <a:prstTxWarp prst="textPlain">
                <a:avLst>
                  <a:gd name="adj" fmla="val 56718"/>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Symbol" panose="05050102010706020507" charset="0"/>
                  <a:ea typeface="Symbol" panose="05050102010706020507" charset="0"/>
                </a:rPr>
                <a:t>p</a:t>
              </a:r>
            </a:p>
          </p:txBody>
        </p:sp>
        <p:sp>
          <p:nvSpPr>
            <p:cNvPr id="65587" name="Oval 52"/>
            <p:cNvSpPr/>
            <p:nvPr/>
          </p:nvSpPr>
          <p:spPr>
            <a:xfrm>
              <a:off x="2262" y="3663"/>
              <a:ext cx="45" cy="51"/>
            </a:xfrm>
            <a:prstGeom prst="ellipse">
              <a:avLst/>
            </a:prstGeom>
            <a:noFill/>
            <a:ln w="2857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65588" name="Group 53"/>
            <p:cNvGrpSpPr/>
            <p:nvPr/>
          </p:nvGrpSpPr>
          <p:grpSpPr>
            <a:xfrm>
              <a:off x="2428" y="3822"/>
              <a:ext cx="185" cy="64"/>
              <a:chOff x="1260" y="2371"/>
              <a:chExt cx="151" cy="53"/>
            </a:xfrm>
          </p:grpSpPr>
          <p:sp>
            <p:nvSpPr>
              <p:cNvPr id="65589" name="Line 54"/>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65590" name="Line 55"/>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65591" name="Oval 56"/>
            <p:cNvSpPr/>
            <p:nvPr/>
          </p:nvSpPr>
          <p:spPr>
            <a:xfrm>
              <a:off x="3171" y="3714"/>
              <a:ext cx="45" cy="51"/>
            </a:xfrm>
            <a:prstGeom prst="ellipse">
              <a:avLst/>
            </a:prstGeom>
            <a:noFill/>
            <a:ln w="2857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65592" name="Group 57"/>
            <p:cNvGrpSpPr/>
            <p:nvPr/>
          </p:nvGrpSpPr>
          <p:grpSpPr>
            <a:xfrm>
              <a:off x="3292" y="3817"/>
              <a:ext cx="185" cy="64"/>
              <a:chOff x="1260" y="2371"/>
              <a:chExt cx="151" cy="53"/>
            </a:xfrm>
          </p:grpSpPr>
          <p:sp>
            <p:nvSpPr>
              <p:cNvPr id="65593" name="Line 58"/>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65594" name="Line 59"/>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grpSp>
          <p:nvGrpSpPr>
            <p:cNvPr id="65595" name="Group 60"/>
            <p:cNvGrpSpPr/>
            <p:nvPr/>
          </p:nvGrpSpPr>
          <p:grpSpPr>
            <a:xfrm>
              <a:off x="3568" y="3742"/>
              <a:ext cx="374" cy="168"/>
              <a:chOff x="3546" y="3731"/>
              <a:chExt cx="374" cy="168"/>
            </a:xfrm>
          </p:grpSpPr>
          <p:sp>
            <p:nvSpPr>
              <p:cNvPr id="65596" name="WordArt 61"/>
              <p:cNvSpPr>
                <a:spLocks noTextEdit="1"/>
              </p:cNvSpPr>
              <p:nvPr/>
            </p:nvSpPr>
            <p:spPr>
              <a:xfrm>
                <a:off x="3546" y="3757"/>
                <a:ext cx="255" cy="14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0.8</a:t>
                </a:r>
              </a:p>
            </p:txBody>
          </p:sp>
          <p:sp>
            <p:nvSpPr>
              <p:cNvPr id="65597" name="Freeform 62"/>
              <p:cNvSpPr/>
              <p:nvPr/>
            </p:nvSpPr>
            <p:spPr>
              <a:xfrm rot="5978253" flipH="1">
                <a:off x="3834" y="3732"/>
                <a:ext cx="87" cy="54"/>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chemeClr val="tx1"/>
              </a:solidFill>
              <a:ln w="9525">
                <a:noFill/>
              </a:ln>
            </p:spPr>
            <p:txBody>
              <a:bodyPr/>
              <a:lstStyle/>
              <a:p>
                <a:endParaRPr lang="zh-CN" altLang="en-US"/>
              </a:p>
            </p:txBody>
          </p:sp>
        </p:grpSp>
        <p:grpSp>
          <p:nvGrpSpPr>
            <p:cNvPr id="65598" name="Group 63"/>
            <p:cNvGrpSpPr/>
            <p:nvPr/>
          </p:nvGrpSpPr>
          <p:grpSpPr>
            <a:xfrm>
              <a:off x="4058" y="3779"/>
              <a:ext cx="183" cy="115"/>
              <a:chOff x="1730" y="3733"/>
              <a:chExt cx="183" cy="115"/>
            </a:xfrm>
          </p:grpSpPr>
          <p:sp>
            <p:nvSpPr>
              <p:cNvPr id="65599" name="WordArt 64"/>
              <p:cNvSpPr>
                <a:spLocks noTextEdit="1"/>
              </p:cNvSpPr>
              <p:nvPr/>
            </p:nvSpPr>
            <p:spPr>
              <a:xfrm>
                <a:off x="1730" y="3733"/>
                <a:ext cx="181" cy="4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65600" name="WordArt 65"/>
              <p:cNvSpPr>
                <a:spLocks noTextEdit="1"/>
              </p:cNvSpPr>
              <p:nvPr/>
            </p:nvSpPr>
            <p:spPr>
              <a:xfrm>
                <a:off x="1732" y="3802"/>
                <a:ext cx="181" cy="4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sp>
          <p:nvSpPr>
            <p:cNvPr id="65601" name="WordArt 66"/>
            <p:cNvSpPr>
              <a:spLocks noTextEdit="1"/>
            </p:cNvSpPr>
            <p:nvPr/>
          </p:nvSpPr>
          <p:spPr>
            <a:xfrm>
              <a:off x="4353" y="3740"/>
              <a:ext cx="109" cy="18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1</a:t>
              </a:r>
            </a:p>
          </p:txBody>
        </p:sp>
        <p:sp>
          <p:nvSpPr>
            <p:cNvPr id="65602" name="Freeform 67"/>
            <p:cNvSpPr/>
            <p:nvPr/>
          </p:nvSpPr>
          <p:spPr>
            <a:xfrm rot="5978253" flipH="1">
              <a:off x="4472" y="3715"/>
              <a:ext cx="87" cy="54"/>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chemeClr val="tx1"/>
            </a:solidFill>
            <a:ln w="9525">
              <a:noFill/>
            </a:ln>
          </p:spPr>
          <p:txBody>
            <a:bodyPr/>
            <a:lstStyle/>
            <a:p>
              <a:endParaRPr lang="zh-CN" altLang="en-US"/>
            </a:p>
          </p:txBody>
        </p:sp>
      </p:grpSp>
      <p:grpSp>
        <p:nvGrpSpPr>
          <p:cNvPr id="16" name="Group 68"/>
          <p:cNvGrpSpPr/>
          <p:nvPr/>
        </p:nvGrpSpPr>
        <p:grpSpPr>
          <a:xfrm>
            <a:off x="241300" y="469900"/>
            <a:ext cx="8137525" cy="3913188"/>
            <a:chOff x="152" y="296"/>
            <a:chExt cx="5126" cy="2465"/>
          </a:xfrm>
        </p:grpSpPr>
        <p:sp>
          <p:nvSpPr>
            <p:cNvPr id="65604" name="Line 69"/>
            <p:cNvSpPr/>
            <p:nvPr/>
          </p:nvSpPr>
          <p:spPr>
            <a:xfrm flipV="1">
              <a:off x="2629" y="916"/>
              <a:ext cx="765" cy="647"/>
            </a:xfrm>
            <a:prstGeom prst="line">
              <a:avLst/>
            </a:prstGeom>
            <a:ln w="9525" cap="flat" cmpd="sng">
              <a:solidFill>
                <a:schemeClr val="tx1"/>
              </a:solidFill>
              <a:prstDash val="solid"/>
              <a:round/>
              <a:headEnd type="none" w="med" len="med"/>
              <a:tailEnd type="none" w="med" len="med"/>
            </a:ln>
          </p:spPr>
        </p:sp>
        <p:grpSp>
          <p:nvGrpSpPr>
            <p:cNvPr id="65605" name="Group 70"/>
            <p:cNvGrpSpPr/>
            <p:nvPr/>
          </p:nvGrpSpPr>
          <p:grpSpPr>
            <a:xfrm>
              <a:off x="2106" y="296"/>
              <a:ext cx="3172" cy="196"/>
              <a:chOff x="1323" y="407"/>
              <a:chExt cx="3172" cy="196"/>
            </a:xfrm>
          </p:grpSpPr>
          <p:sp>
            <p:nvSpPr>
              <p:cNvPr id="65606" name="WordArt 71"/>
              <p:cNvSpPr>
                <a:spLocks noTextEdit="1"/>
              </p:cNvSpPr>
              <p:nvPr/>
            </p:nvSpPr>
            <p:spPr>
              <a:xfrm>
                <a:off x="1323" y="407"/>
                <a:ext cx="1239" cy="19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瞳孔直径适光范围</a:t>
                </a:r>
              </a:p>
            </p:txBody>
          </p:sp>
          <p:sp>
            <p:nvSpPr>
              <p:cNvPr id="65607" name="WordArt 72"/>
              <p:cNvSpPr>
                <a:spLocks noTextEdit="1"/>
              </p:cNvSpPr>
              <p:nvPr/>
            </p:nvSpPr>
            <p:spPr>
              <a:xfrm>
                <a:off x="2678" y="421"/>
                <a:ext cx="201" cy="144"/>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grpSp>
            <p:nvGrpSpPr>
              <p:cNvPr id="65608" name="Group 73"/>
              <p:cNvGrpSpPr/>
              <p:nvPr/>
            </p:nvGrpSpPr>
            <p:grpSpPr>
              <a:xfrm>
                <a:off x="2958" y="455"/>
                <a:ext cx="176" cy="93"/>
                <a:chOff x="1730" y="3733"/>
                <a:chExt cx="183" cy="115"/>
              </a:xfrm>
            </p:grpSpPr>
            <p:sp>
              <p:nvSpPr>
                <p:cNvPr id="65609" name="WordArt 74"/>
                <p:cNvSpPr>
                  <a:spLocks noTextEdit="1"/>
                </p:cNvSpPr>
                <p:nvPr/>
              </p:nvSpPr>
              <p:spPr>
                <a:xfrm>
                  <a:off x="1730" y="3733"/>
                  <a:ext cx="181" cy="4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65610" name="WordArt 75"/>
                <p:cNvSpPr>
                  <a:spLocks noTextEdit="1"/>
                </p:cNvSpPr>
                <p:nvPr/>
              </p:nvSpPr>
              <p:spPr>
                <a:xfrm>
                  <a:off x="1732" y="3802"/>
                  <a:ext cx="181" cy="4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sp>
            <p:nvSpPr>
              <p:cNvPr id="65611" name="WordArt 76"/>
              <p:cNvSpPr>
                <a:spLocks noTextEdit="1"/>
              </p:cNvSpPr>
              <p:nvPr/>
            </p:nvSpPr>
            <p:spPr>
              <a:xfrm>
                <a:off x="3236" y="419"/>
                <a:ext cx="1259" cy="15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1.5 mm ~ 6 mm</a:t>
                </a:r>
              </a:p>
            </p:txBody>
          </p:sp>
        </p:grpSp>
        <p:grpSp>
          <p:nvGrpSpPr>
            <p:cNvPr id="65612" name="Group 77"/>
            <p:cNvGrpSpPr/>
            <p:nvPr/>
          </p:nvGrpSpPr>
          <p:grpSpPr>
            <a:xfrm>
              <a:off x="2481" y="656"/>
              <a:ext cx="2113" cy="216"/>
              <a:chOff x="1655" y="689"/>
              <a:chExt cx="2113" cy="216"/>
            </a:xfrm>
          </p:grpSpPr>
          <p:sp>
            <p:nvSpPr>
              <p:cNvPr id="65613" name="WordArt 78"/>
              <p:cNvSpPr>
                <a:spLocks noTextEdit="1"/>
              </p:cNvSpPr>
              <p:nvPr/>
            </p:nvSpPr>
            <p:spPr>
              <a:xfrm>
                <a:off x="2669" y="728"/>
                <a:ext cx="198" cy="14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sp>
            <p:nvSpPr>
              <p:cNvPr id="65614" name="WordArt 79"/>
              <p:cNvSpPr>
                <a:spLocks noTextEdit="1"/>
              </p:cNvSpPr>
              <p:nvPr/>
            </p:nvSpPr>
            <p:spPr>
              <a:xfrm>
                <a:off x="1655" y="689"/>
                <a:ext cx="861" cy="21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取概略均值</a:t>
                </a:r>
              </a:p>
            </p:txBody>
          </p:sp>
          <p:sp>
            <p:nvSpPr>
              <p:cNvPr id="65615" name="Line 80"/>
              <p:cNvSpPr/>
              <p:nvPr/>
            </p:nvSpPr>
            <p:spPr>
              <a:xfrm>
                <a:off x="2681" y="689"/>
                <a:ext cx="222" cy="0"/>
              </a:xfrm>
              <a:prstGeom prst="line">
                <a:avLst/>
              </a:prstGeom>
              <a:ln w="28575" cap="flat" cmpd="sng">
                <a:solidFill>
                  <a:schemeClr val="tx1"/>
                </a:solidFill>
                <a:prstDash val="solid"/>
                <a:round/>
                <a:headEnd type="none" w="med" len="med"/>
                <a:tailEnd type="none" w="med" len="med"/>
              </a:ln>
            </p:spPr>
          </p:sp>
          <p:grpSp>
            <p:nvGrpSpPr>
              <p:cNvPr id="65616" name="Group 81"/>
              <p:cNvGrpSpPr/>
              <p:nvPr/>
            </p:nvGrpSpPr>
            <p:grpSpPr>
              <a:xfrm>
                <a:off x="2990" y="780"/>
                <a:ext cx="169" cy="50"/>
                <a:chOff x="1260" y="2371"/>
                <a:chExt cx="151" cy="53"/>
              </a:xfrm>
            </p:grpSpPr>
            <p:sp>
              <p:nvSpPr>
                <p:cNvPr id="65617" name="Line 82"/>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65618" name="Line 83"/>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65619" name="WordArt 84"/>
              <p:cNvSpPr>
                <a:spLocks noTextEdit="1"/>
              </p:cNvSpPr>
              <p:nvPr/>
            </p:nvSpPr>
            <p:spPr>
              <a:xfrm>
                <a:off x="3188" y="719"/>
                <a:ext cx="580" cy="16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 3 mm</a:t>
                </a:r>
              </a:p>
            </p:txBody>
          </p:sp>
        </p:grpSp>
        <p:grpSp>
          <p:nvGrpSpPr>
            <p:cNvPr id="65620" name="Group 85"/>
            <p:cNvGrpSpPr/>
            <p:nvPr/>
          </p:nvGrpSpPr>
          <p:grpSpPr>
            <a:xfrm>
              <a:off x="245" y="1543"/>
              <a:ext cx="2221" cy="187"/>
              <a:chOff x="440" y="1434"/>
              <a:chExt cx="2536" cy="222"/>
            </a:xfrm>
          </p:grpSpPr>
          <p:grpSp>
            <p:nvGrpSpPr>
              <p:cNvPr id="65621" name="Group 87"/>
              <p:cNvGrpSpPr/>
              <p:nvPr/>
            </p:nvGrpSpPr>
            <p:grpSpPr>
              <a:xfrm>
                <a:off x="1176" y="1502"/>
                <a:ext cx="0" cy="0"/>
                <a:chOff x="0" y="0"/>
                <a:chExt cx="1411" cy="2424"/>
              </a:xfrm>
            </p:grpSpPr>
            <p:sp>
              <p:nvSpPr>
                <p:cNvPr id="65622" name="Line 88"/>
                <p:cNvSpPr/>
                <p:nvPr/>
              </p:nvSpPr>
              <p:spPr>
                <a:xfrm>
                  <a:off x="0" y="0"/>
                  <a:ext cx="151" cy="0"/>
                </a:xfrm>
                <a:prstGeom prst="line">
                  <a:avLst/>
                </a:prstGeom>
                <a:ln w="38100" cap="flat" cmpd="sng">
                  <a:solidFill>
                    <a:schemeClr val="tx1"/>
                  </a:solidFill>
                  <a:prstDash val="solid"/>
                  <a:round/>
                  <a:headEnd type="none" w="med" len="med"/>
                  <a:tailEnd type="none" w="med" len="med"/>
                </a:ln>
              </p:spPr>
            </p:sp>
            <p:sp>
              <p:nvSpPr>
                <p:cNvPr id="65623" name="Line 89"/>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62553" name="WordArt 90"/>
              <p:cNvSpPr>
                <a:spLocks noTextEdit="1"/>
              </p:cNvSpPr>
              <p:nvPr/>
            </p:nvSpPr>
            <p:spPr>
              <a:xfrm>
                <a:off x="440" y="1434"/>
                <a:ext cx="2536" cy="222"/>
              </a:xfrm>
              <a:prstGeom prst="rect">
                <a:avLst/>
              </a:prstGeom>
            </p:spPr>
            <p:txBody>
              <a:bodyPr wrap="none" fromWordArt="1">
                <a:prstTxWarp prst="textPlain">
                  <a:avLst>
                    <a:gd name="adj" fmla="val 50000"/>
                  </a:avLst>
                </a:prstTxWarp>
                <a:normAutofit fontScale="25000"/>
              </a:bodyPr>
              <a:lstStyle/>
              <a:p>
                <a:pPr algn="ctr" fontAlgn="base"/>
                <a:r>
                  <a:rPr lang="zh-CN" altLang="en-US" sz="3600" b="1" strike="noStrike" noProof="1">
                    <a:latin typeface="+mn-ea"/>
                    <a:ea typeface="+mn-ea"/>
                    <a:cs typeface="+mn-ea"/>
                    <a:sym typeface="+mn-ea"/>
                  </a:rPr>
                  <a:t>对人眼最敏感的波长，</a:t>
                </a:r>
                <a:r>
                  <a:rPr lang="zh-CN" altLang="en-US" sz="3600" i="1" strike="noStrike" noProof="1">
                    <a:latin typeface="+mn-lt"/>
                    <a:ea typeface="宋体" panose="02010600030101010101" pitchFamily="2" charset="-122"/>
                    <a:cs typeface="+mn-lt"/>
                    <a:sym typeface="+mn-ea"/>
                  </a:rPr>
                  <a:t>λ</a:t>
                </a:r>
                <a:r>
                  <a:rPr lang="en-US" altLang="zh-CN" sz="3600" strike="noStrike" noProof="1">
                    <a:latin typeface="微软雅黑" panose="020B0503020204020204" charset="-122"/>
                    <a:ea typeface="微软雅黑" panose="020B0503020204020204" charset="-122"/>
                    <a:cs typeface="+mn-cs"/>
                    <a:sym typeface="+mn-ea"/>
                  </a:rPr>
                  <a:t>=</a:t>
                </a:r>
                <a:r>
                  <a:rPr lang="zh-CN" altLang="en-US" sz="36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 550 nm</a:t>
                </a:r>
                <a:endParaRPr lang="zh-CN" altLang="en-US" sz="36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sp>
          <p:nvSpPr>
            <p:cNvPr id="65625" name="AutoShape 91"/>
            <p:cNvSpPr/>
            <p:nvPr/>
          </p:nvSpPr>
          <p:spPr>
            <a:xfrm rot="-5399475" flipH="1">
              <a:off x="3745" y="1204"/>
              <a:ext cx="106" cy="1422"/>
            </a:xfrm>
            <a:prstGeom prst="triangle">
              <a:avLst>
                <a:gd name="adj" fmla="val 50000"/>
              </a:avLst>
            </a:prstGeom>
            <a:gradFill rotWithShape="0">
              <a:gsLst>
                <a:gs pos="0">
                  <a:srgbClr val="B5FFEC"/>
                </a:gs>
                <a:gs pos="100000">
                  <a:schemeClr val="bg1"/>
                </a:gs>
              </a:gsLst>
              <a:lin ang="0" scaled="1"/>
              <a:tileRect/>
            </a:gra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65626" name="Group 92"/>
            <p:cNvGrpSpPr/>
            <p:nvPr/>
          </p:nvGrpSpPr>
          <p:grpSpPr>
            <a:xfrm>
              <a:off x="2796" y="1079"/>
              <a:ext cx="2016" cy="1682"/>
              <a:chOff x="2358" y="1299"/>
              <a:chExt cx="2016" cy="1682"/>
            </a:xfrm>
          </p:grpSpPr>
          <p:sp>
            <p:nvSpPr>
              <p:cNvPr id="65627" name="Oval 93"/>
              <p:cNvSpPr/>
              <p:nvPr/>
            </p:nvSpPr>
            <p:spPr>
              <a:xfrm>
                <a:off x="2474" y="1299"/>
                <a:ext cx="1683" cy="1682"/>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28" name="Oval 94"/>
              <p:cNvSpPr/>
              <p:nvPr/>
            </p:nvSpPr>
            <p:spPr>
              <a:xfrm>
                <a:off x="2570" y="1395"/>
                <a:ext cx="1491" cy="1480"/>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29" name="Oval 95"/>
              <p:cNvSpPr/>
              <p:nvPr/>
            </p:nvSpPr>
            <p:spPr>
              <a:xfrm>
                <a:off x="2457" y="1903"/>
                <a:ext cx="271" cy="536"/>
              </a:xfrm>
              <a:prstGeom prst="ellipse">
                <a:avLst/>
              </a:prstGeom>
              <a:solidFill>
                <a:schemeClr val="bg1"/>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30" name="Freeform 96"/>
              <p:cNvSpPr/>
              <p:nvPr/>
            </p:nvSpPr>
            <p:spPr>
              <a:xfrm>
                <a:off x="2358" y="1743"/>
                <a:ext cx="213" cy="786"/>
              </a:xfrm>
              <a:custGeom>
                <a:avLst/>
                <a:gdLst/>
                <a:ahLst/>
                <a:cxnLst>
                  <a:cxn ang="0">
                    <a:pos x="213" y="0"/>
                  </a:cxn>
                  <a:cxn ang="0">
                    <a:pos x="177" y="66"/>
                  </a:cxn>
                  <a:cxn ang="0">
                    <a:pos x="138" y="96"/>
                  </a:cxn>
                  <a:cxn ang="0">
                    <a:pos x="99" y="126"/>
                  </a:cxn>
                  <a:cxn ang="0">
                    <a:pos x="51" y="198"/>
                  </a:cxn>
                  <a:cxn ang="0">
                    <a:pos x="24" y="270"/>
                  </a:cxn>
                  <a:cxn ang="0">
                    <a:pos x="3" y="381"/>
                  </a:cxn>
                  <a:cxn ang="0">
                    <a:pos x="9" y="522"/>
                  </a:cxn>
                  <a:cxn ang="0">
                    <a:pos x="33" y="615"/>
                  </a:cxn>
                  <a:cxn ang="0">
                    <a:pos x="84" y="714"/>
                  </a:cxn>
                  <a:cxn ang="0">
                    <a:pos x="165" y="768"/>
                  </a:cxn>
                  <a:cxn ang="0">
                    <a:pos x="189" y="774"/>
                  </a:cxn>
                  <a:cxn ang="0">
                    <a:pos x="210" y="786"/>
                  </a:cxn>
                </a:cxnLst>
                <a:rect l="0" t="0" r="0" b="0"/>
                <a:pathLst>
                  <a:path w="213" h="786">
                    <a:moveTo>
                      <a:pt x="213" y="0"/>
                    </a:moveTo>
                    <a:cubicBezTo>
                      <a:pt x="201" y="25"/>
                      <a:pt x="189" y="50"/>
                      <a:pt x="177" y="66"/>
                    </a:cubicBezTo>
                    <a:cubicBezTo>
                      <a:pt x="165" y="82"/>
                      <a:pt x="151" y="86"/>
                      <a:pt x="138" y="96"/>
                    </a:cubicBezTo>
                    <a:cubicBezTo>
                      <a:pt x="125" y="106"/>
                      <a:pt x="113" y="109"/>
                      <a:pt x="99" y="126"/>
                    </a:cubicBezTo>
                    <a:cubicBezTo>
                      <a:pt x="85" y="143"/>
                      <a:pt x="63" y="174"/>
                      <a:pt x="51" y="198"/>
                    </a:cubicBezTo>
                    <a:cubicBezTo>
                      <a:pt x="39" y="222"/>
                      <a:pt x="32" y="240"/>
                      <a:pt x="24" y="270"/>
                    </a:cubicBezTo>
                    <a:cubicBezTo>
                      <a:pt x="16" y="300"/>
                      <a:pt x="6" y="339"/>
                      <a:pt x="3" y="381"/>
                    </a:cubicBezTo>
                    <a:cubicBezTo>
                      <a:pt x="0" y="423"/>
                      <a:pt x="4" y="483"/>
                      <a:pt x="9" y="522"/>
                    </a:cubicBezTo>
                    <a:cubicBezTo>
                      <a:pt x="14" y="561"/>
                      <a:pt x="21" y="583"/>
                      <a:pt x="33" y="615"/>
                    </a:cubicBezTo>
                    <a:cubicBezTo>
                      <a:pt x="45" y="647"/>
                      <a:pt x="62" y="689"/>
                      <a:pt x="84" y="714"/>
                    </a:cubicBezTo>
                    <a:cubicBezTo>
                      <a:pt x="106" y="739"/>
                      <a:pt x="148" y="758"/>
                      <a:pt x="165" y="768"/>
                    </a:cubicBezTo>
                    <a:cubicBezTo>
                      <a:pt x="182" y="778"/>
                      <a:pt x="182" y="771"/>
                      <a:pt x="189" y="774"/>
                    </a:cubicBezTo>
                    <a:cubicBezTo>
                      <a:pt x="196" y="777"/>
                      <a:pt x="203" y="781"/>
                      <a:pt x="210" y="786"/>
                    </a:cubicBezTo>
                  </a:path>
                </a:pathLst>
              </a:custGeom>
              <a:solidFill>
                <a:schemeClr val="bg1"/>
              </a:solidFill>
              <a:ln w="9525" cap="flat" cmpd="sng">
                <a:solidFill>
                  <a:schemeClr val="tx1"/>
                </a:solidFill>
                <a:prstDash val="solid"/>
                <a:round/>
                <a:headEnd type="none" w="med" len="med"/>
                <a:tailEnd type="none" w="med" len="med"/>
              </a:ln>
            </p:spPr>
            <p:txBody>
              <a:bodyPr/>
              <a:lstStyle/>
              <a:p>
                <a:endParaRPr lang="zh-CN" altLang="en-US"/>
              </a:p>
            </p:txBody>
          </p:sp>
          <p:sp>
            <p:nvSpPr>
              <p:cNvPr id="65631" name="Arc 97"/>
              <p:cNvSpPr/>
              <p:nvPr/>
            </p:nvSpPr>
            <p:spPr>
              <a:xfrm>
                <a:off x="2459" y="1901"/>
                <a:ext cx="175" cy="523"/>
              </a:xfrm>
              <a:custGeom>
                <a:avLst/>
                <a:gdLst/>
                <a:ahLst/>
                <a:cxnLst>
                  <a:cxn ang="0">
                    <a:pos x="0" y="0"/>
                  </a:cxn>
                  <a:cxn ang="0">
                    <a:pos x="0" y="0"/>
                  </a:cxn>
                  <a:cxn ang="0">
                    <a:pos x="0" y="0"/>
                  </a:cxn>
                </a:cxnLst>
                <a:rect l="0" t="0" r="0" b="0"/>
                <a:pathLst>
                  <a:path w="21600" h="42994" fill="none">
                    <a:moveTo>
                      <a:pt x="21194" y="42994"/>
                    </a:moveTo>
                    <a:cubicBezTo>
                      <a:pt x="9425" y="42773"/>
                      <a:pt x="0" y="33169"/>
                      <a:pt x="0" y="21398"/>
                    </a:cubicBezTo>
                    <a:cubicBezTo>
                      <a:pt x="-1" y="10608"/>
                      <a:pt x="7962" y="1473"/>
                      <a:pt x="18651" y="0"/>
                    </a:cubicBezTo>
                  </a:path>
                  <a:path w="21600" h="42994" stroke="0">
                    <a:moveTo>
                      <a:pt x="21194" y="42994"/>
                    </a:moveTo>
                    <a:cubicBezTo>
                      <a:pt x="9425" y="42773"/>
                      <a:pt x="0" y="33169"/>
                      <a:pt x="0" y="21398"/>
                    </a:cubicBezTo>
                    <a:cubicBezTo>
                      <a:pt x="-1" y="10608"/>
                      <a:pt x="7962" y="1473"/>
                      <a:pt x="18651" y="0"/>
                    </a:cubicBezTo>
                    <a:lnTo>
                      <a:pt x="21600" y="21398"/>
                    </a:lnTo>
                    <a:lnTo>
                      <a:pt x="21194" y="42994"/>
                    </a:lnTo>
                    <a:close/>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5632" name="Oval 98"/>
              <p:cNvSpPr/>
              <p:nvPr/>
            </p:nvSpPr>
            <p:spPr>
              <a:xfrm>
                <a:off x="2493" y="1944"/>
                <a:ext cx="213" cy="432"/>
              </a:xfrm>
              <a:prstGeom prst="ellipse">
                <a:avLst/>
              </a:prstGeom>
              <a:gradFill rotWithShape="0">
                <a:gsLst>
                  <a:gs pos="0">
                    <a:schemeClr val="bg1"/>
                  </a:gs>
                  <a:gs pos="100000">
                    <a:srgbClr val="DDDDDD"/>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33" name="Freeform 99"/>
              <p:cNvSpPr/>
              <p:nvPr/>
            </p:nvSpPr>
            <p:spPr>
              <a:xfrm>
                <a:off x="2656" y="1728"/>
                <a:ext cx="44" cy="260"/>
              </a:xfrm>
              <a:custGeom>
                <a:avLst/>
                <a:gdLst/>
                <a:ahLst/>
                <a:cxnLst>
                  <a:cxn ang="0">
                    <a:pos x="44" y="0"/>
                  </a:cxn>
                  <a:cxn ang="0">
                    <a:pos x="4" y="100"/>
                  </a:cxn>
                  <a:cxn ang="0">
                    <a:pos x="0" y="156"/>
                  </a:cxn>
                  <a:cxn ang="0">
                    <a:pos x="12" y="220"/>
                  </a:cxn>
                  <a:cxn ang="0">
                    <a:pos x="4" y="260"/>
                  </a:cxn>
                </a:cxnLst>
                <a:rect l="0" t="0" r="0" b="0"/>
                <a:pathLst>
                  <a:path w="44" h="260">
                    <a:moveTo>
                      <a:pt x="44" y="0"/>
                    </a:moveTo>
                    <a:lnTo>
                      <a:pt x="4" y="100"/>
                    </a:lnTo>
                    <a:lnTo>
                      <a:pt x="0" y="156"/>
                    </a:lnTo>
                    <a:lnTo>
                      <a:pt x="12" y="220"/>
                    </a:lnTo>
                    <a:lnTo>
                      <a:pt x="4" y="260"/>
                    </a:ln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5634" name="Freeform 100"/>
              <p:cNvSpPr/>
              <p:nvPr/>
            </p:nvSpPr>
            <p:spPr>
              <a:xfrm flipV="1">
                <a:off x="2672" y="2316"/>
                <a:ext cx="44" cy="260"/>
              </a:xfrm>
              <a:custGeom>
                <a:avLst/>
                <a:gdLst/>
                <a:ahLst/>
                <a:cxnLst>
                  <a:cxn ang="0">
                    <a:pos x="44" y="0"/>
                  </a:cxn>
                  <a:cxn ang="0">
                    <a:pos x="4" y="100"/>
                  </a:cxn>
                  <a:cxn ang="0">
                    <a:pos x="0" y="156"/>
                  </a:cxn>
                  <a:cxn ang="0">
                    <a:pos x="12" y="220"/>
                  </a:cxn>
                  <a:cxn ang="0">
                    <a:pos x="4" y="260"/>
                  </a:cxn>
                </a:cxnLst>
                <a:rect l="0" t="0" r="0" b="0"/>
                <a:pathLst>
                  <a:path w="44" h="260">
                    <a:moveTo>
                      <a:pt x="44" y="0"/>
                    </a:moveTo>
                    <a:lnTo>
                      <a:pt x="4" y="100"/>
                    </a:lnTo>
                    <a:lnTo>
                      <a:pt x="0" y="156"/>
                    </a:lnTo>
                    <a:lnTo>
                      <a:pt x="12" y="220"/>
                    </a:lnTo>
                    <a:lnTo>
                      <a:pt x="4" y="260"/>
                    </a:ln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5635" name="Freeform 101"/>
              <p:cNvSpPr/>
              <p:nvPr/>
            </p:nvSpPr>
            <p:spPr>
              <a:xfrm>
                <a:off x="4126" y="2340"/>
                <a:ext cx="248" cy="288"/>
              </a:xfrm>
              <a:custGeom>
                <a:avLst/>
                <a:gdLst/>
                <a:ahLst/>
                <a:cxnLst>
                  <a:cxn ang="0">
                    <a:pos x="8" y="0"/>
                  </a:cxn>
                  <a:cxn ang="0">
                    <a:pos x="8" y="108"/>
                  </a:cxn>
                  <a:cxn ang="0">
                    <a:pos x="56" y="186"/>
                  </a:cxn>
                  <a:cxn ang="0">
                    <a:pos x="134" y="234"/>
                  </a:cxn>
                  <a:cxn ang="0">
                    <a:pos x="194" y="270"/>
                  </a:cxn>
                  <a:cxn ang="0">
                    <a:pos x="248" y="288"/>
                  </a:cxn>
                </a:cxnLst>
                <a:rect l="0" t="0" r="0" b="0"/>
                <a:pathLst>
                  <a:path w="248" h="288">
                    <a:moveTo>
                      <a:pt x="8" y="0"/>
                    </a:moveTo>
                    <a:cubicBezTo>
                      <a:pt x="4" y="38"/>
                      <a:pt x="0" y="77"/>
                      <a:pt x="8" y="108"/>
                    </a:cubicBezTo>
                    <a:cubicBezTo>
                      <a:pt x="16" y="139"/>
                      <a:pt x="35" y="165"/>
                      <a:pt x="56" y="186"/>
                    </a:cubicBezTo>
                    <a:cubicBezTo>
                      <a:pt x="77" y="207"/>
                      <a:pt x="111" y="220"/>
                      <a:pt x="134" y="234"/>
                    </a:cubicBezTo>
                    <a:cubicBezTo>
                      <a:pt x="157" y="248"/>
                      <a:pt x="175" y="261"/>
                      <a:pt x="194" y="270"/>
                    </a:cubicBezTo>
                    <a:cubicBezTo>
                      <a:pt x="213" y="279"/>
                      <a:pt x="230" y="283"/>
                      <a:pt x="248" y="288"/>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5636" name="Oval 102"/>
              <p:cNvSpPr/>
              <p:nvPr/>
            </p:nvSpPr>
            <p:spPr>
              <a:xfrm rot="1906149">
                <a:off x="3773" y="2278"/>
                <a:ext cx="338" cy="440"/>
              </a:xfrm>
              <a:prstGeom prst="ellipse">
                <a:avLst/>
              </a:prstGeom>
              <a:solidFill>
                <a:schemeClr val="bg1"/>
              </a:solidFill>
              <a:ln w="9525" cap="flat" cmpd="sng">
                <a:solidFill>
                  <a:schemeClr val="bg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37" name="Freeform 103"/>
              <p:cNvSpPr/>
              <p:nvPr/>
            </p:nvSpPr>
            <p:spPr>
              <a:xfrm>
                <a:off x="4040" y="2316"/>
                <a:ext cx="280" cy="384"/>
              </a:xfrm>
              <a:custGeom>
                <a:avLst/>
                <a:gdLst/>
                <a:ahLst/>
                <a:cxnLst>
                  <a:cxn ang="0">
                    <a:pos x="4" y="0"/>
                  </a:cxn>
                  <a:cxn ang="0">
                    <a:pos x="4" y="96"/>
                  </a:cxn>
                  <a:cxn ang="0">
                    <a:pos x="28" y="180"/>
                  </a:cxn>
                  <a:cxn ang="0">
                    <a:pos x="76" y="258"/>
                  </a:cxn>
                  <a:cxn ang="0">
                    <a:pos x="148" y="312"/>
                  </a:cxn>
                  <a:cxn ang="0">
                    <a:pos x="226" y="360"/>
                  </a:cxn>
                  <a:cxn ang="0">
                    <a:pos x="280" y="384"/>
                  </a:cxn>
                </a:cxnLst>
                <a:rect l="0" t="0" r="0" b="0"/>
                <a:pathLst>
                  <a:path w="280" h="384">
                    <a:moveTo>
                      <a:pt x="4" y="0"/>
                    </a:moveTo>
                    <a:cubicBezTo>
                      <a:pt x="2" y="33"/>
                      <a:pt x="0" y="66"/>
                      <a:pt x="4" y="96"/>
                    </a:cubicBezTo>
                    <a:cubicBezTo>
                      <a:pt x="8" y="126"/>
                      <a:pt x="16" y="153"/>
                      <a:pt x="28" y="180"/>
                    </a:cubicBezTo>
                    <a:cubicBezTo>
                      <a:pt x="40" y="207"/>
                      <a:pt x="56" y="236"/>
                      <a:pt x="76" y="258"/>
                    </a:cubicBezTo>
                    <a:cubicBezTo>
                      <a:pt x="96" y="280"/>
                      <a:pt x="123" y="295"/>
                      <a:pt x="148" y="312"/>
                    </a:cubicBezTo>
                    <a:cubicBezTo>
                      <a:pt x="173" y="329"/>
                      <a:pt x="204" y="348"/>
                      <a:pt x="226" y="360"/>
                    </a:cubicBezTo>
                    <a:cubicBezTo>
                      <a:pt x="248" y="372"/>
                      <a:pt x="264" y="378"/>
                      <a:pt x="280" y="384"/>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5638" name="Freeform 104"/>
              <p:cNvSpPr/>
              <p:nvPr/>
            </p:nvSpPr>
            <p:spPr>
              <a:xfrm>
                <a:off x="3822" y="2588"/>
                <a:ext cx="420" cy="202"/>
              </a:xfrm>
              <a:custGeom>
                <a:avLst/>
                <a:gdLst/>
                <a:ahLst/>
                <a:cxnLst>
                  <a:cxn ang="0">
                    <a:pos x="0" y="94"/>
                  </a:cxn>
                  <a:cxn ang="0">
                    <a:pos x="72" y="46"/>
                  </a:cxn>
                  <a:cxn ang="0">
                    <a:pos x="138" y="10"/>
                  </a:cxn>
                  <a:cxn ang="0">
                    <a:pos x="204" y="4"/>
                  </a:cxn>
                  <a:cxn ang="0">
                    <a:pos x="300" y="34"/>
                  </a:cxn>
                  <a:cxn ang="0">
                    <a:pos x="378" y="118"/>
                  </a:cxn>
                  <a:cxn ang="0">
                    <a:pos x="420" y="202"/>
                  </a:cxn>
                </a:cxnLst>
                <a:rect l="0" t="0" r="0" b="0"/>
                <a:pathLst>
                  <a:path w="420" h="202">
                    <a:moveTo>
                      <a:pt x="0" y="94"/>
                    </a:moveTo>
                    <a:cubicBezTo>
                      <a:pt x="24" y="77"/>
                      <a:pt x="49" y="60"/>
                      <a:pt x="72" y="46"/>
                    </a:cubicBezTo>
                    <a:cubicBezTo>
                      <a:pt x="95" y="32"/>
                      <a:pt x="116" y="17"/>
                      <a:pt x="138" y="10"/>
                    </a:cubicBezTo>
                    <a:cubicBezTo>
                      <a:pt x="160" y="3"/>
                      <a:pt x="177" y="0"/>
                      <a:pt x="204" y="4"/>
                    </a:cubicBezTo>
                    <a:cubicBezTo>
                      <a:pt x="231" y="8"/>
                      <a:pt x="271" y="15"/>
                      <a:pt x="300" y="34"/>
                    </a:cubicBezTo>
                    <a:cubicBezTo>
                      <a:pt x="329" y="53"/>
                      <a:pt x="358" y="90"/>
                      <a:pt x="378" y="118"/>
                    </a:cubicBezTo>
                    <a:cubicBezTo>
                      <a:pt x="398" y="146"/>
                      <a:pt x="412" y="187"/>
                      <a:pt x="420" y="202"/>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5639" name="Freeform 105"/>
              <p:cNvSpPr/>
              <p:nvPr/>
            </p:nvSpPr>
            <p:spPr>
              <a:xfrm>
                <a:off x="3900" y="2664"/>
                <a:ext cx="246" cy="174"/>
              </a:xfrm>
              <a:custGeom>
                <a:avLst/>
                <a:gdLst/>
                <a:ahLst/>
                <a:cxnLst>
                  <a:cxn ang="0">
                    <a:pos x="0" y="84"/>
                  </a:cxn>
                  <a:cxn ang="0">
                    <a:pos x="96" y="12"/>
                  </a:cxn>
                  <a:cxn ang="0">
                    <a:pos x="162" y="12"/>
                  </a:cxn>
                  <a:cxn ang="0">
                    <a:pos x="210" y="54"/>
                  </a:cxn>
                  <a:cxn ang="0">
                    <a:pos x="240" y="126"/>
                  </a:cxn>
                  <a:cxn ang="0">
                    <a:pos x="246" y="174"/>
                  </a:cxn>
                </a:cxnLst>
                <a:rect l="0" t="0" r="0" b="0"/>
                <a:pathLst>
                  <a:path w="246" h="174">
                    <a:moveTo>
                      <a:pt x="0" y="84"/>
                    </a:moveTo>
                    <a:cubicBezTo>
                      <a:pt x="34" y="54"/>
                      <a:pt x="69" y="24"/>
                      <a:pt x="96" y="12"/>
                    </a:cubicBezTo>
                    <a:cubicBezTo>
                      <a:pt x="123" y="0"/>
                      <a:pt x="143" y="5"/>
                      <a:pt x="162" y="12"/>
                    </a:cubicBezTo>
                    <a:cubicBezTo>
                      <a:pt x="181" y="19"/>
                      <a:pt x="197" y="35"/>
                      <a:pt x="210" y="54"/>
                    </a:cubicBezTo>
                    <a:cubicBezTo>
                      <a:pt x="223" y="73"/>
                      <a:pt x="234" y="106"/>
                      <a:pt x="240" y="126"/>
                    </a:cubicBezTo>
                    <a:cubicBezTo>
                      <a:pt x="246" y="146"/>
                      <a:pt x="246" y="160"/>
                      <a:pt x="246" y="174"/>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grpSp>
        <p:sp>
          <p:nvSpPr>
            <p:cNvPr id="65640" name="Line 106"/>
            <p:cNvSpPr/>
            <p:nvPr/>
          </p:nvSpPr>
          <p:spPr>
            <a:xfrm flipH="1">
              <a:off x="2456" y="1833"/>
              <a:ext cx="587" cy="0"/>
            </a:xfrm>
            <a:prstGeom prst="line">
              <a:avLst/>
            </a:prstGeom>
            <a:ln w="9525" cap="flat" cmpd="sng">
              <a:solidFill>
                <a:schemeClr val="tx1"/>
              </a:solidFill>
              <a:prstDash val="solid"/>
              <a:round/>
              <a:headEnd type="none" w="med" len="med"/>
              <a:tailEnd type="none" w="med" len="med"/>
            </a:ln>
          </p:spPr>
        </p:sp>
        <p:sp>
          <p:nvSpPr>
            <p:cNvPr id="65641" name="Line 107"/>
            <p:cNvSpPr/>
            <p:nvPr/>
          </p:nvSpPr>
          <p:spPr>
            <a:xfrm flipH="1">
              <a:off x="2493" y="2007"/>
              <a:ext cx="542" cy="0"/>
            </a:xfrm>
            <a:prstGeom prst="line">
              <a:avLst/>
            </a:prstGeom>
            <a:ln w="9525" cap="flat" cmpd="sng">
              <a:solidFill>
                <a:schemeClr val="tx1"/>
              </a:solidFill>
              <a:prstDash val="solid"/>
              <a:round/>
              <a:headEnd type="none" w="med" len="med"/>
              <a:tailEnd type="none" w="med" len="med"/>
            </a:ln>
          </p:spPr>
        </p:sp>
        <p:sp>
          <p:nvSpPr>
            <p:cNvPr id="65642" name="Oval 108"/>
            <p:cNvSpPr/>
            <p:nvPr/>
          </p:nvSpPr>
          <p:spPr>
            <a:xfrm>
              <a:off x="2996" y="1845"/>
              <a:ext cx="90" cy="180"/>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43" name="Line 109"/>
            <p:cNvSpPr/>
            <p:nvPr/>
          </p:nvSpPr>
          <p:spPr>
            <a:xfrm>
              <a:off x="2639" y="1565"/>
              <a:ext cx="0" cy="248"/>
            </a:xfrm>
            <a:prstGeom prst="line">
              <a:avLst/>
            </a:prstGeom>
            <a:ln w="9525" cap="flat" cmpd="sng">
              <a:solidFill>
                <a:schemeClr val="tx1"/>
              </a:solidFill>
              <a:prstDash val="solid"/>
              <a:round/>
              <a:headEnd type="none" w="med" len="med"/>
              <a:tailEnd type="triangle" w="med" len="med"/>
            </a:ln>
          </p:spPr>
        </p:sp>
        <p:sp>
          <p:nvSpPr>
            <p:cNvPr id="65644" name="Line 110"/>
            <p:cNvSpPr/>
            <p:nvPr/>
          </p:nvSpPr>
          <p:spPr>
            <a:xfrm flipH="1" flipV="1">
              <a:off x="2620" y="2001"/>
              <a:ext cx="0" cy="248"/>
            </a:xfrm>
            <a:prstGeom prst="line">
              <a:avLst/>
            </a:prstGeom>
            <a:ln w="9525" cap="flat" cmpd="sng">
              <a:solidFill>
                <a:schemeClr val="tx1"/>
              </a:solidFill>
              <a:prstDash val="solid"/>
              <a:round/>
              <a:headEnd type="none" w="med" len="med"/>
              <a:tailEnd type="triangle" w="med" len="med"/>
            </a:ln>
          </p:spPr>
        </p:sp>
        <p:sp>
          <p:nvSpPr>
            <p:cNvPr id="65645" name="AutoShape 111"/>
            <p:cNvSpPr/>
            <p:nvPr/>
          </p:nvSpPr>
          <p:spPr>
            <a:xfrm rot="5400000">
              <a:off x="1607" y="618"/>
              <a:ext cx="201" cy="2599"/>
            </a:xfrm>
            <a:prstGeom prst="triangle">
              <a:avLst>
                <a:gd name="adj" fmla="val 50000"/>
              </a:avLst>
            </a:prstGeom>
            <a:gradFill rotWithShape="0">
              <a:gsLst>
                <a:gs pos="0">
                  <a:schemeClr val="bg1"/>
                </a:gs>
                <a:gs pos="100000">
                  <a:srgbClr val="65FFD7"/>
                </a:gs>
              </a:gsLst>
              <a:lin ang="0" scaled="1"/>
              <a:tileRect/>
            </a:gra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46" name="Line 112"/>
            <p:cNvSpPr/>
            <p:nvPr/>
          </p:nvSpPr>
          <p:spPr>
            <a:xfrm>
              <a:off x="598" y="1851"/>
              <a:ext cx="3895" cy="112"/>
            </a:xfrm>
            <a:prstGeom prst="line">
              <a:avLst/>
            </a:prstGeom>
            <a:ln w="9525" cap="flat" cmpd="sng">
              <a:solidFill>
                <a:schemeClr val="tx1"/>
              </a:solidFill>
              <a:prstDash val="dash"/>
              <a:round/>
              <a:headEnd type="none" w="med" len="med"/>
              <a:tailEnd type="none" w="med" len="med"/>
            </a:ln>
          </p:spPr>
        </p:sp>
        <p:sp>
          <p:nvSpPr>
            <p:cNvPr id="65647" name="Line 113"/>
            <p:cNvSpPr/>
            <p:nvPr/>
          </p:nvSpPr>
          <p:spPr>
            <a:xfrm flipV="1">
              <a:off x="619" y="1868"/>
              <a:ext cx="3859" cy="155"/>
            </a:xfrm>
            <a:prstGeom prst="line">
              <a:avLst/>
            </a:prstGeom>
            <a:ln w="9525" cap="flat" cmpd="sng">
              <a:solidFill>
                <a:schemeClr val="tx1"/>
              </a:solidFill>
              <a:prstDash val="dash"/>
              <a:round/>
              <a:headEnd type="none" w="med" len="med"/>
              <a:tailEnd type="none" w="med" len="med"/>
            </a:ln>
          </p:spPr>
        </p:sp>
        <p:sp>
          <p:nvSpPr>
            <p:cNvPr id="65648" name="Arc 114"/>
            <p:cNvSpPr/>
            <p:nvPr/>
          </p:nvSpPr>
          <p:spPr>
            <a:xfrm>
              <a:off x="3119" y="1204"/>
              <a:ext cx="1367" cy="1413"/>
            </a:xfrm>
            <a:custGeom>
              <a:avLst/>
              <a:gdLst/>
              <a:ahLst/>
              <a:cxnLst>
                <a:cxn ang="0">
                  <a:pos x="0" y="0"/>
                </a:cxn>
                <a:cxn ang="0">
                  <a:pos x="0" y="0"/>
                </a:cxn>
                <a:cxn ang="0">
                  <a:pos x="0" y="0"/>
                </a:cxn>
              </a:cxnLst>
              <a:rect l="0" t="0" r="0" b="0"/>
              <a:pathLst>
                <a:path w="41023" h="43200" fill="none">
                  <a:moveTo>
                    <a:pt x="379" y="11405"/>
                  </a:moveTo>
                  <a:cubicBezTo>
                    <a:pt x="4139" y="4383"/>
                    <a:pt x="11457" y="-1"/>
                    <a:pt x="19423" y="0"/>
                  </a:cubicBezTo>
                  <a:cubicBezTo>
                    <a:pt x="31352" y="0"/>
                    <a:pt x="41023" y="9670"/>
                    <a:pt x="41023" y="21600"/>
                  </a:cubicBezTo>
                  <a:cubicBezTo>
                    <a:pt x="41023" y="33529"/>
                    <a:pt x="31352" y="43200"/>
                    <a:pt x="19423" y="43200"/>
                  </a:cubicBezTo>
                  <a:cubicBezTo>
                    <a:pt x="11157" y="43200"/>
                    <a:pt x="3616" y="38483"/>
                    <a:pt x="0" y="31050"/>
                  </a:cubicBezTo>
                </a:path>
                <a:path w="41023" h="43200" stroke="0">
                  <a:moveTo>
                    <a:pt x="379" y="11405"/>
                  </a:moveTo>
                  <a:cubicBezTo>
                    <a:pt x="4139" y="4383"/>
                    <a:pt x="11457" y="-1"/>
                    <a:pt x="19423" y="0"/>
                  </a:cubicBezTo>
                  <a:cubicBezTo>
                    <a:pt x="31352" y="0"/>
                    <a:pt x="41023" y="9670"/>
                    <a:pt x="41023" y="21600"/>
                  </a:cubicBezTo>
                  <a:cubicBezTo>
                    <a:pt x="41023" y="33529"/>
                    <a:pt x="31352" y="43200"/>
                    <a:pt x="19423" y="43200"/>
                  </a:cubicBezTo>
                  <a:cubicBezTo>
                    <a:pt x="11157" y="43200"/>
                    <a:pt x="3616" y="38483"/>
                    <a:pt x="0" y="31050"/>
                  </a:cubicBezTo>
                  <a:lnTo>
                    <a:pt x="19423" y="21600"/>
                  </a:lnTo>
                  <a:lnTo>
                    <a:pt x="379" y="11405"/>
                  </a:lnTo>
                  <a:close/>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5649" name="AutoShape 115"/>
            <p:cNvSpPr/>
            <p:nvPr/>
          </p:nvSpPr>
          <p:spPr>
            <a:xfrm>
              <a:off x="4639" y="1732"/>
              <a:ext cx="576" cy="384"/>
            </a:xfrm>
            <a:prstGeom prst="leftArrowCallout">
              <a:avLst>
                <a:gd name="adj1" fmla="val 25000"/>
                <a:gd name="adj2" fmla="val 25000"/>
                <a:gd name="adj3" fmla="val 25000"/>
                <a:gd name="adj4" fmla="val 66667"/>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50" name="Oval 116"/>
            <p:cNvSpPr/>
            <p:nvPr/>
          </p:nvSpPr>
          <p:spPr>
            <a:xfrm>
              <a:off x="4929" y="1783"/>
              <a:ext cx="175" cy="173"/>
            </a:xfrm>
            <a:prstGeom prst="ellipse">
              <a:avLst/>
            </a:prstGeom>
            <a:gradFill rotWithShape="0">
              <a:gsLst>
                <a:gs pos="0">
                  <a:srgbClr val="87FFE0"/>
                </a:gs>
                <a:gs pos="100000">
                  <a:schemeClr val="accent1"/>
                </a:gs>
              </a:gsLst>
              <a:path path="shape">
                <a:fillToRect l="50000" t="50000" r="50000" b="50000"/>
              </a:path>
              <a:tileRect/>
            </a:gra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51" name="Oval 117"/>
            <p:cNvSpPr/>
            <p:nvPr/>
          </p:nvSpPr>
          <p:spPr>
            <a:xfrm>
              <a:off x="4932" y="1879"/>
              <a:ext cx="175" cy="173"/>
            </a:xfrm>
            <a:prstGeom prst="ellipse">
              <a:avLst/>
            </a:prstGeom>
            <a:gradFill rotWithShape="0">
              <a:gsLst>
                <a:gs pos="0">
                  <a:srgbClr val="87FFE0"/>
                </a:gs>
                <a:gs pos="100000">
                  <a:schemeClr val="accent1"/>
                </a:gs>
              </a:gsLst>
              <a:path path="shape">
                <a:fillToRect l="50000" t="50000" r="50000" b="50000"/>
              </a:path>
              <a:tileRect/>
            </a:gra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52" name="Oval 118"/>
            <p:cNvSpPr/>
            <p:nvPr/>
          </p:nvSpPr>
          <p:spPr>
            <a:xfrm>
              <a:off x="4929" y="1783"/>
              <a:ext cx="175" cy="173"/>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53" name="Oval 119"/>
            <p:cNvSpPr/>
            <p:nvPr/>
          </p:nvSpPr>
          <p:spPr>
            <a:xfrm>
              <a:off x="4929" y="1879"/>
              <a:ext cx="175" cy="173"/>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54" name="Oval 120"/>
            <p:cNvSpPr/>
            <p:nvPr/>
          </p:nvSpPr>
          <p:spPr>
            <a:xfrm flipV="1">
              <a:off x="5007" y="1869"/>
              <a:ext cx="14" cy="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5655" name="Oval 121"/>
            <p:cNvSpPr/>
            <p:nvPr/>
          </p:nvSpPr>
          <p:spPr>
            <a:xfrm flipV="1">
              <a:off x="5010" y="1951"/>
              <a:ext cx="14" cy="1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65656" name="Group 122"/>
            <p:cNvGrpSpPr/>
            <p:nvPr/>
          </p:nvGrpSpPr>
          <p:grpSpPr>
            <a:xfrm>
              <a:off x="152" y="303"/>
              <a:ext cx="1815" cy="816"/>
              <a:chOff x="152" y="303"/>
              <a:chExt cx="1815" cy="816"/>
            </a:xfrm>
          </p:grpSpPr>
          <p:sp>
            <p:nvSpPr>
              <p:cNvPr id="65657" name="Rectangle 123"/>
              <p:cNvSpPr/>
              <p:nvPr/>
            </p:nvSpPr>
            <p:spPr>
              <a:xfrm>
                <a:off x="152" y="303"/>
                <a:ext cx="1815" cy="816"/>
              </a:xfrm>
              <a:prstGeom prst="rect">
                <a:avLst/>
              </a:prstGeom>
              <a:noFill/>
              <a:ln w="38100" cap="flat" cmpd="sng">
                <a:solidFill>
                  <a:srgbClr val="FF9933"/>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65658" name="Group 124"/>
              <p:cNvGrpSpPr/>
              <p:nvPr/>
            </p:nvGrpSpPr>
            <p:grpSpPr>
              <a:xfrm>
                <a:off x="744" y="745"/>
                <a:ext cx="185" cy="64"/>
                <a:chOff x="1260" y="2371"/>
                <a:chExt cx="151" cy="53"/>
              </a:xfrm>
            </p:grpSpPr>
            <p:sp>
              <p:nvSpPr>
                <p:cNvPr id="65659" name="Line 125"/>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65660" name="Line 126"/>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65661" name="WordArt 127"/>
              <p:cNvSpPr>
                <a:spLocks noTextEdit="1"/>
              </p:cNvSpPr>
              <p:nvPr/>
            </p:nvSpPr>
            <p:spPr>
              <a:xfrm>
                <a:off x="1505" y="522"/>
                <a:ext cx="211" cy="179"/>
              </a:xfrm>
              <a:prstGeom prst="rect">
                <a:avLst/>
              </a:prstGeom>
            </p:spPr>
            <p:txBody>
              <a:bodyPr wrap="none" fromWordArt="1">
                <a:prstTxWarp prst="textPlain">
                  <a:avLst>
                    <a:gd name="adj" fmla="val 63255"/>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65662" name="Line 128"/>
              <p:cNvSpPr/>
              <p:nvPr/>
            </p:nvSpPr>
            <p:spPr>
              <a:xfrm>
                <a:off x="1466" y="769"/>
                <a:ext cx="349" cy="0"/>
              </a:xfrm>
              <a:prstGeom prst="line">
                <a:avLst/>
              </a:prstGeom>
              <a:ln w="38100" cap="flat" cmpd="sng">
                <a:solidFill>
                  <a:schemeClr val="tx1"/>
                </a:solidFill>
                <a:prstDash val="solid"/>
                <a:round/>
                <a:headEnd type="none" w="med" len="med"/>
                <a:tailEnd type="none" w="med" len="med"/>
              </a:ln>
            </p:spPr>
          </p:sp>
          <p:sp>
            <p:nvSpPr>
              <p:cNvPr id="65663" name="WordArt 129"/>
              <p:cNvSpPr>
                <a:spLocks noTextEdit="1"/>
              </p:cNvSpPr>
              <p:nvPr/>
            </p:nvSpPr>
            <p:spPr>
              <a:xfrm>
                <a:off x="1543" y="826"/>
                <a:ext cx="152" cy="137"/>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sp>
            <p:nvSpPr>
              <p:cNvPr id="65664" name="WordArt 130"/>
              <p:cNvSpPr>
                <a:spLocks noTextEdit="1"/>
              </p:cNvSpPr>
              <p:nvPr/>
            </p:nvSpPr>
            <p:spPr>
              <a:xfrm>
                <a:off x="1030" y="697"/>
                <a:ext cx="368" cy="142"/>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1.22</a:t>
                </a:r>
              </a:p>
            </p:txBody>
          </p:sp>
          <p:sp>
            <p:nvSpPr>
              <p:cNvPr id="65665" name="WordArt 131"/>
              <p:cNvSpPr>
                <a:spLocks noTextEdit="1"/>
              </p:cNvSpPr>
              <p:nvPr/>
            </p:nvSpPr>
            <p:spPr>
              <a:xfrm>
                <a:off x="246" y="390"/>
                <a:ext cx="710" cy="17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最小分辨角</a:t>
                </a:r>
              </a:p>
            </p:txBody>
          </p:sp>
          <p:grpSp>
            <p:nvGrpSpPr>
              <p:cNvPr id="65666" name="Group 132"/>
              <p:cNvGrpSpPr/>
              <p:nvPr/>
            </p:nvGrpSpPr>
            <p:grpSpPr>
              <a:xfrm>
                <a:off x="430" y="666"/>
                <a:ext cx="199" cy="240"/>
                <a:chOff x="858" y="2011"/>
                <a:chExt cx="179" cy="232"/>
              </a:xfrm>
            </p:grpSpPr>
            <p:sp>
              <p:nvSpPr>
                <p:cNvPr id="65667" name="WordArt 133"/>
                <p:cNvSpPr>
                  <a:spLocks noTextEdit="1"/>
                </p:cNvSpPr>
                <p:nvPr/>
              </p:nvSpPr>
              <p:spPr>
                <a:xfrm>
                  <a:off x="858" y="2011"/>
                  <a:ext cx="130" cy="179"/>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65668" name="WordArt 134"/>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grpSp>
      </p:grpSp>
      <p:grpSp>
        <p:nvGrpSpPr>
          <p:cNvPr id="27" name="Group 135"/>
          <p:cNvGrpSpPr/>
          <p:nvPr/>
        </p:nvGrpSpPr>
        <p:grpSpPr>
          <a:xfrm>
            <a:off x="1789113" y="2992438"/>
            <a:ext cx="2181225" cy="1662112"/>
            <a:chOff x="1127" y="1885"/>
            <a:chExt cx="1374" cy="1047"/>
          </a:xfrm>
        </p:grpSpPr>
        <p:grpSp>
          <p:nvGrpSpPr>
            <p:cNvPr id="65670" name="Group 136"/>
            <p:cNvGrpSpPr/>
            <p:nvPr/>
          </p:nvGrpSpPr>
          <p:grpSpPr>
            <a:xfrm>
              <a:off x="1430" y="2714"/>
              <a:ext cx="185" cy="64"/>
              <a:chOff x="1260" y="2371"/>
              <a:chExt cx="151" cy="53"/>
            </a:xfrm>
          </p:grpSpPr>
          <p:sp>
            <p:nvSpPr>
              <p:cNvPr id="65671" name="Line 137"/>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65672" name="Line 138"/>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65673" name="WordArt 139"/>
            <p:cNvSpPr>
              <a:spLocks noTextEdit="1"/>
            </p:cNvSpPr>
            <p:nvPr/>
          </p:nvSpPr>
          <p:spPr>
            <a:xfrm>
              <a:off x="2191" y="2491"/>
              <a:ext cx="211" cy="179"/>
            </a:xfrm>
            <a:prstGeom prst="rect">
              <a:avLst/>
            </a:prstGeom>
          </p:spPr>
          <p:txBody>
            <a:bodyPr wrap="none" fromWordArt="1">
              <a:prstTxWarp prst="textPlain">
                <a:avLst>
                  <a:gd name="adj" fmla="val 63255"/>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65674" name="Line 140"/>
            <p:cNvSpPr/>
            <p:nvPr/>
          </p:nvSpPr>
          <p:spPr>
            <a:xfrm>
              <a:off x="2152" y="2738"/>
              <a:ext cx="349" cy="0"/>
            </a:xfrm>
            <a:prstGeom prst="line">
              <a:avLst/>
            </a:prstGeom>
            <a:ln w="38100" cap="flat" cmpd="sng">
              <a:solidFill>
                <a:schemeClr val="tx1"/>
              </a:solidFill>
              <a:prstDash val="solid"/>
              <a:round/>
              <a:headEnd type="none" w="med" len="med"/>
              <a:tailEnd type="none" w="med" len="med"/>
            </a:ln>
          </p:spPr>
        </p:sp>
        <p:sp>
          <p:nvSpPr>
            <p:cNvPr id="65675" name="WordArt 141"/>
            <p:cNvSpPr>
              <a:spLocks noTextEdit="1"/>
            </p:cNvSpPr>
            <p:nvPr/>
          </p:nvSpPr>
          <p:spPr>
            <a:xfrm>
              <a:off x="2229" y="2795"/>
              <a:ext cx="152" cy="137"/>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sp>
          <p:nvSpPr>
            <p:cNvPr id="65676" name="WordArt 142"/>
            <p:cNvSpPr>
              <a:spLocks noTextEdit="1"/>
            </p:cNvSpPr>
            <p:nvPr/>
          </p:nvSpPr>
          <p:spPr>
            <a:xfrm>
              <a:off x="1716" y="2666"/>
              <a:ext cx="368" cy="142"/>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1.22</a:t>
              </a:r>
            </a:p>
          </p:txBody>
        </p:sp>
        <p:sp>
          <p:nvSpPr>
            <p:cNvPr id="65677" name="Arc 143"/>
            <p:cNvSpPr/>
            <p:nvPr/>
          </p:nvSpPr>
          <p:spPr>
            <a:xfrm>
              <a:off x="1771" y="1885"/>
              <a:ext cx="220" cy="92"/>
            </a:xfrm>
            <a:custGeom>
              <a:avLst/>
              <a:gdLst/>
              <a:ahLst/>
              <a:cxnLst>
                <a:cxn ang="0">
                  <a:pos x="0" y="0"/>
                </a:cxn>
                <a:cxn ang="0">
                  <a:pos x="0" y="0"/>
                </a:cxn>
                <a:cxn ang="0">
                  <a:pos x="0" y="0"/>
                </a:cxn>
              </a:cxnLst>
              <a:rect l="0" t="0" r="0" b="0"/>
              <a:pathLst>
                <a:path w="21600" h="9378" fill="none">
                  <a:moveTo>
                    <a:pt x="623" y="9377"/>
                  </a:moveTo>
                  <a:cubicBezTo>
                    <a:pt x="209" y="7691"/>
                    <a:pt x="0" y="5962"/>
                    <a:pt x="0" y="4226"/>
                  </a:cubicBezTo>
                  <a:cubicBezTo>
                    <a:pt x="-1" y="2807"/>
                    <a:pt x="139" y="1391"/>
                    <a:pt x="417" y="0"/>
                  </a:cubicBezTo>
                </a:path>
                <a:path w="21600" h="9378" stroke="0">
                  <a:moveTo>
                    <a:pt x="623" y="9377"/>
                  </a:moveTo>
                  <a:cubicBezTo>
                    <a:pt x="209" y="7691"/>
                    <a:pt x="0" y="5962"/>
                    <a:pt x="0" y="4226"/>
                  </a:cubicBezTo>
                  <a:cubicBezTo>
                    <a:pt x="-1" y="2807"/>
                    <a:pt x="139" y="1391"/>
                    <a:pt x="417" y="0"/>
                  </a:cubicBezTo>
                  <a:lnTo>
                    <a:pt x="21600" y="4226"/>
                  </a:lnTo>
                  <a:lnTo>
                    <a:pt x="623" y="9377"/>
                  </a:lnTo>
                  <a:close/>
                </a:path>
              </a:pathLst>
            </a:custGeom>
            <a:noFill/>
            <a:ln w="28575" cap="flat" cmpd="sng">
              <a:solidFill>
                <a:srgbClr val="008000"/>
              </a:solidFill>
              <a:prstDash val="solid"/>
              <a:round/>
              <a:headEnd type="none" w="med" len="med"/>
              <a:tailEnd type="none" w="med" len="med"/>
            </a:ln>
          </p:spPr>
          <p:txBody>
            <a:bodyPr/>
            <a:lstStyle/>
            <a:p>
              <a:endParaRPr lang="zh-CN" altLang="en-US"/>
            </a:p>
          </p:txBody>
        </p:sp>
        <p:sp>
          <p:nvSpPr>
            <p:cNvPr id="65678" name="Line 144"/>
            <p:cNvSpPr/>
            <p:nvPr/>
          </p:nvSpPr>
          <p:spPr>
            <a:xfrm flipV="1">
              <a:off x="1355" y="1899"/>
              <a:ext cx="584" cy="683"/>
            </a:xfrm>
            <a:prstGeom prst="line">
              <a:avLst/>
            </a:prstGeom>
            <a:ln w="9525" cap="flat" cmpd="sng">
              <a:solidFill>
                <a:srgbClr val="008000"/>
              </a:solidFill>
              <a:prstDash val="solid"/>
              <a:round/>
              <a:headEnd type="none" w="med" len="med"/>
              <a:tailEnd type="none" w="med" len="med"/>
            </a:ln>
          </p:spPr>
        </p:sp>
        <p:grpSp>
          <p:nvGrpSpPr>
            <p:cNvPr id="65679" name="Group 145"/>
            <p:cNvGrpSpPr/>
            <p:nvPr/>
          </p:nvGrpSpPr>
          <p:grpSpPr>
            <a:xfrm>
              <a:off x="1127" y="2638"/>
              <a:ext cx="199" cy="240"/>
              <a:chOff x="858" y="2011"/>
              <a:chExt cx="179" cy="232"/>
            </a:xfrm>
          </p:grpSpPr>
          <p:sp>
            <p:nvSpPr>
              <p:cNvPr id="65680" name="WordArt 146"/>
              <p:cNvSpPr>
                <a:spLocks noTextEdit="1"/>
              </p:cNvSpPr>
              <p:nvPr/>
            </p:nvSpPr>
            <p:spPr>
              <a:xfrm>
                <a:off x="858" y="2011"/>
                <a:ext cx="130" cy="179"/>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65681" name="WordArt 147"/>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grpSp>
      <p:grpSp>
        <p:nvGrpSpPr>
          <p:cNvPr id="65682" name="Group 148"/>
          <p:cNvGrpSpPr/>
          <p:nvPr/>
        </p:nvGrpSpPr>
        <p:grpSpPr>
          <a:xfrm>
            <a:off x="0" y="1987550"/>
            <a:ext cx="698500" cy="390525"/>
            <a:chOff x="127" y="728"/>
            <a:chExt cx="437" cy="256"/>
          </a:xfrm>
        </p:grpSpPr>
        <p:sp>
          <p:nvSpPr>
            <p:cNvPr id="65683" name="Oval 149" descr="栎木"/>
            <p:cNvSpPr/>
            <p:nvPr/>
          </p:nvSpPr>
          <p:spPr>
            <a:xfrm>
              <a:off x="127" y="728"/>
              <a:ext cx="437" cy="256"/>
            </a:xfrm>
            <a:prstGeom prst="ellipse">
              <a:avLst/>
            </a:prstGeom>
            <a:blipFill rotWithShape="0">
              <a:blip r:embed="rId2"/>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2613" name="WordArt 150"/>
            <p:cNvSpPr>
              <a:spLocks noTextEdit="1"/>
            </p:cNvSpPr>
            <p:nvPr/>
          </p:nvSpPr>
          <p:spPr>
            <a:xfrm>
              <a:off x="187" y="780"/>
              <a:ext cx="305" cy="147"/>
            </a:xfrm>
            <a:prstGeom prst="rect">
              <a:avLst/>
            </a:prstGeom>
          </p:spPr>
          <p:txBody>
            <a:bodyPr wrap="none" fromWordArt="1">
              <a:prstTxWarp prst="textPlain">
                <a:avLst>
                  <a:gd name="adj" fmla="val 50287"/>
                </a:avLst>
              </a:prstTxWarp>
              <a:normAutofit fontScale="25000"/>
            </a:bodyPr>
            <a:lstStyle/>
            <a:p>
              <a:pPr algn="ctr" fontAlgn="base"/>
              <a:r>
                <a:rPr lang="zh-CN" altLang="en-US"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例</a:t>
              </a:r>
              <a:r>
                <a:rPr lang="en-US" altLang="zh-CN"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8</a:t>
              </a:r>
              <a:endParaRPr lang="en-US" altLang="zh-CN"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endParaRPr>
            </a:p>
          </p:txBody>
        </p:sp>
      </p:grpSp>
      <p:sp>
        <p:nvSpPr>
          <p:cNvPr id="65685" name="文本框 2"/>
          <p:cNvSpPr txBox="1"/>
          <p:nvPr/>
        </p:nvSpPr>
        <p:spPr>
          <a:xfrm>
            <a:off x="4318000" y="3238500"/>
            <a:ext cx="376238" cy="522288"/>
          </a:xfrm>
          <a:prstGeom prst="rect">
            <a:avLst/>
          </a:prstGeom>
          <a:noFill/>
          <a:ln w="9525">
            <a:noFill/>
          </a:ln>
        </p:spPr>
        <p:txBody>
          <a:bodyPr wrap="none" anchor="t" anchorCtr="0">
            <a:spAutoFit/>
          </a:bodyPr>
          <a:lstStyle/>
          <a:p>
            <a:r>
              <a:rPr lang="zh-CN" altLang="en-US">
                <a:latin typeface="微软雅黑" panose="020B0503020204020204" charset="-122"/>
                <a:ea typeface="微软雅黑" panose="020B0503020204020204" charset="-122"/>
              </a:rPr>
              <a:t>λ</a:t>
            </a:r>
          </a:p>
        </p:txBody>
      </p:sp>
      <p:sp>
        <p:nvSpPr>
          <p:cNvPr id="65686" name="文本框 3"/>
          <p:cNvSpPr txBox="1"/>
          <p:nvPr/>
        </p:nvSpPr>
        <p:spPr>
          <a:xfrm>
            <a:off x="4318000" y="3238500"/>
            <a:ext cx="376238" cy="522288"/>
          </a:xfrm>
          <a:prstGeom prst="rect">
            <a:avLst/>
          </a:prstGeom>
          <a:noFill/>
          <a:ln w="9525">
            <a:noFill/>
          </a:ln>
        </p:spPr>
        <p:txBody>
          <a:bodyPr wrap="none" anchor="t" anchorCtr="0">
            <a:spAutoFit/>
          </a:bodyPr>
          <a:lstStyle/>
          <a:p>
            <a:r>
              <a:rPr lang="zh-CN" altLang="en-US">
                <a:latin typeface="微软雅黑" panose="020B0503020204020204" charset="-122"/>
                <a:ea typeface="微软雅黑" panose="020B0503020204020204" charset="-122"/>
              </a:rPr>
              <a:t>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p:cTn id="12" dur="500" fill="hold"/>
                                        <p:tgtEl>
                                          <p:spTgt spid="27"/>
                                        </p:tgtEl>
                                        <p:attrNameLst>
                                          <p:attrName>ppt_w</p:attrName>
                                        </p:attrNameLst>
                                      </p:cBhvr>
                                      <p:tavLst>
                                        <p:tav tm="0">
                                          <p:val>
                                            <p:fltVal val="0"/>
                                          </p:val>
                                        </p:tav>
                                        <p:tav tm="100000">
                                          <p:val>
                                            <p:strVal val="#ppt_w"/>
                                          </p:val>
                                        </p:tav>
                                      </p:tavLst>
                                    </p:anim>
                                    <p:anim calcmode="lin" valueType="num">
                                      <p:cBhvr>
                                        <p:cTn id="13" dur="500" fill="hold"/>
                                        <p:tgtEl>
                                          <p:spTgt spid="27"/>
                                        </p:tgtEl>
                                        <p:attrNameLst>
                                          <p:attrName>ppt_h</p:attrName>
                                        </p:attrNameLst>
                                      </p:cBhvr>
                                      <p:tavLst>
                                        <p:tav tm="0">
                                          <p:val>
                                            <p:fltVal val="0"/>
                                          </p:val>
                                        </p:tav>
                                        <p:tav tm="100000">
                                          <p:val>
                                            <p:strVal val="#ppt_h"/>
                                          </p:val>
                                        </p:tav>
                                      </p:tavLst>
                                    </p:anim>
                                    <p:animEffect transition="in" filter="fade">
                                      <p:cBhvr>
                                        <p:cTn id="14" dur="500"/>
                                        <p:tgtEl>
                                          <p:spTgt spid="2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p:cNvSpPr>
          <p:nvPr>
            <p:ph type="title" idx="4294967295"/>
          </p:nvPr>
        </p:nvSpPr>
        <p:spPr>
          <a:xfrm>
            <a:off x="1371600" y="0"/>
            <a:ext cx="7772400" cy="173038"/>
          </a:xfrm>
        </p:spPr>
        <p:txBody>
          <a:bodyPr vert="horz" wrap="square" lIns="91440" tIns="45720" rIns="91440" bIns="45720" anchor="ctr" anchorCtr="0"/>
          <a:lstStyle/>
          <a:p>
            <a:pPr eaLnBrk="1" hangingPunct="1"/>
            <a:r>
              <a:rPr lang="zh-CN" altLang="en-US" sz="700" dirty="0">
                <a:solidFill>
                  <a:schemeClr val="bg1"/>
                </a:solidFill>
              </a:rPr>
              <a:t>例</a:t>
            </a:r>
          </a:p>
        </p:txBody>
      </p:sp>
      <p:sp>
        <p:nvSpPr>
          <p:cNvPr id="66562" name="Rectangle 3"/>
          <p:cNvSpPr/>
          <p:nvPr/>
        </p:nvSpPr>
        <p:spPr>
          <a:xfrm>
            <a:off x="4152900" y="6350"/>
            <a:ext cx="120650" cy="6705600"/>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6563" name="Rectangle 4"/>
          <p:cNvSpPr/>
          <p:nvPr/>
        </p:nvSpPr>
        <p:spPr>
          <a:xfrm>
            <a:off x="0" y="0"/>
            <a:ext cx="9144000" cy="146050"/>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6564" name="Rectangle 5"/>
          <p:cNvSpPr/>
          <p:nvPr/>
        </p:nvSpPr>
        <p:spPr>
          <a:xfrm>
            <a:off x="0" y="6711950"/>
            <a:ext cx="9144000" cy="146050"/>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 name="Group 6"/>
          <p:cNvGrpSpPr/>
          <p:nvPr/>
        </p:nvGrpSpPr>
        <p:grpSpPr>
          <a:xfrm>
            <a:off x="563563" y="1776413"/>
            <a:ext cx="2452687" cy="498475"/>
            <a:chOff x="302" y="880"/>
            <a:chExt cx="1545" cy="314"/>
          </a:xfrm>
        </p:grpSpPr>
        <p:sp>
          <p:nvSpPr>
            <p:cNvPr id="66566" name="Line 7"/>
            <p:cNvSpPr/>
            <p:nvPr/>
          </p:nvSpPr>
          <p:spPr>
            <a:xfrm>
              <a:off x="1847" y="891"/>
              <a:ext cx="0" cy="283"/>
            </a:xfrm>
            <a:prstGeom prst="line">
              <a:avLst/>
            </a:prstGeom>
            <a:ln w="9525" cap="flat" cmpd="sng">
              <a:solidFill>
                <a:schemeClr val="tx1"/>
              </a:solidFill>
              <a:prstDash val="solid"/>
              <a:round/>
              <a:headEnd type="none" w="med" len="med"/>
              <a:tailEnd type="none" w="med" len="med"/>
            </a:ln>
          </p:spPr>
        </p:sp>
        <p:sp>
          <p:nvSpPr>
            <p:cNvPr id="66567" name="Line 8"/>
            <p:cNvSpPr/>
            <p:nvPr/>
          </p:nvSpPr>
          <p:spPr>
            <a:xfrm>
              <a:off x="302" y="911"/>
              <a:ext cx="0" cy="283"/>
            </a:xfrm>
            <a:prstGeom prst="line">
              <a:avLst/>
            </a:prstGeom>
            <a:ln w="9525" cap="flat" cmpd="sng">
              <a:solidFill>
                <a:schemeClr val="tx1"/>
              </a:solidFill>
              <a:prstDash val="solid"/>
              <a:round/>
              <a:headEnd type="none" w="med" len="med"/>
              <a:tailEnd type="none" w="med" len="med"/>
            </a:ln>
          </p:spPr>
        </p:sp>
        <p:sp>
          <p:nvSpPr>
            <p:cNvPr id="66568" name="Line 9"/>
            <p:cNvSpPr/>
            <p:nvPr/>
          </p:nvSpPr>
          <p:spPr>
            <a:xfrm>
              <a:off x="1347" y="1011"/>
              <a:ext cx="500" cy="0"/>
            </a:xfrm>
            <a:prstGeom prst="line">
              <a:avLst/>
            </a:prstGeom>
            <a:ln w="19050" cap="flat" cmpd="sng">
              <a:solidFill>
                <a:schemeClr val="tx1"/>
              </a:solidFill>
              <a:prstDash val="solid"/>
              <a:round/>
              <a:headEnd type="none" w="med" len="med"/>
              <a:tailEnd type="triangle" w="sm" len="lg"/>
            </a:ln>
          </p:spPr>
        </p:sp>
        <p:sp>
          <p:nvSpPr>
            <p:cNvPr id="66569" name="Line 10"/>
            <p:cNvSpPr/>
            <p:nvPr/>
          </p:nvSpPr>
          <p:spPr>
            <a:xfrm flipH="1">
              <a:off x="302" y="1031"/>
              <a:ext cx="500" cy="0"/>
            </a:xfrm>
            <a:prstGeom prst="line">
              <a:avLst/>
            </a:prstGeom>
            <a:ln w="19050" cap="flat" cmpd="sng">
              <a:solidFill>
                <a:schemeClr val="tx1"/>
              </a:solidFill>
              <a:prstDash val="solid"/>
              <a:round/>
              <a:headEnd type="none" w="med" len="med"/>
              <a:tailEnd type="triangle" w="sm" len="lg"/>
            </a:ln>
          </p:spPr>
        </p:sp>
        <p:sp>
          <p:nvSpPr>
            <p:cNvPr id="66570" name="WordArt 11"/>
            <p:cNvSpPr>
              <a:spLocks noTextEdit="1"/>
            </p:cNvSpPr>
            <p:nvPr/>
          </p:nvSpPr>
          <p:spPr>
            <a:xfrm>
              <a:off x="868" y="880"/>
              <a:ext cx="83" cy="196"/>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l</a:t>
              </a:r>
            </a:p>
          </p:txBody>
        </p:sp>
        <p:sp>
          <p:nvSpPr>
            <p:cNvPr id="66571" name="WordArt 12"/>
            <p:cNvSpPr>
              <a:spLocks noTextEdit="1"/>
            </p:cNvSpPr>
            <p:nvPr/>
          </p:nvSpPr>
          <p:spPr>
            <a:xfrm>
              <a:off x="998" y="1022"/>
              <a:ext cx="317" cy="10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max</a:t>
              </a:r>
            </a:p>
          </p:txBody>
        </p:sp>
      </p:grpSp>
      <p:grpSp>
        <p:nvGrpSpPr>
          <p:cNvPr id="3" name="Group 13"/>
          <p:cNvGrpSpPr/>
          <p:nvPr/>
        </p:nvGrpSpPr>
        <p:grpSpPr>
          <a:xfrm>
            <a:off x="295275" y="371475"/>
            <a:ext cx="3314700" cy="1381125"/>
            <a:chOff x="176" y="234"/>
            <a:chExt cx="2088" cy="870"/>
          </a:xfrm>
        </p:grpSpPr>
        <p:grpSp>
          <p:nvGrpSpPr>
            <p:cNvPr id="66573" name="Group 14"/>
            <p:cNvGrpSpPr/>
            <p:nvPr/>
          </p:nvGrpSpPr>
          <p:grpSpPr>
            <a:xfrm>
              <a:off x="350" y="726"/>
              <a:ext cx="1914" cy="353"/>
              <a:chOff x="221" y="313"/>
              <a:chExt cx="1914" cy="353"/>
            </a:xfrm>
          </p:grpSpPr>
          <p:sp>
            <p:nvSpPr>
              <p:cNvPr id="66574" name="AutoShape 15"/>
              <p:cNvSpPr/>
              <p:nvPr/>
            </p:nvSpPr>
            <p:spPr>
              <a:xfrm rot="-5399475" flipH="1">
                <a:off x="1899" y="327"/>
                <a:ext cx="23" cy="293"/>
              </a:xfrm>
              <a:prstGeom prst="triangle">
                <a:avLst>
                  <a:gd name="adj" fmla="val 50000"/>
                </a:avLst>
              </a:prstGeom>
              <a:gradFill rotWithShape="0">
                <a:gsLst>
                  <a:gs pos="0">
                    <a:srgbClr val="B5FFEC"/>
                  </a:gs>
                  <a:gs pos="100000">
                    <a:schemeClr val="bg1"/>
                  </a:gs>
                </a:gsLst>
                <a:lin ang="0" scaled="1"/>
                <a:tileRect/>
              </a:gra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66575" name="Group 16"/>
              <p:cNvGrpSpPr/>
              <p:nvPr/>
            </p:nvGrpSpPr>
            <p:grpSpPr>
              <a:xfrm>
                <a:off x="1719" y="313"/>
                <a:ext cx="416" cy="353"/>
                <a:chOff x="2358" y="1299"/>
                <a:chExt cx="2016" cy="1682"/>
              </a:xfrm>
            </p:grpSpPr>
            <p:sp>
              <p:nvSpPr>
                <p:cNvPr id="66576" name="Oval 17"/>
                <p:cNvSpPr/>
                <p:nvPr/>
              </p:nvSpPr>
              <p:spPr>
                <a:xfrm>
                  <a:off x="2474" y="1299"/>
                  <a:ext cx="1683" cy="1682"/>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6577" name="Oval 18"/>
                <p:cNvSpPr/>
                <p:nvPr/>
              </p:nvSpPr>
              <p:spPr>
                <a:xfrm>
                  <a:off x="2570" y="1395"/>
                  <a:ext cx="1491" cy="1480"/>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6578" name="Oval 19"/>
                <p:cNvSpPr/>
                <p:nvPr/>
              </p:nvSpPr>
              <p:spPr>
                <a:xfrm>
                  <a:off x="2457" y="1903"/>
                  <a:ext cx="271" cy="536"/>
                </a:xfrm>
                <a:prstGeom prst="ellipse">
                  <a:avLst/>
                </a:prstGeom>
                <a:solidFill>
                  <a:schemeClr val="bg1"/>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6579" name="Freeform 20"/>
                <p:cNvSpPr/>
                <p:nvPr/>
              </p:nvSpPr>
              <p:spPr>
                <a:xfrm>
                  <a:off x="2358" y="1743"/>
                  <a:ext cx="213" cy="786"/>
                </a:xfrm>
                <a:custGeom>
                  <a:avLst/>
                  <a:gdLst/>
                  <a:ahLst/>
                  <a:cxnLst>
                    <a:cxn ang="0">
                      <a:pos x="213" y="0"/>
                    </a:cxn>
                    <a:cxn ang="0">
                      <a:pos x="177" y="66"/>
                    </a:cxn>
                    <a:cxn ang="0">
                      <a:pos x="138" y="96"/>
                    </a:cxn>
                    <a:cxn ang="0">
                      <a:pos x="99" y="126"/>
                    </a:cxn>
                    <a:cxn ang="0">
                      <a:pos x="51" y="198"/>
                    </a:cxn>
                    <a:cxn ang="0">
                      <a:pos x="24" y="270"/>
                    </a:cxn>
                    <a:cxn ang="0">
                      <a:pos x="3" y="381"/>
                    </a:cxn>
                    <a:cxn ang="0">
                      <a:pos x="9" y="522"/>
                    </a:cxn>
                    <a:cxn ang="0">
                      <a:pos x="33" y="615"/>
                    </a:cxn>
                    <a:cxn ang="0">
                      <a:pos x="84" y="714"/>
                    </a:cxn>
                    <a:cxn ang="0">
                      <a:pos x="165" y="768"/>
                    </a:cxn>
                    <a:cxn ang="0">
                      <a:pos x="189" y="774"/>
                    </a:cxn>
                    <a:cxn ang="0">
                      <a:pos x="210" y="786"/>
                    </a:cxn>
                  </a:cxnLst>
                  <a:rect l="0" t="0" r="0" b="0"/>
                  <a:pathLst>
                    <a:path w="213" h="786">
                      <a:moveTo>
                        <a:pt x="213" y="0"/>
                      </a:moveTo>
                      <a:cubicBezTo>
                        <a:pt x="201" y="25"/>
                        <a:pt x="189" y="50"/>
                        <a:pt x="177" y="66"/>
                      </a:cubicBezTo>
                      <a:cubicBezTo>
                        <a:pt x="165" y="82"/>
                        <a:pt x="151" y="86"/>
                        <a:pt x="138" y="96"/>
                      </a:cubicBezTo>
                      <a:cubicBezTo>
                        <a:pt x="125" y="106"/>
                        <a:pt x="113" y="109"/>
                        <a:pt x="99" y="126"/>
                      </a:cubicBezTo>
                      <a:cubicBezTo>
                        <a:pt x="85" y="143"/>
                        <a:pt x="63" y="174"/>
                        <a:pt x="51" y="198"/>
                      </a:cubicBezTo>
                      <a:cubicBezTo>
                        <a:pt x="39" y="222"/>
                        <a:pt x="32" y="240"/>
                        <a:pt x="24" y="270"/>
                      </a:cubicBezTo>
                      <a:cubicBezTo>
                        <a:pt x="16" y="300"/>
                        <a:pt x="6" y="339"/>
                        <a:pt x="3" y="381"/>
                      </a:cubicBezTo>
                      <a:cubicBezTo>
                        <a:pt x="0" y="423"/>
                        <a:pt x="4" y="483"/>
                        <a:pt x="9" y="522"/>
                      </a:cubicBezTo>
                      <a:cubicBezTo>
                        <a:pt x="14" y="561"/>
                        <a:pt x="21" y="583"/>
                        <a:pt x="33" y="615"/>
                      </a:cubicBezTo>
                      <a:cubicBezTo>
                        <a:pt x="45" y="647"/>
                        <a:pt x="62" y="689"/>
                        <a:pt x="84" y="714"/>
                      </a:cubicBezTo>
                      <a:cubicBezTo>
                        <a:pt x="106" y="739"/>
                        <a:pt x="148" y="758"/>
                        <a:pt x="165" y="768"/>
                      </a:cubicBezTo>
                      <a:cubicBezTo>
                        <a:pt x="182" y="778"/>
                        <a:pt x="182" y="771"/>
                        <a:pt x="189" y="774"/>
                      </a:cubicBezTo>
                      <a:cubicBezTo>
                        <a:pt x="196" y="777"/>
                        <a:pt x="203" y="781"/>
                        <a:pt x="210" y="786"/>
                      </a:cubicBezTo>
                    </a:path>
                  </a:pathLst>
                </a:custGeom>
                <a:solidFill>
                  <a:schemeClr val="bg1"/>
                </a:solidFill>
                <a:ln w="9525" cap="flat" cmpd="sng">
                  <a:solidFill>
                    <a:schemeClr val="tx1"/>
                  </a:solidFill>
                  <a:prstDash val="solid"/>
                  <a:round/>
                  <a:headEnd type="none" w="med" len="med"/>
                  <a:tailEnd type="none" w="med" len="med"/>
                </a:ln>
              </p:spPr>
              <p:txBody>
                <a:bodyPr/>
                <a:lstStyle/>
                <a:p>
                  <a:endParaRPr lang="zh-CN" altLang="en-US"/>
                </a:p>
              </p:txBody>
            </p:sp>
            <p:sp>
              <p:nvSpPr>
                <p:cNvPr id="66580" name="Arc 21"/>
                <p:cNvSpPr/>
                <p:nvPr/>
              </p:nvSpPr>
              <p:spPr>
                <a:xfrm>
                  <a:off x="2459" y="1901"/>
                  <a:ext cx="175" cy="523"/>
                </a:xfrm>
                <a:custGeom>
                  <a:avLst/>
                  <a:gdLst/>
                  <a:ahLst/>
                  <a:cxnLst>
                    <a:cxn ang="0">
                      <a:pos x="0" y="0"/>
                    </a:cxn>
                    <a:cxn ang="0">
                      <a:pos x="0" y="0"/>
                    </a:cxn>
                    <a:cxn ang="0">
                      <a:pos x="0" y="0"/>
                    </a:cxn>
                  </a:cxnLst>
                  <a:rect l="0" t="0" r="0" b="0"/>
                  <a:pathLst>
                    <a:path w="21600" h="42994" fill="none">
                      <a:moveTo>
                        <a:pt x="21194" y="42994"/>
                      </a:moveTo>
                      <a:cubicBezTo>
                        <a:pt x="9425" y="42773"/>
                        <a:pt x="0" y="33169"/>
                        <a:pt x="0" y="21398"/>
                      </a:cubicBezTo>
                      <a:cubicBezTo>
                        <a:pt x="-1" y="10608"/>
                        <a:pt x="7962" y="1473"/>
                        <a:pt x="18651" y="0"/>
                      </a:cubicBezTo>
                    </a:path>
                    <a:path w="21600" h="42994" stroke="0">
                      <a:moveTo>
                        <a:pt x="21194" y="42994"/>
                      </a:moveTo>
                      <a:cubicBezTo>
                        <a:pt x="9425" y="42773"/>
                        <a:pt x="0" y="33169"/>
                        <a:pt x="0" y="21398"/>
                      </a:cubicBezTo>
                      <a:cubicBezTo>
                        <a:pt x="-1" y="10608"/>
                        <a:pt x="7962" y="1473"/>
                        <a:pt x="18651" y="0"/>
                      </a:cubicBezTo>
                      <a:lnTo>
                        <a:pt x="21600" y="21398"/>
                      </a:lnTo>
                      <a:lnTo>
                        <a:pt x="21194" y="42994"/>
                      </a:lnTo>
                      <a:close/>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6581" name="Oval 22"/>
                <p:cNvSpPr/>
                <p:nvPr/>
              </p:nvSpPr>
              <p:spPr>
                <a:xfrm>
                  <a:off x="2493" y="1944"/>
                  <a:ext cx="213" cy="432"/>
                </a:xfrm>
                <a:prstGeom prst="ellipse">
                  <a:avLst/>
                </a:prstGeom>
                <a:gradFill rotWithShape="0">
                  <a:gsLst>
                    <a:gs pos="0">
                      <a:schemeClr val="bg1"/>
                    </a:gs>
                    <a:gs pos="100000">
                      <a:srgbClr val="DDDDDD"/>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6582" name="Freeform 23"/>
                <p:cNvSpPr/>
                <p:nvPr/>
              </p:nvSpPr>
              <p:spPr>
                <a:xfrm>
                  <a:off x="2656" y="1728"/>
                  <a:ext cx="44" cy="260"/>
                </a:xfrm>
                <a:custGeom>
                  <a:avLst/>
                  <a:gdLst/>
                  <a:ahLst/>
                  <a:cxnLst>
                    <a:cxn ang="0">
                      <a:pos x="44" y="0"/>
                    </a:cxn>
                    <a:cxn ang="0">
                      <a:pos x="4" y="100"/>
                    </a:cxn>
                    <a:cxn ang="0">
                      <a:pos x="0" y="156"/>
                    </a:cxn>
                    <a:cxn ang="0">
                      <a:pos x="12" y="220"/>
                    </a:cxn>
                    <a:cxn ang="0">
                      <a:pos x="4" y="260"/>
                    </a:cxn>
                  </a:cxnLst>
                  <a:rect l="0" t="0" r="0" b="0"/>
                  <a:pathLst>
                    <a:path w="44" h="260">
                      <a:moveTo>
                        <a:pt x="44" y="0"/>
                      </a:moveTo>
                      <a:lnTo>
                        <a:pt x="4" y="100"/>
                      </a:lnTo>
                      <a:lnTo>
                        <a:pt x="0" y="156"/>
                      </a:lnTo>
                      <a:lnTo>
                        <a:pt x="12" y="220"/>
                      </a:lnTo>
                      <a:lnTo>
                        <a:pt x="4" y="260"/>
                      </a:ln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6583" name="Freeform 24"/>
                <p:cNvSpPr/>
                <p:nvPr/>
              </p:nvSpPr>
              <p:spPr>
                <a:xfrm flipV="1">
                  <a:off x="2672" y="2316"/>
                  <a:ext cx="44" cy="260"/>
                </a:xfrm>
                <a:custGeom>
                  <a:avLst/>
                  <a:gdLst/>
                  <a:ahLst/>
                  <a:cxnLst>
                    <a:cxn ang="0">
                      <a:pos x="44" y="0"/>
                    </a:cxn>
                    <a:cxn ang="0">
                      <a:pos x="4" y="100"/>
                    </a:cxn>
                    <a:cxn ang="0">
                      <a:pos x="0" y="156"/>
                    </a:cxn>
                    <a:cxn ang="0">
                      <a:pos x="12" y="220"/>
                    </a:cxn>
                    <a:cxn ang="0">
                      <a:pos x="4" y="260"/>
                    </a:cxn>
                  </a:cxnLst>
                  <a:rect l="0" t="0" r="0" b="0"/>
                  <a:pathLst>
                    <a:path w="44" h="260">
                      <a:moveTo>
                        <a:pt x="44" y="0"/>
                      </a:moveTo>
                      <a:lnTo>
                        <a:pt x="4" y="100"/>
                      </a:lnTo>
                      <a:lnTo>
                        <a:pt x="0" y="156"/>
                      </a:lnTo>
                      <a:lnTo>
                        <a:pt x="12" y="220"/>
                      </a:lnTo>
                      <a:lnTo>
                        <a:pt x="4" y="260"/>
                      </a:ln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6584" name="Freeform 25"/>
                <p:cNvSpPr/>
                <p:nvPr/>
              </p:nvSpPr>
              <p:spPr>
                <a:xfrm>
                  <a:off x="4126" y="2340"/>
                  <a:ext cx="248" cy="288"/>
                </a:xfrm>
                <a:custGeom>
                  <a:avLst/>
                  <a:gdLst/>
                  <a:ahLst/>
                  <a:cxnLst>
                    <a:cxn ang="0">
                      <a:pos x="8" y="0"/>
                    </a:cxn>
                    <a:cxn ang="0">
                      <a:pos x="8" y="108"/>
                    </a:cxn>
                    <a:cxn ang="0">
                      <a:pos x="56" y="186"/>
                    </a:cxn>
                    <a:cxn ang="0">
                      <a:pos x="134" y="234"/>
                    </a:cxn>
                    <a:cxn ang="0">
                      <a:pos x="194" y="270"/>
                    </a:cxn>
                    <a:cxn ang="0">
                      <a:pos x="248" y="288"/>
                    </a:cxn>
                  </a:cxnLst>
                  <a:rect l="0" t="0" r="0" b="0"/>
                  <a:pathLst>
                    <a:path w="248" h="288">
                      <a:moveTo>
                        <a:pt x="8" y="0"/>
                      </a:moveTo>
                      <a:cubicBezTo>
                        <a:pt x="4" y="38"/>
                        <a:pt x="0" y="77"/>
                        <a:pt x="8" y="108"/>
                      </a:cubicBezTo>
                      <a:cubicBezTo>
                        <a:pt x="16" y="139"/>
                        <a:pt x="35" y="165"/>
                        <a:pt x="56" y="186"/>
                      </a:cubicBezTo>
                      <a:cubicBezTo>
                        <a:pt x="77" y="207"/>
                        <a:pt x="111" y="220"/>
                        <a:pt x="134" y="234"/>
                      </a:cubicBezTo>
                      <a:cubicBezTo>
                        <a:pt x="157" y="248"/>
                        <a:pt x="175" y="261"/>
                        <a:pt x="194" y="270"/>
                      </a:cubicBezTo>
                      <a:cubicBezTo>
                        <a:pt x="213" y="279"/>
                        <a:pt x="230" y="283"/>
                        <a:pt x="248" y="288"/>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6585" name="Oval 26"/>
                <p:cNvSpPr/>
                <p:nvPr/>
              </p:nvSpPr>
              <p:spPr>
                <a:xfrm rot="1906149">
                  <a:off x="3773" y="2278"/>
                  <a:ext cx="338" cy="440"/>
                </a:xfrm>
                <a:prstGeom prst="ellipse">
                  <a:avLst/>
                </a:prstGeom>
                <a:solidFill>
                  <a:schemeClr val="bg1"/>
                </a:solidFill>
                <a:ln w="9525" cap="flat" cmpd="sng">
                  <a:solidFill>
                    <a:schemeClr val="bg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6586" name="Freeform 27"/>
                <p:cNvSpPr/>
                <p:nvPr/>
              </p:nvSpPr>
              <p:spPr>
                <a:xfrm>
                  <a:off x="4040" y="2316"/>
                  <a:ext cx="280" cy="384"/>
                </a:xfrm>
                <a:custGeom>
                  <a:avLst/>
                  <a:gdLst/>
                  <a:ahLst/>
                  <a:cxnLst>
                    <a:cxn ang="0">
                      <a:pos x="4" y="0"/>
                    </a:cxn>
                    <a:cxn ang="0">
                      <a:pos x="4" y="96"/>
                    </a:cxn>
                    <a:cxn ang="0">
                      <a:pos x="28" y="180"/>
                    </a:cxn>
                    <a:cxn ang="0">
                      <a:pos x="76" y="258"/>
                    </a:cxn>
                    <a:cxn ang="0">
                      <a:pos x="148" y="312"/>
                    </a:cxn>
                    <a:cxn ang="0">
                      <a:pos x="226" y="360"/>
                    </a:cxn>
                    <a:cxn ang="0">
                      <a:pos x="280" y="384"/>
                    </a:cxn>
                  </a:cxnLst>
                  <a:rect l="0" t="0" r="0" b="0"/>
                  <a:pathLst>
                    <a:path w="280" h="384">
                      <a:moveTo>
                        <a:pt x="4" y="0"/>
                      </a:moveTo>
                      <a:cubicBezTo>
                        <a:pt x="2" y="33"/>
                        <a:pt x="0" y="66"/>
                        <a:pt x="4" y="96"/>
                      </a:cubicBezTo>
                      <a:cubicBezTo>
                        <a:pt x="8" y="126"/>
                        <a:pt x="16" y="153"/>
                        <a:pt x="28" y="180"/>
                      </a:cubicBezTo>
                      <a:cubicBezTo>
                        <a:pt x="40" y="207"/>
                        <a:pt x="56" y="236"/>
                        <a:pt x="76" y="258"/>
                      </a:cubicBezTo>
                      <a:cubicBezTo>
                        <a:pt x="96" y="280"/>
                        <a:pt x="123" y="295"/>
                        <a:pt x="148" y="312"/>
                      </a:cubicBezTo>
                      <a:cubicBezTo>
                        <a:pt x="173" y="329"/>
                        <a:pt x="204" y="348"/>
                        <a:pt x="226" y="360"/>
                      </a:cubicBezTo>
                      <a:cubicBezTo>
                        <a:pt x="248" y="372"/>
                        <a:pt x="264" y="378"/>
                        <a:pt x="280" y="384"/>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6587" name="Freeform 28"/>
                <p:cNvSpPr/>
                <p:nvPr/>
              </p:nvSpPr>
              <p:spPr>
                <a:xfrm>
                  <a:off x="3822" y="2588"/>
                  <a:ext cx="420" cy="202"/>
                </a:xfrm>
                <a:custGeom>
                  <a:avLst/>
                  <a:gdLst/>
                  <a:ahLst/>
                  <a:cxnLst>
                    <a:cxn ang="0">
                      <a:pos x="0" y="94"/>
                    </a:cxn>
                    <a:cxn ang="0">
                      <a:pos x="72" y="46"/>
                    </a:cxn>
                    <a:cxn ang="0">
                      <a:pos x="138" y="10"/>
                    </a:cxn>
                    <a:cxn ang="0">
                      <a:pos x="204" y="4"/>
                    </a:cxn>
                    <a:cxn ang="0">
                      <a:pos x="300" y="34"/>
                    </a:cxn>
                    <a:cxn ang="0">
                      <a:pos x="378" y="118"/>
                    </a:cxn>
                    <a:cxn ang="0">
                      <a:pos x="420" y="202"/>
                    </a:cxn>
                  </a:cxnLst>
                  <a:rect l="0" t="0" r="0" b="0"/>
                  <a:pathLst>
                    <a:path w="420" h="202">
                      <a:moveTo>
                        <a:pt x="0" y="94"/>
                      </a:moveTo>
                      <a:cubicBezTo>
                        <a:pt x="24" y="77"/>
                        <a:pt x="49" y="60"/>
                        <a:pt x="72" y="46"/>
                      </a:cubicBezTo>
                      <a:cubicBezTo>
                        <a:pt x="95" y="32"/>
                        <a:pt x="116" y="17"/>
                        <a:pt x="138" y="10"/>
                      </a:cubicBezTo>
                      <a:cubicBezTo>
                        <a:pt x="160" y="3"/>
                        <a:pt x="177" y="0"/>
                        <a:pt x="204" y="4"/>
                      </a:cubicBezTo>
                      <a:cubicBezTo>
                        <a:pt x="231" y="8"/>
                        <a:pt x="271" y="15"/>
                        <a:pt x="300" y="34"/>
                      </a:cubicBezTo>
                      <a:cubicBezTo>
                        <a:pt x="329" y="53"/>
                        <a:pt x="358" y="90"/>
                        <a:pt x="378" y="118"/>
                      </a:cubicBezTo>
                      <a:cubicBezTo>
                        <a:pt x="398" y="146"/>
                        <a:pt x="412" y="187"/>
                        <a:pt x="420" y="202"/>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66588" name="Freeform 29"/>
                <p:cNvSpPr/>
                <p:nvPr/>
              </p:nvSpPr>
              <p:spPr>
                <a:xfrm>
                  <a:off x="3900" y="2664"/>
                  <a:ext cx="246" cy="174"/>
                </a:xfrm>
                <a:custGeom>
                  <a:avLst/>
                  <a:gdLst/>
                  <a:ahLst/>
                  <a:cxnLst>
                    <a:cxn ang="0">
                      <a:pos x="0" y="84"/>
                    </a:cxn>
                    <a:cxn ang="0">
                      <a:pos x="96" y="12"/>
                    </a:cxn>
                    <a:cxn ang="0">
                      <a:pos x="162" y="12"/>
                    </a:cxn>
                    <a:cxn ang="0">
                      <a:pos x="210" y="54"/>
                    </a:cxn>
                    <a:cxn ang="0">
                      <a:pos x="240" y="126"/>
                    </a:cxn>
                    <a:cxn ang="0">
                      <a:pos x="246" y="174"/>
                    </a:cxn>
                  </a:cxnLst>
                  <a:rect l="0" t="0" r="0" b="0"/>
                  <a:pathLst>
                    <a:path w="246" h="174">
                      <a:moveTo>
                        <a:pt x="0" y="84"/>
                      </a:moveTo>
                      <a:cubicBezTo>
                        <a:pt x="34" y="54"/>
                        <a:pt x="69" y="24"/>
                        <a:pt x="96" y="12"/>
                      </a:cubicBezTo>
                      <a:cubicBezTo>
                        <a:pt x="123" y="0"/>
                        <a:pt x="143" y="5"/>
                        <a:pt x="162" y="12"/>
                      </a:cubicBezTo>
                      <a:cubicBezTo>
                        <a:pt x="181" y="19"/>
                        <a:pt x="197" y="35"/>
                        <a:pt x="210" y="54"/>
                      </a:cubicBezTo>
                      <a:cubicBezTo>
                        <a:pt x="223" y="73"/>
                        <a:pt x="234" y="106"/>
                        <a:pt x="240" y="126"/>
                      </a:cubicBezTo>
                      <a:cubicBezTo>
                        <a:pt x="246" y="146"/>
                        <a:pt x="246" y="160"/>
                        <a:pt x="246" y="174"/>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grpSp>
          <p:sp>
            <p:nvSpPr>
              <p:cNvPr id="66589" name="Oval 30"/>
              <p:cNvSpPr/>
              <p:nvPr/>
            </p:nvSpPr>
            <p:spPr>
              <a:xfrm>
                <a:off x="1760" y="474"/>
                <a:ext cx="19" cy="38"/>
              </a:xfrm>
              <a:prstGeom prst="ellipse">
                <a:avLst/>
              </a:prstGeom>
              <a:no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6590" name="AutoShape 31"/>
              <p:cNvSpPr/>
              <p:nvPr/>
            </p:nvSpPr>
            <p:spPr>
              <a:xfrm rot="5400000">
                <a:off x="1476" y="224"/>
                <a:ext cx="42" cy="536"/>
              </a:xfrm>
              <a:prstGeom prst="triangle">
                <a:avLst>
                  <a:gd name="adj" fmla="val 50000"/>
                </a:avLst>
              </a:prstGeom>
              <a:gradFill rotWithShape="0">
                <a:gsLst>
                  <a:gs pos="0">
                    <a:schemeClr val="bg1"/>
                  </a:gs>
                  <a:gs pos="100000">
                    <a:srgbClr val="65FFD7"/>
                  </a:gs>
                </a:gsLst>
                <a:lin ang="0" scaled="1"/>
                <a:tileRect/>
              </a:gra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6591" name="Line 32"/>
              <p:cNvSpPr/>
              <p:nvPr/>
            </p:nvSpPr>
            <p:spPr>
              <a:xfrm>
                <a:off x="221" y="443"/>
                <a:ext cx="1844" cy="60"/>
              </a:xfrm>
              <a:prstGeom prst="line">
                <a:avLst/>
              </a:prstGeom>
              <a:ln w="9525" cap="flat" cmpd="sng">
                <a:solidFill>
                  <a:schemeClr val="tx1"/>
                </a:solidFill>
                <a:prstDash val="dash"/>
                <a:round/>
                <a:headEnd type="none" w="med" len="med"/>
                <a:tailEnd type="none" w="med" len="med"/>
              </a:ln>
            </p:spPr>
          </p:sp>
          <p:sp>
            <p:nvSpPr>
              <p:cNvPr id="66592" name="Line 33"/>
              <p:cNvSpPr/>
              <p:nvPr/>
            </p:nvSpPr>
            <p:spPr>
              <a:xfrm flipV="1">
                <a:off x="233" y="483"/>
                <a:ext cx="1833" cy="68"/>
              </a:xfrm>
              <a:prstGeom prst="line">
                <a:avLst/>
              </a:prstGeom>
              <a:ln w="9525" cap="flat" cmpd="sng">
                <a:solidFill>
                  <a:schemeClr val="tx1"/>
                </a:solidFill>
                <a:prstDash val="dash"/>
                <a:round/>
                <a:headEnd type="none" w="med" len="med"/>
                <a:tailEnd type="none" w="med" len="med"/>
              </a:ln>
            </p:spPr>
          </p:sp>
          <p:sp>
            <p:nvSpPr>
              <p:cNvPr id="66593" name="Arc 34"/>
              <p:cNvSpPr/>
              <p:nvPr/>
            </p:nvSpPr>
            <p:spPr>
              <a:xfrm>
                <a:off x="1786" y="339"/>
                <a:ext cx="282" cy="297"/>
              </a:xfrm>
              <a:custGeom>
                <a:avLst/>
                <a:gdLst/>
                <a:ahLst/>
                <a:cxnLst>
                  <a:cxn ang="0">
                    <a:pos x="0" y="0"/>
                  </a:cxn>
                  <a:cxn ang="0">
                    <a:pos x="0" y="0"/>
                  </a:cxn>
                  <a:cxn ang="0">
                    <a:pos x="0" y="0"/>
                  </a:cxn>
                </a:cxnLst>
                <a:rect l="0" t="0" r="0" b="0"/>
                <a:pathLst>
                  <a:path w="41023" h="43200" fill="none">
                    <a:moveTo>
                      <a:pt x="379" y="11405"/>
                    </a:moveTo>
                    <a:cubicBezTo>
                      <a:pt x="4139" y="4383"/>
                      <a:pt x="11457" y="-1"/>
                      <a:pt x="19423" y="0"/>
                    </a:cubicBezTo>
                    <a:cubicBezTo>
                      <a:pt x="31352" y="0"/>
                      <a:pt x="41023" y="9670"/>
                      <a:pt x="41023" y="21600"/>
                    </a:cubicBezTo>
                    <a:cubicBezTo>
                      <a:pt x="41023" y="33529"/>
                      <a:pt x="31352" y="43200"/>
                      <a:pt x="19423" y="43200"/>
                    </a:cubicBezTo>
                    <a:cubicBezTo>
                      <a:pt x="11157" y="43200"/>
                      <a:pt x="3616" y="38483"/>
                      <a:pt x="0" y="31050"/>
                    </a:cubicBezTo>
                  </a:path>
                  <a:path w="41023" h="43200" stroke="0">
                    <a:moveTo>
                      <a:pt x="379" y="11405"/>
                    </a:moveTo>
                    <a:cubicBezTo>
                      <a:pt x="4139" y="4383"/>
                      <a:pt x="11457" y="-1"/>
                      <a:pt x="19423" y="0"/>
                    </a:cubicBezTo>
                    <a:cubicBezTo>
                      <a:pt x="31352" y="0"/>
                      <a:pt x="41023" y="9670"/>
                      <a:pt x="41023" y="21600"/>
                    </a:cubicBezTo>
                    <a:cubicBezTo>
                      <a:pt x="41023" y="33529"/>
                      <a:pt x="31352" y="43200"/>
                      <a:pt x="19423" y="43200"/>
                    </a:cubicBezTo>
                    <a:cubicBezTo>
                      <a:pt x="11157" y="43200"/>
                      <a:pt x="3616" y="38483"/>
                      <a:pt x="0" y="31050"/>
                    </a:cubicBezTo>
                    <a:lnTo>
                      <a:pt x="19423" y="21600"/>
                    </a:lnTo>
                    <a:lnTo>
                      <a:pt x="379" y="11405"/>
                    </a:lnTo>
                    <a:close/>
                  </a:path>
                </a:pathLst>
              </a:custGeom>
              <a:noFill/>
              <a:ln w="9525" cap="flat" cmpd="sng">
                <a:solidFill>
                  <a:schemeClr val="tx1"/>
                </a:solidFill>
                <a:prstDash val="solid"/>
                <a:round/>
                <a:headEnd type="none" w="med" len="med"/>
                <a:tailEnd type="none" w="med" len="med"/>
              </a:ln>
            </p:spPr>
            <p:txBody>
              <a:bodyPr/>
              <a:lstStyle/>
              <a:p>
                <a:endParaRPr lang="zh-CN" altLang="en-US"/>
              </a:p>
            </p:txBody>
          </p:sp>
        </p:grpSp>
        <p:sp>
          <p:nvSpPr>
            <p:cNvPr id="66594" name="Arc 35"/>
            <p:cNvSpPr/>
            <p:nvPr/>
          </p:nvSpPr>
          <p:spPr>
            <a:xfrm>
              <a:off x="821" y="872"/>
              <a:ext cx="98" cy="74"/>
            </a:xfrm>
            <a:custGeom>
              <a:avLst/>
              <a:gdLst/>
              <a:ahLst/>
              <a:cxnLst>
                <a:cxn ang="0">
                  <a:pos x="0" y="0"/>
                </a:cxn>
                <a:cxn ang="0">
                  <a:pos x="0" y="0"/>
                </a:cxn>
                <a:cxn ang="0">
                  <a:pos x="0" y="0"/>
                </a:cxn>
              </a:cxnLst>
              <a:rect l="0" t="0" r="0" b="0"/>
              <a:pathLst>
                <a:path w="21600" h="18689" fill="none">
                  <a:moveTo>
                    <a:pt x="1954" y="18689"/>
                  </a:moveTo>
                  <a:cubicBezTo>
                    <a:pt x="666" y="15870"/>
                    <a:pt x="0" y="12808"/>
                    <a:pt x="0" y="9710"/>
                  </a:cubicBezTo>
                  <a:cubicBezTo>
                    <a:pt x="-1" y="6337"/>
                    <a:pt x="789" y="3012"/>
                    <a:pt x="2305" y="-1"/>
                  </a:cubicBezTo>
                </a:path>
                <a:path w="21600" h="18689" stroke="0">
                  <a:moveTo>
                    <a:pt x="1954" y="18689"/>
                  </a:moveTo>
                  <a:cubicBezTo>
                    <a:pt x="666" y="15870"/>
                    <a:pt x="0" y="12808"/>
                    <a:pt x="0" y="9710"/>
                  </a:cubicBezTo>
                  <a:cubicBezTo>
                    <a:pt x="-1" y="6337"/>
                    <a:pt x="789" y="3012"/>
                    <a:pt x="2305" y="-1"/>
                  </a:cubicBezTo>
                  <a:lnTo>
                    <a:pt x="21600" y="9710"/>
                  </a:lnTo>
                  <a:lnTo>
                    <a:pt x="1954" y="18689"/>
                  </a:lnTo>
                  <a:close/>
                </a:path>
              </a:pathLst>
            </a:custGeom>
            <a:noFill/>
            <a:ln w="28575" cap="flat" cmpd="sng">
              <a:solidFill>
                <a:srgbClr val="008000"/>
              </a:solidFill>
              <a:prstDash val="solid"/>
              <a:round/>
              <a:headEnd type="none" w="med" len="med"/>
              <a:tailEnd type="none" w="med" len="med"/>
            </a:ln>
          </p:spPr>
          <p:txBody>
            <a:bodyPr/>
            <a:lstStyle/>
            <a:p>
              <a:endParaRPr lang="zh-CN" altLang="en-US"/>
            </a:p>
          </p:txBody>
        </p:sp>
        <p:sp>
          <p:nvSpPr>
            <p:cNvPr id="66595" name="Oval 36"/>
            <p:cNvSpPr/>
            <p:nvPr/>
          </p:nvSpPr>
          <p:spPr>
            <a:xfrm>
              <a:off x="323" y="845"/>
              <a:ext cx="27" cy="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6596" name="Oval 37"/>
            <p:cNvSpPr/>
            <p:nvPr/>
          </p:nvSpPr>
          <p:spPr>
            <a:xfrm>
              <a:off x="327" y="948"/>
              <a:ext cx="27" cy="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6597" name="Line 38"/>
            <p:cNvSpPr/>
            <p:nvPr/>
          </p:nvSpPr>
          <p:spPr>
            <a:xfrm>
              <a:off x="188" y="854"/>
              <a:ext cx="105" cy="0"/>
            </a:xfrm>
            <a:prstGeom prst="line">
              <a:avLst/>
            </a:prstGeom>
            <a:ln w="9525" cap="flat" cmpd="sng">
              <a:solidFill>
                <a:schemeClr val="tx1"/>
              </a:solidFill>
              <a:prstDash val="solid"/>
              <a:round/>
              <a:headEnd type="none" w="med" len="med"/>
              <a:tailEnd type="none" w="med" len="med"/>
            </a:ln>
          </p:spPr>
        </p:sp>
        <p:sp>
          <p:nvSpPr>
            <p:cNvPr id="66598" name="Line 39"/>
            <p:cNvSpPr/>
            <p:nvPr/>
          </p:nvSpPr>
          <p:spPr>
            <a:xfrm>
              <a:off x="183" y="966"/>
              <a:ext cx="105" cy="0"/>
            </a:xfrm>
            <a:prstGeom prst="line">
              <a:avLst/>
            </a:prstGeom>
            <a:ln w="9525" cap="flat" cmpd="sng">
              <a:solidFill>
                <a:schemeClr val="tx1"/>
              </a:solidFill>
              <a:prstDash val="solid"/>
              <a:round/>
              <a:headEnd type="none" w="med" len="med"/>
              <a:tailEnd type="none" w="med" len="med"/>
            </a:ln>
          </p:spPr>
        </p:sp>
        <p:sp>
          <p:nvSpPr>
            <p:cNvPr id="66599" name="Line 40"/>
            <p:cNvSpPr/>
            <p:nvPr/>
          </p:nvSpPr>
          <p:spPr>
            <a:xfrm>
              <a:off x="239" y="722"/>
              <a:ext cx="0" cy="138"/>
            </a:xfrm>
            <a:prstGeom prst="line">
              <a:avLst/>
            </a:prstGeom>
            <a:ln w="9525" cap="flat" cmpd="sng">
              <a:solidFill>
                <a:schemeClr val="tx1"/>
              </a:solidFill>
              <a:prstDash val="solid"/>
              <a:round/>
              <a:headEnd type="none" w="med" len="med"/>
              <a:tailEnd type="triangle" w="med" len="med"/>
            </a:ln>
          </p:spPr>
        </p:sp>
        <p:sp>
          <p:nvSpPr>
            <p:cNvPr id="66600" name="Line 41"/>
            <p:cNvSpPr/>
            <p:nvPr/>
          </p:nvSpPr>
          <p:spPr>
            <a:xfrm flipV="1">
              <a:off x="237" y="966"/>
              <a:ext cx="0" cy="138"/>
            </a:xfrm>
            <a:prstGeom prst="line">
              <a:avLst/>
            </a:prstGeom>
            <a:ln w="9525" cap="flat" cmpd="sng">
              <a:solidFill>
                <a:schemeClr val="tx1"/>
              </a:solidFill>
              <a:prstDash val="solid"/>
              <a:round/>
              <a:headEnd type="none" w="med" len="med"/>
              <a:tailEnd type="triangle" w="med" len="med"/>
            </a:ln>
          </p:spPr>
        </p:sp>
        <p:grpSp>
          <p:nvGrpSpPr>
            <p:cNvPr id="66601" name="Group 42"/>
            <p:cNvGrpSpPr/>
            <p:nvPr/>
          </p:nvGrpSpPr>
          <p:grpSpPr>
            <a:xfrm>
              <a:off x="805" y="644"/>
              <a:ext cx="153" cy="163"/>
              <a:chOff x="858" y="2011"/>
              <a:chExt cx="179" cy="232"/>
            </a:xfrm>
          </p:grpSpPr>
          <p:sp>
            <p:nvSpPr>
              <p:cNvPr id="66602" name="WordArt 43"/>
              <p:cNvSpPr>
                <a:spLocks noTextEdit="1"/>
              </p:cNvSpPr>
              <p:nvPr/>
            </p:nvSpPr>
            <p:spPr>
              <a:xfrm>
                <a:off x="858" y="2011"/>
                <a:ext cx="130" cy="179"/>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66603" name="WordArt 44"/>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sp>
          <p:nvSpPr>
            <p:cNvPr id="66604" name="WordArt 45"/>
            <p:cNvSpPr>
              <a:spLocks noTextEdit="1"/>
            </p:cNvSpPr>
            <p:nvPr/>
          </p:nvSpPr>
          <p:spPr>
            <a:xfrm>
              <a:off x="429" y="522"/>
              <a:ext cx="104" cy="154"/>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h</a:t>
              </a:r>
            </a:p>
          </p:txBody>
        </p:sp>
        <p:sp>
          <p:nvSpPr>
            <p:cNvPr id="66605" name="Line 46"/>
            <p:cNvSpPr/>
            <p:nvPr/>
          </p:nvSpPr>
          <p:spPr>
            <a:xfrm flipV="1">
              <a:off x="253" y="639"/>
              <a:ext cx="162" cy="268"/>
            </a:xfrm>
            <a:prstGeom prst="line">
              <a:avLst/>
            </a:prstGeom>
            <a:ln w="9525" cap="flat" cmpd="sng">
              <a:solidFill>
                <a:schemeClr val="tx1"/>
              </a:solidFill>
              <a:prstDash val="solid"/>
              <a:round/>
              <a:headEnd type="none" w="med" len="med"/>
              <a:tailEnd type="none" w="med" len="med"/>
            </a:ln>
          </p:spPr>
        </p:sp>
        <p:sp>
          <p:nvSpPr>
            <p:cNvPr id="66606" name="WordArt 47"/>
            <p:cNvSpPr>
              <a:spLocks noTextEdit="1"/>
            </p:cNvSpPr>
            <p:nvPr/>
          </p:nvSpPr>
          <p:spPr>
            <a:xfrm>
              <a:off x="176" y="234"/>
              <a:ext cx="613" cy="158"/>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已知</a:t>
              </a:r>
            </a:p>
          </p:txBody>
        </p:sp>
      </p:grpSp>
      <p:grpSp>
        <p:nvGrpSpPr>
          <p:cNvPr id="15" name="Group 79"/>
          <p:cNvGrpSpPr>
            <a:grpSpLocks noChangeAspect="1"/>
          </p:cNvGrpSpPr>
          <p:nvPr/>
        </p:nvGrpSpPr>
        <p:grpSpPr>
          <a:xfrm>
            <a:off x="5421313" y="388938"/>
            <a:ext cx="1576387" cy="723900"/>
            <a:chOff x="3313" y="313"/>
            <a:chExt cx="1463" cy="671"/>
          </a:xfrm>
        </p:grpSpPr>
        <p:sp>
          <p:nvSpPr>
            <p:cNvPr id="63567" name="WordArt 80"/>
            <p:cNvSpPr>
              <a:spLocks noTextEdit="1"/>
            </p:cNvSpPr>
            <p:nvPr/>
          </p:nvSpPr>
          <p:spPr>
            <a:xfrm>
              <a:off x="3313" y="544"/>
              <a:ext cx="167" cy="178"/>
            </a:xfrm>
            <a:prstGeom prst="rect">
              <a:avLst/>
            </a:prstGeom>
          </p:spPr>
          <p:txBody>
            <a:bodyPr wrap="none" fromWordArt="1">
              <a:prstTxWarp prst="textPlain">
                <a:avLst>
                  <a:gd name="adj" fmla="val 50000"/>
                </a:avLst>
              </a:prstTxWarp>
              <a:normAutofit fontScale="25000"/>
            </a:bodyPr>
            <a:lstStyle/>
            <a:p>
              <a:pPr algn="ctr" fontAlgn="base"/>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因</a:t>
              </a:r>
              <a:endPar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grpSp>
          <p:nvGrpSpPr>
            <p:cNvPr id="66609" name="Group 81"/>
            <p:cNvGrpSpPr/>
            <p:nvPr/>
          </p:nvGrpSpPr>
          <p:grpSpPr>
            <a:xfrm>
              <a:off x="3544" y="313"/>
              <a:ext cx="1232" cy="671"/>
              <a:chOff x="3007" y="182"/>
              <a:chExt cx="1232" cy="671"/>
            </a:xfrm>
          </p:grpSpPr>
          <p:grpSp>
            <p:nvGrpSpPr>
              <p:cNvPr id="66610" name="Group 82"/>
              <p:cNvGrpSpPr/>
              <p:nvPr/>
            </p:nvGrpSpPr>
            <p:grpSpPr>
              <a:xfrm>
                <a:off x="3739" y="611"/>
                <a:ext cx="447" cy="242"/>
                <a:chOff x="3730" y="825"/>
                <a:chExt cx="447" cy="242"/>
              </a:xfrm>
            </p:grpSpPr>
            <p:sp>
              <p:nvSpPr>
                <p:cNvPr id="66611" name="WordArt 83"/>
                <p:cNvSpPr>
                  <a:spLocks noTextEdit="1"/>
                </p:cNvSpPr>
                <p:nvPr/>
              </p:nvSpPr>
              <p:spPr>
                <a:xfrm>
                  <a:off x="3730" y="825"/>
                  <a:ext cx="83" cy="196"/>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l</a:t>
                  </a:r>
                </a:p>
              </p:txBody>
            </p:sp>
            <p:sp>
              <p:nvSpPr>
                <p:cNvPr id="63571" name="WordArt 84"/>
                <p:cNvSpPr>
                  <a:spLocks noTextEdit="1"/>
                </p:cNvSpPr>
                <p:nvPr/>
              </p:nvSpPr>
              <p:spPr>
                <a:xfrm>
                  <a:off x="3860" y="967"/>
                  <a:ext cx="317" cy="100"/>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cs typeface="+mn-cs"/>
                    </a:rPr>
                    <a:t>max</a:t>
                  </a:r>
                  <a:endParaRPr lang="zh-CN" altLang="en-US" sz="3600" strike="noStrike" noProof="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endParaRPr>
                </a:p>
              </p:txBody>
            </p:sp>
          </p:grpSp>
          <p:grpSp>
            <p:nvGrpSpPr>
              <p:cNvPr id="66613" name="Group 85"/>
              <p:cNvGrpSpPr/>
              <p:nvPr/>
            </p:nvGrpSpPr>
            <p:grpSpPr>
              <a:xfrm>
                <a:off x="3007" y="387"/>
                <a:ext cx="230" cy="248"/>
                <a:chOff x="858" y="2011"/>
                <a:chExt cx="179" cy="232"/>
              </a:xfrm>
            </p:grpSpPr>
            <p:sp>
              <p:nvSpPr>
                <p:cNvPr id="63573" name="WordArt 86"/>
                <p:cNvSpPr>
                  <a:spLocks noTextEdit="1"/>
                </p:cNvSpPr>
                <p:nvPr/>
              </p:nvSpPr>
              <p:spPr>
                <a:xfrm>
                  <a:off x="858" y="2011"/>
                  <a:ext cx="130" cy="179"/>
                </a:xfrm>
                <a:prstGeom prst="rect">
                  <a:avLst/>
                </a:prstGeom>
              </p:spPr>
              <p:txBody>
                <a:bodyPr wrap="none" fromWordArt="1">
                  <a:prstTxWarp prst="textPlain">
                    <a:avLst>
                      <a:gd name="adj" fmla="val 50000"/>
                    </a:avLst>
                  </a:prstTxWarp>
                  <a:normAutofit fontScale="25000"/>
                </a:bodyPr>
                <a:lstStyle/>
                <a:p>
                  <a:pPr algn="ctr" fontAlgn="base"/>
                  <a:r>
                    <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66615" name="WordArt 87"/>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sp>
            <p:nvSpPr>
              <p:cNvPr id="63575" name="WordArt 88"/>
              <p:cNvSpPr>
                <a:spLocks noTextEdit="1"/>
              </p:cNvSpPr>
              <p:nvPr/>
            </p:nvSpPr>
            <p:spPr>
              <a:xfrm>
                <a:off x="3876" y="182"/>
                <a:ext cx="158" cy="246"/>
              </a:xfrm>
              <a:prstGeom prst="rect">
                <a:avLst/>
              </a:prstGeom>
            </p:spPr>
            <p:txBody>
              <a:bodyPr wrap="none" fromWordArt="1">
                <a:prstTxWarp prst="textPlain">
                  <a:avLst>
                    <a:gd name="adj" fmla="val 50000"/>
                  </a:avLst>
                </a:prstTxWarp>
                <a:normAutofit fontScale="30000"/>
              </a:bodyPr>
              <a:lstStyle/>
              <a:p>
                <a:pPr algn="ctr" fontAlgn="base"/>
                <a:r>
                  <a:rPr lang="zh-CN" altLang="en-US" sz="3600" i="1" strike="noStrike" noProof="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cs typeface="+mn-cs"/>
                  </a:rPr>
                  <a:t>h</a:t>
                </a:r>
                <a:endParaRPr lang="zh-CN" altLang="en-US" sz="3600" i="1" strike="noStrike" noProof="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endParaRPr>
              </a:p>
            </p:txBody>
          </p:sp>
          <p:grpSp>
            <p:nvGrpSpPr>
              <p:cNvPr id="66617" name="Group 89"/>
              <p:cNvGrpSpPr/>
              <p:nvPr/>
            </p:nvGrpSpPr>
            <p:grpSpPr>
              <a:xfrm>
                <a:off x="3333" y="468"/>
                <a:ext cx="171" cy="60"/>
                <a:chOff x="1260" y="2371"/>
                <a:chExt cx="151" cy="53"/>
              </a:xfrm>
            </p:grpSpPr>
            <p:sp>
              <p:nvSpPr>
                <p:cNvPr id="66618" name="Line 90"/>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66619" name="Line 91"/>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66620" name="Line 92"/>
              <p:cNvSpPr/>
              <p:nvPr/>
            </p:nvSpPr>
            <p:spPr>
              <a:xfrm>
                <a:off x="3656" y="515"/>
                <a:ext cx="583" cy="0"/>
              </a:xfrm>
              <a:prstGeom prst="line">
                <a:avLst/>
              </a:prstGeom>
              <a:ln w="28575" cap="flat" cmpd="sng">
                <a:solidFill>
                  <a:schemeClr val="tx1"/>
                </a:solidFill>
                <a:prstDash val="solid"/>
                <a:round/>
                <a:headEnd type="none" w="med" len="med"/>
                <a:tailEnd type="none" w="med" len="med"/>
              </a:ln>
            </p:spPr>
          </p:sp>
        </p:grpSp>
      </p:grpSp>
      <p:grpSp>
        <p:nvGrpSpPr>
          <p:cNvPr id="63583" name="Group 96"/>
          <p:cNvGrpSpPr>
            <a:grpSpLocks noChangeAspect="1"/>
          </p:cNvGrpSpPr>
          <p:nvPr/>
        </p:nvGrpSpPr>
        <p:grpSpPr>
          <a:xfrm>
            <a:off x="5503863" y="1358900"/>
            <a:ext cx="1477962" cy="685800"/>
            <a:chOff x="3445" y="1277"/>
            <a:chExt cx="1491" cy="614"/>
          </a:xfrm>
        </p:grpSpPr>
        <p:grpSp>
          <p:nvGrpSpPr>
            <p:cNvPr id="66622" name="Group 97"/>
            <p:cNvGrpSpPr/>
            <p:nvPr/>
          </p:nvGrpSpPr>
          <p:grpSpPr>
            <a:xfrm>
              <a:off x="3445" y="1477"/>
              <a:ext cx="447" cy="242"/>
              <a:chOff x="3730" y="825"/>
              <a:chExt cx="447" cy="242"/>
            </a:xfrm>
          </p:grpSpPr>
          <p:sp>
            <p:nvSpPr>
              <p:cNvPr id="66623" name="WordArt 98"/>
              <p:cNvSpPr>
                <a:spLocks noTextEdit="1"/>
              </p:cNvSpPr>
              <p:nvPr/>
            </p:nvSpPr>
            <p:spPr>
              <a:xfrm>
                <a:off x="3730" y="825"/>
                <a:ext cx="83" cy="196"/>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l</a:t>
                </a:r>
              </a:p>
            </p:txBody>
          </p:sp>
          <p:sp>
            <p:nvSpPr>
              <p:cNvPr id="63586" name="WordArt 99"/>
              <p:cNvSpPr>
                <a:spLocks noTextEdit="1"/>
              </p:cNvSpPr>
              <p:nvPr/>
            </p:nvSpPr>
            <p:spPr>
              <a:xfrm>
                <a:off x="3860" y="967"/>
                <a:ext cx="317" cy="100"/>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cs typeface="+mn-cs"/>
                  </a:rPr>
                  <a:t>max</a:t>
                </a:r>
                <a:endParaRPr lang="zh-CN" altLang="en-US" sz="3600" strike="noStrike" noProof="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endParaRPr>
              </a:p>
            </p:txBody>
          </p:sp>
        </p:grpSp>
        <p:grpSp>
          <p:nvGrpSpPr>
            <p:cNvPr id="66625" name="Group 100"/>
            <p:cNvGrpSpPr/>
            <p:nvPr/>
          </p:nvGrpSpPr>
          <p:grpSpPr>
            <a:xfrm>
              <a:off x="4534" y="1643"/>
              <a:ext cx="230" cy="248"/>
              <a:chOff x="858" y="2011"/>
              <a:chExt cx="179" cy="232"/>
            </a:xfrm>
          </p:grpSpPr>
          <p:sp>
            <p:nvSpPr>
              <p:cNvPr id="63588" name="WordArt 101"/>
              <p:cNvSpPr>
                <a:spLocks noTextEdit="1"/>
              </p:cNvSpPr>
              <p:nvPr/>
            </p:nvSpPr>
            <p:spPr>
              <a:xfrm>
                <a:off x="858" y="2011"/>
                <a:ext cx="130" cy="179"/>
              </a:xfrm>
              <a:prstGeom prst="rect">
                <a:avLst/>
              </a:prstGeom>
            </p:spPr>
            <p:txBody>
              <a:bodyPr wrap="none" fromWordArt="1">
                <a:prstTxWarp prst="textPlain">
                  <a:avLst>
                    <a:gd name="adj" fmla="val 50000"/>
                  </a:avLst>
                </a:prstTxWarp>
                <a:normAutofit fontScale="25000"/>
              </a:bodyPr>
              <a:lstStyle/>
              <a:p>
                <a:pPr algn="ctr" fontAlgn="base"/>
                <a:r>
                  <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66627" name="WordArt 102"/>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sp>
          <p:nvSpPr>
            <p:cNvPr id="66628" name="WordArt 103"/>
            <p:cNvSpPr>
              <a:spLocks noTextEdit="1"/>
            </p:cNvSpPr>
            <p:nvPr/>
          </p:nvSpPr>
          <p:spPr>
            <a:xfrm>
              <a:off x="4565" y="1277"/>
              <a:ext cx="158" cy="24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h</a:t>
              </a:r>
            </a:p>
          </p:txBody>
        </p:sp>
        <p:grpSp>
          <p:nvGrpSpPr>
            <p:cNvPr id="66629" name="Group 104"/>
            <p:cNvGrpSpPr/>
            <p:nvPr/>
          </p:nvGrpSpPr>
          <p:grpSpPr>
            <a:xfrm>
              <a:off x="4022" y="1579"/>
              <a:ext cx="171" cy="60"/>
              <a:chOff x="1260" y="2371"/>
              <a:chExt cx="151" cy="53"/>
            </a:xfrm>
          </p:grpSpPr>
          <p:sp>
            <p:nvSpPr>
              <p:cNvPr id="66630" name="Line 105"/>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66631" name="Line 106"/>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66632" name="Line 107"/>
            <p:cNvSpPr/>
            <p:nvPr/>
          </p:nvSpPr>
          <p:spPr>
            <a:xfrm>
              <a:off x="4353" y="1580"/>
              <a:ext cx="583" cy="0"/>
            </a:xfrm>
            <a:prstGeom prst="line">
              <a:avLst/>
            </a:prstGeom>
            <a:ln w="28575" cap="flat" cmpd="sng">
              <a:solidFill>
                <a:schemeClr val="tx1"/>
              </a:solidFill>
              <a:prstDash val="solid"/>
              <a:round/>
              <a:headEnd type="none" w="med" len="med"/>
              <a:tailEnd type="none" w="med" len="med"/>
            </a:ln>
          </p:spPr>
        </p:sp>
      </p:grpSp>
      <p:grpSp>
        <p:nvGrpSpPr>
          <p:cNvPr id="4" name="组合 3"/>
          <p:cNvGrpSpPr>
            <a:grpSpLocks noChangeAspect="1"/>
          </p:cNvGrpSpPr>
          <p:nvPr/>
        </p:nvGrpSpPr>
        <p:grpSpPr>
          <a:xfrm>
            <a:off x="6072188" y="2132013"/>
            <a:ext cx="1636712" cy="544512"/>
            <a:chOff x="8889" y="6363"/>
            <a:chExt cx="3692" cy="1228"/>
          </a:xfrm>
        </p:grpSpPr>
        <p:grpSp>
          <p:nvGrpSpPr>
            <p:cNvPr id="66634" name="Group 108"/>
            <p:cNvGrpSpPr/>
            <p:nvPr/>
          </p:nvGrpSpPr>
          <p:grpSpPr>
            <a:xfrm>
              <a:off x="8889" y="6835"/>
              <a:ext cx="427" cy="150"/>
              <a:chOff x="1425" y="2341"/>
              <a:chExt cx="151" cy="53"/>
            </a:xfrm>
          </p:grpSpPr>
          <p:sp>
            <p:nvSpPr>
              <p:cNvPr id="66635" name="Line 109"/>
              <p:cNvSpPr/>
              <p:nvPr/>
            </p:nvSpPr>
            <p:spPr>
              <a:xfrm>
                <a:off x="1425" y="2341"/>
                <a:ext cx="151" cy="0"/>
              </a:xfrm>
              <a:prstGeom prst="line">
                <a:avLst/>
              </a:prstGeom>
              <a:ln w="38100" cap="flat" cmpd="sng">
                <a:solidFill>
                  <a:schemeClr val="tx1"/>
                </a:solidFill>
                <a:prstDash val="solid"/>
                <a:round/>
                <a:headEnd type="none" w="med" len="med"/>
                <a:tailEnd type="none" w="med" len="med"/>
              </a:ln>
            </p:spPr>
          </p:sp>
          <p:sp>
            <p:nvSpPr>
              <p:cNvPr id="66636" name="Line 110"/>
              <p:cNvSpPr/>
              <p:nvPr/>
            </p:nvSpPr>
            <p:spPr>
              <a:xfrm>
                <a:off x="1425" y="2394"/>
                <a:ext cx="151" cy="0"/>
              </a:xfrm>
              <a:prstGeom prst="line">
                <a:avLst/>
              </a:prstGeom>
              <a:ln w="38100" cap="flat" cmpd="sng">
                <a:solidFill>
                  <a:schemeClr val="tx1"/>
                </a:solidFill>
                <a:prstDash val="solid"/>
                <a:round/>
                <a:headEnd type="none" w="med" len="med"/>
                <a:tailEnd type="none" w="med" len="med"/>
              </a:ln>
            </p:spPr>
          </p:sp>
        </p:grpSp>
        <p:sp>
          <p:nvSpPr>
            <p:cNvPr id="66637" name="Line 111"/>
            <p:cNvSpPr/>
            <p:nvPr/>
          </p:nvSpPr>
          <p:spPr>
            <a:xfrm flipV="1">
              <a:off x="9561" y="6951"/>
              <a:ext cx="3020" cy="4"/>
            </a:xfrm>
            <a:prstGeom prst="line">
              <a:avLst/>
            </a:prstGeom>
            <a:ln w="28575" cap="flat" cmpd="sng">
              <a:solidFill>
                <a:schemeClr val="tx1"/>
              </a:solidFill>
              <a:prstDash val="solid"/>
              <a:round/>
              <a:headEnd type="none" w="med" len="med"/>
              <a:tailEnd type="none" w="med" len="med"/>
            </a:ln>
          </p:spPr>
        </p:sp>
        <p:sp>
          <p:nvSpPr>
            <p:cNvPr id="63599" name="WordArt 112"/>
            <p:cNvSpPr>
              <a:spLocks noTextEdit="1"/>
            </p:cNvSpPr>
            <p:nvPr/>
          </p:nvSpPr>
          <p:spPr>
            <a:xfrm>
              <a:off x="9968" y="7178"/>
              <a:ext cx="1007" cy="413"/>
            </a:xfrm>
            <a:prstGeom prst="rect">
              <a:avLst/>
            </a:prstGeom>
          </p:spPr>
          <p:txBody>
            <a:bodyPr wrap="none" fromWordArt="1">
              <a:prstTxWarp prst="textPlain">
                <a:avLst>
                  <a:gd name="adj" fmla="val 50000"/>
                </a:avLst>
              </a:prstTxWarp>
              <a:normAutofit fontScale="25000"/>
            </a:bodyPr>
            <a:lstStyle/>
            <a:p>
              <a:pPr algn="ctr" fontAlgn="base"/>
              <a:r>
                <a:rPr lang="zh-CN" altLang="en-US" sz="3600" b="1"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2.20</a:t>
              </a:r>
              <a:endParaRPr lang="zh-CN" altLang="en-US" sz="3600" b="1"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grpSp>
          <p:nvGrpSpPr>
            <p:cNvPr id="66639" name="Group 113"/>
            <p:cNvGrpSpPr/>
            <p:nvPr/>
          </p:nvGrpSpPr>
          <p:grpSpPr>
            <a:xfrm>
              <a:off x="11453" y="7028"/>
              <a:ext cx="970" cy="525"/>
              <a:chOff x="4350" y="2380"/>
              <a:chExt cx="388" cy="210"/>
            </a:xfrm>
          </p:grpSpPr>
          <p:sp>
            <p:nvSpPr>
              <p:cNvPr id="63601" name="WordArt 114"/>
              <p:cNvSpPr>
                <a:spLocks noTextEdit="1"/>
              </p:cNvSpPr>
              <p:nvPr/>
            </p:nvSpPr>
            <p:spPr>
              <a:xfrm>
                <a:off x="4350" y="2435"/>
                <a:ext cx="193" cy="155"/>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10</a:t>
                </a:r>
                <a:endParaRPr lang="zh-CN" altLang="en-US" sz="36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66641" name="WordArt 115"/>
              <p:cNvSpPr>
                <a:spLocks noTextEdit="1"/>
              </p:cNvSpPr>
              <p:nvPr/>
            </p:nvSpPr>
            <p:spPr>
              <a:xfrm>
                <a:off x="4671" y="2380"/>
                <a:ext cx="67" cy="9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a:t>
                </a:r>
              </a:p>
            </p:txBody>
          </p:sp>
          <p:sp>
            <p:nvSpPr>
              <p:cNvPr id="66642" name="Line 116"/>
              <p:cNvSpPr/>
              <p:nvPr/>
            </p:nvSpPr>
            <p:spPr>
              <a:xfrm>
                <a:off x="4562" y="2446"/>
                <a:ext cx="80" cy="0"/>
              </a:xfrm>
              <a:prstGeom prst="line">
                <a:avLst/>
              </a:prstGeom>
              <a:ln w="19050" cap="flat" cmpd="sng">
                <a:solidFill>
                  <a:schemeClr val="tx1"/>
                </a:solidFill>
                <a:prstDash val="solid"/>
                <a:round/>
                <a:headEnd type="none" w="med" len="med"/>
                <a:tailEnd type="none" w="med" len="med"/>
              </a:ln>
            </p:spPr>
          </p:sp>
        </p:grpSp>
        <p:grpSp>
          <p:nvGrpSpPr>
            <p:cNvPr id="66643" name="Group 117"/>
            <p:cNvGrpSpPr/>
            <p:nvPr/>
          </p:nvGrpSpPr>
          <p:grpSpPr>
            <a:xfrm>
              <a:off x="11085" y="7195"/>
              <a:ext cx="270" cy="355"/>
              <a:chOff x="1781" y="2282"/>
              <a:chExt cx="577" cy="577"/>
            </a:xfrm>
          </p:grpSpPr>
          <p:sp>
            <p:nvSpPr>
              <p:cNvPr id="66644" name="Line 118"/>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66645" name="Line 119"/>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66646" name="WordArt 120"/>
            <p:cNvSpPr>
              <a:spLocks noTextEdit="1"/>
            </p:cNvSpPr>
            <p:nvPr/>
          </p:nvSpPr>
          <p:spPr>
            <a:xfrm>
              <a:off x="10898" y="6363"/>
              <a:ext cx="242" cy="410"/>
            </a:xfrm>
            <a:prstGeom prst="rect">
              <a:avLst/>
            </a:prstGeom>
          </p:spPr>
          <p:txBody>
            <a:bodyPr wrap="none" fromWordArt="1">
              <a:prstTxWarp prst="textPlain">
                <a:avLst>
                  <a:gd name="adj" fmla="val 50000"/>
                </a:avLst>
              </a:prstTxWarp>
              <a:normAutofit/>
            </a:bodyPr>
            <a:lstStyle/>
            <a:p>
              <a:pPr algn="ctr"/>
              <a:r>
                <a:rPr lang="zh-CN" altLang="en-US" sz="28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6</a:t>
              </a:r>
            </a:p>
          </p:txBody>
        </p:sp>
      </p:grpSp>
      <p:grpSp>
        <p:nvGrpSpPr>
          <p:cNvPr id="5" name="组合 4"/>
          <p:cNvGrpSpPr>
            <a:grpSpLocks noChangeAspect="1"/>
          </p:cNvGrpSpPr>
          <p:nvPr/>
        </p:nvGrpSpPr>
        <p:grpSpPr>
          <a:xfrm>
            <a:off x="6075363" y="2992438"/>
            <a:ext cx="1255712" cy="244475"/>
            <a:chOff x="8503" y="8630"/>
            <a:chExt cx="2293" cy="448"/>
          </a:xfrm>
        </p:grpSpPr>
        <p:grpSp>
          <p:nvGrpSpPr>
            <p:cNvPr id="66648" name="Group 127"/>
            <p:cNvGrpSpPr/>
            <p:nvPr/>
          </p:nvGrpSpPr>
          <p:grpSpPr>
            <a:xfrm>
              <a:off x="8503" y="8715"/>
              <a:ext cx="457" cy="288"/>
              <a:chOff x="1730" y="3733"/>
              <a:chExt cx="183" cy="115"/>
            </a:xfrm>
          </p:grpSpPr>
          <p:sp>
            <p:nvSpPr>
              <p:cNvPr id="66649" name="WordArt 128"/>
              <p:cNvSpPr>
                <a:spLocks noTextEdit="1"/>
              </p:cNvSpPr>
              <p:nvPr/>
            </p:nvSpPr>
            <p:spPr>
              <a:xfrm>
                <a:off x="1730" y="3733"/>
                <a:ext cx="181" cy="4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66650" name="WordArt 129"/>
              <p:cNvSpPr>
                <a:spLocks noTextEdit="1"/>
              </p:cNvSpPr>
              <p:nvPr/>
            </p:nvSpPr>
            <p:spPr>
              <a:xfrm>
                <a:off x="1732" y="3802"/>
                <a:ext cx="181" cy="4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sp>
          <p:nvSpPr>
            <p:cNvPr id="63617" name="WordArt 130"/>
            <p:cNvSpPr>
              <a:spLocks noTextEdit="1"/>
            </p:cNvSpPr>
            <p:nvPr/>
          </p:nvSpPr>
          <p:spPr>
            <a:xfrm>
              <a:off x="9320" y="8705"/>
              <a:ext cx="772" cy="363"/>
            </a:xfrm>
            <a:prstGeom prst="rect">
              <a:avLst/>
            </a:prstGeom>
          </p:spPr>
          <p:txBody>
            <a:bodyPr wrap="none" fromWordArt="1">
              <a:prstTxWarp prst="textPlain">
                <a:avLst>
                  <a:gd name="adj" fmla="val 50000"/>
                </a:avLst>
              </a:prstTxWarp>
              <a:normAutofit fontScale="25000"/>
            </a:bodyPr>
            <a:lstStyle/>
            <a:p>
              <a:pPr algn="ctr" fontAlgn="base"/>
              <a:r>
                <a:rPr lang="en-US" altLang="zh-CN" sz="28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27.3</a:t>
              </a:r>
              <a:endParaRPr lang="en-US" altLang="zh-CN" sz="28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ndParaRPr>
            </a:p>
          </p:txBody>
        </p:sp>
        <p:sp>
          <p:nvSpPr>
            <p:cNvPr id="63618" name="WordArt 131"/>
            <p:cNvSpPr>
              <a:spLocks noTextEdit="1"/>
            </p:cNvSpPr>
            <p:nvPr/>
          </p:nvSpPr>
          <p:spPr>
            <a:xfrm>
              <a:off x="10286" y="8630"/>
              <a:ext cx="510" cy="448"/>
            </a:xfrm>
            <a:prstGeom prst="rect">
              <a:avLst/>
            </a:prstGeom>
          </p:spPr>
          <p:txBody>
            <a:bodyPr wrap="none" fromWordArt="1">
              <a:prstTxWarp prst="textPlain">
                <a:avLst>
                  <a:gd name="adj" fmla="val 50000"/>
                </a:avLst>
              </a:prstTxWarp>
              <a:normAutofit fontScale="30000"/>
            </a:bodyPr>
            <a:lstStyle/>
            <a:p>
              <a:pPr algn="ctr" fontAlgn="base"/>
              <a:r>
                <a:rPr lang="en-US" altLang="zh-CN" sz="28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k</a:t>
              </a:r>
              <a:r>
                <a:rPr lang="zh-CN" altLang="en-US" sz="28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m</a:t>
              </a:r>
              <a:endParaRPr lang="zh-CN" altLang="en-US" sz="28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grpSp>
      <p:grpSp>
        <p:nvGrpSpPr>
          <p:cNvPr id="66653" name="Group 132"/>
          <p:cNvGrpSpPr/>
          <p:nvPr/>
        </p:nvGrpSpPr>
        <p:grpSpPr>
          <a:xfrm>
            <a:off x="174625" y="0"/>
            <a:ext cx="698500" cy="390525"/>
            <a:chOff x="127" y="728"/>
            <a:chExt cx="437" cy="256"/>
          </a:xfrm>
        </p:grpSpPr>
        <p:sp>
          <p:nvSpPr>
            <p:cNvPr id="66654" name="Oval 133" descr="栎木"/>
            <p:cNvSpPr/>
            <p:nvPr/>
          </p:nvSpPr>
          <p:spPr>
            <a:xfrm>
              <a:off x="127" y="728"/>
              <a:ext cx="437" cy="256"/>
            </a:xfrm>
            <a:prstGeom prst="ellipse">
              <a:avLst/>
            </a:prstGeom>
            <a:blipFill rotWithShape="0">
              <a:blip r:embed="rId9"/>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3621" name="WordArt 134"/>
            <p:cNvSpPr>
              <a:spLocks noTextEdit="1"/>
            </p:cNvSpPr>
            <p:nvPr/>
          </p:nvSpPr>
          <p:spPr>
            <a:xfrm>
              <a:off x="187" y="780"/>
              <a:ext cx="305" cy="147"/>
            </a:xfrm>
            <a:prstGeom prst="rect">
              <a:avLst/>
            </a:prstGeom>
          </p:spPr>
          <p:txBody>
            <a:bodyPr wrap="none" fromWordArt="1">
              <a:prstTxWarp prst="textPlain">
                <a:avLst>
                  <a:gd name="adj" fmla="val 50287"/>
                </a:avLst>
              </a:prstTxWarp>
              <a:normAutofit fontScale="25000"/>
            </a:bodyPr>
            <a:lstStyle/>
            <a:p>
              <a:pPr algn="ctr" fontAlgn="base"/>
              <a:r>
                <a:rPr lang="zh-CN" altLang="en-US"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例</a:t>
              </a:r>
              <a:r>
                <a:rPr lang="en-US" altLang="zh-CN"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9</a:t>
              </a:r>
              <a:endParaRPr lang="en-US" altLang="zh-CN"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endParaRPr>
            </a:p>
          </p:txBody>
        </p:sp>
      </p:grpSp>
      <p:grpSp>
        <p:nvGrpSpPr>
          <p:cNvPr id="29" name="组合 28"/>
          <p:cNvGrpSpPr/>
          <p:nvPr/>
        </p:nvGrpSpPr>
        <p:grpSpPr>
          <a:xfrm>
            <a:off x="392113" y="2519363"/>
            <a:ext cx="3678237" cy="3830637"/>
            <a:chOff x="618" y="3967"/>
            <a:chExt cx="5793" cy="6033"/>
          </a:xfrm>
        </p:grpSpPr>
        <p:grpSp>
          <p:nvGrpSpPr>
            <p:cNvPr id="66657" name="Group 48"/>
            <p:cNvGrpSpPr/>
            <p:nvPr/>
          </p:nvGrpSpPr>
          <p:grpSpPr>
            <a:xfrm>
              <a:off x="618" y="3967"/>
              <a:ext cx="5793" cy="1820"/>
              <a:chOff x="247" y="1828"/>
              <a:chExt cx="2067" cy="728"/>
            </a:xfrm>
          </p:grpSpPr>
          <p:sp>
            <p:nvSpPr>
              <p:cNvPr id="63537" name="WordArt 50"/>
              <p:cNvSpPr>
                <a:spLocks noTextEdit="1"/>
              </p:cNvSpPr>
              <p:nvPr/>
            </p:nvSpPr>
            <p:spPr>
              <a:xfrm>
                <a:off x="263" y="1828"/>
                <a:ext cx="1696" cy="173"/>
              </a:xfrm>
              <a:prstGeom prst="rect">
                <a:avLst/>
              </a:prstGeom>
            </p:spPr>
            <p:txBody>
              <a:bodyPr wrap="none" fromWordArt="1">
                <a:prstTxWarp prst="textPlain">
                  <a:avLst>
                    <a:gd name="adj" fmla="val 50000"/>
                  </a:avLst>
                </a:prstTxWarp>
                <a:normAutofit fontScale="40000"/>
              </a:bodyPr>
              <a:lstStyle/>
              <a:p>
                <a:pPr algn="ctr" fontAlgn="base"/>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在通常情况下，</a:t>
                </a:r>
                <a:r>
                  <a:rPr lang="zh-CN" altLang="en-US"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人眼的最小分辨角</a:t>
                </a:r>
                <a:endPar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grpSp>
            <p:nvGrpSpPr>
              <p:cNvPr id="66659" name="Group 51"/>
              <p:cNvGrpSpPr/>
              <p:nvPr/>
            </p:nvGrpSpPr>
            <p:grpSpPr>
              <a:xfrm>
                <a:off x="564" y="2136"/>
                <a:ext cx="161" cy="52"/>
                <a:chOff x="1260" y="2371"/>
                <a:chExt cx="151" cy="53"/>
              </a:xfrm>
            </p:grpSpPr>
            <p:sp>
              <p:nvSpPr>
                <p:cNvPr id="66660" name="Line 52"/>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66661" name="Line 53"/>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63541" name="WordArt 54"/>
              <p:cNvSpPr>
                <a:spLocks noTextEdit="1"/>
              </p:cNvSpPr>
              <p:nvPr/>
            </p:nvSpPr>
            <p:spPr>
              <a:xfrm>
                <a:off x="1715" y="2074"/>
                <a:ext cx="275" cy="159"/>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rad</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grpSp>
            <p:nvGrpSpPr>
              <p:cNvPr id="66663" name="Group 55"/>
              <p:cNvGrpSpPr/>
              <p:nvPr/>
            </p:nvGrpSpPr>
            <p:grpSpPr>
              <a:xfrm>
                <a:off x="779" y="2045"/>
                <a:ext cx="897" cy="194"/>
                <a:chOff x="764" y="1983"/>
                <a:chExt cx="897" cy="194"/>
              </a:xfrm>
            </p:grpSpPr>
            <p:sp>
              <p:nvSpPr>
                <p:cNvPr id="63543" name="WordArt 56"/>
                <p:cNvSpPr>
                  <a:spLocks noTextEdit="1"/>
                </p:cNvSpPr>
                <p:nvPr/>
              </p:nvSpPr>
              <p:spPr>
                <a:xfrm>
                  <a:off x="764" y="2035"/>
                  <a:ext cx="368" cy="142"/>
                </a:xfrm>
                <a:prstGeom prst="rect">
                  <a:avLst/>
                </a:prstGeom>
              </p:spPr>
              <p:txBody>
                <a:bodyPr wrap="none" fromWordArt="1">
                  <a:prstTxWarp prst="textPlain">
                    <a:avLst>
                      <a:gd name="adj" fmla="val 50000"/>
                    </a:avLst>
                  </a:prstTxWarp>
                  <a:normAutofit fontScale="25000"/>
                </a:bodyPr>
                <a:lstStyle/>
                <a:p>
                  <a:pPr algn="ctr" fontAlgn="base"/>
                  <a:r>
                    <a:rPr lang="zh-CN" altLang="en-US" sz="3600" b="1"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2.20</a:t>
                  </a:r>
                  <a:endParaRPr lang="zh-CN" altLang="en-US" sz="3600" b="1"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63544" name="WordArt 57"/>
                <p:cNvSpPr>
                  <a:spLocks noTextEdit="1"/>
                </p:cNvSpPr>
                <p:nvPr/>
              </p:nvSpPr>
              <p:spPr>
                <a:xfrm>
                  <a:off x="1307" y="2030"/>
                  <a:ext cx="176" cy="134"/>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10</a:t>
                  </a:r>
                  <a:endParaRPr lang="zh-CN" altLang="en-US" sz="3600" strike="noStrike" noProof="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66666" name="WordArt 58"/>
                <p:cNvSpPr>
                  <a:spLocks noTextEdit="1"/>
                </p:cNvSpPr>
                <p:nvPr/>
              </p:nvSpPr>
              <p:spPr>
                <a:xfrm>
                  <a:off x="1600" y="1983"/>
                  <a:ext cx="61" cy="81"/>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a:t>
                  </a:r>
                </a:p>
              </p:txBody>
            </p:sp>
            <p:sp>
              <p:nvSpPr>
                <p:cNvPr id="66667" name="Line 59"/>
                <p:cNvSpPr/>
                <p:nvPr/>
              </p:nvSpPr>
              <p:spPr>
                <a:xfrm>
                  <a:off x="1500" y="2040"/>
                  <a:ext cx="73" cy="0"/>
                </a:xfrm>
                <a:prstGeom prst="line">
                  <a:avLst/>
                </a:prstGeom>
                <a:ln w="19050" cap="flat" cmpd="sng">
                  <a:solidFill>
                    <a:schemeClr val="tx1"/>
                  </a:solidFill>
                  <a:prstDash val="solid"/>
                  <a:round/>
                  <a:headEnd type="none" w="med" len="med"/>
                  <a:tailEnd type="none" w="med" len="med"/>
                </a:ln>
              </p:spPr>
            </p:sp>
            <p:grpSp>
              <p:nvGrpSpPr>
                <p:cNvPr id="66668" name="Group 60"/>
                <p:cNvGrpSpPr/>
                <p:nvPr/>
              </p:nvGrpSpPr>
              <p:grpSpPr>
                <a:xfrm>
                  <a:off x="1172" y="2041"/>
                  <a:ext cx="99" cy="122"/>
                  <a:chOff x="1781" y="2282"/>
                  <a:chExt cx="577" cy="577"/>
                </a:xfrm>
              </p:grpSpPr>
              <p:sp>
                <p:nvSpPr>
                  <p:cNvPr id="66669" name="Line 61"/>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66670" name="Line 62"/>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grpSp>
          <p:sp>
            <p:nvSpPr>
              <p:cNvPr id="63550" name="WordArt 63"/>
              <p:cNvSpPr>
                <a:spLocks noTextEdit="1"/>
              </p:cNvSpPr>
              <p:nvPr/>
            </p:nvSpPr>
            <p:spPr>
              <a:xfrm>
                <a:off x="247" y="2383"/>
                <a:ext cx="2067" cy="173"/>
              </a:xfrm>
              <a:prstGeom prst="rect">
                <a:avLst/>
              </a:prstGeom>
            </p:spPr>
            <p:txBody>
              <a:bodyPr wrap="none" fromWordArt="1">
                <a:prstTxWarp prst="textPlain">
                  <a:avLst>
                    <a:gd name="adj" fmla="val 50000"/>
                  </a:avLst>
                </a:prstTxWarp>
                <a:normAutofit fontScale="40000"/>
              </a:bodyPr>
              <a:lstStyle/>
              <a:p>
                <a:pPr algn="ctr" fontAlgn="base"/>
                <a:r>
                  <a:rPr lang="en-US" altLang="zh-CN"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(1) </a:t>
                </a:r>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若两物点之间的距离</a:t>
                </a:r>
                <a:r>
                  <a:rPr lang="en-US" altLang="zh-CN" sz="28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宋体" panose="02010600030101010101" pitchFamily="2" charset="-122"/>
                    <a:cs typeface="Times New Roman" panose="02020603050405020304" pitchFamily="18" charset="0"/>
                  </a:rPr>
                  <a:t>h</a:t>
                </a:r>
                <a:r>
                  <a:rPr lang="en-US" altLang="zh-CN" sz="2800" i="1"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 </a:t>
                </a:r>
                <a:r>
                  <a:rPr lang="en-US" altLang="zh-CN"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 6 m</a:t>
                </a:r>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，求</a:t>
                </a:r>
                <a:endPar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grpSp>
            <p:nvGrpSpPr>
              <p:cNvPr id="66672" name="Group 64"/>
              <p:cNvGrpSpPr/>
              <p:nvPr/>
            </p:nvGrpSpPr>
            <p:grpSpPr>
              <a:xfrm>
                <a:off x="327" y="2078"/>
                <a:ext cx="184" cy="210"/>
                <a:chOff x="858" y="2011"/>
                <a:chExt cx="179" cy="232"/>
              </a:xfrm>
            </p:grpSpPr>
            <p:sp>
              <p:nvSpPr>
                <p:cNvPr id="63552" name="WordArt 65"/>
                <p:cNvSpPr>
                  <a:spLocks noTextEdit="1"/>
                </p:cNvSpPr>
                <p:nvPr/>
              </p:nvSpPr>
              <p:spPr>
                <a:xfrm>
                  <a:off x="858" y="2011"/>
                  <a:ext cx="130" cy="179"/>
                </a:xfrm>
                <a:prstGeom prst="rect">
                  <a:avLst/>
                </a:prstGeom>
              </p:spPr>
              <p:txBody>
                <a:bodyPr wrap="none" fromWordArt="1">
                  <a:prstTxWarp prst="textPlain">
                    <a:avLst>
                      <a:gd name="adj" fmla="val 50000"/>
                    </a:avLst>
                  </a:prstTxWarp>
                  <a:normAutofit fontScale="25000"/>
                </a:bodyPr>
                <a:lstStyle/>
                <a:p>
                  <a:pPr algn="ctr" fontAlgn="base"/>
                  <a:r>
                    <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i="1" strike="noStrike" noProof="1">
                    <a:ln w="9525" cap="flat" cmpd="sng">
                      <a:solidFill>
                        <a:srgbClr val="0066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66674" name="WordArt 66"/>
                <p:cNvSpPr>
                  <a:spLocks noTextEdit="1"/>
                </p:cNvSpPr>
                <p:nvPr/>
              </p:nvSpPr>
              <p:spPr>
                <a:xfrm>
                  <a:off x="983" y="2141"/>
                  <a:ext cx="54" cy="10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0</a:t>
                  </a:r>
                </a:p>
              </p:txBody>
            </p:sp>
          </p:grpSp>
        </p:grpSp>
        <p:sp>
          <p:nvSpPr>
            <p:cNvPr id="63561" name="WordArt 74"/>
            <p:cNvSpPr>
              <a:spLocks noTextEdit="1"/>
            </p:cNvSpPr>
            <p:nvPr/>
          </p:nvSpPr>
          <p:spPr>
            <a:xfrm>
              <a:off x="1063" y="6005"/>
              <a:ext cx="5313" cy="390"/>
            </a:xfrm>
            <a:prstGeom prst="rect">
              <a:avLst/>
            </a:prstGeom>
          </p:spPr>
          <p:txBody>
            <a:bodyPr wrap="none" fromWordArt="1">
              <a:prstTxWarp prst="textPlain">
                <a:avLst>
                  <a:gd name="adj" fmla="val 50000"/>
                </a:avLst>
              </a:prstTxWarp>
              <a:normAutofit fontScale="30000"/>
            </a:bodyPr>
            <a:lstStyle/>
            <a:p>
              <a:pPr algn="ctr" fontAlgn="base"/>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要分辨出该两物点,</a:t>
              </a:r>
              <a:r>
                <a:rPr lang="zh-CN" altLang="en-US"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眼睛距物点的</a:t>
              </a:r>
              <a:endPar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63562" name="WordArt 75"/>
            <p:cNvSpPr>
              <a:spLocks noTextEdit="1"/>
            </p:cNvSpPr>
            <p:nvPr/>
          </p:nvSpPr>
          <p:spPr>
            <a:xfrm>
              <a:off x="1131" y="6668"/>
              <a:ext cx="1172" cy="427"/>
            </a:xfrm>
            <a:prstGeom prst="rect">
              <a:avLst/>
            </a:prstGeom>
          </p:spPr>
          <p:txBody>
            <a:bodyPr wrap="none" fromWordArt="1">
              <a:prstTxWarp prst="textPlain">
                <a:avLst>
                  <a:gd name="adj" fmla="val 50000"/>
                </a:avLst>
              </a:prstTxWarp>
              <a:normAutofit fontScale="35000"/>
            </a:bodyPr>
            <a:lstStyle/>
            <a:p>
              <a:pPr algn="ctr" fontAlgn="base"/>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最大距离</a:t>
              </a:r>
              <a:endPar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grpSp>
          <p:nvGrpSpPr>
            <p:cNvPr id="66677" name="Group 76"/>
            <p:cNvGrpSpPr>
              <a:grpSpLocks noChangeAspect="1"/>
            </p:cNvGrpSpPr>
            <p:nvPr/>
          </p:nvGrpSpPr>
          <p:grpSpPr>
            <a:xfrm>
              <a:off x="2509" y="6759"/>
              <a:ext cx="630" cy="335"/>
              <a:chOff x="1120" y="3765"/>
              <a:chExt cx="419" cy="224"/>
            </a:xfrm>
          </p:grpSpPr>
          <p:sp>
            <p:nvSpPr>
              <p:cNvPr id="66678" name="WordArt 77"/>
              <p:cNvSpPr>
                <a:spLocks noTextEdit="1"/>
              </p:cNvSpPr>
              <p:nvPr/>
            </p:nvSpPr>
            <p:spPr>
              <a:xfrm>
                <a:off x="1120" y="3765"/>
                <a:ext cx="102" cy="224"/>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l</a:t>
                </a:r>
              </a:p>
            </p:txBody>
          </p:sp>
          <p:sp>
            <p:nvSpPr>
              <p:cNvPr id="63565" name="WordArt 78"/>
              <p:cNvSpPr>
                <a:spLocks noTextEdit="1"/>
              </p:cNvSpPr>
              <p:nvPr/>
            </p:nvSpPr>
            <p:spPr>
              <a:xfrm>
                <a:off x="1222" y="3889"/>
                <a:ext cx="317" cy="100"/>
              </a:xfrm>
              <a:prstGeom prst="rect">
                <a:avLst/>
              </a:prstGeom>
            </p:spPr>
            <p:txBody>
              <a:bodyPr wrap="none" fromWordArt="1">
                <a:prstTxWarp prst="textPlain">
                  <a:avLst>
                    <a:gd name="adj" fmla="val 50000"/>
                  </a:avLst>
                </a:prstTxWarp>
                <a:normAutofit fontScale="25000"/>
              </a:bodyPr>
              <a:lstStyle/>
              <a:p>
                <a:pPr algn="ctr" fontAlgn="base"/>
                <a:r>
                  <a:rPr lang="zh-CN" altLang="en-US" sz="3600" strike="noStrike" noProof="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cs typeface="+mn-cs"/>
                  </a:rPr>
                  <a:t>max</a:t>
                </a:r>
                <a:endParaRPr lang="zh-CN" altLang="en-US" sz="3600" strike="noStrike" noProof="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endParaRPr>
              </a:p>
            </p:txBody>
          </p:sp>
        </p:grpSp>
        <p:sp>
          <p:nvSpPr>
            <p:cNvPr id="18" name="WordArt 74"/>
            <p:cNvSpPr>
              <a:spLocks noTextEdit="1"/>
            </p:cNvSpPr>
            <p:nvPr>
              <p:custDataLst>
                <p:tags r:id="rId4"/>
              </p:custDataLst>
            </p:nvPr>
          </p:nvSpPr>
          <p:spPr>
            <a:xfrm>
              <a:off x="896" y="8078"/>
              <a:ext cx="5415" cy="407"/>
            </a:xfrm>
            <a:prstGeom prst="rect">
              <a:avLst/>
            </a:prstGeom>
          </p:spPr>
          <p:txBody>
            <a:bodyPr wrap="none" fromWordArt="1">
              <a:prstTxWarp prst="textPlain">
                <a:avLst>
                  <a:gd name="adj" fmla="val 50000"/>
                </a:avLst>
              </a:prstTxWarp>
              <a:normAutofit fontScale="35000"/>
            </a:bodyPr>
            <a:lstStyle/>
            <a:p>
              <a:pPr algn="ctr" fontAlgn="base"/>
              <a:r>
                <a:rPr lang="zh-CN" altLang="en-US"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两横线</a:t>
              </a:r>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间距至少为多少的情况下，距离</a:t>
              </a:r>
              <a:endPar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19" name="WordArt 74"/>
            <p:cNvSpPr>
              <a:spLocks noTextEdit="1"/>
            </p:cNvSpPr>
            <p:nvPr>
              <p:custDataLst>
                <p:tags r:id="rId5"/>
              </p:custDataLst>
            </p:nvPr>
          </p:nvSpPr>
          <p:spPr>
            <a:xfrm>
              <a:off x="658" y="7433"/>
              <a:ext cx="5692" cy="407"/>
            </a:xfrm>
            <a:prstGeom prst="rect">
              <a:avLst/>
            </a:prstGeom>
          </p:spPr>
          <p:txBody>
            <a:bodyPr wrap="none" fromWordArt="1">
              <a:prstTxWarp prst="textPlain">
                <a:avLst>
                  <a:gd name="adj" fmla="val 50000"/>
                </a:avLst>
              </a:prstTxWarp>
              <a:normAutofit fontScale="30000"/>
            </a:bodyPr>
            <a:lstStyle/>
            <a:p>
              <a:pPr algn="ctr" fontAlgn="base"/>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r>
                <a:rPr lang="en-US" altLang="zh-CN"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2</a:t>
              </a:r>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r>
                <a:rPr lang="en-US" altLang="zh-CN"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 </a:t>
              </a:r>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若教室黑板上写一等于号</a:t>
              </a:r>
              <a:r>
                <a:rPr lang="en-US" altLang="zh-CN"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，在等号</a:t>
              </a:r>
              <a:endPar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 name="WordArt 74"/>
            <p:cNvSpPr>
              <a:spLocks noTextEdit="1"/>
            </p:cNvSpPr>
            <p:nvPr>
              <p:custDataLst>
                <p:tags r:id="rId6"/>
              </p:custDataLst>
            </p:nvPr>
          </p:nvSpPr>
          <p:spPr>
            <a:xfrm>
              <a:off x="843" y="8788"/>
              <a:ext cx="5477" cy="407"/>
            </a:xfrm>
            <a:prstGeom prst="rect">
              <a:avLst/>
            </a:prstGeom>
          </p:spPr>
          <p:txBody>
            <a:bodyPr wrap="none" fromWordArt="1">
              <a:prstTxWarp prst="textPlain">
                <a:avLst>
                  <a:gd name="adj" fmla="val 50000"/>
                </a:avLst>
              </a:prstTxWarp>
              <a:normAutofit fontScale="25000"/>
            </a:bodyPr>
            <a:lstStyle/>
            <a:p>
              <a:pPr algn="ctr" fontAlgn="base"/>
              <a:r>
                <a:rPr lang="zh-CN" altLang="en-US"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黑板</a:t>
              </a:r>
              <a:r>
                <a:rPr lang="en-US" altLang="zh-CN"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10m</a:t>
              </a:r>
              <a:r>
                <a:rPr lang="zh-CN" altLang="en-US"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sym typeface="+mn-ea"/>
                </a:rPr>
                <a:t>的学生</a:t>
              </a:r>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才不会</a:t>
              </a:r>
              <a:r>
                <a:rPr lang="zh-CN" altLang="en-US" sz="3600" b="1" strike="noStrike" noProof="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cs typeface="+mn-cs"/>
                </a:rPr>
                <a:t>因为衍射效应</a:t>
              </a:r>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3" name="WordArt 74"/>
            <p:cNvSpPr>
              <a:spLocks noTextEdit="1"/>
            </p:cNvSpPr>
            <p:nvPr>
              <p:custDataLst>
                <p:tags r:id="rId7"/>
              </p:custDataLst>
            </p:nvPr>
          </p:nvSpPr>
          <p:spPr>
            <a:xfrm>
              <a:off x="813" y="9593"/>
              <a:ext cx="4179" cy="407"/>
            </a:xfrm>
            <a:prstGeom prst="rect">
              <a:avLst/>
            </a:prstGeom>
          </p:spPr>
          <p:txBody>
            <a:bodyPr wrap="none" fromWordArt="1">
              <a:prstTxWarp prst="textPlain">
                <a:avLst>
                  <a:gd name="adj" fmla="val 50000"/>
                </a:avLst>
              </a:prstTxWarp>
              <a:normAutofit fontScale="30000"/>
            </a:bodyPr>
            <a:lstStyle/>
            <a:p>
              <a:pPr algn="ctr" fontAlgn="base"/>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将等于号</a:t>
              </a:r>
              <a:r>
                <a:rPr lang="en-US" altLang="zh-CN"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看成减号</a:t>
              </a:r>
              <a:r>
                <a:rPr lang="en-US" altLang="zh-CN"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r>
                <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28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grpSp>
      <p:sp>
        <p:nvSpPr>
          <p:cNvPr id="66684" name="Rectangle 61"/>
          <p:cNvSpPr/>
          <p:nvPr>
            <p:custDataLst>
              <p:tags r:id="rId1"/>
            </p:custDataLst>
          </p:nvPr>
        </p:nvSpPr>
        <p:spPr>
          <a:xfrm>
            <a:off x="4273550" y="3675063"/>
            <a:ext cx="4870450" cy="76200"/>
          </a:xfrm>
          <a:prstGeom prst="rect">
            <a:avLst/>
          </a:prstGeom>
          <a:solidFill>
            <a:schemeClr val="accent1"/>
          </a:solidFill>
          <a:ln w="9525" cap="flat" cmpd="sng">
            <a:solidFill>
              <a:schemeClr val="accent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aphicFrame>
        <p:nvGraphicFramePr>
          <p:cNvPr id="25" name="Object 2"/>
          <p:cNvGraphicFramePr>
            <a:graphicFrameLocks noChangeAspect="1"/>
          </p:cNvGraphicFramePr>
          <p:nvPr>
            <p:custDataLst>
              <p:tags r:id="rId2"/>
            </p:custDataLst>
          </p:nvPr>
        </p:nvGraphicFramePr>
        <p:xfrm>
          <a:off x="5033963" y="4148138"/>
          <a:ext cx="809625" cy="742950"/>
        </p:xfrm>
        <a:graphic>
          <a:graphicData uri="http://schemas.openxmlformats.org/presentationml/2006/ole">
            <mc:AlternateContent xmlns:mc="http://schemas.openxmlformats.org/markup-compatibility/2006">
              <mc:Choice xmlns:v="urn:schemas-microsoft-com:vml" Requires="v">
                <p:oleObj r:id="rId10" imgW="431800" imgH="393700" progId="Equation.3">
                  <p:embed/>
                </p:oleObj>
              </mc:Choice>
              <mc:Fallback>
                <p:oleObj r:id="rId10" imgW="431800" imgH="393700" progId="Equation.3">
                  <p:embed/>
                  <p:pic>
                    <p:nvPicPr>
                      <p:cNvPr id="0" name="图片 3169"/>
                      <p:cNvPicPr/>
                      <p:nvPr/>
                    </p:nvPicPr>
                    <p:blipFill>
                      <a:blip r:embed="rId11"/>
                      <a:stretch>
                        <a:fillRect/>
                      </a:stretch>
                    </p:blipFill>
                    <p:spPr>
                      <a:xfrm>
                        <a:off x="5033963" y="4148138"/>
                        <a:ext cx="809625" cy="742950"/>
                      </a:xfrm>
                      <a:prstGeom prst="rect">
                        <a:avLst/>
                      </a:prstGeom>
                      <a:noFill/>
                      <a:ln w="38100">
                        <a:noFill/>
                        <a:miter/>
                      </a:ln>
                    </p:spPr>
                  </p:pic>
                </p:oleObj>
              </mc:Fallback>
            </mc:AlternateContent>
          </a:graphicData>
        </a:graphic>
      </p:graphicFrame>
      <p:graphicFrame>
        <p:nvGraphicFramePr>
          <p:cNvPr id="27" name="Object 2"/>
          <p:cNvGraphicFramePr>
            <a:graphicFrameLocks noChangeAspect="1"/>
          </p:cNvGraphicFramePr>
          <p:nvPr>
            <p:custDataLst>
              <p:tags r:id="rId3"/>
            </p:custDataLst>
          </p:nvPr>
        </p:nvGraphicFramePr>
        <p:xfrm>
          <a:off x="5122863" y="5264150"/>
          <a:ext cx="3786187" cy="454025"/>
        </p:xfrm>
        <a:graphic>
          <a:graphicData uri="http://schemas.openxmlformats.org/presentationml/2006/ole">
            <mc:AlternateContent xmlns:mc="http://schemas.openxmlformats.org/markup-compatibility/2006">
              <mc:Choice xmlns:v="urn:schemas-microsoft-com:vml" Requires="v">
                <p:oleObj r:id="rId12" imgW="2019300" imgH="241300" progId="Equation.3">
                  <p:embed/>
                </p:oleObj>
              </mc:Choice>
              <mc:Fallback>
                <p:oleObj r:id="rId12" imgW="2019300" imgH="241300" progId="Equation.3">
                  <p:embed/>
                  <p:pic>
                    <p:nvPicPr>
                      <p:cNvPr id="0" name="图片 3170"/>
                      <p:cNvPicPr/>
                      <p:nvPr/>
                    </p:nvPicPr>
                    <p:blipFill>
                      <a:blip r:embed="rId13"/>
                      <a:stretch>
                        <a:fillRect/>
                      </a:stretch>
                    </p:blipFill>
                    <p:spPr>
                      <a:xfrm>
                        <a:off x="5122863" y="5264150"/>
                        <a:ext cx="3786187" cy="45402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par>
                                <p:cTn id="8" presetID="22" presetClass="entr" presetSubtype="1"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up)">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up)">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3583"/>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文本框 4"/>
          <p:cNvSpPr txBox="1"/>
          <p:nvPr>
            <p:custDataLst>
              <p:tags r:id="rId1"/>
            </p:custDataLst>
          </p:nvPr>
        </p:nvSpPr>
        <p:spPr>
          <a:xfrm>
            <a:off x="760413" y="1844675"/>
            <a:ext cx="5770562" cy="1198563"/>
          </a:xfrm>
          <a:prstGeom prst="rect">
            <a:avLst/>
          </a:prstGeom>
          <a:noFill/>
          <a:ln w="9525">
            <a:noFill/>
          </a:ln>
        </p:spPr>
        <p:txBody>
          <a:bodyPr wrap="square" anchor="t" anchorCtr="0">
            <a:spAutoFit/>
          </a:bodyPr>
          <a:lstStyle/>
          <a:p>
            <a:r>
              <a:rPr lang="zh-CN" altLang="zh-CN" sz="2400">
                <a:solidFill>
                  <a:srgbClr val="FF0000"/>
                </a:solidFill>
                <a:latin typeface="Arial" panose="020B0604020202020204" pitchFamily="34" charset="0"/>
                <a:ea typeface="宋体" panose="02010600030101010101" pitchFamily="2" charset="-122"/>
              </a:rPr>
              <a:t>课件例</a:t>
            </a:r>
            <a:r>
              <a:rPr lang="en-US" altLang="zh-CN" sz="2400">
                <a:solidFill>
                  <a:srgbClr val="FF0000"/>
                </a:solidFill>
                <a:latin typeface="Arial" panose="020B0604020202020204" pitchFamily="34" charset="0"/>
                <a:ea typeface="宋体" panose="02010600030101010101" pitchFamily="2" charset="-122"/>
              </a:rPr>
              <a:t>8</a:t>
            </a:r>
            <a:r>
              <a:rPr lang="zh-CN" altLang="en-US" sz="2400">
                <a:solidFill>
                  <a:srgbClr val="FF0000"/>
                </a:solidFill>
                <a:latin typeface="Arial" panose="020B0604020202020204" pitchFamily="34" charset="0"/>
                <a:ea typeface="宋体" panose="02010600030101010101" pitchFamily="2" charset="-122"/>
              </a:rPr>
              <a:t>，例</a:t>
            </a:r>
            <a:r>
              <a:rPr lang="en-US" altLang="zh-CN" sz="2400">
                <a:solidFill>
                  <a:srgbClr val="FF0000"/>
                </a:solidFill>
                <a:latin typeface="Arial" panose="020B0604020202020204" pitchFamily="34" charset="0"/>
                <a:ea typeface="宋体" panose="02010600030101010101" pitchFamily="2" charset="-122"/>
              </a:rPr>
              <a:t>9</a:t>
            </a:r>
            <a:r>
              <a:rPr lang="zh-CN" altLang="en-US" sz="2400">
                <a:solidFill>
                  <a:srgbClr val="FF0000"/>
                </a:solidFill>
                <a:latin typeface="Arial" panose="020B0604020202020204" pitchFamily="34" charset="0"/>
                <a:ea typeface="宋体" panose="02010600030101010101" pitchFamily="2" charset="-122"/>
              </a:rPr>
              <a:t>，课件课前测、讨论题</a:t>
            </a:r>
          </a:p>
          <a:p>
            <a:endParaRPr lang="en-US" altLang="zh-CN" sz="2400">
              <a:solidFill>
                <a:srgbClr val="FF0000"/>
              </a:solidFill>
              <a:latin typeface="Arial" panose="020B0604020202020204" pitchFamily="34" charset="0"/>
              <a:ea typeface="宋体" panose="02010600030101010101" pitchFamily="2" charset="-122"/>
            </a:endParaRPr>
          </a:p>
          <a:p>
            <a:r>
              <a:rPr lang="zh-CN" altLang="en-US" sz="2400">
                <a:solidFill>
                  <a:srgbClr val="FF0000"/>
                </a:solidFill>
                <a:latin typeface="Arial" panose="020B0604020202020204" pitchFamily="34" charset="0"/>
                <a:ea typeface="宋体" panose="02010600030101010101" pitchFamily="2" charset="-122"/>
              </a:rPr>
              <a:t>（今年必考，</a:t>
            </a:r>
            <a:r>
              <a:rPr lang="en-US" altLang="zh-CN" sz="2400">
                <a:solidFill>
                  <a:srgbClr val="FF0000"/>
                </a:solidFill>
                <a:latin typeface="Arial" panose="020B0604020202020204" pitchFamily="34" charset="0"/>
                <a:ea typeface="宋体" panose="02010600030101010101" pitchFamily="2" charset="-122"/>
              </a:rPr>
              <a:t>3</a:t>
            </a:r>
            <a:r>
              <a:rPr lang="zh-CN" altLang="en-US" sz="2400">
                <a:solidFill>
                  <a:srgbClr val="FF0000"/>
                </a:solidFill>
                <a:latin typeface="Arial" panose="020B0604020202020204" pitchFamily="34" charset="0"/>
                <a:ea typeface="宋体" panose="02010600030101010101" pitchFamily="2" charset="-122"/>
              </a:rPr>
              <a:t>分）</a:t>
            </a:r>
          </a:p>
        </p:txBody>
      </p:sp>
      <p:sp>
        <p:nvSpPr>
          <p:cNvPr id="50178" name="文本框 5"/>
          <p:cNvSpPr txBox="1"/>
          <p:nvPr>
            <p:custDataLst>
              <p:tags r:id="rId2"/>
            </p:custDataLst>
          </p:nvPr>
        </p:nvSpPr>
        <p:spPr>
          <a:xfrm>
            <a:off x="1187450" y="765175"/>
            <a:ext cx="5343525" cy="520700"/>
          </a:xfrm>
          <a:prstGeom prst="rect">
            <a:avLst/>
          </a:prstGeom>
          <a:noFill/>
          <a:ln w="9525">
            <a:noFill/>
          </a:ln>
        </p:spPr>
        <p:txBody>
          <a:bodyPr wrap="square" anchor="t" anchorCtr="0">
            <a:spAutoFit/>
          </a:bodyPr>
          <a:lstStyle/>
          <a:p>
            <a:r>
              <a:rPr lang="zh-CN" altLang="en-US" sz="2800">
                <a:solidFill>
                  <a:srgbClr val="FF0000"/>
                </a:solidFill>
                <a:latin typeface="Arial" panose="020B0604020202020204" pitchFamily="34" charset="0"/>
                <a:ea typeface="宋体" panose="02010600030101010101" pitchFamily="2" charset="-122"/>
              </a:rPr>
              <a:t>圆孔夫琅禾费衍射课件复习重点</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descr="羊皮纸"/>
          <p:cNvSpPr/>
          <p:nvPr/>
        </p:nvSpPr>
        <p:spPr>
          <a:xfrm>
            <a:off x="0" y="0"/>
            <a:ext cx="9144000" cy="641350"/>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51202" name="Group 19"/>
          <p:cNvGrpSpPr/>
          <p:nvPr/>
        </p:nvGrpSpPr>
        <p:grpSpPr>
          <a:xfrm>
            <a:off x="4714875" y="442913"/>
            <a:ext cx="4429125" cy="2894012"/>
            <a:chOff x="2588" y="0"/>
            <a:chExt cx="3172" cy="2052"/>
          </a:xfrm>
        </p:grpSpPr>
        <p:sp>
          <p:nvSpPr>
            <p:cNvPr id="51203" name="Line 20"/>
            <p:cNvSpPr>
              <a:spLocks noChangeAspect="1"/>
            </p:cNvSpPr>
            <p:nvPr/>
          </p:nvSpPr>
          <p:spPr>
            <a:xfrm>
              <a:off x="5313" y="75"/>
              <a:ext cx="0" cy="1562"/>
            </a:xfrm>
            <a:prstGeom prst="line">
              <a:avLst/>
            </a:prstGeom>
            <a:ln w="57150" cap="flat" cmpd="sng">
              <a:solidFill>
                <a:schemeClr val="tx1"/>
              </a:solidFill>
              <a:prstDash val="solid"/>
              <a:round/>
              <a:headEnd type="none" w="med" len="med"/>
              <a:tailEnd type="none" w="med" len="med"/>
            </a:ln>
          </p:spPr>
        </p:sp>
        <p:grpSp>
          <p:nvGrpSpPr>
            <p:cNvPr id="51204" name="Group 21"/>
            <p:cNvGrpSpPr>
              <a:grpSpLocks noChangeAspect="1"/>
            </p:cNvGrpSpPr>
            <p:nvPr/>
          </p:nvGrpSpPr>
          <p:grpSpPr>
            <a:xfrm>
              <a:off x="3459" y="122"/>
              <a:ext cx="149" cy="1526"/>
              <a:chOff x="2302" y="1083"/>
              <a:chExt cx="271" cy="2824"/>
            </a:xfrm>
          </p:grpSpPr>
          <p:sp>
            <p:nvSpPr>
              <p:cNvPr id="51205" name="Oval 22"/>
              <p:cNvSpPr>
                <a:spLocks noChangeAspect="1"/>
              </p:cNvSpPr>
              <p:nvPr/>
            </p:nvSpPr>
            <p:spPr>
              <a:xfrm>
                <a:off x="2302" y="1083"/>
                <a:ext cx="271" cy="2824"/>
              </a:xfrm>
              <a:prstGeom prst="ellipse">
                <a:avLst/>
              </a:prstGeom>
              <a:gradFill rotWithShape="0">
                <a:gsLst>
                  <a:gs pos="0">
                    <a:srgbClr val="66FFFF"/>
                  </a:gs>
                  <a:gs pos="100000">
                    <a:srgbClr val="99CCFF"/>
                  </a:gs>
                </a:gsLst>
                <a:lin ang="2700000" scaled="1"/>
                <a:tileRect/>
              </a:gradFill>
              <a:ln w="9525" cap="flat" cmpd="sng">
                <a:solidFill>
                  <a:srgbClr val="004488"/>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06" name="Rectangle 23"/>
              <p:cNvSpPr>
                <a:spLocks noChangeAspect="1"/>
              </p:cNvSpPr>
              <p:nvPr/>
            </p:nvSpPr>
            <p:spPr>
              <a:xfrm>
                <a:off x="2417" y="1096"/>
                <a:ext cx="56" cy="2778"/>
              </a:xfrm>
              <a:prstGeom prst="rect">
                <a:avLst/>
              </a:prstGeom>
              <a:solidFill>
                <a:srgbClr val="CCFFFF"/>
              </a:solidFill>
              <a:ln w="9525" cap="flat" cmpd="sng">
                <a:solidFill>
                  <a:srgbClr val="99CC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51207" name="Line 24"/>
            <p:cNvSpPr>
              <a:spLocks noChangeAspect="1"/>
            </p:cNvSpPr>
            <p:nvPr/>
          </p:nvSpPr>
          <p:spPr>
            <a:xfrm>
              <a:off x="3032" y="291"/>
              <a:ext cx="454" cy="141"/>
            </a:xfrm>
            <a:prstGeom prst="line">
              <a:avLst/>
            </a:prstGeom>
            <a:ln w="28575" cap="flat" cmpd="sng">
              <a:solidFill>
                <a:srgbClr val="FF0000"/>
              </a:solidFill>
              <a:prstDash val="solid"/>
              <a:round/>
              <a:headEnd type="none" w="med" len="med"/>
              <a:tailEnd type="none" w="med" len="med"/>
            </a:ln>
          </p:spPr>
        </p:sp>
        <p:sp>
          <p:nvSpPr>
            <p:cNvPr id="51208" name="Line 25"/>
            <p:cNvSpPr>
              <a:spLocks noChangeAspect="1"/>
            </p:cNvSpPr>
            <p:nvPr/>
          </p:nvSpPr>
          <p:spPr>
            <a:xfrm>
              <a:off x="3029" y="721"/>
              <a:ext cx="2285" cy="695"/>
            </a:xfrm>
            <a:prstGeom prst="line">
              <a:avLst/>
            </a:prstGeom>
            <a:ln w="28575" cap="flat" cmpd="sng">
              <a:solidFill>
                <a:srgbClr val="FF0000"/>
              </a:solidFill>
              <a:prstDash val="solid"/>
              <a:round/>
              <a:headEnd type="none" w="med" len="med"/>
              <a:tailEnd type="none" w="med" len="med"/>
            </a:ln>
          </p:spPr>
        </p:sp>
        <p:sp>
          <p:nvSpPr>
            <p:cNvPr id="51209" name="Line 26"/>
            <p:cNvSpPr>
              <a:spLocks noChangeAspect="1"/>
            </p:cNvSpPr>
            <p:nvPr/>
          </p:nvSpPr>
          <p:spPr>
            <a:xfrm>
              <a:off x="3482" y="429"/>
              <a:ext cx="1838" cy="989"/>
            </a:xfrm>
            <a:prstGeom prst="line">
              <a:avLst/>
            </a:prstGeom>
            <a:ln w="28575" cap="flat" cmpd="sng">
              <a:solidFill>
                <a:srgbClr val="FF0000"/>
              </a:solidFill>
              <a:prstDash val="solid"/>
              <a:round/>
              <a:headEnd type="none" w="med" len="med"/>
              <a:tailEnd type="none" w="med" len="med"/>
            </a:ln>
          </p:spPr>
        </p:sp>
        <p:sp>
          <p:nvSpPr>
            <p:cNvPr id="51210" name="Line 27"/>
            <p:cNvSpPr>
              <a:spLocks noChangeAspect="1"/>
            </p:cNvSpPr>
            <p:nvPr/>
          </p:nvSpPr>
          <p:spPr>
            <a:xfrm>
              <a:off x="3488" y="1321"/>
              <a:ext cx="1832" cy="97"/>
            </a:xfrm>
            <a:prstGeom prst="line">
              <a:avLst/>
            </a:prstGeom>
            <a:ln w="28575" cap="flat" cmpd="sng">
              <a:solidFill>
                <a:srgbClr val="FF0000"/>
              </a:solidFill>
              <a:prstDash val="solid"/>
              <a:round/>
              <a:headEnd type="none" w="med" len="med"/>
              <a:tailEnd type="none" w="med" len="med"/>
            </a:ln>
          </p:spPr>
        </p:sp>
        <p:sp>
          <p:nvSpPr>
            <p:cNvPr id="51211" name="Line 28"/>
            <p:cNvSpPr>
              <a:spLocks noChangeAspect="1"/>
            </p:cNvSpPr>
            <p:nvPr/>
          </p:nvSpPr>
          <p:spPr>
            <a:xfrm flipV="1">
              <a:off x="3035" y="302"/>
              <a:ext cx="78" cy="224"/>
            </a:xfrm>
            <a:prstGeom prst="line">
              <a:avLst/>
            </a:prstGeom>
            <a:ln w="19050" cap="flat" cmpd="sng">
              <a:solidFill>
                <a:srgbClr val="008000"/>
              </a:solidFill>
              <a:prstDash val="dash"/>
              <a:round/>
              <a:headEnd type="none" w="med" len="med"/>
              <a:tailEnd type="none" w="med" len="med"/>
            </a:ln>
          </p:spPr>
        </p:sp>
        <p:sp>
          <p:nvSpPr>
            <p:cNvPr id="51212" name="Line 29"/>
            <p:cNvSpPr>
              <a:spLocks noChangeAspect="1"/>
            </p:cNvSpPr>
            <p:nvPr/>
          </p:nvSpPr>
          <p:spPr>
            <a:xfrm>
              <a:off x="2606" y="886"/>
              <a:ext cx="2893" cy="0"/>
            </a:xfrm>
            <a:prstGeom prst="line">
              <a:avLst/>
            </a:prstGeom>
            <a:ln w="28575" cap="flat" cmpd="sng">
              <a:solidFill>
                <a:schemeClr val="tx1"/>
              </a:solidFill>
              <a:prstDash val="dashDot"/>
              <a:round/>
              <a:headEnd type="none" w="med" len="med"/>
              <a:tailEnd type="none" w="med" len="med"/>
            </a:ln>
          </p:spPr>
        </p:sp>
        <p:sp>
          <p:nvSpPr>
            <p:cNvPr id="51213" name="Line 30"/>
            <p:cNvSpPr>
              <a:spLocks noChangeAspect="1"/>
            </p:cNvSpPr>
            <p:nvPr/>
          </p:nvSpPr>
          <p:spPr>
            <a:xfrm>
              <a:off x="3030" y="1174"/>
              <a:ext cx="453" cy="140"/>
            </a:xfrm>
            <a:prstGeom prst="line">
              <a:avLst/>
            </a:prstGeom>
            <a:ln w="28575" cap="flat" cmpd="sng">
              <a:solidFill>
                <a:srgbClr val="FF0000"/>
              </a:solidFill>
              <a:prstDash val="solid"/>
              <a:round/>
              <a:headEnd type="none" w="med" len="med"/>
              <a:tailEnd type="none" w="med" len="med"/>
            </a:ln>
          </p:spPr>
        </p:sp>
        <p:sp>
          <p:nvSpPr>
            <p:cNvPr id="51214" name="Line 31"/>
            <p:cNvSpPr>
              <a:spLocks noChangeAspect="1"/>
            </p:cNvSpPr>
            <p:nvPr/>
          </p:nvSpPr>
          <p:spPr>
            <a:xfrm>
              <a:off x="3066" y="421"/>
              <a:ext cx="106" cy="30"/>
            </a:xfrm>
            <a:prstGeom prst="line">
              <a:avLst/>
            </a:prstGeom>
            <a:ln w="9525" cap="flat" cmpd="sng">
              <a:solidFill>
                <a:schemeClr val="tx1"/>
              </a:solidFill>
              <a:prstDash val="solid"/>
              <a:round/>
              <a:headEnd type="none" w="med" len="med"/>
              <a:tailEnd type="none" w="med" len="med"/>
            </a:ln>
          </p:spPr>
        </p:sp>
        <p:sp>
          <p:nvSpPr>
            <p:cNvPr id="51215" name="Line 32"/>
            <p:cNvSpPr>
              <a:spLocks noChangeAspect="1"/>
            </p:cNvSpPr>
            <p:nvPr/>
          </p:nvSpPr>
          <p:spPr>
            <a:xfrm rot="5400000">
              <a:off x="3121" y="357"/>
              <a:ext cx="104" cy="43"/>
            </a:xfrm>
            <a:prstGeom prst="line">
              <a:avLst/>
            </a:prstGeom>
            <a:ln w="9525" cap="flat" cmpd="sng">
              <a:solidFill>
                <a:schemeClr val="tx1"/>
              </a:solidFill>
              <a:prstDash val="solid"/>
              <a:round/>
              <a:headEnd type="none" w="med" len="med"/>
              <a:tailEnd type="none" w="med" len="med"/>
            </a:ln>
          </p:spPr>
        </p:sp>
        <p:sp>
          <p:nvSpPr>
            <p:cNvPr id="51216" name="Arc 33"/>
            <p:cNvSpPr>
              <a:spLocks noChangeAspect="1"/>
            </p:cNvSpPr>
            <p:nvPr/>
          </p:nvSpPr>
          <p:spPr>
            <a:xfrm>
              <a:off x="3892" y="882"/>
              <a:ext cx="81" cy="129"/>
            </a:xfrm>
            <a:custGeom>
              <a:avLst/>
              <a:gdLst/>
              <a:ahLst/>
              <a:cxnLst>
                <a:cxn ang="0">
                  <a:pos x="0" y="0"/>
                </a:cxn>
                <a:cxn ang="0">
                  <a:pos x="0" y="0"/>
                </a:cxn>
                <a:cxn ang="0">
                  <a:pos x="0" y="0"/>
                </a:cxn>
              </a:cxnLst>
              <a:rect l="0" t="0" r="0" b="0"/>
              <a:pathLst>
                <a:path w="21600" h="32215" fill="none">
                  <a:moveTo>
                    <a:pt x="18234" y="0"/>
                  </a:moveTo>
                  <a:cubicBezTo>
                    <a:pt x="20432" y="3461"/>
                    <a:pt x="21600" y="7477"/>
                    <a:pt x="21600" y="11578"/>
                  </a:cubicBezTo>
                  <a:cubicBezTo>
                    <a:pt x="21600" y="21050"/>
                    <a:pt x="15427" y="29418"/>
                    <a:pt x="6377" y="32215"/>
                  </a:cubicBezTo>
                </a:path>
                <a:path w="21600" h="32215" stroke="0">
                  <a:moveTo>
                    <a:pt x="18234" y="0"/>
                  </a:moveTo>
                  <a:cubicBezTo>
                    <a:pt x="20432" y="3461"/>
                    <a:pt x="21600" y="7477"/>
                    <a:pt x="21600" y="11578"/>
                  </a:cubicBezTo>
                  <a:cubicBezTo>
                    <a:pt x="21600" y="21050"/>
                    <a:pt x="15427" y="29418"/>
                    <a:pt x="6377" y="32215"/>
                  </a:cubicBezTo>
                  <a:lnTo>
                    <a:pt x="0" y="11578"/>
                  </a:lnTo>
                  <a:lnTo>
                    <a:pt x="18234" y="0"/>
                  </a:lnTo>
                  <a:close/>
                </a:path>
              </a:pathLst>
            </a:custGeom>
            <a:noFill/>
            <a:ln w="38100" cap="flat" cmpd="sng">
              <a:solidFill>
                <a:srgbClr val="006600"/>
              </a:solidFill>
              <a:prstDash val="solid"/>
              <a:round/>
              <a:headEnd type="none" w="med" len="med"/>
              <a:tailEnd type="none" w="med" len="med"/>
            </a:ln>
          </p:spPr>
          <p:txBody>
            <a:bodyPr/>
            <a:lstStyle/>
            <a:p>
              <a:endParaRPr lang="zh-CN" altLang="en-US"/>
            </a:p>
          </p:txBody>
        </p:sp>
        <p:sp>
          <p:nvSpPr>
            <p:cNvPr id="51217" name="Arc 34"/>
            <p:cNvSpPr>
              <a:spLocks noChangeAspect="1"/>
            </p:cNvSpPr>
            <p:nvPr/>
          </p:nvSpPr>
          <p:spPr>
            <a:xfrm rot="10120351" flipH="1">
              <a:off x="2973" y="432"/>
              <a:ext cx="99" cy="103"/>
            </a:xfrm>
            <a:custGeom>
              <a:avLst/>
              <a:gdLst/>
              <a:ahLst/>
              <a:cxnLst>
                <a:cxn ang="0">
                  <a:pos x="0" y="0"/>
                </a:cxn>
                <a:cxn ang="0">
                  <a:pos x="0" y="0"/>
                </a:cxn>
                <a:cxn ang="0">
                  <a:pos x="0" y="0"/>
                </a:cxn>
              </a:cxnLst>
              <a:rect l="0" t="0" r="0" b="0"/>
              <a:pathLst>
                <a:path w="16167" h="20637" fill="none">
                  <a:moveTo>
                    <a:pt x="16167" y="14324"/>
                  </a:moveTo>
                  <a:cubicBezTo>
                    <a:pt x="13543" y="17285"/>
                    <a:pt x="10157" y="19469"/>
                    <a:pt x="6377" y="20637"/>
                  </a:cubicBezTo>
                </a:path>
                <a:path w="16167" h="20637" stroke="0">
                  <a:moveTo>
                    <a:pt x="16167" y="14324"/>
                  </a:moveTo>
                  <a:cubicBezTo>
                    <a:pt x="13543" y="17285"/>
                    <a:pt x="10157" y="19469"/>
                    <a:pt x="6377" y="20637"/>
                  </a:cubicBezTo>
                  <a:lnTo>
                    <a:pt x="0" y="0"/>
                  </a:lnTo>
                  <a:lnTo>
                    <a:pt x="16167" y="14324"/>
                  </a:lnTo>
                  <a:close/>
                </a:path>
              </a:pathLst>
            </a:custGeom>
            <a:noFill/>
            <a:ln w="38100" cap="flat" cmpd="sng">
              <a:solidFill>
                <a:srgbClr val="008000"/>
              </a:solidFill>
              <a:prstDash val="solid"/>
              <a:round/>
              <a:headEnd type="none" w="med" len="med"/>
              <a:tailEnd type="none" w="med" len="med"/>
            </a:ln>
          </p:spPr>
          <p:txBody>
            <a:bodyPr/>
            <a:lstStyle/>
            <a:p>
              <a:endParaRPr lang="zh-CN" altLang="en-US"/>
            </a:p>
          </p:txBody>
        </p:sp>
        <p:sp>
          <p:nvSpPr>
            <p:cNvPr id="22550" name="WordArt 35"/>
            <p:cNvSpPr>
              <a:spLocks noChangeAspect="1" noTextEdit="1"/>
            </p:cNvSpPr>
            <p:nvPr/>
          </p:nvSpPr>
          <p:spPr>
            <a:xfrm>
              <a:off x="4347" y="1536"/>
              <a:ext cx="102" cy="124"/>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f</a:t>
              </a:r>
              <a:endParaRPr lang="zh-CN" altLang="en-US" sz="3600"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22551" name="WordArt 36"/>
            <p:cNvSpPr>
              <a:spLocks noChangeAspect="1" noTextEdit="1"/>
            </p:cNvSpPr>
            <p:nvPr/>
          </p:nvSpPr>
          <p:spPr>
            <a:xfrm>
              <a:off x="5354" y="1368"/>
              <a:ext cx="105" cy="113"/>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b="1"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P</a:t>
              </a:r>
              <a:endParaRPr lang="zh-CN" altLang="en-US" sz="3600" b="1"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22552" name="WordArt 37"/>
            <p:cNvSpPr>
              <a:spLocks noChangeAspect="1" noTextEdit="1"/>
            </p:cNvSpPr>
            <p:nvPr/>
          </p:nvSpPr>
          <p:spPr>
            <a:xfrm>
              <a:off x="5359" y="756"/>
              <a:ext cx="69" cy="100"/>
            </a:xfrm>
            <a:prstGeom prst="rect">
              <a:avLst/>
            </a:prstGeom>
          </p:spPr>
          <p:txBody>
            <a:bodyPr wrap="none" fromWordArt="1">
              <a:prstTxWarp prst="textPlain">
                <a:avLst>
                  <a:gd name="adj" fmla="val 50000"/>
                </a:avLst>
              </a:prstTxWarp>
              <a:normAutofit fontScale="55000" lnSpcReduction="20000"/>
            </a:bodyPr>
            <a:lstStyle/>
            <a:p>
              <a:pPr algn="ctr" fontAlgn="base"/>
              <a:r>
                <a:rPr lang="zh-CN" altLang="en-US" sz="800" i="1" strike="noStrike" noProof="1">
                  <a:ln w="9525" cap="flat" cmpd="sng">
                    <a:solidFill>
                      <a:srgbClr val="000000"/>
                    </a:solidFill>
                    <a:prstDash val="solid"/>
                    <a:round/>
                    <a:headEnd type="none" w="med" len="med"/>
                    <a:tailEnd type="none" w="med" len="med"/>
                  </a:ln>
                  <a:solidFill>
                    <a:srgbClr val="000000"/>
                  </a:solidFill>
                  <a:latin typeface="Times New Roman" panose="02020603050405020304" pitchFamily="18" charset="0"/>
                  <a:ea typeface="Times New Roman" panose="02020603050405020304" pitchFamily="18" charset="0"/>
                  <a:cs typeface="+mn-cs"/>
                </a:rPr>
                <a:t>O</a:t>
              </a:r>
              <a:endParaRPr lang="zh-CN" altLang="en-US" sz="800" i="1" strike="noStrike" noProof="1">
                <a:ln w="9525" cap="flat" cmpd="sng">
                  <a:solidFill>
                    <a:srgbClr val="000000"/>
                  </a:solidFill>
                  <a:prstDash val="solid"/>
                  <a:round/>
                  <a:headEnd type="none" w="med" len="med"/>
                  <a:tailEnd type="none" w="med" len="med"/>
                </a:ln>
                <a:solidFill>
                  <a:srgbClr val="000000"/>
                </a:solidFill>
                <a:latin typeface="Times New Roman" panose="02020603050405020304" pitchFamily="18" charset="0"/>
                <a:ea typeface="Times New Roman" panose="02020603050405020304" pitchFamily="18" charset="0"/>
              </a:endParaRPr>
            </a:p>
          </p:txBody>
        </p:sp>
        <p:sp>
          <p:nvSpPr>
            <p:cNvPr id="22553" name="WordArt 38"/>
            <p:cNvSpPr>
              <a:spLocks noChangeAspect="1" noTextEdit="1"/>
            </p:cNvSpPr>
            <p:nvPr/>
          </p:nvSpPr>
          <p:spPr>
            <a:xfrm>
              <a:off x="3043" y="1226"/>
              <a:ext cx="76" cy="95"/>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i="1" strike="noStrike" noProof="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i="1" strike="noStrike" noProof="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22554" name="WordArt 39"/>
            <p:cNvSpPr>
              <a:spLocks noChangeAspect="1" noTextEdit="1"/>
            </p:cNvSpPr>
            <p:nvPr/>
          </p:nvSpPr>
          <p:spPr>
            <a:xfrm>
              <a:off x="4032" y="907"/>
              <a:ext cx="76" cy="96"/>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i="1" strike="noStrike" noProof="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i="1" strike="noStrike" noProof="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sp>
          <p:nvSpPr>
            <p:cNvPr id="51223" name="Line 40"/>
            <p:cNvSpPr>
              <a:spLocks noChangeAspect="1"/>
            </p:cNvSpPr>
            <p:nvPr/>
          </p:nvSpPr>
          <p:spPr>
            <a:xfrm>
              <a:off x="3031" y="287"/>
              <a:ext cx="68" cy="27"/>
            </a:xfrm>
            <a:prstGeom prst="line">
              <a:avLst/>
            </a:prstGeom>
            <a:ln w="57150" cap="flat" cmpd="sng">
              <a:solidFill>
                <a:schemeClr val="accent1"/>
              </a:solidFill>
              <a:prstDash val="solid"/>
              <a:round/>
              <a:headEnd type="none" w="med" len="med"/>
              <a:tailEnd type="none" w="med" len="med"/>
            </a:ln>
          </p:spPr>
        </p:sp>
        <p:sp>
          <p:nvSpPr>
            <p:cNvPr id="51224" name="Line 41"/>
            <p:cNvSpPr>
              <a:spLocks noChangeAspect="1"/>
            </p:cNvSpPr>
            <p:nvPr/>
          </p:nvSpPr>
          <p:spPr>
            <a:xfrm>
              <a:off x="4568" y="1600"/>
              <a:ext cx="738" cy="0"/>
            </a:xfrm>
            <a:prstGeom prst="line">
              <a:avLst/>
            </a:prstGeom>
            <a:ln w="38100" cap="flat" cmpd="sng">
              <a:solidFill>
                <a:schemeClr val="tx1"/>
              </a:solidFill>
              <a:prstDash val="solid"/>
              <a:round/>
              <a:headEnd type="none" w="med" len="med"/>
              <a:tailEnd type="triangle" w="sm" len="lg"/>
            </a:ln>
          </p:spPr>
        </p:sp>
        <p:sp>
          <p:nvSpPr>
            <p:cNvPr id="51225" name="Line 42"/>
            <p:cNvSpPr>
              <a:spLocks noChangeAspect="1"/>
            </p:cNvSpPr>
            <p:nvPr/>
          </p:nvSpPr>
          <p:spPr>
            <a:xfrm flipH="1">
              <a:off x="3579" y="1598"/>
              <a:ext cx="738" cy="0"/>
            </a:xfrm>
            <a:prstGeom prst="line">
              <a:avLst/>
            </a:prstGeom>
            <a:ln w="38100" cap="flat" cmpd="sng">
              <a:solidFill>
                <a:schemeClr val="tx1"/>
              </a:solidFill>
              <a:prstDash val="solid"/>
              <a:round/>
              <a:headEnd type="none" w="med" len="med"/>
              <a:tailEnd type="triangle" w="sm" len="lg"/>
            </a:ln>
          </p:spPr>
        </p:sp>
        <p:sp>
          <p:nvSpPr>
            <p:cNvPr id="51226" name="Line 43"/>
            <p:cNvSpPr>
              <a:spLocks noChangeAspect="1"/>
            </p:cNvSpPr>
            <p:nvPr/>
          </p:nvSpPr>
          <p:spPr>
            <a:xfrm>
              <a:off x="3270" y="367"/>
              <a:ext cx="112" cy="30"/>
            </a:xfrm>
            <a:prstGeom prst="line">
              <a:avLst/>
            </a:prstGeom>
            <a:ln w="38100" cap="flat" cmpd="sng">
              <a:solidFill>
                <a:srgbClr val="FF3300"/>
              </a:solidFill>
              <a:prstDash val="solid"/>
              <a:round/>
              <a:headEnd type="none" w="med" len="med"/>
              <a:tailEnd type="triangle" w="sm" len="lg"/>
            </a:ln>
          </p:spPr>
        </p:sp>
        <p:sp>
          <p:nvSpPr>
            <p:cNvPr id="51227" name="Line 44"/>
            <p:cNvSpPr>
              <a:spLocks noChangeAspect="1"/>
            </p:cNvSpPr>
            <p:nvPr/>
          </p:nvSpPr>
          <p:spPr>
            <a:xfrm>
              <a:off x="3218" y="1232"/>
              <a:ext cx="111" cy="30"/>
            </a:xfrm>
            <a:prstGeom prst="line">
              <a:avLst/>
            </a:prstGeom>
            <a:ln w="57150" cap="flat" cmpd="sng">
              <a:solidFill>
                <a:srgbClr val="FF3300"/>
              </a:solidFill>
              <a:prstDash val="solid"/>
              <a:round/>
              <a:headEnd type="none" w="med" len="med"/>
              <a:tailEnd type="triangle" w="sm" len="lg"/>
            </a:ln>
          </p:spPr>
        </p:sp>
        <p:sp>
          <p:nvSpPr>
            <p:cNvPr id="51228" name="Line 45"/>
            <p:cNvSpPr>
              <a:spLocks noChangeAspect="1"/>
            </p:cNvSpPr>
            <p:nvPr/>
          </p:nvSpPr>
          <p:spPr>
            <a:xfrm>
              <a:off x="3226" y="778"/>
              <a:ext cx="112" cy="31"/>
            </a:xfrm>
            <a:prstGeom prst="line">
              <a:avLst/>
            </a:prstGeom>
            <a:ln w="38100" cap="flat" cmpd="sng">
              <a:solidFill>
                <a:srgbClr val="FF3300"/>
              </a:solidFill>
              <a:prstDash val="solid"/>
              <a:round/>
              <a:headEnd type="none" w="med" len="med"/>
              <a:tailEnd type="triangle" w="sm" len="lg"/>
            </a:ln>
          </p:spPr>
        </p:sp>
        <p:grpSp>
          <p:nvGrpSpPr>
            <p:cNvPr id="51229" name="Group 46"/>
            <p:cNvGrpSpPr>
              <a:grpSpLocks noChangeAspect="1"/>
            </p:cNvGrpSpPr>
            <p:nvPr/>
          </p:nvGrpSpPr>
          <p:grpSpPr>
            <a:xfrm>
              <a:off x="5455" y="0"/>
              <a:ext cx="298" cy="1921"/>
              <a:chOff x="5410" y="272"/>
              <a:chExt cx="359" cy="2573"/>
            </a:xfrm>
          </p:grpSpPr>
          <p:sp>
            <p:nvSpPr>
              <p:cNvPr id="51230" name="Rectangle 47"/>
              <p:cNvSpPr>
                <a:spLocks noChangeAspect="1"/>
              </p:cNvSpPr>
              <p:nvPr/>
            </p:nvSpPr>
            <p:spPr>
              <a:xfrm rot="5400000">
                <a:off x="4291" y="1376"/>
                <a:ext cx="2573" cy="338"/>
              </a:xfrm>
              <a:prstGeom prst="rect">
                <a:avLst/>
              </a:prstGeom>
              <a:gradFill rotWithShape="1">
                <a:gsLst>
                  <a:gs pos="0">
                    <a:srgbClr val="000000"/>
                  </a:gs>
                  <a:gs pos="50000">
                    <a:srgbClr val="5F5F5F"/>
                  </a:gs>
                  <a:gs pos="100000">
                    <a:srgbClr val="000000"/>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31" name="Line 48"/>
              <p:cNvSpPr>
                <a:spLocks noChangeAspect="1"/>
              </p:cNvSpPr>
              <p:nvPr/>
            </p:nvSpPr>
            <p:spPr>
              <a:xfrm rot="5400000">
                <a:off x="5599" y="1992"/>
                <a:ext cx="0" cy="340"/>
              </a:xfrm>
              <a:prstGeom prst="line">
                <a:avLst/>
              </a:prstGeom>
              <a:ln w="38100" cap="flat" cmpd="sng">
                <a:solidFill>
                  <a:srgbClr val="FFABAB"/>
                </a:solidFill>
                <a:prstDash val="solid"/>
                <a:round/>
                <a:headEnd type="none" w="med" len="med"/>
                <a:tailEnd type="none" w="med" len="med"/>
              </a:ln>
            </p:spPr>
          </p:sp>
          <p:sp>
            <p:nvSpPr>
              <p:cNvPr id="51232" name="Rectangle 49"/>
              <p:cNvSpPr>
                <a:spLocks noChangeAspect="1"/>
              </p:cNvSpPr>
              <p:nvPr/>
            </p:nvSpPr>
            <p:spPr>
              <a:xfrm rot="5400000">
                <a:off x="5567" y="1284"/>
                <a:ext cx="36" cy="350"/>
              </a:xfrm>
              <a:prstGeom prst="rect">
                <a:avLst/>
              </a:prstGeom>
              <a:solidFill>
                <a:srgbClr val="FFB7B7"/>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33" name="Rectangle 50"/>
              <p:cNvSpPr>
                <a:spLocks noChangeAspect="1"/>
              </p:cNvSpPr>
              <p:nvPr/>
            </p:nvSpPr>
            <p:spPr>
              <a:xfrm rot="5400000">
                <a:off x="5557" y="483"/>
                <a:ext cx="29" cy="350"/>
              </a:xfrm>
              <a:prstGeom prst="rect">
                <a:avLst/>
              </a:prstGeom>
              <a:solidFill>
                <a:srgbClr val="FFB7B7"/>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nvGrpSpPr>
            <p:cNvPr id="51234" name="Group 51"/>
            <p:cNvGrpSpPr>
              <a:grpSpLocks noChangeAspect="1"/>
            </p:cNvGrpSpPr>
            <p:nvPr/>
          </p:nvGrpSpPr>
          <p:grpSpPr>
            <a:xfrm>
              <a:off x="2588" y="166"/>
              <a:ext cx="458" cy="1503"/>
              <a:chOff x="1071" y="769"/>
              <a:chExt cx="552" cy="2012"/>
            </a:xfrm>
          </p:grpSpPr>
          <p:sp>
            <p:nvSpPr>
              <p:cNvPr id="51235" name="Rectangle 52"/>
              <p:cNvSpPr>
                <a:spLocks noChangeAspect="1"/>
              </p:cNvSpPr>
              <p:nvPr/>
            </p:nvSpPr>
            <p:spPr>
              <a:xfrm>
                <a:off x="1549" y="1698"/>
                <a:ext cx="67" cy="294"/>
              </a:xfrm>
              <a:prstGeom prst="rect">
                <a:avLst/>
              </a:prstGeom>
              <a:solidFill>
                <a:srgbClr val="F8F8F8"/>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36" name="Rectangle 53"/>
              <p:cNvSpPr>
                <a:spLocks noChangeAspect="1"/>
              </p:cNvSpPr>
              <p:nvPr/>
            </p:nvSpPr>
            <p:spPr>
              <a:xfrm>
                <a:off x="1545" y="1065"/>
                <a:ext cx="67" cy="294"/>
              </a:xfrm>
              <a:prstGeom prst="rect">
                <a:avLst/>
              </a:prstGeom>
              <a:solidFill>
                <a:srgbClr val="F8F8F8"/>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37" name="Rectangle 54"/>
              <p:cNvSpPr>
                <a:spLocks noChangeAspect="1"/>
              </p:cNvSpPr>
              <p:nvPr/>
            </p:nvSpPr>
            <p:spPr>
              <a:xfrm>
                <a:off x="1556" y="2319"/>
                <a:ext cx="67" cy="294"/>
              </a:xfrm>
              <a:prstGeom prst="rect">
                <a:avLst/>
              </a:prstGeom>
              <a:solidFill>
                <a:srgbClr val="F8F8F8"/>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38" name="Line 55"/>
              <p:cNvSpPr>
                <a:spLocks noChangeAspect="1"/>
              </p:cNvSpPr>
              <p:nvPr/>
            </p:nvSpPr>
            <p:spPr>
              <a:xfrm>
                <a:off x="1599" y="1206"/>
                <a:ext cx="6" cy="173"/>
              </a:xfrm>
              <a:prstGeom prst="line">
                <a:avLst/>
              </a:prstGeom>
              <a:ln w="28575" cap="rnd" cmpd="sng">
                <a:solidFill>
                  <a:srgbClr val="FF3300"/>
                </a:solidFill>
                <a:prstDash val="sysDot"/>
                <a:round/>
                <a:headEnd type="none" w="med" len="med"/>
                <a:tailEnd type="none" w="med" len="med"/>
              </a:ln>
            </p:spPr>
          </p:sp>
          <p:sp>
            <p:nvSpPr>
              <p:cNvPr id="22571" name="WordArt 56"/>
              <p:cNvSpPr>
                <a:spLocks noChangeAspect="1" noTextEdit="1"/>
              </p:cNvSpPr>
              <p:nvPr/>
            </p:nvSpPr>
            <p:spPr>
              <a:xfrm>
                <a:off x="1103" y="775"/>
                <a:ext cx="143" cy="163"/>
              </a:xfrm>
              <a:prstGeom prst="rect">
                <a:avLst/>
              </a:prstGeom>
            </p:spPr>
            <p:txBody>
              <a:bodyPr wrap="none" fromWordArt="1">
                <a:prstTxWarp prst="textPlain">
                  <a:avLst>
                    <a:gd name="adj" fmla="val 59412"/>
                  </a:avLst>
                </a:prstTxWarp>
                <a:normAutofit fontScale="25000" lnSpcReduction="20000"/>
              </a:bodyPr>
              <a:lstStyle/>
              <a:p>
                <a:pPr algn="ctr" fontAlgn="base"/>
                <a:r>
                  <a:rPr lang="zh-CN" altLang="en-US" sz="3600"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cs typeface="+mn-cs"/>
                  </a:rPr>
                  <a:t>l</a:t>
                </a:r>
                <a:endParaRPr lang="zh-CN" altLang="en-US" sz="3600"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endParaRPr>
              </a:p>
            </p:txBody>
          </p:sp>
          <p:sp>
            <p:nvSpPr>
              <p:cNvPr id="22572" name="WordArt 57"/>
              <p:cNvSpPr>
                <a:spLocks noChangeAspect="1" noTextEdit="1"/>
              </p:cNvSpPr>
              <p:nvPr/>
            </p:nvSpPr>
            <p:spPr>
              <a:xfrm>
                <a:off x="1271" y="995"/>
                <a:ext cx="129" cy="193"/>
              </a:xfrm>
              <a:prstGeom prst="rect">
                <a:avLst/>
              </a:prstGeom>
            </p:spPr>
            <p:txBody>
              <a:bodyPr wrap="none" fromWordArt="1">
                <a:prstTxWarp prst="textPlain">
                  <a:avLst>
                    <a:gd name="adj" fmla="val 56523"/>
                  </a:avLst>
                </a:prstTxWarp>
                <a:normAutofit fontScale="25000" lnSpcReduction="20000"/>
              </a:bodyPr>
              <a:lstStyle/>
              <a:p>
                <a:pPr algn="ctr" fontAlgn="base"/>
                <a:r>
                  <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d</a:t>
                </a:r>
                <a:endPar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51241" name="Line 58"/>
              <p:cNvSpPr>
                <a:spLocks noChangeAspect="1"/>
              </p:cNvSpPr>
              <p:nvPr/>
            </p:nvSpPr>
            <p:spPr>
              <a:xfrm>
                <a:off x="1079" y="985"/>
                <a:ext cx="329" cy="0"/>
              </a:xfrm>
              <a:prstGeom prst="line">
                <a:avLst/>
              </a:prstGeom>
              <a:ln w="38100" cap="flat" cmpd="sng">
                <a:solidFill>
                  <a:srgbClr val="FF0000"/>
                </a:solidFill>
                <a:prstDash val="solid"/>
                <a:round/>
                <a:headEnd type="none" w="med" len="med"/>
                <a:tailEnd type="triangle" w="sm" len="lg"/>
              </a:ln>
            </p:spPr>
          </p:sp>
          <p:sp>
            <p:nvSpPr>
              <p:cNvPr id="51242" name="Line 59"/>
              <p:cNvSpPr>
                <a:spLocks noChangeAspect="1"/>
              </p:cNvSpPr>
              <p:nvPr/>
            </p:nvSpPr>
            <p:spPr>
              <a:xfrm>
                <a:off x="1079" y="1890"/>
                <a:ext cx="329" cy="0"/>
              </a:xfrm>
              <a:prstGeom prst="line">
                <a:avLst/>
              </a:prstGeom>
              <a:ln w="38100" cap="flat" cmpd="sng">
                <a:solidFill>
                  <a:srgbClr val="FF0000"/>
                </a:solidFill>
                <a:prstDash val="solid"/>
                <a:round/>
                <a:headEnd type="none" w="med" len="med"/>
                <a:tailEnd type="triangle" w="sm" len="lg"/>
              </a:ln>
            </p:spPr>
          </p:sp>
          <p:sp>
            <p:nvSpPr>
              <p:cNvPr id="51243" name="Line 60"/>
              <p:cNvSpPr>
                <a:spLocks noChangeAspect="1"/>
              </p:cNvSpPr>
              <p:nvPr/>
            </p:nvSpPr>
            <p:spPr>
              <a:xfrm>
                <a:off x="1073" y="1291"/>
                <a:ext cx="329" cy="0"/>
              </a:xfrm>
              <a:prstGeom prst="line">
                <a:avLst/>
              </a:prstGeom>
              <a:ln w="38100" cap="flat" cmpd="sng">
                <a:solidFill>
                  <a:srgbClr val="FF0000"/>
                </a:solidFill>
                <a:prstDash val="solid"/>
                <a:round/>
                <a:headEnd type="none" w="med" len="med"/>
                <a:tailEnd type="triangle" w="sm" len="lg"/>
              </a:ln>
            </p:spPr>
          </p:sp>
          <p:sp>
            <p:nvSpPr>
              <p:cNvPr id="51244" name="Line 61"/>
              <p:cNvSpPr>
                <a:spLocks noChangeAspect="1"/>
              </p:cNvSpPr>
              <p:nvPr/>
            </p:nvSpPr>
            <p:spPr>
              <a:xfrm>
                <a:off x="1079" y="2475"/>
                <a:ext cx="329" cy="0"/>
              </a:xfrm>
              <a:prstGeom prst="line">
                <a:avLst/>
              </a:prstGeom>
              <a:ln w="38100" cap="flat" cmpd="sng">
                <a:solidFill>
                  <a:srgbClr val="FF0000"/>
                </a:solidFill>
                <a:prstDash val="solid"/>
                <a:round/>
                <a:headEnd type="none" w="med" len="med"/>
                <a:tailEnd type="triangle" w="sm" len="lg"/>
              </a:ln>
            </p:spPr>
          </p:sp>
          <p:sp>
            <p:nvSpPr>
              <p:cNvPr id="51245" name="Line 62"/>
              <p:cNvSpPr>
                <a:spLocks noChangeAspect="1"/>
              </p:cNvSpPr>
              <p:nvPr/>
            </p:nvSpPr>
            <p:spPr>
              <a:xfrm>
                <a:off x="1602" y="1805"/>
                <a:ext cx="0" cy="203"/>
              </a:xfrm>
              <a:prstGeom prst="line">
                <a:avLst/>
              </a:prstGeom>
              <a:ln w="28575" cap="rnd" cmpd="sng">
                <a:solidFill>
                  <a:srgbClr val="FF3300"/>
                </a:solidFill>
                <a:prstDash val="sysDot"/>
                <a:round/>
                <a:headEnd type="none" w="med" len="med"/>
                <a:tailEnd type="none" w="med" len="med"/>
              </a:ln>
            </p:spPr>
          </p:sp>
          <p:sp>
            <p:nvSpPr>
              <p:cNvPr id="51246" name="Line 63"/>
              <p:cNvSpPr>
                <a:spLocks noChangeAspect="1"/>
              </p:cNvSpPr>
              <p:nvPr/>
            </p:nvSpPr>
            <p:spPr>
              <a:xfrm flipH="1">
                <a:off x="1606" y="2404"/>
                <a:ext cx="6" cy="144"/>
              </a:xfrm>
              <a:prstGeom prst="line">
                <a:avLst/>
              </a:prstGeom>
              <a:ln w="28575" cap="rnd" cmpd="sng">
                <a:solidFill>
                  <a:srgbClr val="FF3300"/>
                </a:solidFill>
                <a:prstDash val="sysDot"/>
                <a:round/>
                <a:headEnd type="none" w="med" len="med"/>
                <a:tailEnd type="none" w="med" len="med"/>
              </a:ln>
            </p:spPr>
          </p:sp>
          <p:sp>
            <p:nvSpPr>
              <p:cNvPr id="51247" name="Line 64"/>
              <p:cNvSpPr>
                <a:spLocks noChangeAspect="1"/>
              </p:cNvSpPr>
              <p:nvPr/>
            </p:nvSpPr>
            <p:spPr>
              <a:xfrm>
                <a:off x="1350" y="922"/>
                <a:ext cx="172" cy="0"/>
              </a:xfrm>
              <a:prstGeom prst="line">
                <a:avLst/>
              </a:prstGeom>
              <a:ln w="9525" cap="flat" cmpd="sng">
                <a:solidFill>
                  <a:schemeClr val="tx1"/>
                </a:solidFill>
                <a:prstDash val="solid"/>
                <a:round/>
                <a:headEnd type="none" w="med" len="med"/>
                <a:tailEnd type="none" w="med" len="med"/>
              </a:ln>
            </p:spPr>
          </p:sp>
          <p:sp>
            <p:nvSpPr>
              <p:cNvPr id="51248" name="Line 65"/>
              <p:cNvSpPr>
                <a:spLocks noChangeAspect="1"/>
              </p:cNvSpPr>
              <p:nvPr/>
            </p:nvSpPr>
            <p:spPr>
              <a:xfrm>
                <a:off x="1365" y="1215"/>
                <a:ext cx="172" cy="0"/>
              </a:xfrm>
              <a:prstGeom prst="line">
                <a:avLst/>
              </a:prstGeom>
              <a:ln w="9525" cap="flat" cmpd="sng">
                <a:solidFill>
                  <a:schemeClr val="tx1"/>
                </a:solidFill>
                <a:prstDash val="solid"/>
                <a:round/>
                <a:headEnd type="none" w="med" len="med"/>
                <a:tailEnd type="none" w="med" len="med"/>
              </a:ln>
            </p:spPr>
          </p:sp>
          <p:sp>
            <p:nvSpPr>
              <p:cNvPr id="51249" name="Line 66"/>
              <p:cNvSpPr>
                <a:spLocks noChangeAspect="1"/>
              </p:cNvSpPr>
              <p:nvPr/>
            </p:nvSpPr>
            <p:spPr>
              <a:xfrm flipH="1">
                <a:off x="1449" y="933"/>
                <a:ext cx="6" cy="288"/>
              </a:xfrm>
              <a:prstGeom prst="line">
                <a:avLst/>
              </a:prstGeom>
              <a:ln w="9525" cap="flat" cmpd="sng">
                <a:solidFill>
                  <a:schemeClr val="tx1"/>
                </a:solidFill>
                <a:prstDash val="solid"/>
                <a:round/>
                <a:headEnd type="triangle" w="med" len="lg"/>
                <a:tailEnd type="triangle" w="med" len="lg"/>
              </a:ln>
            </p:spPr>
          </p:sp>
          <p:sp>
            <p:nvSpPr>
              <p:cNvPr id="51250" name="Rectangle 67"/>
              <p:cNvSpPr>
                <a:spLocks noChangeAspect="1"/>
              </p:cNvSpPr>
              <p:nvPr/>
            </p:nvSpPr>
            <p:spPr>
              <a:xfrm>
                <a:off x="1522" y="2319"/>
                <a:ext cx="43" cy="290"/>
              </a:xfrm>
              <a:prstGeom prst="rect">
                <a:avLst/>
              </a:prstGeom>
              <a:solidFill>
                <a:srgbClr val="F8F8F8"/>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51" name="Line 68"/>
              <p:cNvSpPr>
                <a:spLocks noChangeAspect="1"/>
              </p:cNvSpPr>
              <p:nvPr/>
            </p:nvSpPr>
            <p:spPr>
              <a:xfrm>
                <a:off x="1568" y="769"/>
                <a:ext cx="3" cy="2012"/>
              </a:xfrm>
              <a:prstGeom prst="line">
                <a:avLst/>
              </a:prstGeom>
              <a:ln w="76200" cap="flat" cmpd="sng">
                <a:solidFill>
                  <a:schemeClr val="tx1"/>
                </a:solidFill>
                <a:prstDash val="solid"/>
                <a:round/>
                <a:headEnd type="none" w="med" len="med"/>
                <a:tailEnd type="none" w="med" len="med"/>
              </a:ln>
            </p:spPr>
          </p:sp>
          <p:sp>
            <p:nvSpPr>
              <p:cNvPr id="51252" name="Rectangle 69"/>
              <p:cNvSpPr>
                <a:spLocks noChangeAspect="1"/>
              </p:cNvSpPr>
              <p:nvPr/>
            </p:nvSpPr>
            <p:spPr>
              <a:xfrm>
                <a:off x="1534" y="2404"/>
                <a:ext cx="72" cy="150"/>
              </a:xfrm>
              <a:prstGeom prst="rect">
                <a:avLst/>
              </a:prstGeom>
              <a:solidFill>
                <a:schemeClr val="bg1"/>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53" name="Rectangle 70"/>
              <p:cNvSpPr>
                <a:spLocks noChangeAspect="1"/>
              </p:cNvSpPr>
              <p:nvPr/>
            </p:nvSpPr>
            <p:spPr>
              <a:xfrm>
                <a:off x="1534" y="2122"/>
                <a:ext cx="72" cy="150"/>
              </a:xfrm>
              <a:prstGeom prst="rect">
                <a:avLst/>
              </a:prstGeom>
              <a:solidFill>
                <a:schemeClr val="bg1"/>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54" name="Rectangle 71"/>
              <p:cNvSpPr>
                <a:spLocks noChangeAspect="1"/>
              </p:cNvSpPr>
              <p:nvPr/>
            </p:nvSpPr>
            <p:spPr>
              <a:xfrm>
                <a:off x="1522" y="1816"/>
                <a:ext cx="72" cy="150"/>
              </a:xfrm>
              <a:prstGeom prst="rect">
                <a:avLst/>
              </a:prstGeom>
              <a:solidFill>
                <a:schemeClr val="bg1"/>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55" name="Rectangle 72"/>
              <p:cNvSpPr>
                <a:spLocks noChangeAspect="1"/>
              </p:cNvSpPr>
              <p:nvPr/>
            </p:nvSpPr>
            <p:spPr>
              <a:xfrm>
                <a:off x="1522" y="1516"/>
                <a:ext cx="72" cy="150"/>
              </a:xfrm>
              <a:prstGeom prst="rect">
                <a:avLst/>
              </a:prstGeom>
              <a:solidFill>
                <a:schemeClr val="bg1"/>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56" name="Rectangle 73"/>
              <p:cNvSpPr>
                <a:spLocks noChangeAspect="1"/>
              </p:cNvSpPr>
              <p:nvPr/>
            </p:nvSpPr>
            <p:spPr>
              <a:xfrm>
                <a:off x="1528" y="1222"/>
                <a:ext cx="72" cy="150"/>
              </a:xfrm>
              <a:prstGeom prst="rect">
                <a:avLst/>
              </a:prstGeom>
              <a:solidFill>
                <a:schemeClr val="bg1"/>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57" name="Rectangle 74"/>
              <p:cNvSpPr>
                <a:spLocks noChangeAspect="1"/>
              </p:cNvSpPr>
              <p:nvPr/>
            </p:nvSpPr>
            <p:spPr>
              <a:xfrm>
                <a:off x="1534" y="928"/>
                <a:ext cx="72" cy="150"/>
              </a:xfrm>
              <a:prstGeom prst="rect">
                <a:avLst/>
              </a:prstGeom>
              <a:solidFill>
                <a:schemeClr val="bg1"/>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258" name="Line 75"/>
              <p:cNvSpPr>
                <a:spLocks noChangeAspect="1"/>
              </p:cNvSpPr>
              <p:nvPr/>
            </p:nvSpPr>
            <p:spPr>
              <a:xfrm>
                <a:off x="1597" y="928"/>
                <a:ext cx="6" cy="173"/>
              </a:xfrm>
              <a:prstGeom prst="line">
                <a:avLst/>
              </a:prstGeom>
              <a:ln w="28575" cap="rnd" cmpd="sng">
                <a:solidFill>
                  <a:srgbClr val="FF3300"/>
                </a:solidFill>
                <a:prstDash val="sysDot"/>
                <a:round/>
                <a:headEnd type="none" w="med" len="med"/>
                <a:tailEnd type="none" w="med" len="med"/>
              </a:ln>
            </p:spPr>
          </p:sp>
          <p:sp>
            <p:nvSpPr>
              <p:cNvPr id="51259" name="Line 76"/>
              <p:cNvSpPr>
                <a:spLocks noChangeAspect="1"/>
              </p:cNvSpPr>
              <p:nvPr/>
            </p:nvSpPr>
            <p:spPr>
              <a:xfrm>
                <a:off x="1597" y="1516"/>
                <a:ext cx="6" cy="173"/>
              </a:xfrm>
              <a:prstGeom prst="line">
                <a:avLst/>
              </a:prstGeom>
              <a:ln w="28575" cap="rnd" cmpd="sng">
                <a:solidFill>
                  <a:srgbClr val="FF3300"/>
                </a:solidFill>
                <a:prstDash val="sysDot"/>
                <a:round/>
                <a:headEnd type="none" w="med" len="med"/>
                <a:tailEnd type="none" w="med" len="med"/>
              </a:ln>
            </p:spPr>
          </p:sp>
          <p:sp>
            <p:nvSpPr>
              <p:cNvPr id="51260" name="Line 77"/>
              <p:cNvSpPr>
                <a:spLocks noChangeAspect="1"/>
              </p:cNvSpPr>
              <p:nvPr/>
            </p:nvSpPr>
            <p:spPr>
              <a:xfrm>
                <a:off x="1603" y="2098"/>
                <a:ext cx="6" cy="173"/>
              </a:xfrm>
              <a:prstGeom prst="line">
                <a:avLst/>
              </a:prstGeom>
              <a:ln w="28575" cap="rnd" cmpd="sng">
                <a:solidFill>
                  <a:srgbClr val="FF3300"/>
                </a:solidFill>
                <a:prstDash val="sysDot"/>
                <a:round/>
                <a:headEnd type="none" w="med" len="med"/>
                <a:tailEnd type="none" w="med" len="med"/>
              </a:ln>
            </p:spPr>
          </p:sp>
          <p:sp>
            <p:nvSpPr>
              <p:cNvPr id="51261" name="Line 78"/>
              <p:cNvSpPr>
                <a:spLocks noChangeAspect="1"/>
              </p:cNvSpPr>
              <p:nvPr/>
            </p:nvSpPr>
            <p:spPr>
              <a:xfrm>
                <a:off x="1071" y="2176"/>
                <a:ext cx="329" cy="0"/>
              </a:xfrm>
              <a:prstGeom prst="line">
                <a:avLst/>
              </a:prstGeom>
              <a:ln w="38100" cap="flat" cmpd="sng">
                <a:solidFill>
                  <a:srgbClr val="FF0000"/>
                </a:solidFill>
                <a:prstDash val="solid"/>
                <a:round/>
                <a:headEnd type="none" w="med" len="med"/>
                <a:tailEnd type="triangle" w="sm" len="lg"/>
              </a:ln>
            </p:spPr>
          </p:sp>
          <p:sp>
            <p:nvSpPr>
              <p:cNvPr id="51262" name="Line 79"/>
              <p:cNvSpPr>
                <a:spLocks noChangeAspect="1"/>
              </p:cNvSpPr>
              <p:nvPr/>
            </p:nvSpPr>
            <p:spPr>
              <a:xfrm>
                <a:off x="1071" y="1600"/>
                <a:ext cx="329" cy="0"/>
              </a:xfrm>
              <a:prstGeom prst="line">
                <a:avLst/>
              </a:prstGeom>
              <a:ln w="38100" cap="flat" cmpd="sng">
                <a:solidFill>
                  <a:srgbClr val="FF0000"/>
                </a:solidFill>
                <a:prstDash val="solid"/>
                <a:round/>
                <a:headEnd type="none" w="med" len="med"/>
                <a:tailEnd type="triangle" w="sm" len="lg"/>
              </a:ln>
            </p:spPr>
          </p:sp>
        </p:grpSp>
        <p:sp>
          <p:nvSpPr>
            <p:cNvPr id="51263" name="Line 80"/>
            <p:cNvSpPr>
              <a:spLocks noChangeAspect="1"/>
            </p:cNvSpPr>
            <p:nvPr/>
          </p:nvSpPr>
          <p:spPr>
            <a:xfrm>
              <a:off x="3010" y="1377"/>
              <a:ext cx="453" cy="140"/>
            </a:xfrm>
            <a:prstGeom prst="line">
              <a:avLst/>
            </a:prstGeom>
            <a:ln w="28575" cap="flat" cmpd="sng">
              <a:solidFill>
                <a:srgbClr val="FF0000"/>
              </a:solidFill>
              <a:prstDash val="solid"/>
              <a:round/>
              <a:headEnd type="none" w="med" len="med"/>
              <a:tailEnd type="none" w="med" len="med"/>
            </a:ln>
          </p:spPr>
        </p:sp>
        <p:sp>
          <p:nvSpPr>
            <p:cNvPr id="51264" name="Line 81"/>
            <p:cNvSpPr>
              <a:spLocks noChangeAspect="1"/>
            </p:cNvSpPr>
            <p:nvPr/>
          </p:nvSpPr>
          <p:spPr>
            <a:xfrm>
              <a:off x="3016" y="947"/>
              <a:ext cx="454" cy="140"/>
            </a:xfrm>
            <a:prstGeom prst="line">
              <a:avLst/>
            </a:prstGeom>
            <a:ln w="28575" cap="flat" cmpd="sng">
              <a:solidFill>
                <a:srgbClr val="FF0000"/>
              </a:solidFill>
              <a:prstDash val="solid"/>
              <a:round/>
              <a:headEnd type="none" w="med" len="med"/>
              <a:tailEnd type="none" w="med" len="med"/>
            </a:ln>
          </p:spPr>
        </p:sp>
        <p:sp>
          <p:nvSpPr>
            <p:cNvPr id="51265" name="Line 82"/>
            <p:cNvSpPr>
              <a:spLocks noChangeAspect="1"/>
            </p:cNvSpPr>
            <p:nvPr/>
          </p:nvSpPr>
          <p:spPr>
            <a:xfrm>
              <a:off x="3050" y="494"/>
              <a:ext cx="413" cy="127"/>
            </a:xfrm>
            <a:prstGeom prst="line">
              <a:avLst/>
            </a:prstGeom>
            <a:ln w="28575" cap="flat" cmpd="sng">
              <a:solidFill>
                <a:srgbClr val="FF0000"/>
              </a:solidFill>
              <a:prstDash val="solid"/>
              <a:round/>
              <a:headEnd type="none" w="med" len="med"/>
              <a:tailEnd type="none" w="med" len="med"/>
            </a:ln>
          </p:spPr>
        </p:sp>
        <p:sp>
          <p:nvSpPr>
            <p:cNvPr id="51266" name="Line 83"/>
            <p:cNvSpPr>
              <a:spLocks noChangeAspect="1"/>
            </p:cNvSpPr>
            <p:nvPr/>
          </p:nvSpPr>
          <p:spPr>
            <a:xfrm>
              <a:off x="3193" y="999"/>
              <a:ext cx="112" cy="31"/>
            </a:xfrm>
            <a:prstGeom prst="line">
              <a:avLst/>
            </a:prstGeom>
            <a:ln w="57150" cap="flat" cmpd="sng">
              <a:solidFill>
                <a:srgbClr val="FF3300"/>
              </a:solidFill>
              <a:prstDash val="solid"/>
              <a:round/>
              <a:headEnd type="none" w="med" len="med"/>
              <a:tailEnd type="triangle" w="sm" len="lg"/>
            </a:ln>
          </p:spPr>
        </p:sp>
        <p:sp>
          <p:nvSpPr>
            <p:cNvPr id="51267" name="Line 84"/>
            <p:cNvSpPr>
              <a:spLocks noChangeAspect="1"/>
            </p:cNvSpPr>
            <p:nvPr/>
          </p:nvSpPr>
          <p:spPr>
            <a:xfrm>
              <a:off x="3207" y="539"/>
              <a:ext cx="111" cy="31"/>
            </a:xfrm>
            <a:prstGeom prst="line">
              <a:avLst/>
            </a:prstGeom>
            <a:ln w="57150" cap="flat" cmpd="sng">
              <a:solidFill>
                <a:srgbClr val="FF3300"/>
              </a:solidFill>
              <a:prstDash val="solid"/>
              <a:round/>
              <a:headEnd type="none" w="med" len="med"/>
              <a:tailEnd type="triangle" w="sm" len="lg"/>
            </a:ln>
          </p:spPr>
        </p:sp>
        <p:sp>
          <p:nvSpPr>
            <p:cNvPr id="51268" name="Line 85"/>
            <p:cNvSpPr>
              <a:spLocks noChangeAspect="1"/>
            </p:cNvSpPr>
            <p:nvPr/>
          </p:nvSpPr>
          <p:spPr>
            <a:xfrm>
              <a:off x="3246" y="1447"/>
              <a:ext cx="112" cy="31"/>
            </a:xfrm>
            <a:prstGeom prst="line">
              <a:avLst/>
            </a:prstGeom>
            <a:ln w="38100" cap="flat" cmpd="sng">
              <a:solidFill>
                <a:srgbClr val="FF3300"/>
              </a:solidFill>
              <a:prstDash val="solid"/>
              <a:round/>
              <a:headEnd type="none" w="med" len="med"/>
              <a:tailEnd type="triangle" w="sm" len="lg"/>
            </a:ln>
          </p:spPr>
        </p:sp>
        <p:sp>
          <p:nvSpPr>
            <p:cNvPr id="51269" name="Line 86"/>
            <p:cNvSpPr>
              <a:spLocks noChangeAspect="1"/>
            </p:cNvSpPr>
            <p:nvPr/>
          </p:nvSpPr>
          <p:spPr>
            <a:xfrm>
              <a:off x="3455" y="1088"/>
              <a:ext cx="1831" cy="318"/>
            </a:xfrm>
            <a:prstGeom prst="line">
              <a:avLst/>
            </a:prstGeom>
            <a:ln w="28575" cap="flat" cmpd="sng">
              <a:solidFill>
                <a:srgbClr val="FF0000"/>
              </a:solidFill>
              <a:prstDash val="solid"/>
              <a:round/>
              <a:headEnd type="none" w="med" len="med"/>
              <a:tailEnd type="none" w="med" len="med"/>
            </a:ln>
          </p:spPr>
        </p:sp>
        <p:sp>
          <p:nvSpPr>
            <p:cNvPr id="51270" name="Line 87"/>
            <p:cNvSpPr>
              <a:spLocks noChangeAspect="1"/>
            </p:cNvSpPr>
            <p:nvPr/>
          </p:nvSpPr>
          <p:spPr>
            <a:xfrm flipV="1">
              <a:off x="3515" y="1418"/>
              <a:ext cx="1791" cy="106"/>
            </a:xfrm>
            <a:prstGeom prst="line">
              <a:avLst/>
            </a:prstGeom>
            <a:ln w="28575" cap="flat" cmpd="sng">
              <a:solidFill>
                <a:srgbClr val="FF0000"/>
              </a:solidFill>
              <a:prstDash val="solid"/>
              <a:round/>
              <a:headEnd type="none" w="med" len="med"/>
              <a:tailEnd type="none" w="med" len="med"/>
            </a:ln>
          </p:spPr>
        </p:sp>
        <p:sp>
          <p:nvSpPr>
            <p:cNvPr id="51271" name="Line 88"/>
            <p:cNvSpPr>
              <a:spLocks noChangeAspect="1"/>
            </p:cNvSpPr>
            <p:nvPr/>
          </p:nvSpPr>
          <p:spPr>
            <a:xfrm>
              <a:off x="3495" y="616"/>
              <a:ext cx="1818" cy="802"/>
            </a:xfrm>
            <a:prstGeom prst="line">
              <a:avLst/>
            </a:prstGeom>
            <a:ln w="28575" cap="flat" cmpd="sng">
              <a:solidFill>
                <a:srgbClr val="FF0000"/>
              </a:solidFill>
              <a:prstDash val="solid"/>
              <a:round/>
              <a:headEnd type="none" w="med" len="med"/>
              <a:tailEnd type="none" w="med" len="med"/>
            </a:ln>
          </p:spPr>
        </p:sp>
        <p:sp>
          <p:nvSpPr>
            <p:cNvPr id="51272" name="Line 89"/>
            <p:cNvSpPr>
              <a:spLocks noChangeAspect="1"/>
            </p:cNvSpPr>
            <p:nvPr/>
          </p:nvSpPr>
          <p:spPr>
            <a:xfrm flipV="1">
              <a:off x="3041" y="415"/>
              <a:ext cx="389" cy="987"/>
            </a:xfrm>
            <a:prstGeom prst="line">
              <a:avLst/>
            </a:prstGeom>
            <a:ln w="19050" cap="flat" cmpd="sng">
              <a:solidFill>
                <a:srgbClr val="008000"/>
              </a:solidFill>
              <a:prstDash val="dash"/>
              <a:round/>
              <a:headEnd type="none" w="med" len="med"/>
              <a:tailEnd type="none" w="med" len="med"/>
            </a:ln>
          </p:spPr>
        </p:sp>
        <p:graphicFrame>
          <p:nvGraphicFramePr>
            <p:cNvPr id="51273" name="Object 90"/>
            <p:cNvGraphicFramePr/>
            <p:nvPr/>
          </p:nvGraphicFramePr>
          <p:xfrm>
            <a:off x="3192" y="167"/>
            <a:ext cx="178" cy="132"/>
          </p:xfrm>
          <a:graphic>
            <a:graphicData uri="http://schemas.openxmlformats.org/presentationml/2006/ole">
              <mc:AlternateContent xmlns:mc="http://schemas.openxmlformats.org/markup-compatibility/2006">
                <mc:Choice xmlns:v="urn:schemas-microsoft-com:vml" Requires="v">
                  <p:oleObj r:id="rId3" imgW="5181600" imgH="4267200" progId="Equation.3">
                    <p:embed/>
                  </p:oleObj>
                </mc:Choice>
                <mc:Fallback>
                  <p:oleObj r:id="rId3" imgW="5181600" imgH="4267200" progId="Equation.3">
                    <p:embed/>
                    <p:pic>
                      <p:nvPicPr>
                        <p:cNvPr id="0" name="图片 3211"/>
                        <p:cNvPicPr/>
                        <p:nvPr/>
                      </p:nvPicPr>
                      <p:blipFill>
                        <a:blip r:embed="rId4"/>
                        <a:stretch>
                          <a:fillRect/>
                        </a:stretch>
                      </p:blipFill>
                      <p:spPr>
                        <a:xfrm>
                          <a:off x="3192" y="167"/>
                          <a:ext cx="178" cy="132"/>
                        </a:xfrm>
                        <a:prstGeom prst="rect">
                          <a:avLst/>
                        </a:prstGeom>
                        <a:noFill/>
                        <a:ln w="38100">
                          <a:noFill/>
                          <a:miter/>
                        </a:ln>
                      </p:spPr>
                    </p:pic>
                  </p:oleObj>
                </mc:Fallback>
              </mc:AlternateContent>
            </a:graphicData>
          </a:graphic>
        </p:graphicFrame>
        <p:sp>
          <p:nvSpPr>
            <p:cNvPr id="51274" name="Line 91"/>
            <p:cNvSpPr/>
            <p:nvPr/>
          </p:nvSpPr>
          <p:spPr>
            <a:xfrm>
              <a:off x="5462" y="1901"/>
              <a:ext cx="298" cy="0"/>
            </a:xfrm>
            <a:prstGeom prst="line">
              <a:avLst/>
            </a:prstGeom>
            <a:ln w="28575" cap="flat" cmpd="sng">
              <a:solidFill>
                <a:srgbClr val="FFB685"/>
              </a:solidFill>
              <a:prstDash val="solid"/>
              <a:round/>
              <a:headEnd type="none" w="med" len="med"/>
              <a:tailEnd type="none" w="med" len="med"/>
            </a:ln>
          </p:spPr>
        </p:sp>
        <p:sp>
          <p:nvSpPr>
            <p:cNvPr id="51275" name="Text Box 92"/>
            <p:cNvSpPr txBox="1"/>
            <p:nvPr/>
          </p:nvSpPr>
          <p:spPr>
            <a:xfrm>
              <a:off x="5273" y="1764"/>
              <a:ext cx="260" cy="288"/>
            </a:xfrm>
            <a:prstGeom prst="rect">
              <a:avLst/>
            </a:prstGeom>
            <a:noFill/>
            <a:ln w="9525">
              <a:noFill/>
            </a:ln>
          </p:spPr>
          <p:txBody>
            <a:bodyPr anchor="t" anchorCtr="0">
              <a:spAutoFit/>
            </a:bodyPr>
            <a:lstStyle/>
            <a:p>
              <a:pPr>
                <a:spcBef>
                  <a:spcPct val="50000"/>
                </a:spcBef>
              </a:pPr>
              <a:r>
                <a:rPr lang="en-US" altLang="zh-CN" sz="2400" b="1" dirty="0">
                  <a:latin typeface="Times New Roman" panose="02020603050405020304" pitchFamily="18" charset="0"/>
                  <a:ea typeface="楷体_GB2312" pitchFamily="1" charset="-122"/>
                </a:rPr>
                <a:t>Q</a:t>
              </a:r>
            </a:p>
          </p:txBody>
        </p:sp>
      </p:grpSp>
      <p:grpSp>
        <p:nvGrpSpPr>
          <p:cNvPr id="7" name="Group 93"/>
          <p:cNvGrpSpPr/>
          <p:nvPr/>
        </p:nvGrpSpPr>
        <p:grpSpPr>
          <a:xfrm>
            <a:off x="192088" y="973138"/>
            <a:ext cx="3606800" cy="882650"/>
            <a:chOff x="112" y="527"/>
            <a:chExt cx="2272" cy="556"/>
          </a:xfrm>
        </p:grpSpPr>
        <p:graphicFrame>
          <p:nvGraphicFramePr>
            <p:cNvPr id="51277" name="Object 94"/>
            <p:cNvGraphicFramePr/>
            <p:nvPr/>
          </p:nvGraphicFramePr>
          <p:xfrm>
            <a:off x="1024" y="552"/>
            <a:ext cx="1360" cy="284"/>
          </p:xfrm>
          <a:graphic>
            <a:graphicData uri="http://schemas.openxmlformats.org/presentationml/2006/ole">
              <mc:AlternateContent xmlns:mc="http://schemas.openxmlformats.org/markup-compatibility/2006">
                <mc:Choice xmlns:v="urn:schemas-microsoft-com:vml" Requires="v">
                  <p:oleObj r:id="rId3" imgW="20421600" imgH="4267200" progId="Equation.3">
                    <p:embed/>
                  </p:oleObj>
                </mc:Choice>
                <mc:Fallback>
                  <p:oleObj r:id="rId3" imgW="20421600" imgH="4267200" progId="Equation.3">
                    <p:embed/>
                    <p:pic>
                      <p:nvPicPr>
                        <p:cNvPr id="0" name="图片 3212"/>
                        <p:cNvPicPr/>
                        <p:nvPr/>
                      </p:nvPicPr>
                      <p:blipFill>
                        <a:blip r:embed="rId5"/>
                        <a:stretch>
                          <a:fillRect/>
                        </a:stretch>
                      </p:blipFill>
                      <p:spPr>
                        <a:xfrm>
                          <a:off x="1024" y="552"/>
                          <a:ext cx="1360" cy="284"/>
                        </a:xfrm>
                        <a:prstGeom prst="rect">
                          <a:avLst/>
                        </a:prstGeom>
                        <a:solidFill>
                          <a:srgbClr val="FFB685"/>
                        </a:solidFill>
                        <a:ln w="38100">
                          <a:noFill/>
                          <a:miter/>
                        </a:ln>
                      </p:spPr>
                    </p:pic>
                  </p:oleObj>
                </mc:Fallback>
              </mc:AlternateContent>
            </a:graphicData>
          </a:graphic>
        </p:graphicFrame>
        <p:graphicFrame>
          <p:nvGraphicFramePr>
            <p:cNvPr id="51278" name="Object 95"/>
            <p:cNvGraphicFramePr/>
            <p:nvPr/>
          </p:nvGraphicFramePr>
          <p:xfrm>
            <a:off x="1128" y="888"/>
            <a:ext cx="1177" cy="195"/>
          </p:xfrm>
          <a:graphic>
            <a:graphicData uri="http://schemas.openxmlformats.org/presentationml/2006/ole">
              <mc:AlternateContent xmlns:mc="http://schemas.openxmlformats.org/markup-compatibility/2006">
                <mc:Choice xmlns:v="urn:schemas-microsoft-com:vml" Requires="v">
                  <p:oleObj r:id="rId3" imgW="25298400" imgH="4876800" progId="Equation.3">
                    <p:embed/>
                  </p:oleObj>
                </mc:Choice>
                <mc:Fallback>
                  <p:oleObj r:id="rId3" imgW="25298400" imgH="4876800" progId="Equation.3">
                    <p:embed/>
                    <p:pic>
                      <p:nvPicPr>
                        <p:cNvPr id="0" name="图片 3213"/>
                        <p:cNvPicPr/>
                        <p:nvPr/>
                      </p:nvPicPr>
                      <p:blipFill>
                        <a:blip r:embed="rId6"/>
                        <a:stretch>
                          <a:fillRect/>
                        </a:stretch>
                      </p:blipFill>
                      <p:spPr>
                        <a:xfrm>
                          <a:off x="1128" y="888"/>
                          <a:ext cx="1177" cy="195"/>
                        </a:xfrm>
                        <a:prstGeom prst="rect">
                          <a:avLst/>
                        </a:prstGeom>
                        <a:noFill/>
                        <a:ln w="38100">
                          <a:noFill/>
                          <a:miter/>
                        </a:ln>
                      </p:spPr>
                    </p:pic>
                  </p:oleObj>
                </mc:Fallback>
              </mc:AlternateContent>
            </a:graphicData>
          </a:graphic>
        </p:graphicFrame>
        <p:sp>
          <p:nvSpPr>
            <p:cNvPr id="51279" name="Text Box 96"/>
            <p:cNvSpPr txBox="1"/>
            <p:nvPr/>
          </p:nvSpPr>
          <p:spPr>
            <a:xfrm>
              <a:off x="112" y="527"/>
              <a:ext cx="1006" cy="288"/>
            </a:xfrm>
            <a:prstGeom prst="rect">
              <a:avLst/>
            </a:prstGeom>
            <a:noFill/>
            <a:ln w="9525">
              <a:noFill/>
            </a:ln>
          </p:spPr>
          <p:txBody>
            <a:bodyPr anchor="t" anchorCtr="0">
              <a:spAutoFit/>
            </a:bodyPr>
            <a:lstStyle/>
            <a:p>
              <a:pPr>
                <a:spcBef>
                  <a:spcPct val="50000"/>
                </a:spcBef>
              </a:pPr>
              <a:r>
                <a:rPr lang="zh-CN" altLang="en-US" sz="2400" b="1" dirty="0">
                  <a:latin typeface="Times New Roman" panose="02020603050405020304" pitchFamily="18" charset="0"/>
                  <a:ea typeface="楷体_GB2312" pitchFamily="1" charset="-122"/>
                </a:rPr>
                <a:t>光栅方程</a:t>
              </a:r>
            </a:p>
          </p:txBody>
        </p:sp>
      </p:grpSp>
      <p:sp>
        <p:nvSpPr>
          <p:cNvPr id="22612" name="WordArt 120"/>
          <p:cNvSpPr>
            <a:spLocks noTextEdit="1"/>
          </p:cNvSpPr>
          <p:nvPr/>
        </p:nvSpPr>
        <p:spPr>
          <a:xfrm>
            <a:off x="161925" y="688975"/>
            <a:ext cx="2154238" cy="201613"/>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rPr>
              <a:t>一、光栅方程</a:t>
            </a:r>
            <a:endParaRPr lang="zh-CN" altLang="en-US" sz="3600" strike="noStrike"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endParaRPr>
          </a:p>
        </p:txBody>
      </p:sp>
      <p:sp>
        <p:nvSpPr>
          <p:cNvPr id="3" name="WordArt 121"/>
          <p:cNvSpPr>
            <a:spLocks noTextEdit="1"/>
          </p:cNvSpPr>
          <p:nvPr/>
        </p:nvSpPr>
        <p:spPr>
          <a:xfrm>
            <a:off x="215900" y="4225925"/>
            <a:ext cx="2339975" cy="285750"/>
          </a:xfrm>
          <a:prstGeom prst="rect">
            <a:avLst/>
          </a:prstGeom>
        </p:spPr>
        <p:txBody>
          <a:bodyPr wrap="none" fromWordArt="1">
            <a:prstTxWarp prst="textPlain">
              <a:avLst>
                <a:gd name="adj" fmla="val 50000"/>
              </a:avLst>
            </a:prstTxWarp>
            <a:normAutofit fontScale="40000" lnSpcReduction="20000"/>
          </a:bodyPr>
          <a:lstStyle/>
          <a:p>
            <a:pPr algn="ctr" fontAlgn="base"/>
            <a:r>
              <a:rPr lang="zh-CN" altLang="en-US" sz="3600" strike="noStrike"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rPr>
              <a:t>三、谱线缺级现象</a:t>
            </a:r>
            <a:endParaRPr lang="zh-CN" altLang="en-US" sz="3600" strike="noStrike"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endParaRPr>
          </a:p>
        </p:txBody>
      </p:sp>
      <p:sp>
        <p:nvSpPr>
          <p:cNvPr id="4" name="WordArt 122"/>
          <p:cNvSpPr>
            <a:spLocks noTextEdit="1"/>
          </p:cNvSpPr>
          <p:nvPr/>
        </p:nvSpPr>
        <p:spPr>
          <a:xfrm>
            <a:off x="250825" y="1917700"/>
            <a:ext cx="2339975" cy="242888"/>
          </a:xfrm>
          <a:prstGeom prst="rect">
            <a:avLst/>
          </a:prstGeom>
        </p:spPr>
        <p:txBody>
          <a:bodyPr wrap="none" fromWordArt="1">
            <a:prstTxWarp prst="textPlain">
              <a:avLst>
                <a:gd name="adj" fmla="val 50000"/>
              </a:avLst>
            </a:prstTxWarp>
            <a:normAutofit fontScale="32500" lnSpcReduction="20000"/>
          </a:bodyPr>
          <a:lstStyle/>
          <a:p>
            <a:pPr algn="ctr" fontAlgn="base"/>
            <a:r>
              <a:rPr lang="zh-CN" altLang="en-US" sz="3600" strike="noStrike"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rPr>
              <a:t>二、最多看到级次</a:t>
            </a:r>
            <a:endParaRPr lang="zh-CN" altLang="en-US" sz="3600" strike="noStrike"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endParaRPr>
          </a:p>
        </p:txBody>
      </p:sp>
      <p:graphicFrame>
        <p:nvGraphicFramePr>
          <p:cNvPr id="399483" name="Object 123"/>
          <p:cNvGraphicFramePr/>
          <p:nvPr/>
        </p:nvGraphicFramePr>
        <p:xfrm>
          <a:off x="2362200" y="2268538"/>
          <a:ext cx="1527175" cy="498475"/>
        </p:xfrm>
        <a:graphic>
          <a:graphicData uri="http://schemas.openxmlformats.org/presentationml/2006/ole">
            <mc:AlternateContent xmlns:mc="http://schemas.openxmlformats.org/markup-compatibility/2006">
              <mc:Choice xmlns:v="urn:schemas-microsoft-com:vml" Requires="v">
                <p:oleObj r:id="rId3" imgW="1587500" imgH="405765" progId="Equation.DSMT4">
                  <p:embed/>
                </p:oleObj>
              </mc:Choice>
              <mc:Fallback>
                <p:oleObj r:id="rId3" imgW="1587500" imgH="405765" progId="Equation.DSMT4">
                  <p:embed/>
                  <p:pic>
                    <p:nvPicPr>
                      <p:cNvPr id="0" name="图片 3210"/>
                      <p:cNvPicPr/>
                      <p:nvPr/>
                    </p:nvPicPr>
                    <p:blipFill>
                      <a:blip r:embed="rId7"/>
                      <a:stretch>
                        <a:fillRect/>
                      </a:stretch>
                    </p:blipFill>
                    <p:spPr>
                      <a:xfrm>
                        <a:off x="2362200" y="2268538"/>
                        <a:ext cx="1527175" cy="498475"/>
                      </a:xfrm>
                      <a:prstGeom prst="rect">
                        <a:avLst/>
                      </a:prstGeom>
                      <a:noFill/>
                      <a:ln w="38100">
                        <a:noFill/>
                        <a:miter/>
                      </a:ln>
                    </p:spPr>
                  </p:pic>
                </p:oleObj>
              </mc:Fallback>
            </mc:AlternateContent>
          </a:graphicData>
        </a:graphic>
      </p:graphicFrame>
      <p:sp>
        <p:nvSpPr>
          <p:cNvPr id="399484" name="Text Box 124"/>
          <p:cNvSpPr txBox="1"/>
          <p:nvPr/>
        </p:nvSpPr>
        <p:spPr>
          <a:xfrm>
            <a:off x="379413" y="2281238"/>
            <a:ext cx="1912937" cy="400050"/>
          </a:xfrm>
          <a:prstGeom prst="rect">
            <a:avLst/>
          </a:prstGeom>
          <a:noFill/>
          <a:ln w="9525">
            <a:noFill/>
          </a:ln>
        </p:spPr>
        <p:txBody>
          <a:bodyPr wrap="square" anchor="t" anchorCtr="0">
            <a:spAutoFit/>
          </a:bodyPr>
          <a:lstStyle/>
          <a:p>
            <a:pPr>
              <a:spcBef>
                <a:spcPct val="50000"/>
              </a:spcBef>
              <a:buClr>
                <a:srgbClr val="0000FF"/>
              </a:buClr>
              <a:buFont typeface="Wingdings" panose="05000000000000000000" pitchFamily="2" charset="2"/>
            </a:pPr>
            <a:r>
              <a:rPr lang="zh-CN" altLang="en-US" sz="2000" b="1" dirty="0">
                <a:latin typeface="楷体_GB2312" pitchFamily="1" charset="-122"/>
                <a:ea typeface="楷体_GB2312" pitchFamily="1" charset="-122"/>
              </a:rPr>
              <a:t>衍射角最大值</a:t>
            </a:r>
          </a:p>
        </p:txBody>
      </p:sp>
      <p:grpSp>
        <p:nvGrpSpPr>
          <p:cNvPr id="8" name="Group 164"/>
          <p:cNvGrpSpPr/>
          <p:nvPr/>
        </p:nvGrpSpPr>
        <p:grpSpPr>
          <a:xfrm>
            <a:off x="1192213" y="5286375"/>
            <a:ext cx="6638925" cy="455613"/>
            <a:chOff x="1244" y="2276"/>
            <a:chExt cx="4182" cy="287"/>
          </a:xfrm>
        </p:grpSpPr>
        <p:grpSp>
          <p:nvGrpSpPr>
            <p:cNvPr id="51286" name="Group 163"/>
            <p:cNvGrpSpPr/>
            <p:nvPr/>
          </p:nvGrpSpPr>
          <p:grpSpPr>
            <a:xfrm>
              <a:off x="2678" y="2276"/>
              <a:ext cx="1157" cy="287"/>
              <a:chOff x="2660" y="2103"/>
              <a:chExt cx="1285" cy="351"/>
            </a:xfrm>
          </p:grpSpPr>
          <p:grpSp>
            <p:nvGrpSpPr>
              <p:cNvPr id="51287" name="Group 126"/>
              <p:cNvGrpSpPr/>
              <p:nvPr/>
            </p:nvGrpSpPr>
            <p:grpSpPr>
              <a:xfrm>
                <a:off x="3113" y="2103"/>
                <a:ext cx="519" cy="351"/>
                <a:chOff x="3028" y="505"/>
                <a:chExt cx="496" cy="513"/>
              </a:xfrm>
            </p:grpSpPr>
            <p:grpSp>
              <p:nvGrpSpPr>
                <p:cNvPr id="51288" name="Group 127"/>
                <p:cNvGrpSpPr/>
                <p:nvPr/>
              </p:nvGrpSpPr>
              <p:grpSpPr>
                <a:xfrm>
                  <a:off x="3028" y="505"/>
                  <a:ext cx="475" cy="257"/>
                  <a:chOff x="3041" y="1368"/>
                  <a:chExt cx="509" cy="291"/>
                </a:xfrm>
              </p:grpSpPr>
              <p:sp>
                <p:nvSpPr>
                  <p:cNvPr id="22621" name="WordArt 128"/>
                  <p:cNvSpPr>
                    <a:spLocks noTextEdit="1"/>
                  </p:cNvSpPr>
                  <p:nvPr/>
                </p:nvSpPr>
                <p:spPr>
                  <a:xfrm>
                    <a:off x="3041" y="1401"/>
                    <a:ext cx="65" cy="258"/>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622" name="WordArt 129"/>
                  <p:cNvSpPr>
                    <a:spLocks noTextEdit="1"/>
                  </p:cNvSpPr>
                  <p:nvPr/>
                </p:nvSpPr>
                <p:spPr>
                  <a:xfrm>
                    <a:off x="3486" y="1385"/>
                    <a:ext cx="64" cy="259"/>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623" name="WordArt 130"/>
                  <p:cNvSpPr>
                    <a:spLocks noTextEdit="1"/>
                  </p:cNvSpPr>
                  <p:nvPr/>
                </p:nvSpPr>
                <p:spPr>
                  <a:xfrm>
                    <a:off x="3248" y="1439"/>
                    <a:ext cx="94" cy="159"/>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624" name="WordArt 131"/>
                  <p:cNvSpPr>
                    <a:spLocks noTextEdit="1"/>
                  </p:cNvSpPr>
                  <p:nvPr/>
                </p:nvSpPr>
                <p:spPr>
                  <a:xfrm>
                    <a:off x="3103" y="1389"/>
                    <a:ext cx="102" cy="219"/>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a</a:t>
                    </a:r>
                    <a:endPar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22625" name="WordArt 132"/>
                  <p:cNvSpPr>
                    <a:spLocks noTextEdit="1"/>
                  </p:cNvSpPr>
                  <p:nvPr/>
                </p:nvSpPr>
                <p:spPr>
                  <a:xfrm>
                    <a:off x="3381" y="1368"/>
                    <a:ext cx="90" cy="258"/>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b</a:t>
                    </a:r>
                    <a:endPar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grpSp>
            <p:sp>
              <p:nvSpPr>
                <p:cNvPr id="22626" name="WordArt 133"/>
                <p:cNvSpPr>
                  <a:spLocks noTextEdit="1"/>
                </p:cNvSpPr>
                <p:nvPr/>
              </p:nvSpPr>
              <p:spPr>
                <a:xfrm>
                  <a:off x="3183" y="846"/>
                  <a:ext cx="122" cy="172"/>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a</a:t>
                  </a:r>
                  <a:endPar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51295" name="Line 134"/>
                <p:cNvSpPr/>
                <p:nvPr/>
              </p:nvSpPr>
              <p:spPr>
                <a:xfrm>
                  <a:off x="3049" y="791"/>
                  <a:ext cx="475" cy="0"/>
                </a:xfrm>
                <a:prstGeom prst="line">
                  <a:avLst/>
                </a:prstGeom>
                <a:ln w="38100" cap="flat" cmpd="sng">
                  <a:solidFill>
                    <a:schemeClr val="tx2"/>
                  </a:solidFill>
                  <a:prstDash val="solid"/>
                  <a:round/>
                  <a:headEnd type="none" w="med" len="med"/>
                  <a:tailEnd type="none" w="med" len="med"/>
                </a:ln>
              </p:spPr>
            </p:sp>
          </p:grpSp>
          <p:sp>
            <p:nvSpPr>
              <p:cNvPr id="22628" name="WordArt 135"/>
              <p:cNvSpPr>
                <a:spLocks noTextEdit="1"/>
              </p:cNvSpPr>
              <p:nvPr/>
            </p:nvSpPr>
            <p:spPr>
              <a:xfrm>
                <a:off x="2660" y="2163"/>
                <a:ext cx="159" cy="210"/>
              </a:xfrm>
              <a:prstGeom prst="rect">
                <a:avLst/>
              </a:prstGeom>
            </p:spPr>
            <p:txBody>
              <a:bodyPr wrap="none" fromWordArt="1">
                <a:prstTxWarp prst="textPlain">
                  <a:avLst>
                    <a:gd name="adj" fmla="val 50000"/>
                  </a:avLst>
                </a:prstTxWarp>
                <a:normAutofit fontScale="40000" lnSpcReduction="20000"/>
              </a:bodyPr>
              <a:lstStyle/>
              <a:p>
                <a:pPr algn="ctr" fontAlgn="base"/>
                <a:r>
                  <a:rPr lang="zh-CN" altLang="en-US" sz="3600"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k</a:t>
                </a:r>
                <a:endParaRPr lang="zh-CN" altLang="en-US" sz="3600"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nvGrpSpPr>
              <p:cNvPr id="51297" name="Group 136"/>
              <p:cNvGrpSpPr/>
              <p:nvPr/>
            </p:nvGrpSpPr>
            <p:grpSpPr>
              <a:xfrm rot="5400000">
                <a:off x="2926" y="2216"/>
                <a:ext cx="59" cy="121"/>
                <a:chOff x="2928" y="3216"/>
                <a:chExt cx="48" cy="240"/>
              </a:xfrm>
            </p:grpSpPr>
            <p:sp>
              <p:nvSpPr>
                <p:cNvPr id="51298" name="Line 137"/>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51299" name="Line 138"/>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51300" name="Group 139"/>
              <p:cNvGrpSpPr/>
              <p:nvPr/>
            </p:nvGrpSpPr>
            <p:grpSpPr>
              <a:xfrm>
                <a:off x="3702" y="2148"/>
                <a:ext cx="243" cy="217"/>
                <a:chOff x="4941" y="1503"/>
                <a:chExt cx="232" cy="240"/>
              </a:xfrm>
            </p:grpSpPr>
            <p:sp>
              <p:nvSpPr>
                <p:cNvPr id="22633" name="WordArt 140"/>
                <p:cNvSpPr>
                  <a:spLocks noTextEdit="1"/>
                </p:cNvSpPr>
                <p:nvPr/>
              </p:nvSpPr>
              <p:spPr>
                <a:xfrm>
                  <a:off x="4941" y="1517"/>
                  <a:ext cx="179" cy="226"/>
                </a:xfrm>
                <a:prstGeom prst="rect">
                  <a:avLst/>
                </a:prstGeom>
              </p:spPr>
              <p:txBody>
                <a:bodyPr wrap="none" fromWordArt="1">
                  <a:prstTxWarp prst="textPlain">
                    <a:avLst>
                      <a:gd name="adj" fmla="val 56981"/>
                    </a:avLst>
                  </a:prstTxWarp>
                  <a:normAutofit fontScale="40000" lnSpcReduction="20000"/>
                </a:bodyPr>
                <a:lstStyle/>
                <a:p>
                  <a:pPr algn="ctr" fontAlgn="base"/>
                  <a:r>
                    <a:rPr lang="zh-CN" altLang="en-US" sz="3600"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k</a:t>
                  </a:r>
                  <a:endParaRPr lang="zh-CN" altLang="en-US" sz="3600"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51302" name="Freeform 141"/>
                <p:cNvSpPr/>
                <p:nvPr/>
              </p:nvSpPr>
              <p:spPr>
                <a:xfrm>
                  <a:off x="5094" y="1503"/>
                  <a:ext cx="79" cy="68"/>
                </a:xfrm>
                <a:custGeom>
                  <a:avLst/>
                  <a:gdLst/>
                  <a:ahLst/>
                  <a:cxnLst>
                    <a:cxn ang="0">
                      <a:pos x="0" y="0"/>
                    </a:cxn>
                    <a:cxn ang="0">
                      <a:pos x="0" y="0"/>
                    </a:cxn>
                    <a:cxn ang="0">
                      <a:pos x="0" y="0"/>
                    </a:cxn>
                    <a:cxn ang="0">
                      <a:pos x="0" y="0"/>
                    </a:cxn>
                  </a:cxnLst>
                  <a:rect l="0" t="0" r="0" b="0"/>
                  <a:pathLst>
                    <a:path w="305" h="339">
                      <a:moveTo>
                        <a:pt x="192" y="0"/>
                      </a:moveTo>
                      <a:lnTo>
                        <a:pt x="0" y="339"/>
                      </a:lnTo>
                      <a:lnTo>
                        <a:pt x="305" y="68"/>
                      </a:lnTo>
                      <a:lnTo>
                        <a:pt x="192" y="0"/>
                      </a:lnTo>
                      <a:close/>
                    </a:path>
                  </a:pathLst>
                </a:custGeom>
                <a:solidFill>
                  <a:schemeClr val="tx2"/>
                </a:solidFill>
                <a:ln w="9525" cap="flat" cmpd="sng">
                  <a:solidFill>
                    <a:schemeClr val="tx2"/>
                  </a:solidFill>
                  <a:prstDash val="solid"/>
                  <a:round/>
                  <a:headEnd type="none" w="med" len="med"/>
                  <a:tailEnd type="none" w="med" len="med"/>
                </a:ln>
              </p:spPr>
              <p:txBody>
                <a:bodyPr/>
                <a:lstStyle/>
                <a:p>
                  <a:endParaRPr lang="zh-CN" altLang="en-US"/>
                </a:p>
              </p:txBody>
            </p:sp>
          </p:grpSp>
        </p:grpSp>
        <p:sp>
          <p:nvSpPr>
            <p:cNvPr id="22635" name="WordArt 143"/>
            <p:cNvSpPr>
              <a:spLocks noTextEdit="1"/>
            </p:cNvSpPr>
            <p:nvPr/>
          </p:nvSpPr>
          <p:spPr>
            <a:xfrm>
              <a:off x="1244" y="2350"/>
              <a:ext cx="1146" cy="149"/>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9525" cap="flat" cmpd="sng">
                    <a:solidFill>
                      <a:srgbClr val="0080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cs typeface="+mn-cs"/>
                </a:rPr>
                <a:t>缺级条件为</a:t>
              </a:r>
              <a:endParaRPr lang="zh-CN" altLang="en-US" sz="3600" strike="noStrike" noProof="1">
                <a:ln w="9525" cap="flat" cmpd="sng">
                  <a:solidFill>
                    <a:srgbClr val="0080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endParaRPr>
            </a:p>
          </p:txBody>
        </p:sp>
        <p:grpSp>
          <p:nvGrpSpPr>
            <p:cNvPr id="51304" name="Group 144"/>
            <p:cNvGrpSpPr/>
            <p:nvPr/>
          </p:nvGrpSpPr>
          <p:grpSpPr>
            <a:xfrm>
              <a:off x="4180" y="2305"/>
              <a:ext cx="1246" cy="192"/>
              <a:chOff x="3110" y="2463"/>
              <a:chExt cx="1200" cy="165"/>
            </a:xfrm>
          </p:grpSpPr>
          <p:sp>
            <p:nvSpPr>
              <p:cNvPr id="51305" name="Oval 145"/>
              <p:cNvSpPr/>
              <p:nvPr/>
            </p:nvSpPr>
            <p:spPr>
              <a:xfrm flipV="1">
                <a:off x="4033" y="2535"/>
                <a:ext cx="27" cy="29"/>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2638" name="WordArt 146"/>
              <p:cNvSpPr>
                <a:spLocks noTextEdit="1"/>
              </p:cNvSpPr>
              <p:nvPr/>
            </p:nvSpPr>
            <p:spPr>
              <a:xfrm>
                <a:off x="3736" y="2497"/>
                <a:ext cx="63" cy="119"/>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2</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639" name="WordArt 147"/>
              <p:cNvSpPr>
                <a:spLocks noTextEdit="1"/>
              </p:cNvSpPr>
              <p:nvPr/>
            </p:nvSpPr>
            <p:spPr>
              <a:xfrm>
                <a:off x="3586" y="2497"/>
                <a:ext cx="63" cy="119"/>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1</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640" name="WordArt 148"/>
              <p:cNvSpPr>
                <a:spLocks noTextEdit="1"/>
              </p:cNvSpPr>
              <p:nvPr/>
            </p:nvSpPr>
            <p:spPr>
              <a:xfrm>
                <a:off x="3881" y="2497"/>
                <a:ext cx="62" cy="119"/>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3</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641" name="WordArt 149"/>
              <p:cNvSpPr>
                <a:spLocks noTextEdit="1"/>
              </p:cNvSpPr>
              <p:nvPr/>
            </p:nvSpPr>
            <p:spPr>
              <a:xfrm>
                <a:off x="3110" y="2484"/>
                <a:ext cx="44" cy="144"/>
              </a:xfrm>
              <a:prstGeom prst="rect">
                <a:avLst/>
              </a:prstGeom>
            </p:spPr>
            <p:txBody>
              <a:bodyPr wrap="none" fromWordArt="1">
                <a:prstTxWarp prst="textPlain">
                  <a:avLst>
                    <a:gd name="adj" fmla="val 50000"/>
                  </a:avLst>
                </a:prstTxWarp>
                <a:normAutofit fontScale="400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642" name="WordArt 150"/>
              <p:cNvSpPr>
                <a:spLocks noTextEdit="1"/>
              </p:cNvSpPr>
              <p:nvPr/>
            </p:nvSpPr>
            <p:spPr>
              <a:xfrm>
                <a:off x="4265" y="2484"/>
                <a:ext cx="45" cy="144"/>
              </a:xfrm>
              <a:prstGeom prst="rect">
                <a:avLst/>
              </a:prstGeom>
            </p:spPr>
            <p:txBody>
              <a:bodyPr wrap="none" fromWordArt="1">
                <a:prstTxWarp prst="textPlain">
                  <a:avLst>
                    <a:gd name="adj" fmla="val 50000"/>
                  </a:avLst>
                </a:prstTxWarp>
                <a:normAutofit fontScale="400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grpSp>
            <p:nvGrpSpPr>
              <p:cNvPr id="51311" name="Group 151"/>
              <p:cNvGrpSpPr/>
              <p:nvPr/>
            </p:nvGrpSpPr>
            <p:grpSpPr>
              <a:xfrm rot="5400000">
                <a:off x="3409" y="2508"/>
                <a:ext cx="36" cy="97"/>
                <a:chOff x="2928" y="3216"/>
                <a:chExt cx="48" cy="240"/>
              </a:xfrm>
            </p:grpSpPr>
            <p:sp>
              <p:nvSpPr>
                <p:cNvPr id="51312" name="Line 152"/>
                <p:cNvSpPr/>
                <p:nvPr/>
              </p:nvSpPr>
              <p:spPr>
                <a:xfrm>
                  <a:off x="2928" y="3216"/>
                  <a:ext cx="0" cy="240"/>
                </a:xfrm>
                <a:prstGeom prst="line">
                  <a:avLst/>
                </a:prstGeom>
                <a:ln w="38100" cap="flat" cmpd="sng">
                  <a:solidFill>
                    <a:schemeClr val="tx2"/>
                  </a:solidFill>
                  <a:prstDash val="solid"/>
                  <a:round/>
                  <a:headEnd type="none" w="med" len="med"/>
                  <a:tailEnd type="none" w="med" len="med"/>
                </a:ln>
              </p:spPr>
            </p:sp>
            <p:sp>
              <p:nvSpPr>
                <p:cNvPr id="51313" name="Line 153"/>
                <p:cNvSpPr/>
                <p:nvPr/>
              </p:nvSpPr>
              <p:spPr>
                <a:xfrm>
                  <a:off x="2976" y="3216"/>
                  <a:ext cx="0" cy="240"/>
                </a:xfrm>
                <a:prstGeom prst="line">
                  <a:avLst/>
                </a:prstGeom>
                <a:ln w="38100" cap="flat" cmpd="sng">
                  <a:solidFill>
                    <a:schemeClr val="tx2"/>
                  </a:solidFill>
                  <a:prstDash val="solid"/>
                  <a:round/>
                  <a:headEnd type="none" w="med" len="med"/>
                  <a:tailEnd type="none" w="med" len="med"/>
                </a:ln>
              </p:spPr>
            </p:sp>
          </p:grpSp>
          <p:sp>
            <p:nvSpPr>
              <p:cNvPr id="22646" name="WordArt 154"/>
              <p:cNvSpPr>
                <a:spLocks noTextEdit="1"/>
              </p:cNvSpPr>
              <p:nvPr/>
            </p:nvSpPr>
            <p:spPr>
              <a:xfrm>
                <a:off x="3685" y="2588"/>
                <a:ext cx="16" cy="32"/>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647" name="WordArt 155"/>
              <p:cNvSpPr>
                <a:spLocks noTextEdit="1"/>
              </p:cNvSpPr>
              <p:nvPr/>
            </p:nvSpPr>
            <p:spPr>
              <a:xfrm>
                <a:off x="3837" y="2585"/>
                <a:ext cx="15" cy="32"/>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648" name="WordArt 156"/>
              <p:cNvSpPr>
                <a:spLocks noTextEdit="1"/>
              </p:cNvSpPr>
              <p:nvPr/>
            </p:nvSpPr>
            <p:spPr>
              <a:xfrm>
                <a:off x="3978" y="2588"/>
                <a:ext cx="15" cy="32"/>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51317" name="Oval 157"/>
              <p:cNvSpPr/>
              <p:nvPr/>
            </p:nvSpPr>
            <p:spPr>
              <a:xfrm flipV="1">
                <a:off x="4114" y="2538"/>
                <a:ext cx="27" cy="29"/>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1318" name="Oval 158"/>
              <p:cNvSpPr/>
              <p:nvPr/>
            </p:nvSpPr>
            <p:spPr>
              <a:xfrm flipV="1">
                <a:off x="4193" y="2535"/>
                <a:ext cx="27" cy="29"/>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51319" name="Group 159"/>
              <p:cNvGrpSpPr/>
              <p:nvPr/>
            </p:nvGrpSpPr>
            <p:grpSpPr>
              <a:xfrm>
                <a:off x="3201" y="2463"/>
                <a:ext cx="206" cy="159"/>
                <a:chOff x="4941" y="1503"/>
                <a:chExt cx="232" cy="240"/>
              </a:xfrm>
            </p:grpSpPr>
            <p:sp>
              <p:nvSpPr>
                <p:cNvPr id="22652" name="WordArt 160"/>
                <p:cNvSpPr>
                  <a:spLocks noTextEdit="1"/>
                </p:cNvSpPr>
                <p:nvPr/>
              </p:nvSpPr>
              <p:spPr>
                <a:xfrm>
                  <a:off x="4941" y="1517"/>
                  <a:ext cx="179" cy="226"/>
                </a:xfrm>
                <a:prstGeom prst="rect">
                  <a:avLst/>
                </a:prstGeom>
              </p:spPr>
              <p:txBody>
                <a:bodyPr wrap="none" fromWordArt="1">
                  <a:prstTxWarp prst="textPlain">
                    <a:avLst>
                      <a:gd name="adj" fmla="val 56981"/>
                    </a:avLst>
                  </a:prstTxWarp>
                  <a:normAutofit fontScale="40000" lnSpcReduction="20000"/>
                </a:bodyPr>
                <a:lstStyle/>
                <a:p>
                  <a:pPr algn="ctr" fontAlgn="base"/>
                  <a:r>
                    <a:rPr lang="zh-CN" altLang="en-US" sz="3600"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k</a:t>
                  </a:r>
                  <a:endParaRPr lang="zh-CN" altLang="en-US" sz="3600"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51321" name="Freeform 161"/>
                <p:cNvSpPr/>
                <p:nvPr/>
              </p:nvSpPr>
              <p:spPr>
                <a:xfrm>
                  <a:off x="5094" y="1503"/>
                  <a:ext cx="79" cy="68"/>
                </a:xfrm>
                <a:custGeom>
                  <a:avLst/>
                  <a:gdLst/>
                  <a:ahLst/>
                  <a:cxnLst>
                    <a:cxn ang="0">
                      <a:pos x="0" y="0"/>
                    </a:cxn>
                    <a:cxn ang="0">
                      <a:pos x="0" y="0"/>
                    </a:cxn>
                    <a:cxn ang="0">
                      <a:pos x="0" y="0"/>
                    </a:cxn>
                    <a:cxn ang="0">
                      <a:pos x="0" y="0"/>
                    </a:cxn>
                  </a:cxnLst>
                  <a:rect l="0" t="0" r="0" b="0"/>
                  <a:pathLst>
                    <a:path w="305" h="339">
                      <a:moveTo>
                        <a:pt x="192" y="0"/>
                      </a:moveTo>
                      <a:lnTo>
                        <a:pt x="0" y="339"/>
                      </a:lnTo>
                      <a:lnTo>
                        <a:pt x="305" y="68"/>
                      </a:lnTo>
                      <a:lnTo>
                        <a:pt x="192" y="0"/>
                      </a:lnTo>
                      <a:close/>
                    </a:path>
                  </a:pathLst>
                </a:custGeom>
                <a:solidFill>
                  <a:schemeClr val="tx2"/>
                </a:solidFill>
                <a:ln w="9525" cap="flat" cmpd="sng">
                  <a:solidFill>
                    <a:schemeClr val="tx2"/>
                  </a:solidFill>
                  <a:prstDash val="solid"/>
                  <a:round/>
                  <a:headEnd type="none" w="med" len="med"/>
                  <a:tailEnd type="none" w="med" len="med"/>
                </a:ln>
              </p:spPr>
              <p:txBody>
                <a:bodyPr/>
                <a:lstStyle/>
                <a:p>
                  <a:endParaRPr lang="zh-CN" altLang="en-US"/>
                </a:p>
              </p:txBody>
            </p:sp>
          </p:grpSp>
        </p:grpSp>
      </p:grpSp>
      <p:grpSp>
        <p:nvGrpSpPr>
          <p:cNvPr id="17" name="Group 239"/>
          <p:cNvGrpSpPr/>
          <p:nvPr/>
        </p:nvGrpSpPr>
        <p:grpSpPr>
          <a:xfrm>
            <a:off x="2989263" y="4265613"/>
            <a:ext cx="4727575" cy="820737"/>
            <a:chOff x="571" y="1800"/>
            <a:chExt cx="2978" cy="517"/>
          </a:xfrm>
        </p:grpSpPr>
        <p:sp>
          <p:nvSpPr>
            <p:cNvPr id="22655" name="WordArt 193"/>
            <p:cNvSpPr>
              <a:spLocks noTextEdit="1"/>
            </p:cNvSpPr>
            <p:nvPr/>
          </p:nvSpPr>
          <p:spPr>
            <a:xfrm>
              <a:off x="597" y="1803"/>
              <a:ext cx="1252" cy="201"/>
            </a:xfrm>
            <a:prstGeom prst="rect">
              <a:avLst/>
            </a:prstGeom>
          </p:spPr>
          <p:txBody>
            <a:bodyPr wrap="none" fromWordArt="1">
              <a:prstTxWarp prst="textPlain">
                <a:avLst>
                  <a:gd name="adj" fmla="val 50000"/>
                </a:avLst>
              </a:prstTxWarp>
              <a:normAutofit fontScale="47500" lnSpcReduction="20000"/>
            </a:bodyPr>
            <a:lstStyle/>
            <a:p>
              <a:pPr algn="ctr" fontAlgn="base"/>
              <a:r>
                <a:rPr lang="zh-CN" altLang="en-US" sz="3600" strike="noStrike" noProof="1">
                  <a:ln w="9525" cap="flat" cmpd="sng">
                    <a:solidFill>
                      <a:srgbClr val="FF6600"/>
                    </a:solidFill>
                    <a:prstDash val="solid"/>
                    <a:round/>
                    <a:headEnd type="none" w="med" len="med"/>
                    <a:tailEnd type="none" w="med" len="med"/>
                  </a:ln>
                  <a:solidFill>
                    <a:srgbClr val="FF6600"/>
                  </a:solidFill>
                  <a:latin typeface="宋体" panose="02010600030101010101" pitchFamily="2" charset="-122"/>
                  <a:ea typeface="宋体" panose="02010600030101010101" pitchFamily="2" charset="-122"/>
                  <a:cs typeface="+mn-cs"/>
                </a:rPr>
                <a:t>缝间干涉主极大位置</a:t>
              </a:r>
              <a:endParaRPr lang="zh-CN" altLang="en-US" sz="3600" strike="noStrike" noProof="1">
                <a:ln w="9525" cap="flat" cmpd="sng">
                  <a:solidFill>
                    <a:srgbClr val="FF6600"/>
                  </a:solidFill>
                  <a:prstDash val="solid"/>
                  <a:round/>
                  <a:headEnd type="none" w="med" len="med"/>
                  <a:tailEnd type="none" w="med" len="med"/>
                </a:ln>
                <a:solidFill>
                  <a:srgbClr val="FF6600"/>
                </a:solidFill>
                <a:latin typeface="宋体" panose="02010600030101010101" pitchFamily="2" charset="-122"/>
                <a:ea typeface="宋体" panose="02010600030101010101" pitchFamily="2" charset="-122"/>
              </a:endParaRPr>
            </a:p>
          </p:txBody>
        </p:sp>
        <p:grpSp>
          <p:nvGrpSpPr>
            <p:cNvPr id="51324" name="Group 237"/>
            <p:cNvGrpSpPr/>
            <p:nvPr/>
          </p:nvGrpSpPr>
          <p:grpSpPr>
            <a:xfrm>
              <a:off x="571" y="2084"/>
              <a:ext cx="1369" cy="233"/>
              <a:chOff x="397" y="2120"/>
              <a:chExt cx="1369" cy="279"/>
            </a:xfrm>
          </p:grpSpPr>
          <p:sp>
            <p:nvSpPr>
              <p:cNvPr id="22657" name="WordArt 166"/>
              <p:cNvSpPr>
                <a:spLocks noTextEdit="1"/>
              </p:cNvSpPr>
              <p:nvPr/>
            </p:nvSpPr>
            <p:spPr>
              <a:xfrm>
                <a:off x="1488" y="2141"/>
                <a:ext cx="140" cy="205"/>
              </a:xfrm>
              <a:prstGeom prst="rect">
                <a:avLst/>
              </a:prstGeom>
            </p:spPr>
            <p:txBody>
              <a:bodyPr wrap="none" fromWordArt="1">
                <a:prstTxWarp prst="textPlain">
                  <a:avLst>
                    <a:gd name="adj" fmla="val 50000"/>
                  </a:avLst>
                </a:prstTxWarp>
                <a:normAutofit fontScale="40000" lnSpcReduction="20000"/>
              </a:bodyPr>
              <a:lstStyle/>
              <a:p>
                <a:pPr algn="ctr" fontAlgn="base"/>
                <a:r>
                  <a:rPr lang="zh-CN" altLang="en-US" sz="3600"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k</a:t>
                </a:r>
                <a:endParaRPr lang="zh-CN" altLang="en-US" sz="3600"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grpSp>
            <p:nvGrpSpPr>
              <p:cNvPr id="51326" name="Group 167"/>
              <p:cNvGrpSpPr/>
              <p:nvPr/>
            </p:nvGrpSpPr>
            <p:grpSpPr>
              <a:xfrm rot="5400000">
                <a:off x="1254" y="2211"/>
                <a:ext cx="58" cy="106"/>
                <a:chOff x="2928" y="3216"/>
                <a:chExt cx="48" cy="240"/>
              </a:xfrm>
            </p:grpSpPr>
            <p:sp>
              <p:nvSpPr>
                <p:cNvPr id="51327" name="Line 168"/>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51328" name="Line 169"/>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2661" name="WordArt 170"/>
              <p:cNvSpPr>
                <a:spLocks noTextEdit="1"/>
              </p:cNvSpPr>
              <p:nvPr/>
            </p:nvSpPr>
            <p:spPr>
              <a:xfrm>
                <a:off x="816" y="2166"/>
                <a:ext cx="254" cy="169"/>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sin</a:t>
                </a:r>
                <a:endPar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22662" name="WordArt 171"/>
              <p:cNvSpPr>
                <a:spLocks noTextEdit="1"/>
              </p:cNvSpPr>
              <p:nvPr/>
            </p:nvSpPr>
            <p:spPr>
              <a:xfrm>
                <a:off x="1097" y="2141"/>
                <a:ext cx="103" cy="210"/>
              </a:xfrm>
              <a:prstGeom prst="rect">
                <a:avLst/>
              </a:prstGeom>
            </p:spPr>
            <p:txBody>
              <a:bodyPr wrap="none" fromWordArt="1">
                <a:prstTxWarp prst="textPlain">
                  <a:avLst>
                    <a:gd name="adj" fmla="val 50000"/>
                  </a:avLst>
                </a:prstTxWarp>
                <a:normAutofit fontScale="40000" lnSpcReduction="20000"/>
              </a:bodyPr>
              <a:lstStyle/>
              <a:p>
                <a:pPr algn="ctr" fontAlgn="base"/>
                <a:r>
                  <a:rPr lang="zh-CN" altLang="en-US" sz="3600" i="1" strike="noStrike" noProof="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i="1" strike="noStrike" noProof="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grpSp>
            <p:nvGrpSpPr>
              <p:cNvPr id="51331" name="Group 172"/>
              <p:cNvGrpSpPr/>
              <p:nvPr/>
            </p:nvGrpSpPr>
            <p:grpSpPr>
              <a:xfrm>
                <a:off x="1371" y="2181"/>
                <a:ext cx="100" cy="135"/>
                <a:chOff x="3739" y="1321"/>
                <a:chExt cx="136" cy="181"/>
              </a:xfrm>
            </p:grpSpPr>
            <p:sp>
              <p:nvSpPr>
                <p:cNvPr id="22664" name="WordArt 173"/>
                <p:cNvSpPr>
                  <a:spLocks noTextEdit="1"/>
                </p:cNvSpPr>
                <p:nvPr/>
              </p:nvSpPr>
              <p:spPr>
                <a:xfrm>
                  <a:off x="3752" y="1321"/>
                  <a:ext cx="96" cy="118"/>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51333" name="Line 174"/>
                <p:cNvSpPr/>
                <p:nvPr/>
              </p:nvSpPr>
              <p:spPr>
                <a:xfrm flipV="1">
                  <a:off x="3739" y="1490"/>
                  <a:ext cx="136" cy="12"/>
                </a:xfrm>
                <a:prstGeom prst="line">
                  <a:avLst/>
                </a:prstGeom>
                <a:ln w="28575" cap="flat" cmpd="sng">
                  <a:solidFill>
                    <a:schemeClr val="tx1"/>
                  </a:solidFill>
                  <a:prstDash val="solid"/>
                  <a:round/>
                  <a:headEnd type="none" w="med" len="med"/>
                  <a:tailEnd type="none" w="med" len="med"/>
                </a:ln>
              </p:spPr>
            </p:sp>
          </p:grpSp>
          <p:sp>
            <p:nvSpPr>
              <p:cNvPr id="22666" name="WordArt 175"/>
              <p:cNvSpPr>
                <a:spLocks noTextEdit="1"/>
              </p:cNvSpPr>
              <p:nvPr/>
            </p:nvSpPr>
            <p:spPr>
              <a:xfrm>
                <a:off x="1606" y="2120"/>
                <a:ext cx="160" cy="239"/>
              </a:xfrm>
              <a:prstGeom prst="rect">
                <a:avLst/>
              </a:prstGeom>
            </p:spPr>
            <p:txBody>
              <a:bodyPr wrap="none" fromWordArt="1">
                <a:prstTxWarp prst="textPlain">
                  <a:avLst>
                    <a:gd name="adj" fmla="val 59412"/>
                  </a:avLst>
                </a:prstTxWarp>
                <a:normAutofit fontScale="47500" lnSpcReduction="20000"/>
              </a:bodyPr>
              <a:lstStyle/>
              <a:p>
                <a:pPr algn="ctr" fontAlgn="base"/>
                <a:r>
                  <a:rPr lang="zh-CN" altLang="en-US" sz="3600"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cs typeface="+mn-cs"/>
                  </a:rPr>
                  <a:t>l</a:t>
                </a:r>
                <a:endParaRPr lang="zh-CN" altLang="en-US" sz="3600"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endParaRPr>
              </a:p>
            </p:txBody>
          </p:sp>
          <p:grpSp>
            <p:nvGrpSpPr>
              <p:cNvPr id="51335" name="Group 196"/>
              <p:cNvGrpSpPr/>
              <p:nvPr/>
            </p:nvGrpSpPr>
            <p:grpSpPr>
              <a:xfrm>
                <a:off x="397" y="2162"/>
                <a:ext cx="394" cy="237"/>
                <a:chOff x="3041" y="1368"/>
                <a:chExt cx="509" cy="291"/>
              </a:xfrm>
            </p:grpSpPr>
            <p:sp>
              <p:nvSpPr>
                <p:cNvPr id="22668" name="WordArt 197"/>
                <p:cNvSpPr>
                  <a:spLocks noTextEdit="1"/>
                </p:cNvSpPr>
                <p:nvPr/>
              </p:nvSpPr>
              <p:spPr>
                <a:xfrm>
                  <a:off x="3041" y="1401"/>
                  <a:ext cx="65" cy="258"/>
                </a:xfrm>
                <a:prstGeom prst="rect">
                  <a:avLst/>
                </a:prstGeom>
              </p:spPr>
              <p:txBody>
                <a:bodyPr wrap="none" fromWordArt="1">
                  <a:prstTxWarp prst="textPlain">
                    <a:avLst>
                      <a:gd name="adj" fmla="val 50000"/>
                    </a:avLst>
                  </a:prstTxWarp>
                  <a:normAutofit fontScale="400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669" name="WordArt 198"/>
                <p:cNvSpPr>
                  <a:spLocks noTextEdit="1"/>
                </p:cNvSpPr>
                <p:nvPr/>
              </p:nvSpPr>
              <p:spPr>
                <a:xfrm>
                  <a:off x="3486" y="1385"/>
                  <a:ext cx="64" cy="259"/>
                </a:xfrm>
                <a:prstGeom prst="rect">
                  <a:avLst/>
                </a:prstGeom>
              </p:spPr>
              <p:txBody>
                <a:bodyPr wrap="none" fromWordArt="1">
                  <a:prstTxWarp prst="textPlain">
                    <a:avLst>
                      <a:gd name="adj" fmla="val 50000"/>
                    </a:avLst>
                  </a:prstTxWarp>
                  <a:normAutofit fontScale="400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670" name="WordArt 199"/>
                <p:cNvSpPr>
                  <a:spLocks noTextEdit="1"/>
                </p:cNvSpPr>
                <p:nvPr/>
              </p:nvSpPr>
              <p:spPr>
                <a:xfrm>
                  <a:off x="3248" y="1439"/>
                  <a:ext cx="94" cy="159"/>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22671" name="WordArt 200"/>
                <p:cNvSpPr>
                  <a:spLocks noTextEdit="1"/>
                </p:cNvSpPr>
                <p:nvPr/>
              </p:nvSpPr>
              <p:spPr>
                <a:xfrm>
                  <a:off x="3103" y="1389"/>
                  <a:ext cx="102" cy="219"/>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a</a:t>
                  </a:r>
                  <a:endPar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22672" name="WordArt 201"/>
                <p:cNvSpPr>
                  <a:spLocks noTextEdit="1"/>
                </p:cNvSpPr>
                <p:nvPr/>
              </p:nvSpPr>
              <p:spPr>
                <a:xfrm>
                  <a:off x="3381" y="1368"/>
                  <a:ext cx="90" cy="258"/>
                </a:xfrm>
                <a:prstGeom prst="rect">
                  <a:avLst/>
                </a:prstGeom>
              </p:spPr>
              <p:txBody>
                <a:bodyPr wrap="none" fromWordArt="1">
                  <a:prstTxWarp prst="textPlain">
                    <a:avLst>
                      <a:gd name="adj" fmla="val 50000"/>
                    </a:avLst>
                  </a:prstTxWarp>
                  <a:normAutofit fontScale="40000" lnSpcReduction="20000"/>
                </a:bodyPr>
                <a:lstStyle/>
                <a:p>
                  <a:pPr algn="ctr" fontAlgn="base"/>
                  <a:r>
                    <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b</a:t>
                  </a:r>
                  <a:endPar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grpSp>
        </p:grpSp>
        <p:sp>
          <p:nvSpPr>
            <p:cNvPr id="22673" name="WordArt 205"/>
            <p:cNvSpPr>
              <a:spLocks noTextEdit="1"/>
            </p:cNvSpPr>
            <p:nvPr/>
          </p:nvSpPr>
          <p:spPr>
            <a:xfrm>
              <a:off x="2319" y="1800"/>
              <a:ext cx="1230" cy="210"/>
            </a:xfrm>
            <a:prstGeom prst="rect">
              <a:avLst/>
            </a:prstGeom>
          </p:spPr>
          <p:txBody>
            <a:bodyPr wrap="none" fromWordArt="1">
              <a:prstTxWarp prst="textPlain">
                <a:avLst>
                  <a:gd name="adj" fmla="val 50000"/>
                </a:avLst>
              </a:prstTxWarp>
              <a:normAutofit fontScale="47500" lnSpcReduction="20000"/>
            </a:bodyPr>
            <a:lstStyle/>
            <a:p>
              <a:pPr algn="ctr" fontAlgn="base"/>
              <a:r>
                <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单缝衍射包线暗纹位置</a:t>
              </a:r>
              <a:endParaRPr lang="zh-CN" altLang="en-US" sz="3600" strike="noStrike" noProof="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grpSp>
          <p:nvGrpSpPr>
            <p:cNvPr id="51342" name="Group 238"/>
            <p:cNvGrpSpPr/>
            <p:nvPr/>
          </p:nvGrpSpPr>
          <p:grpSpPr>
            <a:xfrm>
              <a:off x="2376" y="2087"/>
              <a:ext cx="1119" cy="173"/>
              <a:chOff x="2568" y="1941"/>
              <a:chExt cx="1119" cy="173"/>
            </a:xfrm>
          </p:grpSpPr>
          <p:grpSp>
            <p:nvGrpSpPr>
              <p:cNvPr id="51343" name="Group 206"/>
              <p:cNvGrpSpPr/>
              <p:nvPr/>
            </p:nvGrpSpPr>
            <p:grpSpPr>
              <a:xfrm rot="5400000">
                <a:off x="3126" y="1977"/>
                <a:ext cx="38" cy="95"/>
                <a:chOff x="2928" y="3216"/>
                <a:chExt cx="48" cy="240"/>
              </a:xfrm>
            </p:grpSpPr>
            <p:sp>
              <p:nvSpPr>
                <p:cNvPr id="51344" name="Line 207"/>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51345" name="Line 208"/>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51346" name="Group 209"/>
              <p:cNvGrpSpPr/>
              <p:nvPr/>
            </p:nvGrpSpPr>
            <p:grpSpPr>
              <a:xfrm>
                <a:off x="2733" y="1958"/>
                <a:ext cx="342" cy="137"/>
                <a:chOff x="4291" y="1529"/>
                <a:chExt cx="385" cy="208"/>
              </a:xfrm>
            </p:grpSpPr>
            <p:sp>
              <p:nvSpPr>
                <p:cNvPr id="22679" name="WordArt 210"/>
                <p:cNvSpPr>
                  <a:spLocks noTextEdit="1"/>
                </p:cNvSpPr>
                <p:nvPr/>
              </p:nvSpPr>
              <p:spPr>
                <a:xfrm>
                  <a:off x="4291" y="1554"/>
                  <a:ext cx="254" cy="167"/>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sin</a:t>
                  </a:r>
                  <a:endParaRPr lang="zh-CN" altLang="en-US" sz="3600" strike="noStrike" noProof="1">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sp>
              <p:nvSpPr>
                <p:cNvPr id="22680" name="WordArt 211"/>
                <p:cNvSpPr>
                  <a:spLocks noTextEdit="1"/>
                </p:cNvSpPr>
                <p:nvPr/>
              </p:nvSpPr>
              <p:spPr>
                <a:xfrm>
                  <a:off x="4572" y="1529"/>
                  <a:ext cx="104" cy="208"/>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i="1" strike="noStrike" noProof="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cs typeface="+mn-cs"/>
                    </a:rPr>
                    <a:t>q</a:t>
                  </a:r>
                  <a:endParaRPr lang="zh-CN" altLang="en-US" sz="3600" i="1" strike="noStrike" noProof="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endParaRPr>
                </a:p>
              </p:txBody>
            </p:sp>
          </p:grpSp>
          <p:sp>
            <p:nvSpPr>
              <p:cNvPr id="22681" name="WordArt 212"/>
              <p:cNvSpPr>
                <a:spLocks noTextEdit="1"/>
              </p:cNvSpPr>
              <p:nvPr/>
            </p:nvSpPr>
            <p:spPr>
              <a:xfrm>
                <a:off x="2568" y="1967"/>
                <a:ext cx="138" cy="120"/>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cs typeface="+mn-cs"/>
                  </a:rPr>
                  <a:t>a</a:t>
                </a:r>
                <a:endParaRPr lang="zh-CN" altLang="en-US" sz="3600" i="1" strike="noStrike" noProof="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endParaRPr>
              </a:p>
            </p:txBody>
          </p:sp>
          <p:grpSp>
            <p:nvGrpSpPr>
              <p:cNvPr id="51350" name="Group 213"/>
              <p:cNvGrpSpPr/>
              <p:nvPr/>
            </p:nvGrpSpPr>
            <p:grpSpPr>
              <a:xfrm>
                <a:off x="3236" y="1991"/>
                <a:ext cx="89" cy="88"/>
                <a:chOff x="3739" y="1321"/>
                <a:chExt cx="136" cy="181"/>
              </a:xfrm>
            </p:grpSpPr>
            <p:sp>
              <p:nvSpPr>
                <p:cNvPr id="22683" name="WordArt 214"/>
                <p:cNvSpPr>
                  <a:spLocks noTextEdit="1"/>
                </p:cNvSpPr>
                <p:nvPr/>
              </p:nvSpPr>
              <p:spPr>
                <a:xfrm>
                  <a:off x="3752" y="1321"/>
                  <a:ext cx="96" cy="118"/>
                </a:xfrm>
                <a:prstGeom prst="rect">
                  <a:avLst/>
                </a:prstGeom>
              </p:spPr>
              <p:txBody>
                <a:bodyPr wrap="none" fromWordArt="1">
                  <a:prstTxWarp prst="textPlain">
                    <a:avLst>
                      <a:gd name="adj" fmla="val 50000"/>
                    </a:avLst>
                  </a:prstTxWarp>
                  <a:normAutofit fontScale="25000" lnSpcReduction="20000"/>
                </a:bodyPr>
                <a:lstStyle/>
                <a:p>
                  <a:pPr algn="ctr" fontAlgn="base"/>
                  <a:r>
                    <a:rPr lang="zh-CN" altLang="en-US" sz="3600" strike="noStrike" noProof="1">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cs typeface="+mn-cs"/>
                    </a:rPr>
                    <a:t>+</a:t>
                  </a:r>
                  <a:endParaRPr lang="zh-CN" altLang="en-US" sz="3600" strike="noStrike" noProof="1">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endParaRPr>
                </a:p>
              </p:txBody>
            </p:sp>
            <p:sp>
              <p:nvSpPr>
                <p:cNvPr id="51352" name="Line 215"/>
                <p:cNvSpPr/>
                <p:nvPr/>
              </p:nvSpPr>
              <p:spPr>
                <a:xfrm flipV="1">
                  <a:off x="3739" y="1490"/>
                  <a:ext cx="136" cy="12"/>
                </a:xfrm>
                <a:prstGeom prst="line">
                  <a:avLst/>
                </a:prstGeom>
                <a:ln w="28575" cap="flat" cmpd="sng">
                  <a:solidFill>
                    <a:schemeClr val="tx1"/>
                  </a:solidFill>
                  <a:prstDash val="solid"/>
                  <a:round/>
                  <a:headEnd type="none" w="med" len="med"/>
                  <a:tailEnd type="none" w="med" len="med"/>
                </a:ln>
              </p:spPr>
            </p:sp>
          </p:grpSp>
          <p:sp>
            <p:nvSpPr>
              <p:cNvPr id="22685" name="WordArt 216"/>
              <p:cNvSpPr>
                <a:spLocks noTextEdit="1"/>
              </p:cNvSpPr>
              <p:nvPr/>
            </p:nvSpPr>
            <p:spPr>
              <a:xfrm>
                <a:off x="3545" y="1959"/>
                <a:ext cx="142" cy="155"/>
              </a:xfrm>
              <a:prstGeom prst="rect">
                <a:avLst/>
              </a:prstGeom>
            </p:spPr>
            <p:txBody>
              <a:bodyPr wrap="none" fromWordArt="1">
                <a:prstTxWarp prst="textPlain">
                  <a:avLst>
                    <a:gd name="adj" fmla="val 59412"/>
                  </a:avLst>
                </a:prstTxWarp>
                <a:normAutofit fontScale="32500" lnSpcReduction="20000"/>
              </a:bodyPr>
              <a:lstStyle/>
              <a:p>
                <a:pPr algn="ctr" fontAlgn="base"/>
                <a:r>
                  <a:rPr lang="zh-CN" altLang="en-US" sz="3600"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cs typeface="+mn-cs"/>
                  </a:rPr>
                  <a:t>l</a:t>
                </a:r>
                <a:endParaRPr lang="zh-CN" altLang="en-US" sz="3600" i="1" strike="noStrike" noProof="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endParaRPr>
              </a:p>
            </p:txBody>
          </p:sp>
          <p:grpSp>
            <p:nvGrpSpPr>
              <p:cNvPr id="51354" name="Group 231"/>
              <p:cNvGrpSpPr/>
              <p:nvPr/>
            </p:nvGrpSpPr>
            <p:grpSpPr>
              <a:xfrm>
                <a:off x="3350" y="1941"/>
                <a:ext cx="206" cy="157"/>
                <a:chOff x="4941" y="1503"/>
                <a:chExt cx="232" cy="240"/>
              </a:xfrm>
            </p:grpSpPr>
            <p:sp>
              <p:nvSpPr>
                <p:cNvPr id="22687" name="WordArt 232"/>
                <p:cNvSpPr>
                  <a:spLocks noTextEdit="1"/>
                </p:cNvSpPr>
                <p:nvPr/>
              </p:nvSpPr>
              <p:spPr>
                <a:xfrm>
                  <a:off x="4941" y="1517"/>
                  <a:ext cx="179" cy="226"/>
                </a:xfrm>
                <a:prstGeom prst="rect">
                  <a:avLst/>
                </a:prstGeom>
              </p:spPr>
              <p:txBody>
                <a:bodyPr wrap="none" fromWordArt="1">
                  <a:prstTxWarp prst="textPlain">
                    <a:avLst>
                      <a:gd name="adj" fmla="val 56981"/>
                    </a:avLst>
                  </a:prstTxWarp>
                  <a:normAutofit fontScale="25000" lnSpcReduction="20000"/>
                </a:bodyPr>
                <a:lstStyle/>
                <a:p>
                  <a:pPr algn="ctr" fontAlgn="base"/>
                  <a:r>
                    <a:rPr lang="zh-CN" altLang="en-US" sz="3600"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cs typeface="+mn-cs"/>
                    </a:rPr>
                    <a:t>k</a:t>
                  </a:r>
                  <a:endParaRPr lang="zh-CN" altLang="en-US" sz="3600" i="1" strike="noStrike" noProof="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endParaRPr>
                </a:p>
              </p:txBody>
            </p:sp>
            <p:sp>
              <p:nvSpPr>
                <p:cNvPr id="51356" name="Freeform 233"/>
                <p:cNvSpPr/>
                <p:nvPr/>
              </p:nvSpPr>
              <p:spPr>
                <a:xfrm>
                  <a:off x="5094" y="1503"/>
                  <a:ext cx="79" cy="68"/>
                </a:xfrm>
                <a:custGeom>
                  <a:avLst/>
                  <a:gdLst/>
                  <a:ahLst/>
                  <a:cxnLst>
                    <a:cxn ang="0">
                      <a:pos x="0" y="0"/>
                    </a:cxn>
                    <a:cxn ang="0">
                      <a:pos x="0" y="0"/>
                    </a:cxn>
                    <a:cxn ang="0">
                      <a:pos x="0" y="0"/>
                    </a:cxn>
                    <a:cxn ang="0">
                      <a:pos x="0" y="0"/>
                    </a:cxn>
                  </a:cxnLst>
                  <a:rect l="0" t="0" r="0" b="0"/>
                  <a:pathLst>
                    <a:path w="305" h="339">
                      <a:moveTo>
                        <a:pt x="192" y="0"/>
                      </a:moveTo>
                      <a:lnTo>
                        <a:pt x="0" y="339"/>
                      </a:lnTo>
                      <a:lnTo>
                        <a:pt x="305" y="68"/>
                      </a:lnTo>
                      <a:lnTo>
                        <a:pt x="192" y="0"/>
                      </a:lnTo>
                      <a:close/>
                    </a:path>
                  </a:pathLst>
                </a:custGeom>
                <a:solidFill>
                  <a:schemeClr val="tx2"/>
                </a:solidFill>
                <a:ln w="9525" cap="flat" cmpd="sng">
                  <a:solidFill>
                    <a:schemeClr val="tx2"/>
                  </a:solidFill>
                  <a:prstDash val="solid"/>
                  <a:round/>
                  <a:headEnd type="none" w="med" len="med"/>
                  <a:tailEnd type="none" w="med" len="med"/>
                </a:ln>
              </p:spPr>
              <p:txBody>
                <a:bodyPr/>
                <a:lstStyle/>
                <a:p>
                  <a:endParaRPr lang="zh-CN" altLang="en-US"/>
                </a:p>
              </p:txBody>
            </p:sp>
          </p:grpSp>
        </p:grpSp>
      </p:grpSp>
      <p:sp>
        <p:nvSpPr>
          <p:cNvPr id="51357" name="WordArt 241"/>
          <p:cNvSpPr>
            <a:spLocks noTextEdit="1"/>
          </p:cNvSpPr>
          <p:nvPr/>
        </p:nvSpPr>
        <p:spPr>
          <a:xfrm>
            <a:off x="2517775" y="174625"/>
            <a:ext cx="2339975" cy="373063"/>
          </a:xfrm>
          <a:prstGeom prst="rect">
            <a:avLst/>
          </a:prstGeom>
        </p:spPr>
        <p:txBody>
          <a:bodyPr wrap="none" fromWordArt="1">
            <a:normAutofit/>
          </a:bodyPr>
          <a:lstStyle/>
          <a:p>
            <a:pPr algn="ctr"/>
            <a:r>
              <a:rPr lang="zh-CN" altLang="en-US" sz="2400">
                <a:noFill/>
                <a:latin typeface="宋体" panose="02010600030101010101" pitchFamily="2" charset="-122"/>
                <a:ea typeface="宋体" panose="02010600030101010101" pitchFamily="2" charset="-122"/>
              </a:rPr>
              <a:t>光栅重要结论（3、5或10分）</a:t>
            </a:r>
          </a:p>
        </p:txBody>
      </p:sp>
      <p:graphicFrame>
        <p:nvGraphicFramePr>
          <p:cNvPr id="399603" name="Object 243"/>
          <p:cNvGraphicFramePr/>
          <p:nvPr/>
        </p:nvGraphicFramePr>
        <p:xfrm>
          <a:off x="3030538" y="5878513"/>
          <a:ext cx="1863725" cy="455612"/>
        </p:xfrm>
        <a:graphic>
          <a:graphicData uri="http://schemas.openxmlformats.org/presentationml/2006/ole">
            <mc:AlternateContent xmlns:mc="http://schemas.openxmlformats.org/markup-compatibility/2006">
              <mc:Choice xmlns:v="urn:schemas-microsoft-com:vml" Requires="v">
                <p:oleObj r:id="rId8" imgW="22250400" imgH="7010400" progId="Equation.3">
                  <p:embed/>
                </p:oleObj>
              </mc:Choice>
              <mc:Fallback>
                <p:oleObj r:id="rId8" imgW="22250400" imgH="7010400" progId="Equation.3">
                  <p:embed/>
                  <p:pic>
                    <p:nvPicPr>
                      <p:cNvPr id="0" name="图片 3214"/>
                      <p:cNvPicPr/>
                      <p:nvPr/>
                    </p:nvPicPr>
                    <p:blipFill>
                      <a:blip r:embed="rId9"/>
                      <a:stretch>
                        <a:fillRect/>
                      </a:stretch>
                    </p:blipFill>
                    <p:spPr>
                      <a:xfrm>
                        <a:off x="3030538" y="5878513"/>
                        <a:ext cx="1863725" cy="455612"/>
                      </a:xfrm>
                      <a:prstGeom prst="rect">
                        <a:avLst/>
                      </a:prstGeom>
                      <a:noFill/>
                      <a:ln w="38100">
                        <a:noFill/>
                        <a:miter/>
                      </a:ln>
                    </p:spPr>
                  </p:pic>
                </p:oleObj>
              </mc:Fallback>
            </mc:AlternateContent>
          </a:graphicData>
        </a:graphic>
      </p:graphicFrame>
      <p:sp>
        <p:nvSpPr>
          <p:cNvPr id="5" name="WordArt 244"/>
          <p:cNvSpPr>
            <a:spLocks noTextEdit="1"/>
          </p:cNvSpPr>
          <p:nvPr/>
        </p:nvSpPr>
        <p:spPr>
          <a:xfrm>
            <a:off x="230188" y="5857875"/>
            <a:ext cx="2354263" cy="285750"/>
          </a:xfrm>
          <a:prstGeom prst="rect">
            <a:avLst/>
          </a:prstGeom>
        </p:spPr>
        <p:txBody>
          <a:bodyPr wrap="none" fromWordArt="1">
            <a:prstTxWarp prst="textPlain">
              <a:avLst>
                <a:gd name="adj" fmla="val 50000"/>
              </a:avLst>
            </a:prstTxWarp>
            <a:normAutofit fontScale="40000" lnSpcReduction="20000"/>
          </a:bodyPr>
          <a:lstStyle/>
          <a:p>
            <a:pPr algn="ctr" fontAlgn="base"/>
            <a:r>
              <a:rPr lang="zh-CN" altLang="en-US" sz="3600" strike="noStrike"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cs typeface="+mn-cs"/>
              </a:rPr>
              <a:t>四、谱线重叠条件</a:t>
            </a:r>
            <a:endParaRPr lang="zh-CN" altLang="en-US" sz="3600" strike="noStrike" noProof="1">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endParaRPr>
          </a:p>
        </p:txBody>
      </p:sp>
      <p:grpSp>
        <p:nvGrpSpPr>
          <p:cNvPr id="165" name="组合 164"/>
          <p:cNvGrpSpPr/>
          <p:nvPr/>
        </p:nvGrpSpPr>
        <p:grpSpPr>
          <a:xfrm>
            <a:off x="344488" y="3535363"/>
            <a:ext cx="5229225" cy="598487"/>
            <a:chOff x="1424" y="8327"/>
            <a:chExt cx="8236" cy="945"/>
          </a:xfrm>
        </p:grpSpPr>
        <p:sp>
          <p:nvSpPr>
            <p:cNvPr id="51361" name="文本框 5"/>
            <p:cNvSpPr txBox="1"/>
            <p:nvPr/>
          </p:nvSpPr>
          <p:spPr>
            <a:xfrm>
              <a:off x="1424" y="8468"/>
              <a:ext cx="8236" cy="630"/>
            </a:xfrm>
            <a:prstGeom prst="rect">
              <a:avLst/>
            </a:prstGeom>
            <a:noFill/>
            <a:ln w="9525">
              <a:noFill/>
            </a:ln>
          </p:spPr>
          <p:txBody>
            <a:bodyPr wrap="square" anchor="t" anchorCtr="0">
              <a:spAutoFit/>
            </a:bodyPr>
            <a:lstStyle/>
            <a:p>
              <a:r>
                <a:rPr lang="zh-CN" altLang="en-US" sz="2000" b="1" dirty="0">
                  <a:latin typeface="楷体_GB2312" pitchFamily="1" charset="-122"/>
                  <a:ea typeface="楷体_GB2312" pitchFamily="1" charset="-122"/>
                </a:rPr>
                <a:t>若      </a:t>
              </a:r>
              <a:r>
                <a:rPr lang="zh-CN" altLang="en-US" sz="2000" b="1" dirty="0">
                  <a:latin typeface="Times New Roman" panose="02020603050405020304" pitchFamily="18" charset="0"/>
                  <a:ea typeface="宋体" panose="02010600030101010101" pitchFamily="2" charset="-122"/>
                </a:rPr>
                <a:t>为</a:t>
              </a:r>
              <a:r>
                <a:rPr lang="zh-CN" altLang="en-US" sz="2000" b="1" dirty="0">
                  <a:solidFill>
                    <a:srgbClr val="FF0000"/>
                  </a:solidFill>
                  <a:latin typeface="Times New Roman" panose="02020603050405020304" pitchFamily="18" charset="0"/>
                  <a:ea typeface="宋体" panose="02010600030101010101" pitchFamily="2" charset="-122"/>
                </a:rPr>
                <a:t>整数</a:t>
              </a:r>
              <a:r>
                <a:rPr lang="zh-CN" altLang="en-US" sz="2000" b="1" dirty="0">
                  <a:latin typeface="Times New Roman" panose="02020603050405020304" pitchFamily="18" charset="0"/>
                  <a:ea typeface="宋体" panose="02010600030101010101" pitchFamily="2" charset="-122"/>
                </a:rPr>
                <a:t>，则最高级取（</a:t>
              </a:r>
              <a:r>
                <a:rPr lang="zh-CN" altLang="en-US" sz="2000" b="1" dirty="0">
                  <a:solidFill>
                    <a:srgbClr val="FF0000"/>
                  </a:solidFill>
                  <a:latin typeface="Times New Roman" panose="02020603050405020304" pitchFamily="18" charset="0"/>
                  <a:ea typeface="宋体" panose="02010600030101010101" pitchFamily="2" charset="-122"/>
                </a:rPr>
                <a:t>整数</a:t>
              </a:r>
              <a:r>
                <a:rPr lang="en-US" altLang="zh-CN" sz="2000" b="1" dirty="0">
                  <a:solidFill>
                    <a:srgbClr val="FF0000"/>
                  </a:solidFill>
                  <a:latin typeface="Times New Roman" panose="02020603050405020304" pitchFamily="18" charset="0"/>
                  <a:ea typeface="宋体" panose="02010600030101010101" pitchFamily="2" charset="-122"/>
                </a:rPr>
                <a:t>-1</a:t>
              </a:r>
              <a:r>
                <a:rPr lang="zh-CN" altLang="en-US" sz="2000" b="1" dirty="0">
                  <a:latin typeface="Times New Roman" panose="02020603050405020304" pitchFamily="18" charset="0"/>
                  <a:ea typeface="宋体" panose="02010600030101010101" pitchFamily="2" charset="-122"/>
                </a:rPr>
                <a:t>）级</a:t>
              </a:r>
            </a:p>
          </p:txBody>
        </p:sp>
        <p:graphicFrame>
          <p:nvGraphicFramePr>
            <p:cNvPr id="51362" name="Object 99"/>
            <p:cNvGraphicFramePr/>
            <p:nvPr/>
          </p:nvGraphicFramePr>
          <p:xfrm>
            <a:off x="2061" y="8327"/>
            <a:ext cx="1035" cy="945"/>
          </p:xfrm>
          <a:graphic>
            <a:graphicData uri="http://schemas.openxmlformats.org/presentationml/2006/ole">
              <mc:AlternateContent xmlns:mc="http://schemas.openxmlformats.org/markup-compatibility/2006">
                <mc:Choice xmlns:v="urn:schemas-microsoft-com:vml" Requires="v">
                  <p:oleObj r:id="rId8" imgW="10363200" imgH="9753600" progId="Equation.DSMT4">
                    <p:embed/>
                  </p:oleObj>
                </mc:Choice>
                <mc:Fallback>
                  <p:oleObj r:id="rId8" imgW="10363200" imgH="9753600" progId="Equation.DSMT4">
                    <p:embed/>
                    <p:pic>
                      <p:nvPicPr>
                        <p:cNvPr id="0" name="图片 3215"/>
                        <p:cNvPicPr/>
                        <p:nvPr/>
                      </p:nvPicPr>
                      <p:blipFill>
                        <a:blip r:embed="rId10"/>
                        <a:stretch>
                          <a:fillRect/>
                        </a:stretch>
                      </p:blipFill>
                      <p:spPr>
                        <a:xfrm>
                          <a:off x="2061" y="8327"/>
                          <a:ext cx="1035" cy="945"/>
                        </a:xfrm>
                        <a:prstGeom prst="rect">
                          <a:avLst/>
                        </a:prstGeom>
                        <a:noFill/>
                        <a:ln w="38100">
                          <a:noFill/>
                          <a:miter/>
                        </a:ln>
                      </p:spPr>
                    </p:pic>
                  </p:oleObj>
                </mc:Fallback>
              </mc:AlternateContent>
            </a:graphicData>
          </a:graphic>
        </p:graphicFrame>
      </p:grpSp>
      <p:grpSp>
        <p:nvGrpSpPr>
          <p:cNvPr id="168" name="组合 167"/>
          <p:cNvGrpSpPr/>
          <p:nvPr/>
        </p:nvGrpSpPr>
        <p:grpSpPr>
          <a:xfrm>
            <a:off x="363538" y="2805113"/>
            <a:ext cx="5491162" cy="627062"/>
            <a:chOff x="1424" y="6232"/>
            <a:chExt cx="8647" cy="987"/>
          </a:xfrm>
        </p:grpSpPr>
        <p:graphicFrame>
          <p:nvGraphicFramePr>
            <p:cNvPr id="51364" name="Object 99"/>
            <p:cNvGraphicFramePr/>
            <p:nvPr/>
          </p:nvGraphicFramePr>
          <p:xfrm>
            <a:off x="2117" y="6232"/>
            <a:ext cx="942" cy="987"/>
          </p:xfrm>
          <a:graphic>
            <a:graphicData uri="http://schemas.openxmlformats.org/presentationml/2006/ole">
              <mc:AlternateContent xmlns:mc="http://schemas.openxmlformats.org/markup-compatibility/2006">
                <mc:Choice xmlns:v="urn:schemas-microsoft-com:vml" Requires="v">
                  <p:oleObj r:id="rId8" imgW="10363200" imgH="9753600" progId="Equation.DSMT4">
                    <p:embed/>
                  </p:oleObj>
                </mc:Choice>
                <mc:Fallback>
                  <p:oleObj r:id="rId8" imgW="10363200" imgH="9753600" progId="Equation.DSMT4">
                    <p:embed/>
                    <p:pic>
                      <p:nvPicPr>
                        <p:cNvPr id="0" name="图片 3216"/>
                        <p:cNvPicPr/>
                        <p:nvPr/>
                      </p:nvPicPr>
                      <p:blipFill>
                        <a:blip r:embed="rId10"/>
                        <a:stretch>
                          <a:fillRect/>
                        </a:stretch>
                      </p:blipFill>
                      <p:spPr>
                        <a:xfrm>
                          <a:off x="2117" y="6232"/>
                          <a:ext cx="942" cy="987"/>
                        </a:xfrm>
                        <a:prstGeom prst="rect">
                          <a:avLst/>
                        </a:prstGeom>
                        <a:noFill/>
                        <a:ln w="38100">
                          <a:noFill/>
                          <a:miter/>
                        </a:ln>
                      </p:spPr>
                    </p:pic>
                  </p:oleObj>
                </mc:Fallback>
              </mc:AlternateContent>
            </a:graphicData>
          </a:graphic>
        </p:graphicFrame>
        <p:sp>
          <p:nvSpPr>
            <p:cNvPr id="51365" name="文本框 8"/>
            <p:cNvSpPr txBox="1"/>
            <p:nvPr/>
          </p:nvSpPr>
          <p:spPr>
            <a:xfrm>
              <a:off x="1424" y="6340"/>
              <a:ext cx="8647" cy="873"/>
            </a:xfrm>
            <a:prstGeom prst="rect">
              <a:avLst/>
            </a:prstGeom>
            <a:noFill/>
            <a:ln w="9525">
              <a:noFill/>
            </a:ln>
          </p:spPr>
          <p:txBody>
            <a:bodyPr wrap="square" anchor="t" anchorCtr="0">
              <a:spAutoFit/>
            </a:bodyPr>
            <a:lstStyle/>
            <a:p>
              <a:pPr>
                <a:lnSpc>
                  <a:spcPct val="150000"/>
                </a:lnSpc>
              </a:pPr>
              <a:r>
                <a:rPr lang="zh-CN" altLang="en-US" sz="2000" b="1" dirty="0">
                  <a:latin typeface="楷体_GB2312" pitchFamily="1" charset="-122"/>
                  <a:ea typeface="楷体_GB2312" pitchFamily="1" charset="-122"/>
                  <a:sym typeface="宋体" panose="02010600030101010101" pitchFamily="2" charset="-122"/>
                </a:rPr>
                <a:t>若     </a:t>
              </a:r>
              <a:r>
                <a:rPr lang="zh-CN" altLang="en-US" sz="2000" b="1" dirty="0">
                  <a:latin typeface="Times New Roman" panose="02020603050405020304" pitchFamily="18" charset="0"/>
                  <a:ea typeface="宋体" panose="02010600030101010101" pitchFamily="2" charset="-122"/>
                  <a:sym typeface="宋体" panose="02010600030101010101" pitchFamily="2" charset="-122"/>
                </a:rPr>
                <a:t>为</a:t>
              </a:r>
              <a:r>
                <a:rPr lang="zh-CN" altLang="en-US" sz="20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小数</a:t>
              </a:r>
              <a:r>
                <a:rPr lang="zh-CN" altLang="en-US" sz="2000" b="1" dirty="0">
                  <a:latin typeface="Times New Roman" panose="02020603050405020304" pitchFamily="18" charset="0"/>
                  <a:ea typeface="宋体" panose="02010600030101010101" pitchFamily="2" charset="-122"/>
                  <a:sym typeface="宋体" panose="02010600030101010101" pitchFamily="2" charset="-122"/>
                </a:rPr>
                <a:t>，则最高级</a:t>
              </a:r>
              <a:r>
                <a:rPr lang="zh-CN" altLang="en-US" sz="2000" b="1" dirty="0">
                  <a:latin typeface="楷体_GB2312" pitchFamily="1" charset="-122"/>
                  <a:ea typeface="楷体_GB2312" pitchFamily="1" charset="-122"/>
                </a:rPr>
                <a:t>取      </a:t>
              </a:r>
              <a:r>
                <a:rPr lang="zh-CN" altLang="en-US" sz="2000" b="1" dirty="0">
                  <a:latin typeface="Times New Roman" panose="02020603050405020304" pitchFamily="18" charset="0"/>
                  <a:ea typeface="楷体_GB2312" pitchFamily="1" charset="-122"/>
                </a:rPr>
                <a:t>的</a:t>
              </a:r>
              <a:r>
                <a:rPr lang="zh-CN" altLang="en-US" sz="2000" b="1" dirty="0">
                  <a:solidFill>
                    <a:srgbClr val="FF0000"/>
                  </a:solidFill>
                  <a:latin typeface="Times New Roman" panose="02020603050405020304" pitchFamily="18" charset="0"/>
                  <a:ea typeface="楷体_GB2312" pitchFamily="1" charset="-122"/>
                </a:rPr>
                <a:t>整数部分</a:t>
              </a:r>
              <a:endParaRPr lang="zh-CN" altLang="en-US" sz="2000" b="1" dirty="0">
                <a:latin typeface="Times New Roman" panose="02020603050405020304" pitchFamily="18" charset="0"/>
                <a:ea typeface="宋体" panose="02010600030101010101" pitchFamily="2" charset="-122"/>
                <a:sym typeface="宋体" panose="02010600030101010101" pitchFamily="2" charset="-122"/>
              </a:endParaRPr>
            </a:p>
          </p:txBody>
        </p:sp>
        <p:graphicFrame>
          <p:nvGraphicFramePr>
            <p:cNvPr id="51366" name="Object 99"/>
            <p:cNvGraphicFramePr/>
            <p:nvPr/>
          </p:nvGraphicFramePr>
          <p:xfrm>
            <a:off x="6733" y="6307"/>
            <a:ext cx="870" cy="894"/>
          </p:xfrm>
          <a:graphic>
            <a:graphicData uri="http://schemas.openxmlformats.org/presentationml/2006/ole">
              <mc:AlternateContent xmlns:mc="http://schemas.openxmlformats.org/markup-compatibility/2006">
                <mc:Choice xmlns:v="urn:schemas-microsoft-com:vml" Requires="v">
                  <p:oleObj r:id="rId8" imgW="10363200" imgH="9753600" progId="Equation.DSMT4">
                    <p:embed/>
                  </p:oleObj>
                </mc:Choice>
                <mc:Fallback>
                  <p:oleObj r:id="rId8" imgW="10363200" imgH="9753600" progId="Equation.DSMT4">
                    <p:embed/>
                    <p:pic>
                      <p:nvPicPr>
                        <p:cNvPr id="0" name="图片 3217"/>
                        <p:cNvPicPr/>
                        <p:nvPr/>
                      </p:nvPicPr>
                      <p:blipFill>
                        <a:blip r:embed="rId10"/>
                        <a:stretch>
                          <a:fillRect/>
                        </a:stretch>
                      </p:blipFill>
                      <p:spPr>
                        <a:xfrm>
                          <a:off x="6733" y="6307"/>
                          <a:ext cx="870" cy="894"/>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9948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9948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blinds(horizontal)">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blinds(horizontal)">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blinds(horizontal)">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blinds(horizontal)">
                                      <p:cBhvr>
                                        <p:cTn id="48" dur="500"/>
                                        <p:tgtEl>
                                          <p:spTgt spid="5"/>
                                        </p:tgtEl>
                                      </p:cBhvr>
                                    </p:animEffect>
                                  </p:childTnLst>
                                </p:cTn>
                              </p:par>
                            </p:childTnLst>
                          </p:cTn>
                        </p:par>
                        <p:par>
                          <p:cTn id="49" fill="hold">
                            <p:stCondLst>
                              <p:cond delay="500"/>
                            </p:stCondLst>
                            <p:childTnLst>
                              <p:par>
                                <p:cTn id="50" presetID="3" presetClass="entr" presetSubtype="10" fill="hold" nodeType="afterEffect">
                                  <p:stCondLst>
                                    <p:cond delay="0"/>
                                  </p:stCondLst>
                                  <p:childTnLst>
                                    <p:set>
                                      <p:cBhvr>
                                        <p:cTn id="51" dur="1" fill="hold">
                                          <p:stCondLst>
                                            <p:cond delay="0"/>
                                          </p:stCondLst>
                                        </p:cTn>
                                        <p:tgtEl>
                                          <p:spTgt spid="399603"/>
                                        </p:tgtEl>
                                        <p:attrNameLst>
                                          <p:attrName>style.visibility</p:attrName>
                                        </p:attrNameLst>
                                      </p:cBhvr>
                                      <p:to>
                                        <p:strVal val="visible"/>
                                      </p:to>
                                    </p:set>
                                    <p:animEffect transition="in" filter="blinds(horizontal)">
                                      <p:cBhvr>
                                        <p:cTn id="52" dur="500"/>
                                        <p:tgtEl>
                                          <p:spTgt spid="399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8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文本框 3"/>
          <p:cNvSpPr txBox="1"/>
          <p:nvPr>
            <p:custDataLst>
              <p:tags r:id="rId1"/>
            </p:custDataLst>
          </p:nvPr>
        </p:nvSpPr>
        <p:spPr>
          <a:xfrm>
            <a:off x="611505" y="620395"/>
            <a:ext cx="8118475" cy="3969385"/>
          </a:xfrm>
          <a:prstGeom prst="rect">
            <a:avLst/>
          </a:prstGeom>
          <a:noFill/>
          <a:ln w="9525">
            <a:noFill/>
          </a:ln>
        </p:spPr>
        <p:txBody>
          <a:bodyPr wrap="square" anchor="t" anchorCtr="0">
            <a:spAutoFit/>
          </a:bodyPr>
          <a:lstStyle/>
          <a:p>
            <a:pPr algn="just">
              <a:lnSpc>
                <a:spcPct val="150000"/>
              </a:lnSpc>
            </a:pPr>
            <a:r>
              <a:rPr lang="zh-CN" altLang="en-US" sz="2400">
                <a:solidFill>
                  <a:srgbClr val="0000FF"/>
                </a:solidFill>
                <a:latin typeface="Verdana" panose="020B0604030504040204" pitchFamily="34" charset="0"/>
                <a:ea typeface="宋体" panose="02010600030101010101" pitchFamily="2" charset="-122"/>
              </a:rPr>
              <a:t>讨论题</a:t>
            </a:r>
            <a:r>
              <a:rPr lang="en-US" altLang="zh-CN" sz="2400">
                <a:solidFill>
                  <a:srgbClr val="0000FF"/>
                </a:solidFill>
                <a:latin typeface="Verdana" panose="020B0604030504040204" pitchFamily="34" charset="0"/>
                <a:ea typeface="宋体" panose="02010600030101010101" pitchFamily="2" charset="-122"/>
              </a:rPr>
              <a:t>1</a:t>
            </a:r>
            <a:r>
              <a:rPr lang="zh-CN" altLang="en-US" sz="2400">
                <a:solidFill>
                  <a:srgbClr val="0000FF"/>
                </a:solidFill>
                <a:latin typeface="Verdana" panose="020B0604030504040204" pitchFamily="34" charset="0"/>
                <a:ea typeface="宋体" panose="02010600030101010101" pitchFamily="2" charset="-122"/>
              </a:rPr>
              <a:t>：总结光栅衍射重要结论：</a:t>
            </a:r>
          </a:p>
          <a:p>
            <a:pPr algn="just">
              <a:lnSpc>
                <a:spcPct val="150000"/>
              </a:lnSpc>
            </a:pPr>
            <a:r>
              <a:rPr lang="en-US" altLang="zh-CN" sz="2400">
                <a:solidFill>
                  <a:srgbClr val="0000FF"/>
                </a:solidFill>
                <a:latin typeface="Verdana" panose="020B0604030504040204" pitchFamily="34" charset="0"/>
                <a:ea typeface="宋体" panose="02010600030101010101" pitchFamily="2" charset="-122"/>
              </a:rPr>
              <a:t> 1</a:t>
            </a:r>
            <a:r>
              <a:rPr lang="zh-CN" altLang="en-US" sz="2400">
                <a:solidFill>
                  <a:srgbClr val="0000FF"/>
                </a:solidFill>
                <a:latin typeface="Verdana" panose="020B0604030504040204" pitchFamily="34" charset="0"/>
                <a:ea typeface="宋体" panose="02010600030101010101" pitchFamily="2" charset="-122"/>
              </a:rPr>
              <a:t>）光栅方程；</a:t>
            </a:r>
            <a:r>
              <a:rPr lang="en-US" altLang="zh-CN" sz="2400">
                <a:solidFill>
                  <a:srgbClr val="0000FF"/>
                </a:solidFill>
                <a:latin typeface="Verdana" panose="020B0604030504040204" pitchFamily="34" charset="0"/>
                <a:ea typeface="宋体" panose="02010600030101010101" pitchFamily="2" charset="-122"/>
              </a:rPr>
              <a:t>2</a:t>
            </a:r>
            <a:r>
              <a:rPr lang="zh-CN" altLang="en-US" sz="2400">
                <a:solidFill>
                  <a:srgbClr val="0000FF"/>
                </a:solidFill>
                <a:latin typeface="Verdana" panose="020B0604030504040204" pitchFamily="34" charset="0"/>
                <a:ea typeface="宋体" panose="02010600030101010101" pitchFamily="2" charset="-122"/>
              </a:rPr>
              <a:t>）如何求</a:t>
            </a:r>
            <a:r>
              <a:rPr lang="en-US" altLang="zh-CN" sz="2400" i="1">
                <a:solidFill>
                  <a:srgbClr val="0000FF"/>
                </a:solidFill>
                <a:latin typeface="Times New Roman" panose="02020603050405020304" pitchFamily="18" charset="0"/>
                <a:ea typeface="宋体" panose="02010600030101010101" pitchFamily="2" charset="-122"/>
              </a:rPr>
              <a:t>k</a:t>
            </a:r>
            <a:r>
              <a:rPr lang="en-US" altLang="zh-CN" sz="2400">
                <a:solidFill>
                  <a:srgbClr val="0000FF"/>
                </a:solidFill>
                <a:latin typeface="Times New Roman" panose="02020603050405020304" pitchFamily="18" charset="0"/>
                <a:ea typeface="宋体" panose="02010600030101010101" pitchFamily="2" charset="-122"/>
              </a:rPr>
              <a:t>max</a:t>
            </a:r>
            <a:r>
              <a:rPr lang="zh-CN" altLang="en-US" sz="2400">
                <a:solidFill>
                  <a:srgbClr val="0000FF"/>
                </a:solidFill>
                <a:latin typeface="Times New Roman" panose="02020603050405020304" pitchFamily="18" charset="0"/>
                <a:ea typeface="宋体" panose="02010600030101010101" pitchFamily="2" charset="-122"/>
              </a:rPr>
              <a:t>；</a:t>
            </a:r>
            <a:r>
              <a:rPr lang="en-US" altLang="zh-CN" sz="2400">
                <a:solidFill>
                  <a:srgbClr val="0000FF"/>
                </a:solidFill>
                <a:latin typeface="Times New Roman" panose="02020603050405020304" pitchFamily="18" charset="0"/>
                <a:ea typeface="宋体" panose="02010600030101010101" pitchFamily="2" charset="-122"/>
              </a:rPr>
              <a:t>3</a:t>
            </a:r>
            <a:r>
              <a:rPr lang="zh-CN" altLang="en-US" sz="2400">
                <a:solidFill>
                  <a:srgbClr val="0000FF"/>
                </a:solidFill>
                <a:latin typeface="Times New Roman" panose="02020603050405020304" pitchFamily="18" charset="0"/>
                <a:ea typeface="宋体" panose="02010600030101010101" pitchFamily="2" charset="-122"/>
              </a:rPr>
              <a:t>）缺级满足的条件</a:t>
            </a:r>
          </a:p>
          <a:p>
            <a:pPr algn="just">
              <a:lnSpc>
                <a:spcPct val="150000"/>
              </a:lnSpc>
            </a:pPr>
            <a:r>
              <a:rPr lang="zh-CN" altLang="en-US" sz="2400">
                <a:solidFill>
                  <a:srgbClr val="0000FF"/>
                </a:solidFill>
                <a:latin typeface="Times New Roman" panose="02020603050405020304" pitchFamily="18" charset="0"/>
                <a:ea typeface="宋体" panose="02010600030101010101" pitchFamily="2" charset="-122"/>
              </a:rPr>
              <a:t> </a:t>
            </a:r>
            <a:r>
              <a:rPr lang="en-US" altLang="zh-CN" sz="2400">
                <a:solidFill>
                  <a:srgbClr val="0000FF"/>
                </a:solidFill>
                <a:latin typeface="Times New Roman" panose="02020603050405020304" pitchFamily="18" charset="0"/>
                <a:ea typeface="宋体" panose="02010600030101010101" pitchFamily="2" charset="-122"/>
              </a:rPr>
              <a:t>4</a:t>
            </a:r>
            <a:r>
              <a:rPr lang="zh-CN" altLang="en-US" sz="2400">
                <a:solidFill>
                  <a:srgbClr val="0000FF"/>
                </a:solidFill>
                <a:latin typeface="Times New Roman" panose="02020603050405020304" pitchFamily="18" charset="0"/>
                <a:ea typeface="宋体" panose="02010600030101010101" pitchFamily="2" charset="-122"/>
              </a:rPr>
              <a:t>）</a:t>
            </a:r>
            <a:r>
              <a:rPr lang="zh-CN" altLang="en-US" sz="2400">
                <a:solidFill>
                  <a:srgbClr val="0000FF"/>
                </a:solidFill>
                <a:latin typeface="Verdana" panose="020B0604030504040204" pitchFamily="34" charset="0"/>
                <a:ea typeface="宋体" panose="02010600030101010101" pitchFamily="2" charset="-122"/>
                <a:sym typeface="宋体" panose="02010600030101010101" pitchFamily="2" charset="-122"/>
              </a:rPr>
              <a:t>观察屏上明纹坐标；</a:t>
            </a:r>
            <a:r>
              <a:rPr lang="en-US" altLang="zh-CN" sz="2400">
                <a:solidFill>
                  <a:srgbClr val="0000FF"/>
                </a:solidFill>
                <a:latin typeface="Verdana" panose="020B0604030504040204" pitchFamily="34" charset="0"/>
                <a:ea typeface="宋体" panose="02010600030101010101" pitchFamily="2" charset="-122"/>
                <a:sym typeface="宋体" panose="02010600030101010101" pitchFamily="2" charset="-122"/>
              </a:rPr>
              <a:t>5</a:t>
            </a:r>
            <a:r>
              <a:rPr lang="zh-CN" altLang="en-US" sz="2400">
                <a:solidFill>
                  <a:srgbClr val="0000FF"/>
                </a:solidFill>
                <a:latin typeface="Verdana" panose="020B0604030504040204" pitchFamily="34" charset="0"/>
                <a:ea typeface="宋体" panose="02010600030101010101" pitchFamily="2" charset="-122"/>
                <a:sym typeface="宋体" panose="02010600030101010101" pitchFamily="2" charset="-122"/>
              </a:rPr>
              <a:t>）谱线重合满足的条件</a:t>
            </a:r>
          </a:p>
          <a:p>
            <a:pPr algn="just">
              <a:lnSpc>
                <a:spcPct val="150000"/>
              </a:lnSpc>
            </a:pPr>
            <a:r>
              <a:rPr lang="zh-CN" altLang="en-US" sz="2400">
                <a:solidFill>
                  <a:srgbClr val="0000FF"/>
                </a:solidFill>
                <a:latin typeface="Verdana" panose="020B0604030504040204" pitchFamily="34" charset="0"/>
                <a:ea typeface="宋体" panose="02010600030101010101" pitchFamily="2" charset="-122"/>
              </a:rPr>
              <a:t>讨论题</a:t>
            </a:r>
            <a:r>
              <a:rPr lang="en-US" altLang="zh-CN" sz="2400">
                <a:solidFill>
                  <a:srgbClr val="0000FF"/>
                </a:solidFill>
                <a:latin typeface="Verdana" panose="020B0604030504040204" pitchFamily="34" charset="0"/>
                <a:ea typeface="宋体" panose="02010600030101010101" pitchFamily="2" charset="-122"/>
              </a:rPr>
              <a:t>2</a:t>
            </a:r>
            <a:r>
              <a:rPr lang="zh-CN" altLang="en-US" sz="2400">
                <a:solidFill>
                  <a:srgbClr val="0000FF"/>
                </a:solidFill>
                <a:latin typeface="Verdana" panose="020B0604030504040204" pitchFamily="34" charset="0"/>
                <a:ea typeface="宋体" panose="02010600030101010101" pitchFamily="2" charset="-122"/>
              </a:rPr>
              <a:t>：</a:t>
            </a:r>
          </a:p>
          <a:p>
            <a:pPr algn="just">
              <a:lnSpc>
                <a:spcPct val="150000"/>
              </a:lnSpc>
            </a:pPr>
            <a:r>
              <a:rPr lang="en-US" altLang="zh-CN" sz="2400">
                <a:solidFill>
                  <a:srgbClr val="0000FF"/>
                </a:solidFill>
                <a:latin typeface="Verdana" panose="020B0604030504040204" pitchFamily="34" charset="0"/>
                <a:ea typeface="宋体" panose="02010600030101010101" pitchFamily="2" charset="-122"/>
                <a:sym typeface="宋体" panose="02010600030101010101" pitchFamily="2" charset="-122"/>
              </a:rPr>
              <a:t>      </a:t>
            </a:r>
            <a:r>
              <a:rPr lang="zh-CN" altLang="en-US" sz="2400">
                <a:solidFill>
                  <a:srgbClr val="0000FF"/>
                </a:solidFill>
                <a:latin typeface="Verdana" panose="020B0604030504040204" pitchFamily="34" charset="0"/>
                <a:ea typeface="宋体" panose="02010600030101010101" pitchFamily="2" charset="-122"/>
                <a:sym typeface="宋体" panose="02010600030101010101" pitchFamily="2" charset="-122"/>
              </a:rPr>
              <a:t>在光栅衍射中，</a:t>
            </a:r>
            <a:r>
              <a:rPr lang="en-US" altLang="zh-CN" sz="2400">
                <a:solidFill>
                  <a:srgbClr val="0000FF"/>
                </a:solidFill>
                <a:latin typeface="Verdana" panose="020B0604030504040204" pitchFamily="34" charset="0"/>
                <a:ea typeface="宋体" panose="02010600030101010101" pitchFamily="2" charset="-122"/>
                <a:sym typeface="宋体" panose="02010600030101010101" pitchFamily="2" charset="-122"/>
              </a:rPr>
              <a:t>若狭缝的宽度为</a:t>
            </a:r>
            <a:r>
              <a:rPr lang="en-US" altLang="zh-CN" sz="2400" i="1">
                <a:solidFill>
                  <a:srgbClr val="0000FF"/>
                </a:solidFill>
                <a:latin typeface="Times New Roman" panose="02020603050405020304" pitchFamily="18" charset="0"/>
                <a:ea typeface="宋体" panose="02010600030101010101" pitchFamily="2" charset="-122"/>
                <a:sym typeface="宋体" panose="02010600030101010101" pitchFamily="2" charset="-122"/>
              </a:rPr>
              <a:t>a</a:t>
            </a:r>
            <a:r>
              <a:rPr lang="en-US" altLang="zh-CN" sz="2400">
                <a:solidFill>
                  <a:srgbClr val="0000FF"/>
                </a:solidFill>
                <a:latin typeface="Verdana" panose="020B0604030504040204" pitchFamily="34" charset="0"/>
                <a:ea typeface="宋体" panose="02010600030101010101" pitchFamily="2" charset="-122"/>
                <a:sym typeface="宋体" panose="02010600030101010101" pitchFamily="2" charset="-122"/>
              </a:rPr>
              <a:t>，光栅常数为</a:t>
            </a:r>
            <a:r>
              <a:rPr lang="en-US" altLang="zh-CN" sz="2400" i="1">
                <a:solidFill>
                  <a:srgbClr val="0000FF"/>
                </a:solidFill>
                <a:latin typeface="Times New Roman" panose="02020603050405020304" pitchFamily="18" charset="0"/>
                <a:ea typeface="宋体" panose="02010600030101010101" pitchFamily="2" charset="-122"/>
                <a:sym typeface="宋体" panose="02010600030101010101" pitchFamily="2" charset="-122"/>
              </a:rPr>
              <a:t>d</a:t>
            </a:r>
            <a:r>
              <a:rPr lang="en-US" altLang="zh-CN" sz="2400">
                <a:solidFill>
                  <a:srgbClr val="0000FF"/>
                </a:solidFill>
                <a:latin typeface="Verdana" panose="020B0604030504040204" pitchFamily="34" charset="0"/>
                <a:ea typeface="宋体" panose="02010600030101010101" pitchFamily="2" charset="-122"/>
                <a:sym typeface="宋体" panose="02010600030101010101" pitchFamily="2" charset="-122"/>
              </a:rPr>
              <a:t>，则透光缝</a:t>
            </a:r>
            <a:r>
              <a:rPr lang="en-US" altLang="zh-CN" sz="2400" i="1">
                <a:solidFill>
                  <a:srgbClr val="0000FF"/>
                </a:solidFill>
                <a:latin typeface="Times New Roman" panose="02020603050405020304" pitchFamily="18" charset="0"/>
                <a:ea typeface="宋体" panose="02010600030101010101" pitchFamily="2" charset="-122"/>
                <a:sym typeface="宋体" panose="02010600030101010101" pitchFamily="2" charset="-122"/>
              </a:rPr>
              <a:t>a</a:t>
            </a:r>
            <a:r>
              <a:rPr lang="en-US" altLang="zh-CN" sz="2400">
                <a:solidFill>
                  <a:srgbClr val="0000FF"/>
                </a:solidFill>
                <a:latin typeface="Verdana" panose="020B0604030504040204" pitchFamily="34" charset="0"/>
                <a:ea typeface="宋体" panose="02010600030101010101" pitchFamily="2" charset="-122"/>
                <a:sym typeface="宋体" panose="02010600030101010101" pitchFamily="2" charset="-122"/>
              </a:rPr>
              <a:t>的单缝衍射中央明纹宽度为多少？在该中央明纹宽度内，有几个光栅衍射主极大？ </a:t>
            </a:r>
            <a:r>
              <a:rPr lang="en-US" altLang="zh-CN" sz="2400">
                <a:solidFill>
                  <a:srgbClr val="0000FF"/>
                </a:solidFill>
                <a:latin typeface="Verdana" panose="020B0604030504040204" pitchFamily="34" charset="0"/>
                <a:ea typeface="宋体" panose="02010600030101010101" pitchFamily="2" charset="-122"/>
              </a:rPr>
              <a:t>   </a:t>
            </a:r>
            <a:r>
              <a:rPr lang="en-US" altLang="zh-CN" sz="2400">
                <a:latin typeface="Verdana" panose="020B0604030504040204" pitchFamily="34" charset="0"/>
                <a:ea typeface="宋体" panose="02010600030101010101" pitchFamily="2" charset="-122"/>
              </a:rPr>
              <a:t>  </a:t>
            </a:r>
            <a:endParaRPr lang="en-US" altLang="zh-CN" sz="2400">
              <a:solidFill>
                <a:srgbClr val="0000FF"/>
              </a:solidFill>
              <a:latin typeface="Verdana" panose="020B0604030504040204" pitchFamily="34" charset="0"/>
              <a:ea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文本框 3"/>
          <p:cNvSpPr txBox="1"/>
          <p:nvPr>
            <p:custDataLst>
              <p:tags r:id="rId1"/>
            </p:custDataLst>
          </p:nvPr>
        </p:nvSpPr>
        <p:spPr>
          <a:xfrm>
            <a:off x="611188" y="908368"/>
            <a:ext cx="8448675" cy="3969385"/>
          </a:xfrm>
          <a:prstGeom prst="rect">
            <a:avLst/>
          </a:prstGeom>
          <a:noFill/>
          <a:ln w="9525">
            <a:noFill/>
          </a:ln>
        </p:spPr>
        <p:txBody>
          <a:bodyPr wrap="square" anchor="t" anchorCtr="0">
            <a:spAutoFit/>
          </a:bodyPr>
          <a:lstStyle/>
          <a:p>
            <a:pPr algn="just">
              <a:lnSpc>
                <a:spcPct val="150000"/>
              </a:lnSpc>
            </a:pPr>
            <a:r>
              <a:rPr lang="zh-CN" altLang="en-US" sz="2400">
                <a:solidFill>
                  <a:srgbClr val="0000FF"/>
                </a:solidFill>
                <a:latin typeface="Verdana" panose="020B0604030504040204" pitchFamily="34" charset="0"/>
                <a:ea typeface="宋体" panose="02010600030101010101" pitchFamily="2" charset="-122"/>
              </a:rPr>
              <a:t>课前测</a:t>
            </a:r>
            <a:r>
              <a:rPr lang="en-US" altLang="zh-CN" sz="2400">
                <a:solidFill>
                  <a:srgbClr val="0000FF"/>
                </a:solidFill>
                <a:latin typeface="Verdana" panose="020B0604030504040204" pitchFamily="34" charset="0"/>
                <a:ea typeface="宋体" panose="02010600030101010101" pitchFamily="2" charset="-122"/>
              </a:rPr>
              <a:t>1</a:t>
            </a:r>
            <a:r>
              <a:rPr lang="zh-CN" altLang="en-US" sz="2400">
                <a:solidFill>
                  <a:srgbClr val="0000FF"/>
                </a:solidFill>
                <a:latin typeface="Verdana" panose="020B0604030504040204" pitchFamily="34" charset="0"/>
                <a:ea typeface="宋体" panose="02010600030101010101" pitchFamily="2" charset="-122"/>
              </a:rPr>
              <a:t>：</a:t>
            </a:r>
            <a:r>
              <a:rPr lang="en-US" altLang="zh-CN" sz="2400">
                <a:latin typeface="Verdana" panose="020B0604030504040204" pitchFamily="34" charset="0"/>
                <a:ea typeface="宋体" panose="02010600030101010101" pitchFamily="2" charset="-122"/>
                <a:sym typeface="宋体" panose="02010600030101010101" pitchFamily="2" charset="-122"/>
              </a:rPr>
              <a:t>  </a:t>
            </a:r>
            <a:endParaRPr lang="zh-CN" altLang="en-US" sz="2400">
              <a:solidFill>
                <a:srgbClr val="0000FF"/>
              </a:solidFill>
              <a:latin typeface="Verdana" panose="020B0604030504040204" pitchFamily="34" charset="0"/>
              <a:ea typeface="宋体" panose="02010600030101010101" pitchFamily="2" charset="-122"/>
            </a:endParaRPr>
          </a:p>
          <a:p>
            <a:pPr algn="just" eaLnBrk="0" hangingPunct="0">
              <a:lnSpc>
                <a:spcPct val="150000"/>
              </a:lnSpc>
            </a:pPr>
            <a:r>
              <a:rPr lang="en-US" altLang="zh-CN" sz="2400">
                <a:solidFill>
                  <a:srgbClr val="0000FF"/>
                </a:solidFill>
                <a:latin typeface="Verdana" panose="020B0604030504040204" pitchFamily="34" charset="0"/>
                <a:ea typeface="宋体" panose="02010600030101010101" pitchFamily="2" charset="-122"/>
              </a:rPr>
              <a:t>   </a:t>
            </a:r>
            <a:r>
              <a:rPr lang="en-US" altLang="zh-CN" sz="2400">
                <a:latin typeface="Verdana" panose="020B0604030504040204" pitchFamily="34" charset="0"/>
                <a:ea typeface="宋体" panose="02010600030101010101" pitchFamily="2" charset="-122"/>
              </a:rPr>
              <a:t>  </a:t>
            </a:r>
            <a:r>
              <a:rPr sz="2400">
                <a:latin typeface="宋体" panose="02010600030101010101" pitchFamily="2" charset="-122"/>
                <a:cs typeface="宋体" panose="02010600030101010101" pitchFamily="2" charset="-122"/>
                <a:sym typeface="+mn-ea"/>
              </a:rPr>
              <a:t>对某一定波长的垂直入射光，衍射光栅的屏幕上只能出现零级和一级主极大，欲</a:t>
            </a:r>
            <a:r>
              <a:rPr lang="en-US" sz="2400">
                <a:latin typeface="宋体" panose="02010600030101010101" pitchFamily="2" charset="-122"/>
                <a:cs typeface="宋体" panose="02010600030101010101" pitchFamily="2" charset="-122"/>
                <a:sym typeface="+mn-ea"/>
              </a:rPr>
              <a:t>使屏幕上出现更高级次的主极大，应该</a:t>
            </a:r>
          </a:p>
          <a:p>
            <a:pPr algn="just" eaLnBrk="0" hangingPunct="0">
              <a:lnSpc>
                <a:spcPct val="150000"/>
              </a:lnSpc>
            </a:pPr>
            <a:r>
              <a:rPr lang="en-US" sz="2400">
                <a:cs typeface="Times New Roman" panose="02020603050405020304" pitchFamily="18" charset="0"/>
                <a:sym typeface="+mn-ea"/>
              </a:rPr>
              <a:t>(A) 换一个光栅常数较小的光栅</a:t>
            </a:r>
          </a:p>
          <a:p>
            <a:pPr algn="just" eaLnBrk="0" hangingPunct="0">
              <a:lnSpc>
                <a:spcPct val="150000"/>
              </a:lnSpc>
            </a:pPr>
            <a:r>
              <a:rPr lang="en-US" sz="2400">
                <a:cs typeface="Times New Roman" panose="02020603050405020304" pitchFamily="18" charset="0"/>
                <a:sym typeface="+mn-ea"/>
              </a:rPr>
              <a:t>(B) 换一个光栅常数较大的光栅</a:t>
            </a:r>
          </a:p>
          <a:p>
            <a:pPr algn="just" eaLnBrk="0" hangingPunct="0">
              <a:lnSpc>
                <a:spcPct val="150000"/>
              </a:lnSpc>
            </a:pPr>
            <a:r>
              <a:rPr lang="en-US" sz="2400">
                <a:cs typeface="Times New Roman" panose="02020603050405020304" pitchFamily="18" charset="0"/>
                <a:sym typeface="+mn-ea"/>
              </a:rPr>
              <a:t>(C) 将光栅向靠近屏幕的方向移动 </a:t>
            </a:r>
          </a:p>
          <a:p>
            <a:pPr algn="just" eaLnBrk="0" hangingPunct="0">
              <a:lnSpc>
                <a:spcPct val="150000"/>
              </a:lnSpc>
            </a:pPr>
            <a:r>
              <a:rPr lang="en-US" sz="2400">
                <a:cs typeface="Times New Roman" panose="02020603050405020304" pitchFamily="18" charset="0"/>
                <a:sym typeface="+mn-ea"/>
              </a:rPr>
              <a:t>(D) 将光栅向远离屏幕的方向移动</a:t>
            </a:r>
            <a:r>
              <a:rPr lang="en-US" sz="2400" b="1">
                <a:cs typeface="Times New Roman" panose="02020603050405020304" pitchFamily="18" charset="0"/>
                <a:sym typeface="+mn-ea"/>
              </a:rPr>
              <a:t> </a:t>
            </a:r>
            <a:r>
              <a:rPr lang="en-US" altLang="zh-CN" sz="2400">
                <a:solidFill>
                  <a:schemeClr val="tx1"/>
                </a:solidFill>
                <a:latin typeface="Verdana" panose="020B0604030504040204" pitchFamily="34" charset="0"/>
                <a:ea typeface="宋体" panose="02010600030101010101" pitchFamily="2" charset="-122"/>
              </a:rPr>
              <a:t> </a:t>
            </a:r>
            <a:r>
              <a:rPr lang="en-US" altLang="zh-CN" sz="2400">
                <a:solidFill>
                  <a:srgbClr val="0000FF"/>
                </a:solidFill>
                <a:latin typeface="Verdana" panose="020B0604030504040204" pitchFamily="34" charset="0"/>
                <a:ea typeface="宋体" panose="02010600030101010101" pitchFamily="2" charset="-122"/>
              </a:rPr>
              <a:t>   </a:t>
            </a:r>
          </a:p>
        </p:txBody>
      </p:sp>
      <p:sp>
        <p:nvSpPr>
          <p:cNvPr id="16389" name="文本框 1"/>
          <p:cNvSpPr txBox="1"/>
          <p:nvPr>
            <p:custDataLst>
              <p:tags r:id="rId2"/>
            </p:custDataLst>
          </p:nvPr>
        </p:nvSpPr>
        <p:spPr>
          <a:xfrm>
            <a:off x="4932045" y="5229225"/>
            <a:ext cx="723900" cy="460375"/>
          </a:xfrm>
          <a:prstGeom prst="rect">
            <a:avLst/>
          </a:prstGeom>
          <a:noFill/>
          <a:ln w="9525">
            <a:noFill/>
          </a:ln>
        </p:spPr>
        <p:txBody>
          <a:bodyPr wrap="square" anchor="t" anchorCtr="0">
            <a:spAutoFit/>
          </a:bodyPr>
          <a:lstStyle/>
          <a:p>
            <a:r>
              <a:rPr lang="en-US" altLang="zh-CN" sz="1800">
                <a:latin typeface="Times New Roman" panose="02020603050405020304" pitchFamily="18" charset="0"/>
                <a:ea typeface="宋体" panose="02010600030101010101" pitchFamily="2" charset="-122"/>
              </a:rPr>
              <a:t> </a:t>
            </a:r>
            <a:r>
              <a:rPr lang="en-US" altLang="zh-CN" sz="2400">
                <a:solidFill>
                  <a:srgbClr val="FF0000"/>
                </a:solidFill>
                <a:latin typeface="Times New Roman" panose="02020603050405020304" pitchFamily="18" charset="0"/>
                <a:ea typeface="宋体" panose="02010600030101010101" pitchFamily="2" charset="-122"/>
              </a:rPr>
              <a:t>(B)</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498"/>
          <p:cNvSpPr>
            <a:spLocks noGrp="1"/>
          </p:cNvSpPr>
          <p:nvPr>
            <p:ph type="title" idx="4294967295"/>
          </p:nvPr>
        </p:nvSpPr>
        <p:spPr>
          <a:xfrm>
            <a:off x="1371600" y="0"/>
            <a:ext cx="7772400" cy="1143000"/>
          </a:xfrm>
        </p:spPr>
        <p:txBody>
          <a:bodyPr vert="horz" wrap="square" lIns="91440" tIns="45720" rIns="91440" bIns="45720" anchor="ctr" anchorCtr="0"/>
          <a:lstStyle/>
          <a:p>
            <a:pPr eaLnBrk="1" hangingPunct="1"/>
            <a:r>
              <a:rPr lang="zh-CN" altLang="en-US" dirty="0">
                <a:solidFill>
                  <a:schemeClr val="bg1"/>
                </a:solidFill>
              </a:rPr>
              <a:t>例</a:t>
            </a:r>
          </a:p>
        </p:txBody>
      </p:sp>
      <p:sp>
        <p:nvSpPr>
          <p:cNvPr id="23554" name="Rectangle 290" descr="羊皮纸"/>
          <p:cNvSpPr/>
          <p:nvPr/>
        </p:nvSpPr>
        <p:spPr>
          <a:xfrm>
            <a:off x="0" y="0"/>
            <a:ext cx="9144000" cy="138113"/>
          </a:xfrm>
          <a:prstGeom prst="rect">
            <a:avLst/>
          </a:prstGeom>
          <a:blipFill rotWithShape="1">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555" name="Rectangle 291" descr="羊皮纸"/>
          <p:cNvSpPr/>
          <p:nvPr/>
        </p:nvSpPr>
        <p:spPr>
          <a:xfrm>
            <a:off x="0" y="6719888"/>
            <a:ext cx="9144000" cy="138112"/>
          </a:xfrm>
          <a:prstGeom prst="rect">
            <a:avLst/>
          </a:prstGeom>
          <a:blipFill rotWithShape="1">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 name="Group 292"/>
          <p:cNvGrpSpPr/>
          <p:nvPr/>
        </p:nvGrpSpPr>
        <p:grpSpPr>
          <a:xfrm>
            <a:off x="0" y="331788"/>
            <a:ext cx="9144000" cy="544512"/>
            <a:chOff x="0" y="209"/>
            <a:chExt cx="5760" cy="435"/>
          </a:xfrm>
        </p:grpSpPr>
        <p:sp>
          <p:nvSpPr>
            <p:cNvPr id="23557" name="WordArt 293"/>
            <p:cNvSpPr>
              <a:spLocks noTextEdit="1"/>
            </p:cNvSpPr>
            <p:nvPr/>
          </p:nvSpPr>
          <p:spPr>
            <a:xfrm>
              <a:off x="379" y="264"/>
              <a:ext cx="1404" cy="16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rPr>
                <a:t>光栅方程</a:t>
              </a:r>
            </a:p>
          </p:txBody>
        </p:sp>
        <p:grpSp>
          <p:nvGrpSpPr>
            <p:cNvPr id="23558" name="Group 294"/>
            <p:cNvGrpSpPr/>
            <p:nvPr/>
          </p:nvGrpSpPr>
          <p:grpSpPr>
            <a:xfrm>
              <a:off x="4127" y="249"/>
              <a:ext cx="1456" cy="170"/>
              <a:chOff x="3212" y="1695"/>
              <a:chExt cx="1433" cy="182"/>
            </a:xfrm>
          </p:grpSpPr>
          <p:sp>
            <p:nvSpPr>
              <p:cNvPr id="23559" name="Oval 295"/>
              <p:cNvSpPr/>
              <p:nvPr/>
            </p:nvSpPr>
            <p:spPr>
              <a:xfrm flipV="1">
                <a:off x="4315" y="1759"/>
                <a:ext cx="32" cy="36"/>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560" name="WordArt 296"/>
              <p:cNvSpPr>
                <a:spLocks noTextEdit="1"/>
              </p:cNvSpPr>
              <p:nvPr/>
            </p:nvSpPr>
            <p:spPr>
              <a:xfrm>
                <a:off x="3716" y="1828"/>
                <a:ext cx="18" cy="4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3561" name="WordArt 297"/>
              <p:cNvSpPr>
                <a:spLocks noTextEdit="1"/>
              </p:cNvSpPr>
              <p:nvPr/>
            </p:nvSpPr>
            <p:spPr>
              <a:xfrm>
                <a:off x="3960" y="1711"/>
                <a:ext cx="75" cy="14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sp>
            <p:nvSpPr>
              <p:cNvPr id="23562" name="WordArt 298"/>
              <p:cNvSpPr>
                <a:spLocks noTextEdit="1"/>
              </p:cNvSpPr>
              <p:nvPr/>
            </p:nvSpPr>
            <p:spPr>
              <a:xfrm>
                <a:off x="3781" y="1711"/>
                <a:ext cx="75" cy="14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sp>
            <p:nvSpPr>
              <p:cNvPr id="23563" name="WordArt 299"/>
              <p:cNvSpPr>
                <a:spLocks noTextEdit="1"/>
              </p:cNvSpPr>
              <p:nvPr/>
            </p:nvSpPr>
            <p:spPr>
              <a:xfrm>
                <a:off x="4133" y="1711"/>
                <a:ext cx="74" cy="14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a:t>
                </a:r>
              </a:p>
            </p:txBody>
          </p:sp>
          <p:sp>
            <p:nvSpPr>
              <p:cNvPr id="23564" name="WordArt 300"/>
              <p:cNvSpPr>
                <a:spLocks noTextEdit="1"/>
              </p:cNvSpPr>
              <p:nvPr/>
            </p:nvSpPr>
            <p:spPr>
              <a:xfrm>
                <a:off x="3345" y="1704"/>
                <a:ext cx="85" cy="16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k</a:t>
                </a:r>
              </a:p>
            </p:txBody>
          </p:sp>
          <p:sp>
            <p:nvSpPr>
              <p:cNvPr id="23565" name="WordArt 301"/>
              <p:cNvSpPr>
                <a:spLocks noTextEdit="1"/>
              </p:cNvSpPr>
              <p:nvPr/>
            </p:nvSpPr>
            <p:spPr>
              <a:xfrm>
                <a:off x="3212" y="1695"/>
                <a:ext cx="53" cy="17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3566" name="WordArt 302"/>
              <p:cNvSpPr>
                <a:spLocks noTextEdit="1"/>
              </p:cNvSpPr>
              <p:nvPr/>
            </p:nvSpPr>
            <p:spPr>
              <a:xfrm>
                <a:off x="4592" y="1695"/>
                <a:ext cx="53" cy="17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3567" name="Group 303"/>
              <p:cNvGrpSpPr/>
              <p:nvPr/>
            </p:nvGrpSpPr>
            <p:grpSpPr>
              <a:xfrm rot="5400000">
                <a:off x="3496" y="1739"/>
                <a:ext cx="45" cy="116"/>
                <a:chOff x="2928" y="3216"/>
                <a:chExt cx="48" cy="240"/>
              </a:xfrm>
            </p:grpSpPr>
            <p:sp>
              <p:nvSpPr>
                <p:cNvPr id="23568" name="Line 304"/>
                <p:cNvSpPr/>
                <p:nvPr/>
              </p:nvSpPr>
              <p:spPr>
                <a:xfrm>
                  <a:off x="2928" y="3216"/>
                  <a:ext cx="0" cy="240"/>
                </a:xfrm>
                <a:prstGeom prst="line">
                  <a:avLst/>
                </a:prstGeom>
                <a:ln w="38100" cap="flat" cmpd="sng">
                  <a:solidFill>
                    <a:schemeClr val="tx2"/>
                  </a:solidFill>
                  <a:prstDash val="solid"/>
                  <a:round/>
                  <a:headEnd type="none" w="med" len="med"/>
                  <a:tailEnd type="none" w="med" len="med"/>
                </a:ln>
              </p:spPr>
            </p:sp>
            <p:sp>
              <p:nvSpPr>
                <p:cNvPr id="23569" name="Line 305"/>
                <p:cNvSpPr/>
                <p:nvPr/>
              </p:nvSpPr>
              <p:spPr>
                <a:xfrm>
                  <a:off x="2976" y="3216"/>
                  <a:ext cx="0" cy="240"/>
                </a:xfrm>
                <a:prstGeom prst="line">
                  <a:avLst/>
                </a:prstGeom>
                <a:ln w="38100" cap="flat" cmpd="sng">
                  <a:solidFill>
                    <a:schemeClr val="tx2"/>
                  </a:solidFill>
                  <a:prstDash val="solid"/>
                  <a:round/>
                  <a:headEnd type="none" w="med" len="med"/>
                  <a:tailEnd type="none" w="med" len="med"/>
                </a:ln>
              </p:spPr>
            </p:sp>
          </p:grpSp>
          <p:sp>
            <p:nvSpPr>
              <p:cNvPr id="23570" name="WordArt 306"/>
              <p:cNvSpPr>
                <a:spLocks noTextEdit="1"/>
              </p:cNvSpPr>
              <p:nvPr/>
            </p:nvSpPr>
            <p:spPr>
              <a:xfrm>
                <a:off x="3610" y="1715"/>
                <a:ext cx="78" cy="16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0</a:t>
                </a:r>
              </a:p>
            </p:txBody>
          </p:sp>
          <p:sp>
            <p:nvSpPr>
              <p:cNvPr id="23571" name="WordArt 307"/>
              <p:cNvSpPr>
                <a:spLocks noTextEdit="1"/>
              </p:cNvSpPr>
              <p:nvPr/>
            </p:nvSpPr>
            <p:spPr>
              <a:xfrm>
                <a:off x="3899" y="1824"/>
                <a:ext cx="18" cy="4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3572" name="WordArt 308"/>
              <p:cNvSpPr>
                <a:spLocks noTextEdit="1"/>
              </p:cNvSpPr>
              <p:nvPr/>
            </p:nvSpPr>
            <p:spPr>
              <a:xfrm>
                <a:off x="4081" y="1820"/>
                <a:ext cx="18" cy="4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3573" name="WordArt 309"/>
              <p:cNvSpPr>
                <a:spLocks noTextEdit="1"/>
              </p:cNvSpPr>
              <p:nvPr/>
            </p:nvSpPr>
            <p:spPr>
              <a:xfrm>
                <a:off x="4249" y="1824"/>
                <a:ext cx="18" cy="4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3574" name="Oval 310"/>
              <p:cNvSpPr/>
              <p:nvPr/>
            </p:nvSpPr>
            <p:spPr>
              <a:xfrm flipV="1">
                <a:off x="4412" y="1762"/>
                <a:ext cx="32" cy="36"/>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575" name="Oval 311"/>
              <p:cNvSpPr/>
              <p:nvPr/>
            </p:nvSpPr>
            <p:spPr>
              <a:xfrm flipV="1">
                <a:off x="4506" y="1759"/>
                <a:ext cx="32" cy="36"/>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nvGrpSpPr>
            <p:cNvPr id="23576" name="Group 312"/>
            <p:cNvGrpSpPr/>
            <p:nvPr/>
          </p:nvGrpSpPr>
          <p:grpSpPr>
            <a:xfrm>
              <a:off x="2005" y="209"/>
              <a:ext cx="1851" cy="245"/>
              <a:chOff x="1677" y="1203"/>
              <a:chExt cx="1851" cy="245"/>
            </a:xfrm>
          </p:grpSpPr>
          <p:sp>
            <p:nvSpPr>
              <p:cNvPr id="23577" name="WordArt 313"/>
              <p:cNvSpPr>
                <a:spLocks noTextEdit="1"/>
              </p:cNvSpPr>
              <p:nvPr/>
            </p:nvSpPr>
            <p:spPr>
              <a:xfrm>
                <a:off x="3158" y="1222"/>
                <a:ext cx="155" cy="219"/>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3578" name="Group 314"/>
              <p:cNvGrpSpPr/>
              <p:nvPr/>
            </p:nvGrpSpPr>
            <p:grpSpPr>
              <a:xfrm rot="5400000">
                <a:off x="2786" y="1269"/>
                <a:ext cx="56" cy="166"/>
                <a:chOff x="2928" y="3216"/>
                <a:chExt cx="48" cy="240"/>
              </a:xfrm>
            </p:grpSpPr>
            <p:sp>
              <p:nvSpPr>
                <p:cNvPr id="23579" name="Line 315"/>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3580" name="Line 316"/>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3581" name="WordArt 317"/>
              <p:cNvSpPr>
                <a:spLocks noTextEdit="1"/>
              </p:cNvSpPr>
              <p:nvPr/>
            </p:nvSpPr>
            <p:spPr>
              <a:xfrm>
                <a:off x="1979" y="1225"/>
                <a:ext cx="454" cy="194"/>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3582" name="WordArt 318"/>
              <p:cNvSpPr>
                <a:spLocks noTextEdit="1"/>
              </p:cNvSpPr>
              <p:nvPr/>
            </p:nvSpPr>
            <p:spPr>
              <a:xfrm>
                <a:off x="2488" y="1234"/>
                <a:ext cx="162" cy="202"/>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grpSp>
            <p:nvGrpSpPr>
              <p:cNvPr id="23583" name="Group 319"/>
              <p:cNvGrpSpPr/>
              <p:nvPr/>
            </p:nvGrpSpPr>
            <p:grpSpPr>
              <a:xfrm>
                <a:off x="2952" y="1262"/>
                <a:ext cx="156" cy="140"/>
                <a:chOff x="3739" y="1321"/>
                <a:chExt cx="136" cy="181"/>
              </a:xfrm>
            </p:grpSpPr>
            <p:sp>
              <p:nvSpPr>
                <p:cNvPr id="23584" name="WordArt 320"/>
                <p:cNvSpPr>
                  <a:spLocks noTextEdit="1"/>
                </p:cNvSpPr>
                <p:nvPr/>
              </p:nvSpPr>
              <p:spPr>
                <a:xfrm>
                  <a:off x="3752" y="1321"/>
                  <a:ext cx="96" cy="11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3585" name="Line 321"/>
                <p:cNvSpPr/>
                <p:nvPr/>
              </p:nvSpPr>
              <p:spPr>
                <a:xfrm flipV="1">
                  <a:off x="3739" y="1490"/>
                  <a:ext cx="136" cy="12"/>
                </a:xfrm>
                <a:prstGeom prst="line">
                  <a:avLst/>
                </a:prstGeom>
                <a:ln w="28575" cap="flat" cmpd="sng">
                  <a:solidFill>
                    <a:schemeClr val="tx1"/>
                  </a:solidFill>
                  <a:prstDash val="solid"/>
                  <a:round/>
                  <a:headEnd type="none" w="med" len="med"/>
                  <a:tailEnd type="none" w="med" len="med"/>
                </a:ln>
              </p:spPr>
            </p:sp>
          </p:grpSp>
          <p:sp>
            <p:nvSpPr>
              <p:cNvPr id="23586" name="WordArt 322"/>
              <p:cNvSpPr>
                <a:spLocks noTextEdit="1"/>
              </p:cNvSpPr>
              <p:nvPr/>
            </p:nvSpPr>
            <p:spPr>
              <a:xfrm>
                <a:off x="3277" y="1203"/>
                <a:ext cx="251" cy="229"/>
              </a:xfrm>
              <a:prstGeom prst="rect">
                <a:avLst/>
              </a:prstGeom>
            </p:spPr>
            <p:txBody>
              <a:bodyPr wrap="none" fromWordArt="1">
                <a:prstTxWarp prst="textPlain">
                  <a:avLst>
                    <a:gd name="adj" fmla="val 59412"/>
                  </a:avLst>
                </a:prstTxWarp>
                <a:normAutofit fontScale="40000" lnSpcReduction="20000"/>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sp>
            <p:nvSpPr>
              <p:cNvPr id="23587" name="WordArt 323"/>
              <p:cNvSpPr>
                <a:spLocks noTextEdit="1"/>
              </p:cNvSpPr>
              <p:nvPr/>
            </p:nvSpPr>
            <p:spPr>
              <a:xfrm>
                <a:off x="1677" y="1215"/>
                <a:ext cx="251" cy="233"/>
              </a:xfrm>
              <a:prstGeom prst="rect">
                <a:avLst/>
              </a:prstGeom>
            </p:spPr>
            <p:txBody>
              <a:bodyPr wrap="none" fromWordArt="1">
                <a:prstTxWarp prst="textPlain">
                  <a:avLst>
                    <a:gd name="adj" fmla="val 56523"/>
                  </a:avLst>
                </a:prstTxWarp>
                <a:normAutofit fontScale="40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grpSp>
        <p:grpSp>
          <p:nvGrpSpPr>
            <p:cNvPr id="23588" name="Group 324"/>
            <p:cNvGrpSpPr/>
            <p:nvPr/>
          </p:nvGrpSpPr>
          <p:grpSpPr>
            <a:xfrm>
              <a:off x="0" y="560"/>
              <a:ext cx="5760" cy="84"/>
              <a:chOff x="0" y="3976"/>
              <a:chExt cx="5760" cy="344"/>
            </a:xfrm>
          </p:grpSpPr>
          <p:sp>
            <p:nvSpPr>
              <p:cNvPr id="23589" name="Rectangle 325" descr="羊皮纸"/>
              <p:cNvSpPr/>
              <p:nvPr/>
            </p:nvSpPr>
            <p:spPr>
              <a:xfrm>
                <a:off x="0" y="3976"/>
                <a:ext cx="5760" cy="344"/>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590" name="Line 326" descr="羊皮纸"/>
              <p:cNvSpPr/>
              <p:nvPr/>
            </p:nvSpPr>
            <p:spPr>
              <a:xfrm>
                <a:off x="0" y="3976"/>
                <a:ext cx="5760" cy="0"/>
              </a:xfrm>
              <a:prstGeom prst="line">
                <a:avLst/>
              </a:prstGeom>
              <a:ln w="38100">
                <a:noFill/>
              </a:ln>
            </p:spPr>
          </p:sp>
        </p:grpSp>
      </p:grpSp>
      <p:grpSp>
        <p:nvGrpSpPr>
          <p:cNvPr id="9" name="Group 327"/>
          <p:cNvGrpSpPr/>
          <p:nvPr/>
        </p:nvGrpSpPr>
        <p:grpSpPr>
          <a:xfrm>
            <a:off x="361950" y="3910013"/>
            <a:ext cx="8383588" cy="1597025"/>
            <a:chOff x="228" y="2463"/>
            <a:chExt cx="5281" cy="1006"/>
          </a:xfrm>
        </p:grpSpPr>
        <p:sp>
          <p:nvSpPr>
            <p:cNvPr id="23592" name="WordArt 328"/>
            <p:cNvSpPr>
              <a:spLocks noTextEdit="1"/>
            </p:cNvSpPr>
            <p:nvPr/>
          </p:nvSpPr>
          <p:spPr>
            <a:xfrm>
              <a:off x="1403" y="2520"/>
              <a:ext cx="778" cy="165"/>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一级谱</a:t>
              </a:r>
            </a:p>
          </p:txBody>
        </p:sp>
        <p:sp>
          <p:nvSpPr>
            <p:cNvPr id="23593" name="WordArt 329"/>
            <p:cNvSpPr>
              <a:spLocks noTextEdit="1"/>
            </p:cNvSpPr>
            <p:nvPr/>
          </p:nvSpPr>
          <p:spPr>
            <a:xfrm>
              <a:off x="2391" y="2488"/>
              <a:ext cx="155" cy="219"/>
            </a:xfrm>
            <a:prstGeom prst="rect">
              <a:avLst/>
            </a:prstGeom>
          </p:spPr>
          <p:txBody>
            <a:bodyPr wrap="none" fromWordArt="1">
              <a:prstTxWarp prst="textPlain">
                <a:avLst>
                  <a:gd name="adj" fmla="val 50000"/>
                </a:avLst>
              </a:prstTxWarp>
              <a:normAutofit fontScale="5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3594" name="Group 330"/>
            <p:cNvGrpSpPr/>
            <p:nvPr/>
          </p:nvGrpSpPr>
          <p:grpSpPr>
            <a:xfrm rot="5400000">
              <a:off x="2685" y="2535"/>
              <a:ext cx="56" cy="166"/>
              <a:chOff x="2928" y="3216"/>
              <a:chExt cx="48" cy="240"/>
            </a:xfrm>
          </p:grpSpPr>
          <p:sp>
            <p:nvSpPr>
              <p:cNvPr id="23595" name="Line 331"/>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3596" name="Line 332"/>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3597" name="WordArt 333"/>
            <p:cNvSpPr>
              <a:spLocks noTextEdit="1"/>
            </p:cNvSpPr>
            <p:nvPr/>
          </p:nvSpPr>
          <p:spPr>
            <a:xfrm>
              <a:off x="2845" y="2526"/>
              <a:ext cx="122" cy="167"/>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nvGrpSpPr>
            <p:cNvPr id="23598" name="Group 334"/>
            <p:cNvGrpSpPr/>
            <p:nvPr/>
          </p:nvGrpSpPr>
          <p:grpSpPr>
            <a:xfrm>
              <a:off x="3581" y="2463"/>
              <a:ext cx="1523" cy="268"/>
              <a:chOff x="1299" y="3265"/>
              <a:chExt cx="1523" cy="268"/>
            </a:xfrm>
          </p:grpSpPr>
          <p:grpSp>
            <p:nvGrpSpPr>
              <p:cNvPr id="23599" name="Group 335"/>
              <p:cNvGrpSpPr/>
              <p:nvPr/>
            </p:nvGrpSpPr>
            <p:grpSpPr>
              <a:xfrm rot="5400000">
                <a:off x="2453" y="3330"/>
                <a:ext cx="56" cy="166"/>
                <a:chOff x="2928" y="3216"/>
                <a:chExt cx="48" cy="240"/>
              </a:xfrm>
            </p:grpSpPr>
            <p:sp>
              <p:nvSpPr>
                <p:cNvPr id="23600" name="Line 336"/>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3601" name="Line 337"/>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3602" name="WordArt 338"/>
              <p:cNvSpPr>
                <a:spLocks noTextEdit="1"/>
              </p:cNvSpPr>
              <p:nvPr/>
            </p:nvSpPr>
            <p:spPr>
              <a:xfrm>
                <a:off x="1601" y="3275"/>
                <a:ext cx="454" cy="194"/>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3603" name="WordArt 339"/>
              <p:cNvSpPr>
                <a:spLocks noTextEdit="1"/>
              </p:cNvSpPr>
              <p:nvPr/>
            </p:nvSpPr>
            <p:spPr>
              <a:xfrm>
                <a:off x="2110" y="3284"/>
                <a:ext cx="162" cy="202"/>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23604" name="WordArt 340"/>
              <p:cNvSpPr>
                <a:spLocks noTextEdit="1"/>
              </p:cNvSpPr>
              <p:nvPr/>
            </p:nvSpPr>
            <p:spPr>
              <a:xfrm>
                <a:off x="2571" y="3298"/>
                <a:ext cx="251" cy="229"/>
              </a:xfrm>
              <a:prstGeom prst="rect">
                <a:avLst/>
              </a:prstGeom>
            </p:spPr>
            <p:txBody>
              <a:bodyPr wrap="none" fromWordArt="1">
                <a:prstTxWarp prst="textPlain">
                  <a:avLst>
                    <a:gd name="adj" fmla="val 59412"/>
                  </a:avLst>
                </a:prstTxWarp>
                <a:normAutofit fontScale="5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23605" name="WordArt 341"/>
              <p:cNvSpPr>
                <a:spLocks noTextEdit="1"/>
              </p:cNvSpPr>
              <p:nvPr/>
            </p:nvSpPr>
            <p:spPr>
              <a:xfrm>
                <a:off x="1299" y="3265"/>
                <a:ext cx="251" cy="233"/>
              </a:xfrm>
              <a:prstGeom prst="rect">
                <a:avLst/>
              </a:prstGeom>
            </p:spPr>
            <p:txBody>
              <a:bodyPr wrap="none" fromWordArt="1">
                <a:prstTxWarp prst="textPlain">
                  <a:avLst>
                    <a:gd name="adj" fmla="val 56523"/>
                  </a:avLst>
                </a:prstTxWarp>
                <a:normAutofit fontScale="55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sp>
            <p:nvSpPr>
              <p:cNvPr id="23606" name="WordArt 342"/>
              <p:cNvSpPr>
                <a:spLocks noTextEdit="1"/>
              </p:cNvSpPr>
              <p:nvPr/>
            </p:nvSpPr>
            <p:spPr>
              <a:xfrm>
                <a:off x="2285" y="3445"/>
                <a:ext cx="43" cy="8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grpSp>
          <p:nvGrpSpPr>
            <p:cNvPr id="23607" name="Group 343"/>
            <p:cNvGrpSpPr/>
            <p:nvPr/>
          </p:nvGrpSpPr>
          <p:grpSpPr>
            <a:xfrm>
              <a:off x="228" y="2473"/>
              <a:ext cx="924" cy="271"/>
              <a:chOff x="2222" y="738"/>
              <a:chExt cx="1167" cy="340"/>
            </a:xfrm>
          </p:grpSpPr>
          <p:sp>
            <p:nvSpPr>
              <p:cNvPr id="23608" name="Rectangle 344" descr="栎木"/>
              <p:cNvSpPr/>
              <p:nvPr/>
            </p:nvSpPr>
            <p:spPr>
              <a:xfrm flipH="1">
                <a:off x="2222" y="738"/>
                <a:ext cx="1167" cy="340"/>
              </a:xfrm>
              <a:prstGeom prst="rect">
                <a:avLst/>
              </a:prstGeom>
              <a:blipFill rotWithShape="0">
                <a:blip r:embed="rId3"/>
              </a:blipFill>
              <a:ln w="38100" cap="flat" cmpd="sng">
                <a:solidFill>
                  <a:srgbClr val="00CC99"/>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609" name="WordArt 345"/>
              <p:cNvSpPr>
                <a:spLocks noTextEdit="1"/>
              </p:cNvSpPr>
              <p:nvPr/>
            </p:nvSpPr>
            <p:spPr>
              <a:xfrm>
                <a:off x="2352" y="795"/>
                <a:ext cx="427" cy="223"/>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宋体" panose="02010600030101010101" pitchFamily="2" charset="-122"/>
                    <a:ea typeface="宋体" panose="02010600030101010101" pitchFamily="2" charset="-122"/>
                  </a:rPr>
                  <a:t>解法</a:t>
                </a:r>
              </a:p>
            </p:txBody>
          </p:sp>
          <p:sp>
            <p:nvSpPr>
              <p:cNvPr id="23610" name="WordArt 346"/>
              <p:cNvSpPr>
                <a:spLocks noTextEdit="1"/>
              </p:cNvSpPr>
              <p:nvPr/>
            </p:nvSpPr>
            <p:spPr>
              <a:xfrm>
                <a:off x="2795" y="806"/>
                <a:ext cx="448" cy="220"/>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宋体" panose="02010600030101010101" pitchFamily="2" charset="-122"/>
                    <a:ea typeface="宋体" panose="02010600030101010101" pitchFamily="2" charset="-122"/>
                  </a:rPr>
                  <a:t>提要</a:t>
                </a:r>
              </a:p>
            </p:txBody>
          </p:sp>
        </p:grpSp>
        <p:grpSp>
          <p:nvGrpSpPr>
            <p:cNvPr id="23611" name="Group 347"/>
            <p:cNvGrpSpPr/>
            <p:nvPr/>
          </p:nvGrpSpPr>
          <p:grpSpPr>
            <a:xfrm>
              <a:off x="358" y="2986"/>
              <a:ext cx="5151" cy="483"/>
              <a:chOff x="358" y="2986"/>
              <a:chExt cx="5151" cy="483"/>
            </a:xfrm>
          </p:grpSpPr>
          <p:grpSp>
            <p:nvGrpSpPr>
              <p:cNvPr id="23612" name="Group 348"/>
              <p:cNvGrpSpPr/>
              <p:nvPr/>
            </p:nvGrpSpPr>
            <p:grpSpPr>
              <a:xfrm rot="5400000">
                <a:off x="669" y="3152"/>
                <a:ext cx="46" cy="138"/>
                <a:chOff x="2928" y="3216"/>
                <a:chExt cx="48" cy="240"/>
              </a:xfrm>
            </p:grpSpPr>
            <p:sp>
              <p:nvSpPr>
                <p:cNvPr id="23613" name="Line 349"/>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3614" name="Line 350"/>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3615" name="WordArt 351"/>
              <p:cNvSpPr>
                <a:spLocks noTextEdit="1"/>
              </p:cNvSpPr>
              <p:nvPr/>
            </p:nvSpPr>
            <p:spPr>
              <a:xfrm>
                <a:off x="1031" y="2986"/>
                <a:ext cx="208" cy="189"/>
              </a:xfrm>
              <a:prstGeom prst="rect">
                <a:avLst/>
              </a:prstGeom>
            </p:spPr>
            <p:txBody>
              <a:bodyPr wrap="none" fromWordArt="1">
                <a:prstTxWarp prst="textPlain">
                  <a:avLst>
                    <a:gd name="adj" fmla="val 59412"/>
                  </a:avLst>
                </a:prstTxWarp>
                <a:normAutofit fontScale="47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23616" name="WordArt 352"/>
              <p:cNvSpPr>
                <a:spLocks noTextEdit="1"/>
              </p:cNvSpPr>
              <p:nvPr/>
            </p:nvSpPr>
            <p:spPr>
              <a:xfrm>
                <a:off x="358" y="3108"/>
                <a:ext cx="209" cy="193"/>
              </a:xfrm>
              <a:prstGeom prst="rect">
                <a:avLst/>
              </a:prstGeom>
            </p:spPr>
            <p:txBody>
              <a:bodyPr wrap="none" fromWordArt="1">
                <a:prstTxWarp prst="textPlain">
                  <a:avLst>
                    <a:gd name="adj" fmla="val 56523"/>
                  </a:avLst>
                </a:prstTxWarp>
                <a:normAutofit fontScale="475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grpSp>
            <p:nvGrpSpPr>
              <p:cNvPr id="23617" name="Group 353"/>
              <p:cNvGrpSpPr/>
              <p:nvPr/>
            </p:nvGrpSpPr>
            <p:grpSpPr>
              <a:xfrm>
                <a:off x="871" y="3256"/>
                <a:ext cx="604" cy="213"/>
                <a:chOff x="1720" y="3088"/>
                <a:chExt cx="727" cy="258"/>
              </a:xfrm>
            </p:grpSpPr>
            <p:sp>
              <p:nvSpPr>
                <p:cNvPr id="23618" name="WordArt 354"/>
                <p:cNvSpPr>
                  <a:spLocks noTextEdit="1"/>
                </p:cNvSpPr>
                <p:nvPr/>
              </p:nvSpPr>
              <p:spPr>
                <a:xfrm>
                  <a:off x="1720" y="3088"/>
                  <a:ext cx="454" cy="194"/>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3619" name="WordArt 355"/>
                <p:cNvSpPr>
                  <a:spLocks noTextEdit="1"/>
                </p:cNvSpPr>
                <p:nvPr/>
              </p:nvSpPr>
              <p:spPr>
                <a:xfrm>
                  <a:off x="2229" y="3097"/>
                  <a:ext cx="162" cy="202"/>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23620" name="WordArt 356"/>
                <p:cNvSpPr>
                  <a:spLocks noTextEdit="1"/>
                </p:cNvSpPr>
                <p:nvPr/>
              </p:nvSpPr>
              <p:spPr>
                <a:xfrm>
                  <a:off x="2404" y="3258"/>
                  <a:ext cx="43" cy="8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sp>
            <p:nvSpPr>
              <p:cNvPr id="23621" name="Line 357"/>
              <p:cNvSpPr/>
              <p:nvPr/>
            </p:nvSpPr>
            <p:spPr>
              <a:xfrm>
                <a:off x="822" y="3225"/>
                <a:ext cx="704" cy="0"/>
              </a:xfrm>
              <a:prstGeom prst="line">
                <a:avLst/>
              </a:prstGeom>
              <a:ln w="28575" cap="flat" cmpd="sng">
                <a:solidFill>
                  <a:schemeClr val="tx1"/>
                </a:solidFill>
                <a:prstDash val="solid"/>
                <a:round/>
                <a:headEnd type="none" w="med" len="med"/>
                <a:tailEnd type="none" w="med" len="med"/>
              </a:ln>
            </p:spPr>
          </p:sp>
          <p:grpSp>
            <p:nvGrpSpPr>
              <p:cNvPr id="23622" name="Group 358"/>
              <p:cNvGrpSpPr/>
              <p:nvPr/>
            </p:nvGrpSpPr>
            <p:grpSpPr>
              <a:xfrm rot="5400000">
                <a:off x="1636" y="3133"/>
                <a:ext cx="45" cy="154"/>
                <a:chOff x="2928" y="3216"/>
                <a:chExt cx="48" cy="240"/>
              </a:xfrm>
            </p:grpSpPr>
            <p:sp>
              <p:nvSpPr>
                <p:cNvPr id="23623" name="Line 359"/>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3624" name="Line 360"/>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3625" name="Line 361"/>
              <p:cNvSpPr/>
              <p:nvPr/>
            </p:nvSpPr>
            <p:spPr>
              <a:xfrm>
                <a:off x="1825" y="3213"/>
                <a:ext cx="716" cy="0"/>
              </a:xfrm>
              <a:prstGeom prst="line">
                <a:avLst/>
              </a:prstGeom>
              <a:ln w="28575" cap="flat" cmpd="sng">
                <a:solidFill>
                  <a:schemeClr val="tx1"/>
                </a:solidFill>
                <a:prstDash val="solid"/>
                <a:round/>
                <a:headEnd type="none" w="med" len="med"/>
                <a:tailEnd type="none" w="med" len="med"/>
              </a:ln>
            </p:spPr>
          </p:sp>
          <p:sp>
            <p:nvSpPr>
              <p:cNvPr id="23626" name="WordArt 362"/>
              <p:cNvSpPr>
                <a:spLocks noTextEdit="1"/>
              </p:cNvSpPr>
              <p:nvPr/>
            </p:nvSpPr>
            <p:spPr>
              <a:xfrm>
                <a:off x="1911" y="3016"/>
                <a:ext cx="524" cy="14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546. 1</a:t>
                </a:r>
              </a:p>
            </p:txBody>
          </p:sp>
          <p:sp>
            <p:nvSpPr>
              <p:cNvPr id="23627" name="WordArt 363"/>
              <p:cNvSpPr>
                <a:spLocks noTextEdit="1"/>
              </p:cNvSpPr>
              <p:nvPr/>
            </p:nvSpPr>
            <p:spPr>
              <a:xfrm>
                <a:off x="2019" y="3270"/>
                <a:ext cx="309" cy="13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0. 5</a:t>
                </a:r>
              </a:p>
            </p:txBody>
          </p:sp>
          <p:grpSp>
            <p:nvGrpSpPr>
              <p:cNvPr id="23628" name="Group 364"/>
              <p:cNvGrpSpPr/>
              <p:nvPr/>
            </p:nvGrpSpPr>
            <p:grpSpPr>
              <a:xfrm rot="5400000">
                <a:off x="2646" y="3138"/>
                <a:ext cx="45" cy="154"/>
                <a:chOff x="2928" y="3216"/>
                <a:chExt cx="48" cy="240"/>
              </a:xfrm>
            </p:grpSpPr>
            <p:sp>
              <p:nvSpPr>
                <p:cNvPr id="23629" name="Line 365"/>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3630" name="Line 366"/>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3631" name="WordArt 367"/>
              <p:cNvSpPr>
                <a:spLocks noTextEdit="1"/>
              </p:cNvSpPr>
              <p:nvPr/>
            </p:nvSpPr>
            <p:spPr>
              <a:xfrm>
                <a:off x="2798" y="3134"/>
                <a:ext cx="863" cy="13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1092.2 n m</a:t>
                </a:r>
              </a:p>
            </p:txBody>
          </p:sp>
          <p:grpSp>
            <p:nvGrpSpPr>
              <p:cNvPr id="23632" name="Group 368"/>
              <p:cNvGrpSpPr/>
              <p:nvPr/>
            </p:nvGrpSpPr>
            <p:grpSpPr>
              <a:xfrm rot="5400000">
                <a:off x="3803" y="3155"/>
                <a:ext cx="45" cy="154"/>
                <a:chOff x="2928" y="3216"/>
                <a:chExt cx="48" cy="240"/>
              </a:xfrm>
            </p:grpSpPr>
            <p:sp>
              <p:nvSpPr>
                <p:cNvPr id="23633" name="Line 369"/>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3634" name="Line 370"/>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23635" name="Group 371"/>
              <p:cNvGrpSpPr/>
              <p:nvPr/>
            </p:nvGrpSpPr>
            <p:grpSpPr>
              <a:xfrm>
                <a:off x="3988" y="3088"/>
                <a:ext cx="1059" cy="206"/>
                <a:chOff x="3988" y="3088"/>
                <a:chExt cx="1059" cy="206"/>
              </a:xfrm>
            </p:grpSpPr>
            <p:grpSp>
              <p:nvGrpSpPr>
                <p:cNvPr id="23636" name="Group 372"/>
                <p:cNvGrpSpPr/>
                <p:nvPr/>
              </p:nvGrpSpPr>
              <p:grpSpPr>
                <a:xfrm>
                  <a:off x="4522" y="3167"/>
                  <a:ext cx="110" cy="111"/>
                  <a:chOff x="1781" y="2282"/>
                  <a:chExt cx="577" cy="577"/>
                </a:xfrm>
              </p:grpSpPr>
              <p:sp>
                <p:nvSpPr>
                  <p:cNvPr id="23637" name="Line 373"/>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3638" name="Line 374"/>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3639" name="WordArt 375"/>
                <p:cNvSpPr>
                  <a:spLocks noTextEdit="1"/>
                </p:cNvSpPr>
                <p:nvPr/>
              </p:nvSpPr>
              <p:spPr>
                <a:xfrm>
                  <a:off x="4694" y="3142"/>
                  <a:ext cx="171" cy="152"/>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23640" name="WordArt 376"/>
                <p:cNvSpPr>
                  <a:spLocks noTextEdit="1"/>
                </p:cNvSpPr>
                <p:nvPr/>
              </p:nvSpPr>
              <p:spPr>
                <a:xfrm>
                  <a:off x="4982" y="3088"/>
                  <a:ext cx="65" cy="94"/>
                </a:xfrm>
                <a:prstGeom prst="rect">
                  <a:avLst/>
                </a:prstGeom>
              </p:spPr>
              <p:txBody>
                <a:bodyPr wrap="none" fromWordArt="1">
                  <a:prstTxWarp prst="textPlain">
                    <a:avLst>
                      <a:gd name="adj" fmla="val 50000"/>
                    </a:avLst>
                  </a:prstTxWarp>
                  <a:normAutofit fontScale="25000" lnSpcReduction="20000"/>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3641" name="Line 377"/>
                <p:cNvSpPr/>
                <p:nvPr/>
              </p:nvSpPr>
              <p:spPr>
                <a:xfrm>
                  <a:off x="4881" y="3153"/>
                  <a:ext cx="71" cy="0"/>
                </a:xfrm>
                <a:prstGeom prst="line">
                  <a:avLst/>
                </a:prstGeom>
                <a:ln w="19050" cap="flat" cmpd="sng">
                  <a:solidFill>
                    <a:schemeClr val="tx1"/>
                  </a:solidFill>
                  <a:prstDash val="solid"/>
                  <a:round/>
                  <a:headEnd type="none" w="med" len="med"/>
                  <a:tailEnd type="none" w="med" len="med"/>
                </a:ln>
              </p:spPr>
            </p:sp>
            <p:sp>
              <p:nvSpPr>
                <p:cNvPr id="23642" name="WordArt 378"/>
                <p:cNvSpPr>
                  <a:spLocks noTextEdit="1"/>
                </p:cNvSpPr>
                <p:nvPr/>
              </p:nvSpPr>
              <p:spPr>
                <a:xfrm>
                  <a:off x="3988" y="3152"/>
                  <a:ext cx="456" cy="13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1.0922</a:t>
                  </a:r>
                </a:p>
              </p:txBody>
            </p:sp>
          </p:grpSp>
          <p:sp>
            <p:nvSpPr>
              <p:cNvPr id="23643" name="WordArt 379"/>
              <p:cNvSpPr>
                <a:spLocks noTextEdit="1"/>
              </p:cNvSpPr>
              <p:nvPr/>
            </p:nvSpPr>
            <p:spPr>
              <a:xfrm>
                <a:off x="5063" y="3197"/>
                <a:ext cx="446" cy="10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 m m</a:t>
                </a:r>
              </a:p>
            </p:txBody>
          </p:sp>
        </p:grpSp>
      </p:grpSp>
      <p:grpSp>
        <p:nvGrpSpPr>
          <p:cNvPr id="22" name="Group 380"/>
          <p:cNvGrpSpPr/>
          <p:nvPr/>
        </p:nvGrpSpPr>
        <p:grpSpPr>
          <a:xfrm>
            <a:off x="412750" y="5668963"/>
            <a:ext cx="8467725" cy="709612"/>
            <a:chOff x="260" y="3571"/>
            <a:chExt cx="5334" cy="447"/>
          </a:xfrm>
        </p:grpSpPr>
        <p:sp>
          <p:nvSpPr>
            <p:cNvPr id="23645" name="WordArt 381"/>
            <p:cNvSpPr>
              <a:spLocks noTextEdit="1"/>
            </p:cNvSpPr>
            <p:nvPr/>
          </p:nvSpPr>
          <p:spPr>
            <a:xfrm>
              <a:off x="260" y="3694"/>
              <a:ext cx="1492" cy="188"/>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每毫米刻线数目</a:t>
              </a:r>
            </a:p>
          </p:txBody>
        </p:sp>
        <p:sp>
          <p:nvSpPr>
            <p:cNvPr id="23646" name="WordArt 382"/>
            <p:cNvSpPr>
              <a:spLocks noTextEdit="1"/>
            </p:cNvSpPr>
            <p:nvPr/>
          </p:nvSpPr>
          <p:spPr>
            <a:xfrm>
              <a:off x="2385" y="3825"/>
              <a:ext cx="209" cy="193"/>
            </a:xfrm>
            <a:prstGeom prst="rect">
              <a:avLst/>
            </a:prstGeom>
          </p:spPr>
          <p:txBody>
            <a:bodyPr wrap="none" fromWordArt="1">
              <a:prstTxWarp prst="textPlain">
                <a:avLst>
                  <a:gd name="adj" fmla="val 56523"/>
                </a:avLst>
              </a:prstTxWarp>
              <a:normAutofit fontScale="475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sp>
          <p:nvSpPr>
            <p:cNvPr id="23647" name="WordArt 383"/>
            <p:cNvSpPr>
              <a:spLocks noTextEdit="1"/>
            </p:cNvSpPr>
            <p:nvPr/>
          </p:nvSpPr>
          <p:spPr>
            <a:xfrm>
              <a:off x="1825" y="3706"/>
              <a:ext cx="232" cy="160"/>
            </a:xfrm>
            <a:prstGeom prst="rect">
              <a:avLst/>
            </a:prstGeom>
          </p:spPr>
          <p:txBody>
            <a:bodyPr wrap="none" fromWordArt="1">
              <a:prstTxWarp prst="textPlain">
                <a:avLst>
                  <a:gd name="adj" fmla="val 56523"/>
                </a:avLst>
              </a:prstTxWarp>
              <a:normAutofit fontScale="325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n</a:t>
              </a:r>
            </a:p>
          </p:txBody>
        </p:sp>
        <p:grpSp>
          <p:nvGrpSpPr>
            <p:cNvPr id="23648" name="Group 384"/>
            <p:cNvGrpSpPr/>
            <p:nvPr/>
          </p:nvGrpSpPr>
          <p:grpSpPr>
            <a:xfrm rot="5400000">
              <a:off x="2171" y="3713"/>
              <a:ext cx="68" cy="154"/>
              <a:chOff x="2928" y="3216"/>
              <a:chExt cx="48" cy="240"/>
            </a:xfrm>
          </p:grpSpPr>
          <p:sp>
            <p:nvSpPr>
              <p:cNvPr id="23649" name="Line 385"/>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3650" name="Line 386"/>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3651" name="Line 387"/>
            <p:cNvSpPr/>
            <p:nvPr/>
          </p:nvSpPr>
          <p:spPr>
            <a:xfrm>
              <a:off x="2372" y="3783"/>
              <a:ext cx="316" cy="0"/>
            </a:xfrm>
            <a:prstGeom prst="line">
              <a:avLst/>
            </a:prstGeom>
            <a:ln w="28575" cap="flat" cmpd="sng">
              <a:solidFill>
                <a:schemeClr val="tx1"/>
              </a:solidFill>
              <a:prstDash val="solid"/>
              <a:round/>
              <a:headEnd type="none" w="med" len="med"/>
              <a:tailEnd type="none" w="med" len="med"/>
            </a:ln>
          </p:spPr>
        </p:sp>
        <p:sp>
          <p:nvSpPr>
            <p:cNvPr id="23652" name="WordArt 388"/>
            <p:cNvSpPr>
              <a:spLocks noTextEdit="1"/>
            </p:cNvSpPr>
            <p:nvPr/>
          </p:nvSpPr>
          <p:spPr>
            <a:xfrm>
              <a:off x="2466" y="3571"/>
              <a:ext cx="99" cy="167"/>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nvGrpSpPr>
            <p:cNvPr id="23653" name="Group 389"/>
            <p:cNvGrpSpPr/>
            <p:nvPr/>
          </p:nvGrpSpPr>
          <p:grpSpPr>
            <a:xfrm rot="5400000">
              <a:off x="2776" y="3719"/>
              <a:ext cx="68" cy="154"/>
              <a:chOff x="2928" y="3216"/>
              <a:chExt cx="48" cy="240"/>
            </a:xfrm>
          </p:grpSpPr>
          <p:sp>
            <p:nvSpPr>
              <p:cNvPr id="23654" name="Line 390"/>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3655" name="Line 391"/>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23656" name="Group 392"/>
            <p:cNvGrpSpPr/>
            <p:nvPr/>
          </p:nvGrpSpPr>
          <p:grpSpPr>
            <a:xfrm>
              <a:off x="3000" y="3806"/>
              <a:ext cx="1059" cy="206"/>
              <a:chOff x="3988" y="3088"/>
              <a:chExt cx="1059" cy="206"/>
            </a:xfrm>
          </p:grpSpPr>
          <p:grpSp>
            <p:nvGrpSpPr>
              <p:cNvPr id="23657" name="Group 393"/>
              <p:cNvGrpSpPr/>
              <p:nvPr/>
            </p:nvGrpSpPr>
            <p:grpSpPr>
              <a:xfrm>
                <a:off x="4522" y="3167"/>
                <a:ext cx="110" cy="111"/>
                <a:chOff x="1781" y="2282"/>
                <a:chExt cx="577" cy="577"/>
              </a:xfrm>
            </p:grpSpPr>
            <p:sp>
              <p:nvSpPr>
                <p:cNvPr id="23658" name="Line 394"/>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3659" name="Line 395"/>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3660" name="WordArt 396"/>
              <p:cNvSpPr>
                <a:spLocks noTextEdit="1"/>
              </p:cNvSpPr>
              <p:nvPr/>
            </p:nvSpPr>
            <p:spPr>
              <a:xfrm>
                <a:off x="4694" y="3142"/>
                <a:ext cx="171" cy="152"/>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23661" name="WordArt 397"/>
              <p:cNvSpPr>
                <a:spLocks noTextEdit="1"/>
              </p:cNvSpPr>
              <p:nvPr/>
            </p:nvSpPr>
            <p:spPr>
              <a:xfrm>
                <a:off x="4982" y="3088"/>
                <a:ext cx="65" cy="94"/>
              </a:xfrm>
              <a:prstGeom prst="rect">
                <a:avLst/>
              </a:prstGeom>
            </p:spPr>
            <p:txBody>
              <a:bodyPr wrap="none" fromWordArt="1">
                <a:prstTxWarp prst="textPlain">
                  <a:avLst>
                    <a:gd name="adj" fmla="val 50000"/>
                  </a:avLst>
                </a:prstTxWarp>
                <a:normAutofit fontScale="25000" lnSpcReduction="20000"/>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3662" name="Line 398"/>
              <p:cNvSpPr/>
              <p:nvPr/>
            </p:nvSpPr>
            <p:spPr>
              <a:xfrm>
                <a:off x="4881" y="3153"/>
                <a:ext cx="71" cy="0"/>
              </a:xfrm>
              <a:prstGeom prst="line">
                <a:avLst/>
              </a:prstGeom>
              <a:ln w="19050" cap="flat" cmpd="sng">
                <a:solidFill>
                  <a:schemeClr val="tx1"/>
                </a:solidFill>
                <a:prstDash val="solid"/>
                <a:round/>
                <a:headEnd type="none" w="med" len="med"/>
                <a:tailEnd type="none" w="med" len="med"/>
              </a:ln>
            </p:spPr>
          </p:sp>
          <p:sp>
            <p:nvSpPr>
              <p:cNvPr id="23663" name="WordArt 399"/>
              <p:cNvSpPr>
                <a:spLocks noTextEdit="1"/>
              </p:cNvSpPr>
              <p:nvPr/>
            </p:nvSpPr>
            <p:spPr>
              <a:xfrm>
                <a:off x="3988" y="3152"/>
                <a:ext cx="456" cy="13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1.0922</a:t>
                </a:r>
              </a:p>
            </p:txBody>
          </p:sp>
        </p:grpSp>
        <p:sp>
          <p:nvSpPr>
            <p:cNvPr id="23664" name="Line 400"/>
            <p:cNvSpPr/>
            <p:nvPr/>
          </p:nvSpPr>
          <p:spPr>
            <a:xfrm flipV="1">
              <a:off x="2943" y="3777"/>
              <a:ext cx="1118" cy="12"/>
            </a:xfrm>
            <a:prstGeom prst="line">
              <a:avLst/>
            </a:prstGeom>
            <a:ln w="28575" cap="flat" cmpd="sng">
              <a:solidFill>
                <a:schemeClr val="tx1"/>
              </a:solidFill>
              <a:prstDash val="solid"/>
              <a:round/>
              <a:headEnd type="none" w="med" len="med"/>
              <a:tailEnd type="none" w="med" len="med"/>
            </a:ln>
          </p:spPr>
        </p:sp>
        <p:sp>
          <p:nvSpPr>
            <p:cNvPr id="23665" name="WordArt 401"/>
            <p:cNvSpPr>
              <a:spLocks noTextEdit="1"/>
            </p:cNvSpPr>
            <p:nvPr/>
          </p:nvSpPr>
          <p:spPr>
            <a:xfrm>
              <a:off x="3432" y="3576"/>
              <a:ext cx="99" cy="167"/>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nvGrpSpPr>
            <p:cNvPr id="23666" name="Group 402"/>
            <p:cNvGrpSpPr/>
            <p:nvPr/>
          </p:nvGrpSpPr>
          <p:grpSpPr>
            <a:xfrm rot="5400000">
              <a:off x="4194" y="3725"/>
              <a:ext cx="68" cy="154"/>
              <a:chOff x="2928" y="3216"/>
              <a:chExt cx="48" cy="240"/>
            </a:xfrm>
          </p:grpSpPr>
          <p:sp>
            <p:nvSpPr>
              <p:cNvPr id="23667" name="Line 403"/>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3668" name="Line 404"/>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3669" name="WordArt 405"/>
            <p:cNvSpPr>
              <a:spLocks noTextEdit="1"/>
            </p:cNvSpPr>
            <p:nvPr/>
          </p:nvSpPr>
          <p:spPr>
            <a:xfrm>
              <a:off x="4383" y="3718"/>
              <a:ext cx="366" cy="171"/>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916</a:t>
              </a:r>
            </a:p>
          </p:txBody>
        </p:sp>
        <p:sp>
          <p:nvSpPr>
            <p:cNvPr id="23670" name="WordArt 406"/>
            <p:cNvSpPr>
              <a:spLocks noTextEdit="1"/>
            </p:cNvSpPr>
            <p:nvPr/>
          </p:nvSpPr>
          <p:spPr>
            <a:xfrm>
              <a:off x="4853" y="3709"/>
              <a:ext cx="190" cy="189"/>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线</a:t>
              </a:r>
            </a:p>
          </p:txBody>
        </p:sp>
        <p:sp>
          <p:nvSpPr>
            <p:cNvPr id="23671" name="Line 407"/>
            <p:cNvSpPr/>
            <p:nvPr/>
          </p:nvSpPr>
          <p:spPr>
            <a:xfrm flipH="1">
              <a:off x="5038" y="3637"/>
              <a:ext cx="146" cy="361"/>
            </a:xfrm>
            <a:prstGeom prst="line">
              <a:avLst/>
            </a:prstGeom>
            <a:ln w="28575" cap="flat" cmpd="sng">
              <a:solidFill>
                <a:schemeClr val="tx1"/>
              </a:solidFill>
              <a:prstDash val="solid"/>
              <a:round/>
              <a:headEnd type="none" w="med" len="med"/>
              <a:tailEnd type="none" w="med" len="med"/>
            </a:ln>
          </p:spPr>
        </p:sp>
        <p:sp>
          <p:nvSpPr>
            <p:cNvPr id="23672" name="WordArt 408"/>
            <p:cNvSpPr>
              <a:spLocks noTextEdit="1"/>
            </p:cNvSpPr>
            <p:nvPr/>
          </p:nvSpPr>
          <p:spPr>
            <a:xfrm>
              <a:off x="5148" y="3824"/>
              <a:ext cx="446" cy="10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 m m</a:t>
              </a:r>
            </a:p>
          </p:txBody>
        </p:sp>
      </p:grpSp>
      <p:grpSp>
        <p:nvGrpSpPr>
          <p:cNvPr id="28" name="Group 536"/>
          <p:cNvGrpSpPr/>
          <p:nvPr/>
        </p:nvGrpSpPr>
        <p:grpSpPr>
          <a:xfrm>
            <a:off x="0" y="1101725"/>
            <a:ext cx="9144000" cy="2571750"/>
            <a:chOff x="0" y="694"/>
            <a:chExt cx="5760" cy="1620"/>
          </a:xfrm>
        </p:grpSpPr>
        <p:grpSp>
          <p:nvGrpSpPr>
            <p:cNvPr id="23674" name="Group 410"/>
            <p:cNvGrpSpPr/>
            <p:nvPr/>
          </p:nvGrpSpPr>
          <p:grpSpPr>
            <a:xfrm flipV="1">
              <a:off x="0" y="2222"/>
              <a:ext cx="5760" cy="92"/>
              <a:chOff x="0" y="3976"/>
              <a:chExt cx="5760" cy="344"/>
            </a:xfrm>
          </p:grpSpPr>
          <p:sp>
            <p:nvSpPr>
              <p:cNvPr id="23675" name="Rectangle 411" descr="羊皮纸"/>
              <p:cNvSpPr/>
              <p:nvPr/>
            </p:nvSpPr>
            <p:spPr>
              <a:xfrm>
                <a:off x="0" y="3976"/>
                <a:ext cx="5760" cy="344"/>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676" name="Line 412" descr="羊皮纸"/>
              <p:cNvSpPr/>
              <p:nvPr/>
            </p:nvSpPr>
            <p:spPr>
              <a:xfrm>
                <a:off x="0" y="3976"/>
                <a:ext cx="5760" cy="0"/>
              </a:xfrm>
              <a:prstGeom prst="line">
                <a:avLst/>
              </a:prstGeom>
              <a:ln w="38100">
                <a:noFill/>
              </a:ln>
            </p:spPr>
          </p:sp>
        </p:grpSp>
        <p:grpSp>
          <p:nvGrpSpPr>
            <p:cNvPr id="23677" name="Group 414"/>
            <p:cNvGrpSpPr/>
            <p:nvPr/>
          </p:nvGrpSpPr>
          <p:grpSpPr>
            <a:xfrm>
              <a:off x="3529" y="830"/>
              <a:ext cx="1661" cy="948"/>
              <a:chOff x="3405" y="794"/>
              <a:chExt cx="1661" cy="948"/>
            </a:xfrm>
          </p:grpSpPr>
          <p:sp>
            <p:nvSpPr>
              <p:cNvPr id="23678" name="WordArt 415"/>
              <p:cNvSpPr>
                <a:spLocks noTextEdit="1"/>
              </p:cNvSpPr>
              <p:nvPr/>
            </p:nvSpPr>
            <p:spPr>
              <a:xfrm>
                <a:off x="3434" y="1222"/>
                <a:ext cx="1627" cy="188"/>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该光栅每毫米</a:t>
                </a:r>
              </a:p>
            </p:txBody>
          </p:sp>
          <p:sp>
            <p:nvSpPr>
              <p:cNvPr id="23679" name="WordArt 416"/>
              <p:cNvSpPr>
                <a:spLocks noTextEdit="1"/>
              </p:cNvSpPr>
              <p:nvPr/>
            </p:nvSpPr>
            <p:spPr>
              <a:xfrm>
                <a:off x="4125" y="794"/>
                <a:ext cx="373" cy="199"/>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问</a:t>
                </a:r>
              </a:p>
            </p:txBody>
          </p:sp>
          <p:sp>
            <p:nvSpPr>
              <p:cNvPr id="23680" name="WordArt 417"/>
              <p:cNvSpPr>
                <a:spLocks noTextEdit="1"/>
              </p:cNvSpPr>
              <p:nvPr/>
            </p:nvSpPr>
            <p:spPr>
              <a:xfrm>
                <a:off x="3405" y="1554"/>
                <a:ext cx="1661" cy="188"/>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有多少条刻线</a:t>
                </a:r>
              </a:p>
            </p:txBody>
          </p:sp>
        </p:grpSp>
        <p:sp>
          <p:nvSpPr>
            <p:cNvPr id="23681" name="WordArt 418"/>
            <p:cNvSpPr>
              <a:spLocks noTextEdit="1"/>
            </p:cNvSpPr>
            <p:nvPr/>
          </p:nvSpPr>
          <p:spPr>
            <a:xfrm>
              <a:off x="768" y="694"/>
              <a:ext cx="660" cy="177"/>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已知</a:t>
              </a:r>
            </a:p>
          </p:txBody>
        </p:sp>
        <p:grpSp>
          <p:nvGrpSpPr>
            <p:cNvPr id="23682" name="Group 419"/>
            <p:cNvGrpSpPr/>
            <p:nvPr/>
          </p:nvGrpSpPr>
          <p:grpSpPr>
            <a:xfrm>
              <a:off x="728" y="1139"/>
              <a:ext cx="150" cy="60"/>
              <a:chOff x="1260" y="2371"/>
              <a:chExt cx="151" cy="53"/>
            </a:xfrm>
          </p:grpSpPr>
          <p:sp>
            <p:nvSpPr>
              <p:cNvPr id="23683" name="Line 420"/>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23684" name="Line 421"/>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23685" name="WordArt 422"/>
            <p:cNvSpPr>
              <a:spLocks noTextEdit="1"/>
            </p:cNvSpPr>
            <p:nvPr/>
          </p:nvSpPr>
          <p:spPr>
            <a:xfrm>
              <a:off x="376" y="1072"/>
              <a:ext cx="277" cy="207"/>
            </a:xfrm>
            <a:prstGeom prst="rect">
              <a:avLst/>
            </a:prstGeom>
          </p:spPr>
          <p:txBody>
            <a:bodyPr wrap="none" fromWordArt="1">
              <a:prstTxWarp prst="textPlain">
                <a:avLst>
                  <a:gd name="adj" fmla="val 63968"/>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23686" name="WordArt 423"/>
            <p:cNvSpPr>
              <a:spLocks noTextEdit="1"/>
            </p:cNvSpPr>
            <p:nvPr/>
          </p:nvSpPr>
          <p:spPr>
            <a:xfrm>
              <a:off x="967" y="1050"/>
              <a:ext cx="806" cy="193"/>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546. 1 n m</a:t>
              </a:r>
            </a:p>
          </p:txBody>
        </p:sp>
        <p:grpSp>
          <p:nvGrpSpPr>
            <p:cNvPr id="23687" name="Group 424"/>
            <p:cNvGrpSpPr/>
            <p:nvPr/>
          </p:nvGrpSpPr>
          <p:grpSpPr>
            <a:xfrm flipH="1">
              <a:off x="2495" y="1150"/>
              <a:ext cx="271" cy="215"/>
              <a:chOff x="1598" y="1065"/>
              <a:chExt cx="445" cy="370"/>
            </a:xfrm>
          </p:grpSpPr>
          <p:grpSp>
            <p:nvGrpSpPr>
              <p:cNvPr id="23688" name="Group 425"/>
              <p:cNvGrpSpPr/>
              <p:nvPr/>
            </p:nvGrpSpPr>
            <p:grpSpPr>
              <a:xfrm>
                <a:off x="1641" y="1065"/>
                <a:ext cx="402" cy="370"/>
                <a:chOff x="1641" y="1065"/>
                <a:chExt cx="402" cy="370"/>
              </a:xfrm>
            </p:grpSpPr>
            <p:sp>
              <p:nvSpPr>
                <p:cNvPr id="23689" name="Oval 426"/>
                <p:cNvSpPr/>
                <p:nvPr/>
              </p:nvSpPr>
              <p:spPr>
                <a:xfrm>
                  <a:off x="1641" y="1065"/>
                  <a:ext cx="402" cy="370"/>
                </a:xfrm>
                <a:prstGeom prst="ellipse">
                  <a:avLst/>
                </a:prstGeom>
                <a:solidFill>
                  <a:schemeClr val="bg1"/>
                </a:soli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3690" name="Group 427"/>
                <p:cNvGrpSpPr/>
                <p:nvPr/>
              </p:nvGrpSpPr>
              <p:grpSpPr>
                <a:xfrm>
                  <a:off x="1691" y="1140"/>
                  <a:ext cx="276" cy="238"/>
                  <a:chOff x="1691" y="1140"/>
                  <a:chExt cx="276" cy="238"/>
                </a:xfrm>
              </p:grpSpPr>
              <p:sp>
                <p:nvSpPr>
                  <p:cNvPr id="135596" name="Freeform 428"/>
                  <p:cNvSpPr/>
                  <p:nvPr/>
                </p:nvSpPr>
                <p:spPr bwMode="auto">
                  <a:xfrm rot="207830" flipH="1">
                    <a:off x="1802" y="1223"/>
                    <a:ext cx="79" cy="91"/>
                  </a:xfrm>
                  <a:custGeom>
                    <a:avLst/>
                    <a:gdLst/>
                    <a:ahLst/>
                    <a:cxnLst>
                      <a:cxn ang="0">
                        <a:pos x="0" y="3"/>
                      </a:cxn>
                      <a:cxn ang="0">
                        <a:pos x="9" y="62"/>
                      </a:cxn>
                      <a:cxn ang="0">
                        <a:pos x="31" y="114"/>
                      </a:cxn>
                      <a:cxn ang="0">
                        <a:pos x="46" y="141"/>
                      </a:cxn>
                      <a:cxn ang="0">
                        <a:pos x="70" y="149"/>
                      </a:cxn>
                      <a:cxn ang="0">
                        <a:pos x="103" y="134"/>
                      </a:cxn>
                      <a:cxn ang="0">
                        <a:pos x="115" y="74"/>
                      </a:cxn>
                      <a:cxn ang="0">
                        <a:pos x="111" y="11"/>
                      </a:cxn>
                      <a:cxn ang="0">
                        <a:pos x="93" y="0"/>
                      </a:cxn>
                      <a:cxn ang="0">
                        <a:pos x="27" y="0"/>
                      </a:cxn>
                      <a:cxn ang="0">
                        <a:pos x="0" y="3"/>
                      </a:cxn>
                    </a:cxnLst>
                    <a:rect l="0" t="0" r="r" b="b"/>
                    <a:pathLst>
                      <a:path w="115" h="149">
                        <a:moveTo>
                          <a:pt x="0" y="3"/>
                        </a:moveTo>
                        <a:lnTo>
                          <a:pt x="9" y="62"/>
                        </a:lnTo>
                        <a:lnTo>
                          <a:pt x="31" y="114"/>
                        </a:lnTo>
                        <a:lnTo>
                          <a:pt x="46" y="141"/>
                        </a:lnTo>
                        <a:lnTo>
                          <a:pt x="70" y="149"/>
                        </a:lnTo>
                        <a:lnTo>
                          <a:pt x="103" y="134"/>
                        </a:lnTo>
                        <a:lnTo>
                          <a:pt x="115" y="74"/>
                        </a:lnTo>
                        <a:lnTo>
                          <a:pt x="111" y="11"/>
                        </a:lnTo>
                        <a:lnTo>
                          <a:pt x="93" y="0"/>
                        </a:lnTo>
                        <a:lnTo>
                          <a:pt x="27" y="0"/>
                        </a:lnTo>
                        <a:lnTo>
                          <a:pt x="0" y="3"/>
                        </a:lnTo>
                        <a:close/>
                      </a:path>
                    </a:pathLst>
                  </a:custGeom>
                  <a:gradFill rotWithShape="0">
                    <a:gsLst>
                      <a:gs pos="0">
                        <a:schemeClr val="bg1"/>
                      </a:gs>
                      <a:gs pos="100000">
                        <a:schemeClr val="bg1">
                          <a:gamma/>
                          <a:shade val="21176"/>
                          <a:invGamma/>
                        </a:schemeClr>
                      </a:gs>
                    </a:gsLst>
                    <a:path path="rect">
                      <a:fillToRect l="50000" t="50000" r="50000" b="50000"/>
                    </a:path>
                  </a:gradFill>
                  <a:ln w="9525">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692" name="Freeform 429"/>
                  <p:cNvSpPr/>
                  <p:nvPr/>
                </p:nvSpPr>
                <p:spPr>
                  <a:xfrm rot="159848" flipH="1">
                    <a:off x="1702" y="1247"/>
                    <a:ext cx="158" cy="113"/>
                  </a:xfrm>
                  <a:custGeom>
                    <a:avLst/>
                    <a:gdLst/>
                    <a:ahLst/>
                    <a:cxnLst>
                      <a:cxn ang="0">
                        <a:pos x="283" y="0"/>
                      </a:cxn>
                      <a:cxn ang="0">
                        <a:pos x="214" y="30"/>
                      </a:cxn>
                      <a:cxn ang="0">
                        <a:pos x="158" y="59"/>
                      </a:cxn>
                      <a:cxn ang="0">
                        <a:pos x="53" y="92"/>
                      </a:cxn>
                      <a:cxn ang="0">
                        <a:pos x="16" y="110"/>
                      </a:cxn>
                      <a:cxn ang="0">
                        <a:pos x="0" y="131"/>
                      </a:cxn>
                      <a:cxn ang="0">
                        <a:pos x="4" y="162"/>
                      </a:cxn>
                    </a:cxnLst>
                    <a:rect l="0" t="0" r="0" b="0"/>
                    <a:pathLst>
                      <a:path w="147" h="108">
                        <a:moveTo>
                          <a:pt x="147" y="0"/>
                        </a:moveTo>
                        <a:lnTo>
                          <a:pt x="112" y="21"/>
                        </a:lnTo>
                        <a:lnTo>
                          <a:pt x="82" y="40"/>
                        </a:lnTo>
                        <a:lnTo>
                          <a:pt x="28" y="61"/>
                        </a:lnTo>
                        <a:lnTo>
                          <a:pt x="7" y="73"/>
                        </a:lnTo>
                        <a:lnTo>
                          <a:pt x="0" y="87"/>
                        </a:lnTo>
                        <a:lnTo>
                          <a:pt x="4" y="108"/>
                        </a:ln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23693" name="Freeform 430"/>
                  <p:cNvSpPr/>
                  <p:nvPr/>
                </p:nvSpPr>
                <p:spPr>
                  <a:xfrm flipH="1">
                    <a:off x="1825" y="1361"/>
                    <a:ext cx="27" cy="17"/>
                  </a:xfrm>
                  <a:custGeom>
                    <a:avLst/>
                    <a:gdLst/>
                    <a:ahLst/>
                    <a:cxnLst>
                      <a:cxn ang="0">
                        <a:pos x="0" y="0"/>
                      </a:cxn>
                      <a:cxn ang="0">
                        <a:pos x="15" y="11"/>
                      </a:cxn>
                      <a:cxn ang="0">
                        <a:pos x="27" y="17"/>
                      </a:cxn>
                    </a:cxnLst>
                    <a:rect l="0" t="0" r="0" b="0"/>
                    <a:pathLst>
                      <a:path w="27" h="17">
                        <a:moveTo>
                          <a:pt x="0" y="0"/>
                        </a:moveTo>
                        <a:lnTo>
                          <a:pt x="15" y="11"/>
                        </a:lnTo>
                        <a:lnTo>
                          <a:pt x="27" y="17"/>
                        </a:ln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23694" name="Oval 431"/>
                  <p:cNvSpPr/>
                  <p:nvPr/>
                </p:nvSpPr>
                <p:spPr>
                  <a:xfrm rot="990122">
                    <a:off x="1837" y="1190"/>
                    <a:ext cx="38" cy="113"/>
                  </a:xfrm>
                  <a:prstGeom prst="ellipse">
                    <a:avLst/>
                  </a:prstGeom>
                  <a:gradFill rotWithShape="0">
                    <a:gsLst>
                      <a:gs pos="0">
                        <a:srgbClr val="808080"/>
                      </a:gs>
                      <a:gs pos="100000">
                        <a:srgbClr val="000000"/>
                      </a:gs>
                    </a:gsLst>
                    <a:path path="rect">
                      <a:fillToRect r="100000" b="100000"/>
                    </a:path>
                    <a:tileRect/>
                  </a:gra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695" name="Freeform 432"/>
                  <p:cNvSpPr/>
                  <p:nvPr/>
                </p:nvSpPr>
                <p:spPr>
                  <a:xfrm>
                    <a:off x="1706" y="1156"/>
                    <a:ext cx="214" cy="86"/>
                  </a:xfrm>
                  <a:custGeom>
                    <a:avLst/>
                    <a:gdLst/>
                    <a:ahLst/>
                    <a:cxnLst>
                      <a:cxn ang="0">
                        <a:pos x="0" y="86"/>
                      </a:cxn>
                      <a:cxn ang="0">
                        <a:pos x="72" y="60"/>
                      </a:cxn>
                      <a:cxn ang="0">
                        <a:pos x="133" y="57"/>
                      </a:cxn>
                      <a:cxn ang="0">
                        <a:pos x="181" y="57"/>
                      </a:cxn>
                      <a:cxn ang="0">
                        <a:pos x="201" y="44"/>
                      </a:cxn>
                      <a:cxn ang="0">
                        <a:pos x="214" y="0"/>
                      </a:cxn>
                      <a:cxn ang="0">
                        <a:pos x="160" y="15"/>
                      </a:cxn>
                      <a:cxn ang="0">
                        <a:pos x="61" y="35"/>
                      </a:cxn>
                      <a:cxn ang="0">
                        <a:pos x="16" y="63"/>
                      </a:cxn>
                      <a:cxn ang="0">
                        <a:pos x="0" y="86"/>
                      </a:cxn>
                    </a:cxnLst>
                    <a:rect l="0" t="0" r="0" b="0"/>
                    <a:pathLst>
                      <a:path w="214" h="86">
                        <a:moveTo>
                          <a:pt x="0" y="86"/>
                        </a:moveTo>
                        <a:lnTo>
                          <a:pt x="72" y="60"/>
                        </a:lnTo>
                        <a:lnTo>
                          <a:pt x="133" y="57"/>
                        </a:lnTo>
                        <a:lnTo>
                          <a:pt x="181" y="57"/>
                        </a:lnTo>
                        <a:lnTo>
                          <a:pt x="201" y="44"/>
                        </a:lnTo>
                        <a:lnTo>
                          <a:pt x="214" y="0"/>
                        </a:lnTo>
                        <a:lnTo>
                          <a:pt x="160" y="15"/>
                        </a:lnTo>
                        <a:lnTo>
                          <a:pt x="61" y="35"/>
                        </a:lnTo>
                        <a:lnTo>
                          <a:pt x="16" y="63"/>
                        </a:lnTo>
                        <a:lnTo>
                          <a:pt x="0" y="86"/>
                        </a:lnTo>
                        <a:close/>
                      </a:path>
                    </a:pathLst>
                  </a:custGeom>
                  <a:solidFill>
                    <a:schemeClr val="bg1"/>
                  </a:solidFill>
                  <a:ln w="9525" cap="flat" cmpd="sng">
                    <a:solidFill>
                      <a:schemeClr val="bg1"/>
                    </a:solidFill>
                    <a:prstDash val="solid"/>
                    <a:round/>
                    <a:headEnd type="none" w="med" len="med"/>
                    <a:tailEnd type="none" w="med" len="med"/>
                  </a:ln>
                </p:spPr>
                <p:txBody>
                  <a:bodyPr/>
                  <a:lstStyle/>
                  <a:p>
                    <a:endParaRPr lang="zh-CN" altLang="en-US"/>
                  </a:p>
                </p:txBody>
              </p:sp>
              <p:sp>
                <p:nvSpPr>
                  <p:cNvPr id="23696" name="Freeform 433"/>
                  <p:cNvSpPr/>
                  <p:nvPr/>
                </p:nvSpPr>
                <p:spPr>
                  <a:xfrm flipH="1">
                    <a:off x="1713" y="1162"/>
                    <a:ext cx="210" cy="79"/>
                  </a:xfrm>
                  <a:custGeom>
                    <a:avLst/>
                    <a:gdLst/>
                    <a:ahLst/>
                    <a:cxnLst>
                      <a:cxn ang="0">
                        <a:pos x="0" y="0"/>
                      </a:cxn>
                      <a:cxn ang="0">
                        <a:pos x="15" y="6"/>
                      </a:cxn>
                      <a:cxn ang="0">
                        <a:pos x="39" y="7"/>
                      </a:cxn>
                      <a:cxn ang="0">
                        <a:pos x="132" y="8"/>
                      </a:cxn>
                      <a:cxn ang="0">
                        <a:pos x="156" y="8"/>
                      </a:cxn>
                      <a:cxn ang="0">
                        <a:pos x="205" y="9"/>
                      </a:cxn>
                      <a:cxn ang="0">
                        <a:pos x="265" y="10"/>
                      </a:cxn>
                    </a:cxnLst>
                    <a:rect l="0" t="0" r="0" b="0"/>
                    <a:pathLst>
                      <a:path w="204" h="102">
                        <a:moveTo>
                          <a:pt x="0" y="0"/>
                        </a:moveTo>
                        <a:lnTo>
                          <a:pt x="15" y="63"/>
                        </a:lnTo>
                        <a:lnTo>
                          <a:pt x="30" y="74"/>
                        </a:lnTo>
                        <a:lnTo>
                          <a:pt x="102" y="78"/>
                        </a:lnTo>
                        <a:lnTo>
                          <a:pt x="120" y="77"/>
                        </a:lnTo>
                        <a:lnTo>
                          <a:pt x="157" y="83"/>
                        </a:lnTo>
                        <a:lnTo>
                          <a:pt x="204" y="102"/>
                        </a:ln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23697" name="Freeform 434"/>
                  <p:cNvSpPr/>
                  <p:nvPr/>
                </p:nvSpPr>
                <p:spPr>
                  <a:xfrm flipH="1">
                    <a:off x="1691" y="1140"/>
                    <a:ext cx="276" cy="132"/>
                  </a:xfrm>
                  <a:custGeom>
                    <a:avLst/>
                    <a:gdLst/>
                    <a:ahLst/>
                    <a:cxnLst>
                      <a:cxn ang="0">
                        <a:pos x="0" y="0"/>
                      </a:cxn>
                      <a:cxn ang="0">
                        <a:pos x="50" y="22"/>
                      </a:cxn>
                      <a:cxn ang="0">
                        <a:pos x="180" y="54"/>
                      </a:cxn>
                      <a:cxn ang="0">
                        <a:pos x="221" y="67"/>
                      </a:cxn>
                      <a:cxn ang="0">
                        <a:pos x="263" y="103"/>
                      </a:cxn>
                      <a:cxn ang="0">
                        <a:pos x="276" y="132"/>
                      </a:cxn>
                    </a:cxnLst>
                    <a:rect l="0" t="0" r="0" b="0"/>
                    <a:pathLst>
                      <a:path w="276" h="132">
                        <a:moveTo>
                          <a:pt x="0" y="0"/>
                        </a:moveTo>
                        <a:lnTo>
                          <a:pt x="50" y="22"/>
                        </a:lnTo>
                        <a:lnTo>
                          <a:pt x="180" y="54"/>
                        </a:lnTo>
                        <a:lnTo>
                          <a:pt x="221" y="67"/>
                        </a:lnTo>
                        <a:lnTo>
                          <a:pt x="263" y="103"/>
                        </a:lnTo>
                        <a:lnTo>
                          <a:pt x="276" y="132"/>
                        </a:ln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23698" name="Freeform 435"/>
                  <p:cNvSpPr/>
                  <p:nvPr/>
                </p:nvSpPr>
                <p:spPr>
                  <a:xfrm>
                    <a:off x="1835" y="1210"/>
                    <a:ext cx="126" cy="31"/>
                  </a:xfrm>
                  <a:custGeom>
                    <a:avLst/>
                    <a:gdLst/>
                    <a:ahLst/>
                    <a:cxnLst>
                      <a:cxn ang="0">
                        <a:pos x="11" y="13"/>
                      </a:cxn>
                      <a:cxn ang="0">
                        <a:pos x="38" y="18"/>
                      </a:cxn>
                      <a:cxn ang="0">
                        <a:pos x="66" y="28"/>
                      </a:cxn>
                      <a:cxn ang="0">
                        <a:pos x="99" y="31"/>
                      </a:cxn>
                      <a:cxn ang="0">
                        <a:pos x="110" y="24"/>
                      </a:cxn>
                      <a:cxn ang="0">
                        <a:pos x="126" y="0"/>
                      </a:cxn>
                      <a:cxn ang="0">
                        <a:pos x="105" y="12"/>
                      </a:cxn>
                      <a:cxn ang="0">
                        <a:pos x="89" y="21"/>
                      </a:cxn>
                      <a:cxn ang="0">
                        <a:pos x="60" y="9"/>
                      </a:cxn>
                      <a:cxn ang="0">
                        <a:pos x="45" y="9"/>
                      </a:cxn>
                      <a:cxn ang="0">
                        <a:pos x="0" y="10"/>
                      </a:cxn>
                    </a:cxnLst>
                    <a:rect l="0" t="0" r="0" b="0"/>
                    <a:pathLst>
                      <a:path w="126" h="31">
                        <a:moveTo>
                          <a:pt x="11" y="13"/>
                        </a:moveTo>
                        <a:lnTo>
                          <a:pt x="38" y="18"/>
                        </a:lnTo>
                        <a:lnTo>
                          <a:pt x="66" y="28"/>
                        </a:lnTo>
                        <a:lnTo>
                          <a:pt x="99" y="31"/>
                        </a:lnTo>
                        <a:lnTo>
                          <a:pt x="110" y="24"/>
                        </a:lnTo>
                        <a:lnTo>
                          <a:pt x="126" y="0"/>
                        </a:lnTo>
                        <a:lnTo>
                          <a:pt x="105" y="12"/>
                        </a:lnTo>
                        <a:lnTo>
                          <a:pt x="89" y="21"/>
                        </a:lnTo>
                        <a:lnTo>
                          <a:pt x="60" y="9"/>
                        </a:lnTo>
                        <a:lnTo>
                          <a:pt x="45" y="9"/>
                        </a:lnTo>
                        <a:lnTo>
                          <a:pt x="0" y="10"/>
                        </a:lnTo>
                      </a:path>
                    </a:pathLst>
                  </a:custGeom>
                  <a:solidFill>
                    <a:schemeClr val="tx1"/>
                  </a:solidFill>
                  <a:ln w="3175" cap="flat" cmpd="sng">
                    <a:solidFill>
                      <a:schemeClr val="tx1"/>
                    </a:solidFill>
                    <a:prstDash val="solid"/>
                    <a:round/>
                    <a:headEnd type="none" w="med" len="med"/>
                    <a:tailEnd type="none" w="med" len="med"/>
                  </a:ln>
                </p:spPr>
                <p:txBody>
                  <a:bodyPr/>
                  <a:lstStyle/>
                  <a:p>
                    <a:endParaRPr lang="zh-CN" altLang="en-US"/>
                  </a:p>
                </p:txBody>
              </p:sp>
            </p:grpSp>
          </p:grpSp>
          <p:sp>
            <p:nvSpPr>
              <p:cNvPr id="23699" name="Line 436"/>
              <p:cNvSpPr/>
              <p:nvPr/>
            </p:nvSpPr>
            <p:spPr>
              <a:xfrm>
                <a:off x="1598" y="1228"/>
                <a:ext cx="0" cy="54"/>
              </a:xfrm>
              <a:prstGeom prst="line">
                <a:avLst/>
              </a:prstGeom>
              <a:ln w="9525" cap="flat" cmpd="sng">
                <a:solidFill>
                  <a:schemeClr val="bg1"/>
                </a:solidFill>
                <a:prstDash val="solid"/>
                <a:round/>
                <a:headEnd type="none" w="med" len="med"/>
                <a:tailEnd type="none" w="med" len="med"/>
              </a:ln>
            </p:spPr>
          </p:sp>
        </p:grpSp>
        <p:sp>
          <p:nvSpPr>
            <p:cNvPr id="23700" name="Line 440"/>
            <p:cNvSpPr/>
            <p:nvPr/>
          </p:nvSpPr>
          <p:spPr>
            <a:xfrm>
              <a:off x="765" y="1724"/>
              <a:ext cx="186" cy="0"/>
            </a:xfrm>
            <a:prstGeom prst="line">
              <a:avLst/>
            </a:prstGeom>
            <a:ln w="9525" cap="flat" cmpd="sng">
              <a:solidFill>
                <a:schemeClr val="tx1"/>
              </a:solidFill>
              <a:prstDash val="solid"/>
              <a:round/>
              <a:headEnd type="none" w="med" len="med"/>
              <a:tailEnd type="triangle" w="med" len="med"/>
            </a:ln>
          </p:spPr>
        </p:sp>
        <p:sp>
          <p:nvSpPr>
            <p:cNvPr id="23701" name="Line 441"/>
            <p:cNvSpPr/>
            <p:nvPr/>
          </p:nvSpPr>
          <p:spPr>
            <a:xfrm>
              <a:off x="770" y="1864"/>
              <a:ext cx="186" cy="0"/>
            </a:xfrm>
            <a:prstGeom prst="line">
              <a:avLst/>
            </a:prstGeom>
            <a:ln w="9525" cap="flat" cmpd="sng">
              <a:solidFill>
                <a:schemeClr val="tx1"/>
              </a:solidFill>
              <a:prstDash val="solid"/>
              <a:round/>
              <a:headEnd type="none" w="med" len="med"/>
              <a:tailEnd type="triangle" w="med" len="med"/>
            </a:ln>
          </p:spPr>
        </p:sp>
        <p:sp>
          <p:nvSpPr>
            <p:cNvPr id="23702" name="Line 442"/>
            <p:cNvSpPr/>
            <p:nvPr/>
          </p:nvSpPr>
          <p:spPr>
            <a:xfrm>
              <a:off x="763" y="2014"/>
              <a:ext cx="186" cy="0"/>
            </a:xfrm>
            <a:prstGeom prst="line">
              <a:avLst/>
            </a:prstGeom>
            <a:ln w="9525" cap="flat" cmpd="sng">
              <a:solidFill>
                <a:schemeClr val="tx1"/>
              </a:solidFill>
              <a:prstDash val="solid"/>
              <a:round/>
              <a:headEnd type="none" w="med" len="med"/>
              <a:tailEnd type="triangle" w="med" len="med"/>
            </a:ln>
          </p:spPr>
        </p:sp>
        <p:sp>
          <p:nvSpPr>
            <p:cNvPr id="23703" name="Line 455"/>
            <p:cNvSpPr/>
            <p:nvPr/>
          </p:nvSpPr>
          <p:spPr>
            <a:xfrm>
              <a:off x="1085" y="1877"/>
              <a:ext cx="1739" cy="0"/>
            </a:xfrm>
            <a:prstGeom prst="line">
              <a:avLst/>
            </a:prstGeom>
            <a:ln w="9525" cap="flat" cmpd="sng">
              <a:solidFill>
                <a:schemeClr val="tx1"/>
              </a:solidFill>
              <a:prstDash val="lgDashDot"/>
              <a:round/>
              <a:headEnd type="none" w="med" len="med"/>
              <a:tailEnd type="none" w="med" len="med"/>
            </a:ln>
          </p:spPr>
        </p:sp>
        <p:sp>
          <p:nvSpPr>
            <p:cNvPr id="23704" name="Line 456"/>
            <p:cNvSpPr/>
            <p:nvPr/>
          </p:nvSpPr>
          <p:spPr>
            <a:xfrm flipV="1">
              <a:off x="1073" y="1348"/>
              <a:ext cx="1357" cy="473"/>
            </a:xfrm>
            <a:prstGeom prst="line">
              <a:avLst/>
            </a:prstGeom>
            <a:ln w="9525" cap="flat" cmpd="sng">
              <a:solidFill>
                <a:schemeClr val="tx1"/>
              </a:solidFill>
              <a:prstDash val="solid"/>
              <a:round/>
              <a:headEnd type="none" w="med" len="med"/>
              <a:tailEnd type="none" w="med" len="med"/>
            </a:ln>
          </p:spPr>
        </p:sp>
        <p:grpSp>
          <p:nvGrpSpPr>
            <p:cNvPr id="23705" name="Group 457"/>
            <p:cNvGrpSpPr/>
            <p:nvPr/>
          </p:nvGrpSpPr>
          <p:grpSpPr>
            <a:xfrm>
              <a:off x="2090" y="1266"/>
              <a:ext cx="452" cy="250"/>
              <a:chOff x="1875" y="1377"/>
              <a:chExt cx="452" cy="250"/>
            </a:xfrm>
          </p:grpSpPr>
          <p:sp>
            <p:nvSpPr>
              <p:cNvPr id="23706" name="Rectangle 458"/>
              <p:cNvSpPr/>
              <p:nvPr/>
            </p:nvSpPr>
            <p:spPr>
              <a:xfrm rot="-1158500">
                <a:off x="1917" y="1446"/>
                <a:ext cx="361" cy="100"/>
              </a:xfrm>
              <a:prstGeom prst="rect">
                <a:avLst/>
              </a:prstGeom>
              <a:solidFill>
                <a:srgbClr val="EAEAEA"/>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07" name="Rectangle 459"/>
              <p:cNvSpPr/>
              <p:nvPr/>
            </p:nvSpPr>
            <p:spPr>
              <a:xfrm rot="-1158500">
                <a:off x="2264" y="1393"/>
                <a:ext cx="51" cy="67"/>
              </a:xfrm>
              <a:prstGeom prst="rect">
                <a:avLst/>
              </a:prstGeom>
              <a:gradFill rotWithShape="0">
                <a:gsLst>
                  <a:gs pos="0">
                    <a:srgbClr val="000000"/>
                  </a:gs>
                  <a:gs pos="50000">
                    <a:srgbClr val="DDDDDD"/>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08" name="Line 460"/>
              <p:cNvSpPr/>
              <p:nvPr/>
            </p:nvSpPr>
            <p:spPr>
              <a:xfrm rot="-77636" flipV="1">
                <a:off x="1937" y="1398"/>
                <a:ext cx="313" cy="106"/>
              </a:xfrm>
              <a:prstGeom prst="line">
                <a:avLst/>
              </a:prstGeom>
              <a:ln w="28575" cap="flat" cmpd="sng">
                <a:solidFill>
                  <a:schemeClr val="tx1"/>
                </a:solidFill>
                <a:prstDash val="solid"/>
                <a:round/>
                <a:headEnd type="none" w="med" len="med"/>
                <a:tailEnd type="none" w="med" len="med"/>
              </a:ln>
            </p:spPr>
          </p:sp>
          <p:sp>
            <p:nvSpPr>
              <p:cNvPr id="23709" name="Line 461"/>
              <p:cNvSpPr/>
              <p:nvPr/>
            </p:nvSpPr>
            <p:spPr>
              <a:xfrm rot="-77636" flipV="1">
                <a:off x="1966" y="1476"/>
                <a:ext cx="312" cy="103"/>
              </a:xfrm>
              <a:prstGeom prst="line">
                <a:avLst/>
              </a:prstGeom>
              <a:ln w="38100" cap="flat" cmpd="sng">
                <a:solidFill>
                  <a:schemeClr val="tx1"/>
                </a:solidFill>
                <a:prstDash val="solid"/>
                <a:round/>
                <a:headEnd type="none" w="med" len="med"/>
                <a:tailEnd type="none" w="med" len="med"/>
              </a:ln>
            </p:spPr>
          </p:sp>
          <p:sp>
            <p:nvSpPr>
              <p:cNvPr id="23710" name="Line 462"/>
              <p:cNvSpPr/>
              <p:nvPr/>
            </p:nvSpPr>
            <p:spPr>
              <a:xfrm rot="-77636" flipV="1">
                <a:off x="1958" y="1458"/>
                <a:ext cx="312" cy="105"/>
              </a:xfrm>
              <a:prstGeom prst="line">
                <a:avLst/>
              </a:prstGeom>
              <a:ln w="28575" cap="flat" cmpd="sng">
                <a:solidFill>
                  <a:schemeClr val="bg2"/>
                </a:solidFill>
                <a:prstDash val="solid"/>
                <a:round/>
                <a:headEnd type="none" w="med" len="med"/>
                <a:tailEnd type="none" w="med" len="med"/>
              </a:ln>
            </p:spPr>
          </p:sp>
          <p:sp>
            <p:nvSpPr>
              <p:cNvPr id="23711" name="Line 463"/>
              <p:cNvSpPr/>
              <p:nvPr/>
            </p:nvSpPr>
            <p:spPr>
              <a:xfrm rot="-77636" flipV="1">
                <a:off x="1943" y="1409"/>
                <a:ext cx="313" cy="106"/>
              </a:xfrm>
              <a:prstGeom prst="line">
                <a:avLst/>
              </a:prstGeom>
              <a:ln w="19050" cap="flat" cmpd="sng">
                <a:solidFill>
                  <a:schemeClr val="bg2"/>
                </a:solidFill>
                <a:prstDash val="solid"/>
                <a:round/>
                <a:headEnd type="none" w="med" len="med"/>
                <a:tailEnd type="none" w="med" len="med"/>
              </a:ln>
            </p:spPr>
          </p:sp>
          <p:sp>
            <p:nvSpPr>
              <p:cNvPr id="23712" name="Line 464"/>
              <p:cNvSpPr/>
              <p:nvPr/>
            </p:nvSpPr>
            <p:spPr>
              <a:xfrm rot="-77636" flipV="1">
                <a:off x="1955" y="1445"/>
                <a:ext cx="313" cy="106"/>
              </a:xfrm>
              <a:prstGeom prst="line">
                <a:avLst/>
              </a:prstGeom>
              <a:ln w="19050" cap="flat" cmpd="sng">
                <a:solidFill>
                  <a:srgbClr val="B2B2B2"/>
                </a:solidFill>
                <a:prstDash val="solid"/>
                <a:round/>
                <a:headEnd type="none" w="med" len="med"/>
                <a:tailEnd type="none" w="med" len="med"/>
              </a:ln>
            </p:spPr>
          </p:sp>
          <p:sp>
            <p:nvSpPr>
              <p:cNvPr id="23713" name="Rectangle 465"/>
              <p:cNvSpPr/>
              <p:nvPr/>
            </p:nvSpPr>
            <p:spPr>
              <a:xfrm rot="-1158500">
                <a:off x="1895" y="1487"/>
                <a:ext cx="60" cy="140"/>
              </a:xfrm>
              <a:prstGeom prst="rect">
                <a:avLst/>
              </a:prstGeom>
              <a:gradFill rotWithShape="0">
                <a:gsLst>
                  <a:gs pos="0">
                    <a:srgbClr val="000000"/>
                  </a:gs>
                  <a:gs pos="50000">
                    <a:srgbClr val="EAEAEA"/>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14" name="Line 466"/>
              <p:cNvSpPr/>
              <p:nvPr/>
            </p:nvSpPr>
            <p:spPr>
              <a:xfrm rot="-77636" flipV="1">
                <a:off x="1875" y="1485"/>
                <a:ext cx="57" cy="21"/>
              </a:xfrm>
              <a:prstGeom prst="line">
                <a:avLst/>
              </a:prstGeom>
              <a:ln w="28575" cap="flat" cmpd="sng">
                <a:solidFill>
                  <a:schemeClr val="tx1"/>
                </a:solidFill>
                <a:prstDash val="solid"/>
                <a:round/>
                <a:headEnd type="none" w="med" len="med"/>
                <a:tailEnd type="none" w="med" len="med"/>
              </a:ln>
            </p:spPr>
          </p:sp>
          <p:sp>
            <p:nvSpPr>
              <p:cNvPr id="23715" name="Line 467"/>
              <p:cNvSpPr/>
              <p:nvPr/>
            </p:nvSpPr>
            <p:spPr>
              <a:xfrm rot="-77636" flipV="1">
                <a:off x="1919" y="1600"/>
                <a:ext cx="52" cy="18"/>
              </a:xfrm>
              <a:prstGeom prst="line">
                <a:avLst/>
              </a:prstGeom>
              <a:ln w="38100" cap="flat" cmpd="sng">
                <a:solidFill>
                  <a:schemeClr val="tx1"/>
                </a:solidFill>
                <a:prstDash val="solid"/>
                <a:round/>
                <a:headEnd type="none" w="med" len="med"/>
                <a:tailEnd type="none" w="med" len="med"/>
              </a:ln>
            </p:spPr>
          </p:sp>
          <p:sp>
            <p:nvSpPr>
              <p:cNvPr id="23716" name="Line 468"/>
              <p:cNvSpPr/>
              <p:nvPr/>
            </p:nvSpPr>
            <p:spPr>
              <a:xfrm rot="-77636" flipV="1">
                <a:off x="1913" y="1582"/>
                <a:ext cx="49" cy="15"/>
              </a:xfrm>
              <a:prstGeom prst="line">
                <a:avLst/>
              </a:prstGeom>
              <a:ln w="28575" cap="flat" cmpd="sng">
                <a:solidFill>
                  <a:schemeClr val="bg2"/>
                </a:solidFill>
                <a:prstDash val="solid"/>
                <a:round/>
                <a:headEnd type="none" w="med" len="med"/>
                <a:tailEnd type="none" w="med" len="med"/>
              </a:ln>
            </p:spPr>
          </p:sp>
          <p:sp>
            <p:nvSpPr>
              <p:cNvPr id="23717" name="Line 469"/>
              <p:cNvSpPr/>
              <p:nvPr/>
            </p:nvSpPr>
            <p:spPr>
              <a:xfrm rot="-77636" flipV="1">
                <a:off x="1883" y="1504"/>
                <a:ext cx="47" cy="15"/>
              </a:xfrm>
              <a:prstGeom prst="line">
                <a:avLst/>
              </a:prstGeom>
              <a:ln w="19050" cap="flat" cmpd="sng">
                <a:solidFill>
                  <a:schemeClr val="bg2"/>
                </a:solidFill>
                <a:prstDash val="solid"/>
                <a:round/>
                <a:headEnd type="none" w="med" len="med"/>
                <a:tailEnd type="none" w="med" len="med"/>
              </a:ln>
            </p:spPr>
          </p:sp>
          <p:sp>
            <p:nvSpPr>
              <p:cNvPr id="23718" name="Line 470"/>
              <p:cNvSpPr/>
              <p:nvPr/>
            </p:nvSpPr>
            <p:spPr>
              <a:xfrm flipV="1">
                <a:off x="2273" y="1445"/>
                <a:ext cx="48" cy="15"/>
              </a:xfrm>
              <a:prstGeom prst="line">
                <a:avLst/>
              </a:prstGeom>
              <a:ln w="9525" cap="flat" cmpd="sng">
                <a:solidFill>
                  <a:schemeClr val="tx1"/>
                </a:solidFill>
                <a:prstDash val="solid"/>
                <a:round/>
                <a:headEnd type="none" w="med" len="med"/>
                <a:tailEnd type="none" w="med" len="med"/>
              </a:ln>
            </p:spPr>
          </p:sp>
          <p:sp>
            <p:nvSpPr>
              <p:cNvPr id="23719" name="Rectangle 471"/>
              <p:cNvSpPr/>
              <p:nvPr/>
            </p:nvSpPr>
            <p:spPr>
              <a:xfrm rot="-1158500">
                <a:off x="2300" y="1377"/>
                <a:ext cx="27" cy="83"/>
              </a:xfrm>
              <a:prstGeom prst="rect">
                <a:avLst/>
              </a:prstGeom>
              <a:gradFill rotWithShape="0">
                <a:gsLst>
                  <a:gs pos="0">
                    <a:srgbClr val="000000"/>
                  </a:gs>
                  <a:gs pos="50000">
                    <a:srgbClr val="DDDDDD"/>
                  </a:gs>
                  <a:gs pos="100000">
                    <a:srgbClr val="000000"/>
                  </a:gs>
                </a:gsLst>
                <a:lin ang="540000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23720" name="Arc 472"/>
            <p:cNvSpPr/>
            <p:nvPr/>
          </p:nvSpPr>
          <p:spPr>
            <a:xfrm>
              <a:off x="1164" y="1589"/>
              <a:ext cx="576" cy="294"/>
            </a:xfrm>
            <a:custGeom>
              <a:avLst/>
              <a:gdLst/>
              <a:ahLst/>
              <a:cxnLst>
                <a:cxn ang="0">
                  <a:pos x="0" y="0"/>
                </a:cxn>
                <a:cxn ang="0">
                  <a:pos x="0" y="0"/>
                </a:cxn>
                <a:cxn ang="0">
                  <a:pos x="0" y="0"/>
                </a:cxn>
              </a:cxnLst>
              <a:rect l="0" t="0" r="0" b="0"/>
              <a:pathLst>
                <a:path w="21600" h="11045" fill="none">
                  <a:moveTo>
                    <a:pt x="20080" y="-1"/>
                  </a:moveTo>
                  <a:cubicBezTo>
                    <a:pt x="21084" y="2533"/>
                    <a:pt x="21600" y="5233"/>
                    <a:pt x="21600" y="7959"/>
                  </a:cubicBezTo>
                  <a:cubicBezTo>
                    <a:pt x="21600" y="8991"/>
                    <a:pt x="21525" y="10022"/>
                    <a:pt x="21378" y="11045"/>
                  </a:cubicBezTo>
                </a:path>
                <a:path w="21600" h="11045" stroke="0">
                  <a:moveTo>
                    <a:pt x="20080" y="-1"/>
                  </a:moveTo>
                  <a:cubicBezTo>
                    <a:pt x="21084" y="2533"/>
                    <a:pt x="21600" y="5233"/>
                    <a:pt x="21600" y="7959"/>
                  </a:cubicBezTo>
                  <a:cubicBezTo>
                    <a:pt x="21600" y="8991"/>
                    <a:pt x="21525" y="10022"/>
                    <a:pt x="21378" y="11045"/>
                  </a:cubicBezTo>
                  <a:lnTo>
                    <a:pt x="0" y="7959"/>
                  </a:lnTo>
                  <a:lnTo>
                    <a:pt x="20080" y="-1"/>
                  </a:lnTo>
                  <a:close/>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23721" name="WordArt 473"/>
            <p:cNvSpPr>
              <a:spLocks noTextEdit="1"/>
            </p:cNvSpPr>
            <p:nvPr/>
          </p:nvSpPr>
          <p:spPr>
            <a:xfrm>
              <a:off x="1811" y="1625"/>
              <a:ext cx="171" cy="174"/>
            </a:xfrm>
            <a:prstGeom prst="rect">
              <a:avLst/>
            </a:prstGeom>
          </p:spPr>
          <p:txBody>
            <a:bodyPr wrap="none" fromWordArt="1">
              <a:prstTxWarp prst="textPlain">
                <a:avLst>
                  <a:gd name="adj" fmla="val 59125"/>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Symbol" panose="05050102010706020507" charset="0"/>
                  <a:ea typeface="Symbol" panose="05050102010706020507" charset="0"/>
                </a:rPr>
                <a:t>q</a:t>
              </a:r>
            </a:p>
          </p:txBody>
        </p:sp>
        <p:sp>
          <p:nvSpPr>
            <p:cNvPr id="23722" name="WordArt 474"/>
            <p:cNvSpPr>
              <a:spLocks noTextEdit="1"/>
            </p:cNvSpPr>
            <p:nvPr/>
          </p:nvSpPr>
          <p:spPr>
            <a:xfrm>
              <a:off x="2002" y="1709"/>
              <a:ext cx="60" cy="114"/>
            </a:xfrm>
            <a:prstGeom prst="rect">
              <a:avLst/>
            </a:prstGeom>
          </p:spPr>
          <p:txBody>
            <a:bodyPr wrap="none" fromWordArt="1">
              <a:prstTxWarp prst="textPlain">
                <a:avLst>
                  <a:gd name="adj" fmla="val 50000"/>
                </a:avLst>
              </a:prstTxWarp>
              <a:normAutofit fontScale="47500" lnSpcReduction="20000"/>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nvGrpSpPr>
            <p:cNvPr id="23723" name="Group 475"/>
            <p:cNvGrpSpPr/>
            <p:nvPr/>
          </p:nvGrpSpPr>
          <p:grpSpPr>
            <a:xfrm>
              <a:off x="2103" y="1687"/>
              <a:ext cx="147" cy="56"/>
              <a:chOff x="1260" y="2371"/>
              <a:chExt cx="151" cy="53"/>
            </a:xfrm>
          </p:grpSpPr>
          <p:sp>
            <p:nvSpPr>
              <p:cNvPr id="23724" name="Line 476"/>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23725" name="Line 477"/>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23726" name="WordArt 478"/>
            <p:cNvSpPr>
              <a:spLocks noTextEdit="1"/>
            </p:cNvSpPr>
            <p:nvPr/>
          </p:nvSpPr>
          <p:spPr>
            <a:xfrm>
              <a:off x="2307" y="1630"/>
              <a:ext cx="246" cy="167"/>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30</a:t>
              </a:r>
            </a:p>
          </p:txBody>
        </p:sp>
        <p:sp>
          <p:nvSpPr>
            <p:cNvPr id="23727" name="Oval 479"/>
            <p:cNvSpPr/>
            <p:nvPr/>
          </p:nvSpPr>
          <p:spPr>
            <a:xfrm>
              <a:off x="2587" y="1590"/>
              <a:ext cx="48" cy="48"/>
            </a:xfrm>
            <a:prstGeom prst="ellipse">
              <a:avLst/>
            </a:prstGeom>
            <a:noFill/>
            <a:ln w="2857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28" name="WordArt 480"/>
            <p:cNvSpPr>
              <a:spLocks noTextEdit="1"/>
            </p:cNvSpPr>
            <p:nvPr/>
          </p:nvSpPr>
          <p:spPr>
            <a:xfrm>
              <a:off x="2221" y="867"/>
              <a:ext cx="801" cy="199"/>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一级谱线</a:t>
              </a:r>
            </a:p>
          </p:txBody>
        </p:sp>
        <p:sp>
          <p:nvSpPr>
            <p:cNvPr id="23729" name="WordArt 492"/>
            <p:cNvSpPr>
              <a:spLocks noTextEdit="1"/>
            </p:cNvSpPr>
            <p:nvPr/>
          </p:nvSpPr>
          <p:spPr>
            <a:xfrm>
              <a:off x="809" y="1431"/>
              <a:ext cx="372" cy="12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光栅</a:t>
              </a:r>
            </a:p>
          </p:txBody>
        </p:sp>
        <p:grpSp>
          <p:nvGrpSpPr>
            <p:cNvPr id="23730" name="Group 531"/>
            <p:cNvGrpSpPr/>
            <p:nvPr/>
          </p:nvGrpSpPr>
          <p:grpSpPr>
            <a:xfrm>
              <a:off x="276" y="1652"/>
              <a:ext cx="441" cy="418"/>
              <a:chOff x="276" y="1652"/>
              <a:chExt cx="441" cy="418"/>
            </a:xfrm>
          </p:grpSpPr>
          <p:sp>
            <p:nvSpPr>
              <p:cNvPr id="23731" name="Oval 499"/>
              <p:cNvSpPr/>
              <p:nvPr/>
            </p:nvSpPr>
            <p:spPr>
              <a:xfrm>
                <a:off x="276" y="1798"/>
                <a:ext cx="108" cy="107"/>
              </a:xfrm>
              <a:prstGeom prst="ellipse">
                <a:avLst/>
              </a:prstGeom>
              <a:gradFill rotWithShape="1">
                <a:gsLst>
                  <a:gs pos="0">
                    <a:srgbClr val="FFFF00"/>
                  </a:gs>
                  <a:gs pos="100000">
                    <a:srgbClr val="00FF00"/>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32" name="Rectangle 510" descr="浅色上对角线"/>
              <p:cNvSpPr/>
              <p:nvPr/>
            </p:nvSpPr>
            <p:spPr>
              <a:xfrm>
                <a:off x="431" y="1720"/>
                <a:ext cx="111" cy="44"/>
              </a:xfrm>
              <a:prstGeom prst="rect">
                <a:avLst/>
              </a:prstGeom>
              <a:pattFill prst="ltUpDiag">
                <a:fgClr>
                  <a:schemeClr val="bg2"/>
                </a:fgClr>
                <a:bgClr>
                  <a:schemeClr val="bg1"/>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33" name="Rectangle 503" descr="浅色上对角线"/>
              <p:cNvSpPr/>
              <p:nvPr/>
            </p:nvSpPr>
            <p:spPr>
              <a:xfrm>
                <a:off x="495" y="1652"/>
                <a:ext cx="222" cy="45"/>
              </a:xfrm>
              <a:prstGeom prst="rect">
                <a:avLst/>
              </a:prstGeom>
              <a:pattFill prst="ltUpDiag">
                <a:fgClr>
                  <a:schemeClr val="bg2"/>
                </a:fgClr>
                <a:bgClr>
                  <a:schemeClr val="bg1"/>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34" name="Rectangle 509" descr="浅色上对角线"/>
              <p:cNvSpPr/>
              <p:nvPr/>
            </p:nvSpPr>
            <p:spPr>
              <a:xfrm rot="-5400000">
                <a:off x="462" y="1683"/>
                <a:ext cx="103" cy="40"/>
              </a:xfrm>
              <a:prstGeom prst="rect">
                <a:avLst/>
              </a:prstGeom>
              <a:pattFill prst="ltUpDiag">
                <a:fgClr>
                  <a:schemeClr val="bg2"/>
                </a:fgClr>
                <a:bgClr>
                  <a:schemeClr val="bg1"/>
                </a:bgClr>
              </a:patt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35" name="Line 511"/>
              <p:cNvSpPr/>
              <p:nvPr/>
            </p:nvSpPr>
            <p:spPr>
              <a:xfrm>
                <a:off x="541" y="1695"/>
                <a:ext cx="0" cy="29"/>
              </a:xfrm>
              <a:prstGeom prst="line">
                <a:avLst/>
              </a:prstGeom>
              <a:ln w="9525" cap="flat" cmpd="sng">
                <a:solidFill>
                  <a:schemeClr val="tx1"/>
                </a:solidFill>
                <a:prstDash val="solid"/>
                <a:round/>
                <a:headEnd type="none" w="med" len="med"/>
                <a:tailEnd type="none" w="med" len="med"/>
              </a:ln>
            </p:spPr>
          </p:sp>
          <p:sp>
            <p:nvSpPr>
              <p:cNvPr id="23736" name="Line 512"/>
              <p:cNvSpPr/>
              <p:nvPr/>
            </p:nvSpPr>
            <p:spPr>
              <a:xfrm>
                <a:off x="495" y="1692"/>
                <a:ext cx="0" cy="29"/>
              </a:xfrm>
              <a:prstGeom prst="line">
                <a:avLst/>
              </a:prstGeom>
              <a:ln w="9525" cap="flat" cmpd="sng">
                <a:solidFill>
                  <a:schemeClr val="tx1"/>
                </a:solidFill>
                <a:prstDash val="solid"/>
                <a:round/>
                <a:headEnd type="none" w="med" len="med"/>
                <a:tailEnd type="none" w="med" len="med"/>
              </a:ln>
            </p:spPr>
          </p:sp>
          <p:sp>
            <p:nvSpPr>
              <p:cNvPr id="23737" name="Rectangle 518" descr="浅色上对角线"/>
              <p:cNvSpPr/>
              <p:nvPr/>
            </p:nvSpPr>
            <p:spPr>
              <a:xfrm flipV="1">
                <a:off x="428" y="1958"/>
                <a:ext cx="111" cy="44"/>
              </a:xfrm>
              <a:prstGeom prst="rect">
                <a:avLst/>
              </a:prstGeom>
              <a:pattFill prst="ltUpDiag">
                <a:fgClr>
                  <a:schemeClr val="bg2"/>
                </a:fgClr>
                <a:bgClr>
                  <a:schemeClr val="bg1"/>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38" name="Rectangle 519" descr="浅色上对角线"/>
              <p:cNvSpPr/>
              <p:nvPr/>
            </p:nvSpPr>
            <p:spPr>
              <a:xfrm flipV="1">
                <a:off x="492" y="2025"/>
                <a:ext cx="222" cy="45"/>
              </a:xfrm>
              <a:prstGeom prst="rect">
                <a:avLst/>
              </a:prstGeom>
              <a:pattFill prst="ltUpDiag">
                <a:fgClr>
                  <a:schemeClr val="bg2"/>
                </a:fgClr>
                <a:bgClr>
                  <a:schemeClr val="bg1"/>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39" name="Rectangle 520" descr="浅色上对角线"/>
              <p:cNvSpPr/>
              <p:nvPr/>
            </p:nvSpPr>
            <p:spPr>
              <a:xfrm rot="5400000" flipV="1">
                <a:off x="459" y="1990"/>
                <a:ext cx="103" cy="40"/>
              </a:xfrm>
              <a:prstGeom prst="rect">
                <a:avLst/>
              </a:prstGeom>
              <a:pattFill prst="ltUpDiag">
                <a:fgClr>
                  <a:schemeClr val="bg2"/>
                </a:fgClr>
                <a:bgClr>
                  <a:schemeClr val="bg1"/>
                </a:bgClr>
              </a:patt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40" name="Line 521"/>
              <p:cNvSpPr/>
              <p:nvPr/>
            </p:nvSpPr>
            <p:spPr>
              <a:xfrm flipV="1">
                <a:off x="538" y="1998"/>
                <a:ext cx="0" cy="29"/>
              </a:xfrm>
              <a:prstGeom prst="line">
                <a:avLst/>
              </a:prstGeom>
              <a:ln w="9525" cap="flat" cmpd="sng">
                <a:solidFill>
                  <a:schemeClr val="tx1"/>
                </a:solidFill>
                <a:prstDash val="solid"/>
                <a:round/>
                <a:headEnd type="none" w="med" len="med"/>
                <a:tailEnd type="none" w="med" len="med"/>
              </a:ln>
            </p:spPr>
          </p:sp>
          <p:sp>
            <p:nvSpPr>
              <p:cNvPr id="23741" name="Line 522"/>
              <p:cNvSpPr/>
              <p:nvPr/>
            </p:nvSpPr>
            <p:spPr>
              <a:xfrm flipV="1">
                <a:off x="492" y="2001"/>
                <a:ext cx="0" cy="29"/>
              </a:xfrm>
              <a:prstGeom prst="line">
                <a:avLst/>
              </a:prstGeom>
              <a:ln w="9525" cap="flat" cmpd="sng">
                <a:solidFill>
                  <a:schemeClr val="tx1"/>
                </a:solidFill>
                <a:prstDash val="solid"/>
                <a:round/>
                <a:headEnd type="none" w="med" len="med"/>
                <a:tailEnd type="none" w="med" len="med"/>
              </a:ln>
            </p:spPr>
          </p:sp>
          <p:grpSp>
            <p:nvGrpSpPr>
              <p:cNvPr id="23742" name="Group 529"/>
              <p:cNvGrpSpPr/>
              <p:nvPr/>
            </p:nvGrpSpPr>
            <p:grpSpPr>
              <a:xfrm>
                <a:off x="438" y="1752"/>
                <a:ext cx="45" cy="95"/>
                <a:chOff x="438" y="1752"/>
                <a:chExt cx="45" cy="84"/>
              </a:xfrm>
            </p:grpSpPr>
            <p:sp>
              <p:nvSpPr>
                <p:cNvPr id="23743" name="Rectangle 506" descr="浅色上对角线"/>
                <p:cNvSpPr/>
                <p:nvPr/>
              </p:nvSpPr>
              <p:spPr>
                <a:xfrm rot="-5400000">
                  <a:off x="415" y="1766"/>
                  <a:ext cx="82" cy="45"/>
                </a:xfrm>
                <a:prstGeom prst="rect">
                  <a:avLst/>
                </a:prstGeom>
                <a:pattFill prst="ltUpDiag">
                  <a:fgClr>
                    <a:schemeClr val="bg2"/>
                  </a:fgClr>
                  <a:bgClr>
                    <a:schemeClr val="bg1"/>
                  </a:bgClr>
                </a:patt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44" name="Line 513"/>
                <p:cNvSpPr/>
                <p:nvPr/>
              </p:nvSpPr>
              <p:spPr>
                <a:xfrm>
                  <a:off x="483" y="1764"/>
                  <a:ext cx="0" cy="71"/>
                </a:xfrm>
                <a:prstGeom prst="line">
                  <a:avLst/>
                </a:prstGeom>
                <a:ln w="9525" cap="flat" cmpd="sng">
                  <a:solidFill>
                    <a:schemeClr val="tx1"/>
                  </a:solidFill>
                  <a:prstDash val="solid"/>
                  <a:round/>
                  <a:headEnd type="none" w="med" len="med"/>
                  <a:tailEnd type="none" w="med" len="med"/>
                </a:ln>
              </p:spPr>
            </p:sp>
            <p:sp>
              <p:nvSpPr>
                <p:cNvPr id="23745" name="Line 514"/>
                <p:cNvSpPr/>
                <p:nvPr/>
              </p:nvSpPr>
              <p:spPr>
                <a:xfrm>
                  <a:off x="439" y="1762"/>
                  <a:ext cx="0" cy="71"/>
                </a:xfrm>
                <a:prstGeom prst="line">
                  <a:avLst/>
                </a:prstGeom>
                <a:ln w="9525" cap="flat" cmpd="sng">
                  <a:solidFill>
                    <a:schemeClr val="tx1"/>
                  </a:solidFill>
                  <a:prstDash val="solid"/>
                  <a:round/>
                  <a:headEnd type="none" w="med" len="med"/>
                  <a:tailEnd type="none" w="med" len="med"/>
                </a:ln>
              </p:spPr>
            </p:sp>
            <p:sp>
              <p:nvSpPr>
                <p:cNvPr id="23746" name="Line 515"/>
                <p:cNvSpPr/>
                <p:nvPr/>
              </p:nvSpPr>
              <p:spPr>
                <a:xfrm>
                  <a:off x="438" y="1836"/>
                  <a:ext cx="44" cy="0"/>
                </a:xfrm>
                <a:prstGeom prst="line">
                  <a:avLst/>
                </a:prstGeom>
                <a:ln w="9525" cap="flat" cmpd="sng">
                  <a:solidFill>
                    <a:schemeClr val="tx1"/>
                  </a:solidFill>
                  <a:prstDash val="solid"/>
                  <a:round/>
                  <a:headEnd type="none" w="med" len="med"/>
                  <a:tailEnd type="none" w="med" len="med"/>
                </a:ln>
              </p:spPr>
            </p:sp>
          </p:grpSp>
          <p:grpSp>
            <p:nvGrpSpPr>
              <p:cNvPr id="23747" name="Group 530"/>
              <p:cNvGrpSpPr/>
              <p:nvPr/>
            </p:nvGrpSpPr>
            <p:grpSpPr>
              <a:xfrm>
                <a:off x="435" y="1877"/>
                <a:ext cx="45" cy="93"/>
                <a:chOff x="435" y="1886"/>
                <a:chExt cx="45" cy="84"/>
              </a:xfrm>
            </p:grpSpPr>
            <p:sp>
              <p:nvSpPr>
                <p:cNvPr id="23748" name="Rectangle 523" descr="浅色上对角线"/>
                <p:cNvSpPr/>
                <p:nvPr/>
              </p:nvSpPr>
              <p:spPr>
                <a:xfrm rot="5400000" flipV="1">
                  <a:off x="412" y="1902"/>
                  <a:ext cx="82" cy="45"/>
                </a:xfrm>
                <a:prstGeom prst="rect">
                  <a:avLst/>
                </a:prstGeom>
                <a:pattFill prst="ltUpDiag">
                  <a:fgClr>
                    <a:schemeClr val="bg2"/>
                  </a:fgClr>
                  <a:bgClr>
                    <a:schemeClr val="bg1"/>
                  </a:bgClr>
                </a:patt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49" name="Line 524"/>
                <p:cNvSpPr/>
                <p:nvPr/>
              </p:nvSpPr>
              <p:spPr>
                <a:xfrm flipV="1">
                  <a:off x="480" y="1887"/>
                  <a:ext cx="0" cy="71"/>
                </a:xfrm>
                <a:prstGeom prst="line">
                  <a:avLst/>
                </a:prstGeom>
                <a:ln w="9525" cap="flat" cmpd="sng">
                  <a:solidFill>
                    <a:schemeClr val="tx1"/>
                  </a:solidFill>
                  <a:prstDash val="solid"/>
                  <a:round/>
                  <a:headEnd type="none" w="med" len="med"/>
                  <a:tailEnd type="none" w="med" len="med"/>
                </a:ln>
              </p:spPr>
            </p:sp>
            <p:sp>
              <p:nvSpPr>
                <p:cNvPr id="23750" name="Line 525"/>
                <p:cNvSpPr/>
                <p:nvPr/>
              </p:nvSpPr>
              <p:spPr>
                <a:xfrm flipV="1">
                  <a:off x="436" y="1889"/>
                  <a:ext cx="0" cy="71"/>
                </a:xfrm>
                <a:prstGeom prst="line">
                  <a:avLst/>
                </a:prstGeom>
                <a:ln w="9525" cap="flat" cmpd="sng">
                  <a:solidFill>
                    <a:schemeClr val="tx1"/>
                  </a:solidFill>
                  <a:prstDash val="solid"/>
                  <a:round/>
                  <a:headEnd type="none" w="med" len="med"/>
                  <a:tailEnd type="none" w="med" len="med"/>
                </a:ln>
              </p:spPr>
            </p:sp>
            <p:sp>
              <p:nvSpPr>
                <p:cNvPr id="23751" name="Line 526"/>
                <p:cNvSpPr/>
                <p:nvPr/>
              </p:nvSpPr>
              <p:spPr>
                <a:xfrm flipV="1">
                  <a:off x="435" y="1886"/>
                  <a:ext cx="44" cy="0"/>
                </a:xfrm>
                <a:prstGeom prst="line">
                  <a:avLst/>
                </a:prstGeom>
                <a:ln w="9525" cap="flat" cmpd="sng">
                  <a:solidFill>
                    <a:schemeClr val="tx1"/>
                  </a:solidFill>
                  <a:prstDash val="solid"/>
                  <a:round/>
                  <a:headEnd type="none" w="med" len="med"/>
                  <a:tailEnd type="none" w="med" len="med"/>
                </a:ln>
              </p:spPr>
            </p:sp>
          </p:grpSp>
          <p:sp>
            <p:nvSpPr>
              <p:cNvPr id="135607" name="Oval 439"/>
              <p:cNvSpPr>
                <a:spLocks noChangeArrowheads="1"/>
              </p:cNvSpPr>
              <p:nvPr/>
            </p:nvSpPr>
            <p:spPr bwMode="auto">
              <a:xfrm>
                <a:off x="650" y="1678"/>
                <a:ext cx="65" cy="375"/>
              </a:xfrm>
              <a:prstGeom prst="ellipse">
                <a:avLst/>
              </a:prstGeom>
              <a:gradFill rotWithShape="0">
                <a:gsLst>
                  <a:gs pos="0">
                    <a:srgbClr val="3366CC"/>
                  </a:gs>
                  <a:gs pos="50000">
                    <a:schemeClr val="bg1"/>
                  </a:gs>
                  <a:gs pos="100000">
                    <a:srgbClr val="3366CC"/>
                  </a:gs>
                </a:gsLst>
                <a:lin ang="0" scaled="1"/>
              </a:gra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3753" name="Line 533"/>
            <p:cNvSpPr/>
            <p:nvPr/>
          </p:nvSpPr>
          <p:spPr>
            <a:xfrm>
              <a:off x="1014" y="1635"/>
              <a:ext cx="0" cy="462"/>
            </a:xfrm>
            <a:prstGeom prst="line">
              <a:avLst/>
            </a:prstGeom>
            <a:ln w="38100" cap="flat" cmpd="sng">
              <a:solidFill>
                <a:schemeClr val="tx1"/>
              </a:solidFill>
              <a:prstDash val="sysDot"/>
              <a:round/>
              <a:headEnd type="none" w="med" len="med"/>
              <a:tailEnd type="none" w="med" len="med"/>
            </a:ln>
          </p:spPr>
        </p:sp>
        <p:sp>
          <p:nvSpPr>
            <p:cNvPr id="23754" name="Line 534"/>
            <p:cNvSpPr/>
            <p:nvPr/>
          </p:nvSpPr>
          <p:spPr>
            <a:xfrm>
              <a:off x="1014" y="1599"/>
              <a:ext cx="0" cy="105"/>
            </a:xfrm>
            <a:prstGeom prst="line">
              <a:avLst/>
            </a:prstGeom>
            <a:ln w="57150" cap="flat" cmpd="sng">
              <a:solidFill>
                <a:schemeClr val="tx1"/>
              </a:solidFill>
              <a:prstDash val="solid"/>
              <a:round/>
              <a:headEnd type="none" w="med" len="med"/>
              <a:tailEnd type="none" w="med" len="med"/>
            </a:ln>
          </p:spPr>
        </p:sp>
        <p:sp>
          <p:nvSpPr>
            <p:cNvPr id="23755" name="Line 535"/>
            <p:cNvSpPr/>
            <p:nvPr/>
          </p:nvSpPr>
          <p:spPr>
            <a:xfrm>
              <a:off x="1012" y="2020"/>
              <a:ext cx="0" cy="105"/>
            </a:xfrm>
            <a:prstGeom prst="line">
              <a:avLst/>
            </a:prstGeom>
            <a:ln w="57150" cap="flat" cmpd="sng">
              <a:solidFill>
                <a:schemeClr val="tx1"/>
              </a:solidFill>
              <a:prstDash val="solid"/>
              <a:round/>
              <a:headEnd type="none" w="med" len="med"/>
              <a:tailEnd type="none" w="med" len="med"/>
            </a:ln>
          </p:spPr>
        </p:sp>
      </p:grpSp>
      <p:grpSp>
        <p:nvGrpSpPr>
          <p:cNvPr id="23756" name="Group 537"/>
          <p:cNvGrpSpPr/>
          <p:nvPr/>
        </p:nvGrpSpPr>
        <p:grpSpPr>
          <a:xfrm>
            <a:off x="176213" y="946150"/>
            <a:ext cx="698500" cy="390525"/>
            <a:chOff x="127" y="728"/>
            <a:chExt cx="437" cy="256"/>
          </a:xfrm>
        </p:grpSpPr>
        <p:sp>
          <p:nvSpPr>
            <p:cNvPr id="23757" name="Oval 538" descr="栎木"/>
            <p:cNvSpPr/>
            <p:nvPr/>
          </p:nvSpPr>
          <p:spPr>
            <a:xfrm>
              <a:off x="127" y="728"/>
              <a:ext cx="437" cy="256"/>
            </a:xfrm>
            <a:prstGeom prst="ellipse">
              <a:avLst/>
            </a:prstGeom>
            <a:blipFill rotWithShape="0">
              <a:blip r:embed="rId3"/>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3758" name="WordArt 539"/>
            <p:cNvSpPr>
              <a:spLocks noTextEdit="1"/>
            </p:cNvSpPr>
            <p:nvPr/>
          </p:nvSpPr>
          <p:spPr>
            <a:xfrm>
              <a:off x="187" y="780"/>
              <a:ext cx="305" cy="147"/>
            </a:xfrm>
            <a:prstGeom prst="rect">
              <a:avLst/>
            </a:prstGeom>
          </p:spPr>
          <p:txBody>
            <a:bodyPr wrap="none" fromWordArt="1">
              <a:prstTxWarp prst="textPlain">
                <a:avLst>
                  <a:gd name="adj" fmla="val 50287"/>
                </a:avLst>
              </a:prstTxWarp>
              <a:normAutofit fontScale="25000" lnSpcReduction="20000"/>
            </a:bodyPr>
            <a:lstStyle/>
            <a:p>
              <a:pPr algn="ctr"/>
              <a:r>
                <a:rPr lang="zh-CN" altLang="en-US" sz="3600">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rPr>
                <a:t>例1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up)">
                                      <p:cBhvr>
                                        <p:cTn id="11" dur="500"/>
                                        <p:tgtEl>
                                          <p:spTgt spid="2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idx="4294967295"/>
          </p:nvPr>
        </p:nvSpPr>
        <p:spPr>
          <a:xfrm>
            <a:off x="1371600" y="0"/>
            <a:ext cx="7772400" cy="1143000"/>
          </a:xfrm>
        </p:spPr>
        <p:txBody>
          <a:bodyPr vert="horz" wrap="square" lIns="91440" tIns="45720" rIns="91440" bIns="45720" anchor="ctr" anchorCtr="0"/>
          <a:lstStyle/>
          <a:p>
            <a:pPr eaLnBrk="1" hangingPunct="1"/>
            <a:r>
              <a:rPr lang="zh-CN" altLang="en-US" dirty="0">
                <a:solidFill>
                  <a:schemeClr val="bg1"/>
                </a:solidFill>
              </a:rPr>
              <a:t>例</a:t>
            </a:r>
          </a:p>
        </p:txBody>
      </p:sp>
      <p:grpSp>
        <p:nvGrpSpPr>
          <p:cNvPr id="24578" name="Group 3"/>
          <p:cNvGrpSpPr/>
          <p:nvPr/>
        </p:nvGrpSpPr>
        <p:grpSpPr>
          <a:xfrm>
            <a:off x="0" y="0"/>
            <a:ext cx="9144000" cy="204788"/>
            <a:chOff x="0" y="3976"/>
            <a:chExt cx="5760" cy="344"/>
          </a:xfrm>
        </p:grpSpPr>
        <p:sp>
          <p:nvSpPr>
            <p:cNvPr id="24579" name="Rectangle 4" descr="羊皮纸"/>
            <p:cNvSpPr/>
            <p:nvPr/>
          </p:nvSpPr>
          <p:spPr>
            <a:xfrm>
              <a:off x="0" y="3976"/>
              <a:ext cx="5760" cy="344"/>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4580" name="Line 5" descr="羊皮纸"/>
            <p:cNvSpPr/>
            <p:nvPr/>
          </p:nvSpPr>
          <p:spPr>
            <a:xfrm>
              <a:off x="0" y="3976"/>
              <a:ext cx="5760" cy="0"/>
            </a:xfrm>
            <a:prstGeom prst="line">
              <a:avLst/>
            </a:prstGeom>
            <a:ln w="38100">
              <a:noFill/>
            </a:ln>
          </p:spPr>
        </p:sp>
      </p:grpSp>
      <p:grpSp>
        <p:nvGrpSpPr>
          <p:cNvPr id="24581" name="Group 6"/>
          <p:cNvGrpSpPr/>
          <p:nvPr/>
        </p:nvGrpSpPr>
        <p:grpSpPr>
          <a:xfrm>
            <a:off x="0" y="6653213"/>
            <a:ext cx="9144000" cy="204787"/>
            <a:chOff x="0" y="3976"/>
            <a:chExt cx="5760" cy="344"/>
          </a:xfrm>
        </p:grpSpPr>
        <p:sp>
          <p:nvSpPr>
            <p:cNvPr id="24582" name="Rectangle 7" descr="羊皮纸"/>
            <p:cNvSpPr/>
            <p:nvPr/>
          </p:nvSpPr>
          <p:spPr>
            <a:xfrm>
              <a:off x="0" y="3976"/>
              <a:ext cx="5760" cy="344"/>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4583" name="Line 8" descr="羊皮纸"/>
            <p:cNvSpPr/>
            <p:nvPr/>
          </p:nvSpPr>
          <p:spPr>
            <a:xfrm>
              <a:off x="0" y="3976"/>
              <a:ext cx="5760" cy="0"/>
            </a:xfrm>
            <a:prstGeom prst="line">
              <a:avLst/>
            </a:prstGeom>
            <a:ln w="38100">
              <a:noFill/>
            </a:ln>
          </p:spPr>
        </p:sp>
      </p:grpSp>
      <p:grpSp>
        <p:nvGrpSpPr>
          <p:cNvPr id="24584" name="Group 267"/>
          <p:cNvGrpSpPr/>
          <p:nvPr/>
        </p:nvGrpSpPr>
        <p:grpSpPr>
          <a:xfrm>
            <a:off x="0" y="331788"/>
            <a:ext cx="9144000" cy="3617912"/>
            <a:chOff x="0" y="209"/>
            <a:chExt cx="5760" cy="2279"/>
          </a:xfrm>
        </p:grpSpPr>
        <p:grpSp>
          <p:nvGrpSpPr>
            <p:cNvPr id="24585" name="Group 13"/>
            <p:cNvGrpSpPr/>
            <p:nvPr/>
          </p:nvGrpSpPr>
          <p:grpSpPr>
            <a:xfrm>
              <a:off x="899" y="610"/>
              <a:ext cx="1310" cy="1878"/>
              <a:chOff x="311" y="702"/>
              <a:chExt cx="1310" cy="1878"/>
            </a:xfrm>
          </p:grpSpPr>
          <p:sp>
            <p:nvSpPr>
              <p:cNvPr id="24586" name="Line 14"/>
              <p:cNvSpPr/>
              <p:nvPr/>
            </p:nvSpPr>
            <p:spPr>
              <a:xfrm>
                <a:off x="824" y="1092"/>
                <a:ext cx="0" cy="1119"/>
              </a:xfrm>
              <a:prstGeom prst="line">
                <a:avLst/>
              </a:prstGeom>
              <a:ln w="19050" cap="flat" cmpd="sng">
                <a:solidFill>
                  <a:schemeClr val="tx1"/>
                </a:solidFill>
                <a:prstDash val="dash"/>
                <a:round/>
                <a:headEnd type="none" w="med" len="med"/>
                <a:tailEnd type="none" w="med" len="med"/>
              </a:ln>
            </p:spPr>
          </p:sp>
          <p:sp>
            <p:nvSpPr>
              <p:cNvPr id="24587" name="Line 15"/>
              <p:cNvSpPr/>
              <p:nvPr/>
            </p:nvSpPr>
            <p:spPr>
              <a:xfrm>
                <a:off x="829" y="1127"/>
                <a:ext cx="665" cy="531"/>
              </a:xfrm>
              <a:prstGeom prst="line">
                <a:avLst/>
              </a:prstGeom>
              <a:ln w="19050" cap="flat" cmpd="sng">
                <a:solidFill>
                  <a:srgbClr val="CC9900"/>
                </a:solidFill>
                <a:prstDash val="solid"/>
                <a:round/>
                <a:headEnd type="none" w="med" len="med"/>
                <a:tailEnd type="triangle" w="sm" len="lg"/>
              </a:ln>
            </p:spPr>
          </p:sp>
          <p:sp>
            <p:nvSpPr>
              <p:cNvPr id="24588" name="Line 16"/>
              <p:cNvSpPr/>
              <p:nvPr/>
            </p:nvSpPr>
            <p:spPr>
              <a:xfrm>
                <a:off x="838" y="1585"/>
                <a:ext cx="664" cy="531"/>
              </a:xfrm>
              <a:prstGeom prst="line">
                <a:avLst/>
              </a:prstGeom>
              <a:ln w="19050" cap="flat" cmpd="sng">
                <a:solidFill>
                  <a:srgbClr val="CC9900"/>
                </a:solidFill>
                <a:prstDash val="solid"/>
                <a:round/>
                <a:headEnd type="none" w="med" len="med"/>
                <a:tailEnd type="triangle" w="sm" len="lg"/>
              </a:ln>
            </p:spPr>
          </p:sp>
          <p:sp>
            <p:nvSpPr>
              <p:cNvPr id="24589" name="Line 17"/>
              <p:cNvSpPr/>
              <p:nvPr/>
            </p:nvSpPr>
            <p:spPr>
              <a:xfrm>
                <a:off x="824" y="2048"/>
                <a:ext cx="664" cy="532"/>
              </a:xfrm>
              <a:prstGeom prst="line">
                <a:avLst/>
              </a:prstGeom>
              <a:ln w="19050" cap="flat" cmpd="sng">
                <a:solidFill>
                  <a:srgbClr val="CC9900"/>
                </a:solidFill>
                <a:prstDash val="solid"/>
                <a:round/>
                <a:headEnd type="none" w="med" len="med"/>
                <a:tailEnd type="triangle" w="sm" len="lg"/>
              </a:ln>
            </p:spPr>
          </p:sp>
          <p:sp>
            <p:nvSpPr>
              <p:cNvPr id="24590" name="Rectangle 18"/>
              <p:cNvSpPr/>
              <p:nvPr/>
            </p:nvSpPr>
            <p:spPr>
              <a:xfrm>
                <a:off x="805" y="2073"/>
                <a:ext cx="47" cy="425"/>
              </a:xfrm>
              <a:prstGeom prst="rect">
                <a:avLst/>
              </a:prstGeom>
              <a:solidFill>
                <a:schemeClr val="tx1"/>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4591" name="Rectangle 19"/>
              <p:cNvSpPr/>
              <p:nvPr/>
            </p:nvSpPr>
            <p:spPr>
              <a:xfrm>
                <a:off x="803" y="702"/>
                <a:ext cx="48" cy="426"/>
              </a:xfrm>
              <a:prstGeom prst="rect">
                <a:avLst/>
              </a:prstGeom>
              <a:solidFill>
                <a:schemeClr val="tx1"/>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4592" name="Group 20"/>
              <p:cNvGrpSpPr/>
              <p:nvPr/>
            </p:nvGrpSpPr>
            <p:grpSpPr>
              <a:xfrm>
                <a:off x="323" y="1100"/>
                <a:ext cx="454" cy="56"/>
                <a:chOff x="379" y="1168"/>
                <a:chExt cx="454" cy="56"/>
              </a:xfrm>
            </p:grpSpPr>
            <p:sp>
              <p:nvSpPr>
                <p:cNvPr id="24593" name="Line 21"/>
                <p:cNvSpPr/>
                <p:nvPr/>
              </p:nvSpPr>
              <p:spPr>
                <a:xfrm>
                  <a:off x="379" y="1198"/>
                  <a:ext cx="454" cy="2"/>
                </a:xfrm>
                <a:prstGeom prst="line">
                  <a:avLst/>
                </a:prstGeom>
                <a:ln w="19050" cap="flat" cmpd="sng">
                  <a:solidFill>
                    <a:srgbClr val="CC9900"/>
                  </a:solidFill>
                  <a:prstDash val="solid"/>
                  <a:round/>
                  <a:headEnd type="none" w="med" len="med"/>
                  <a:tailEnd type="none" w="sm" len="lg"/>
                </a:ln>
              </p:spPr>
            </p:sp>
            <p:sp>
              <p:nvSpPr>
                <p:cNvPr id="24594" name="Line 22"/>
                <p:cNvSpPr/>
                <p:nvPr/>
              </p:nvSpPr>
              <p:spPr>
                <a:xfrm rot="1741159" flipV="1">
                  <a:off x="728" y="1168"/>
                  <a:ext cx="102" cy="56"/>
                </a:xfrm>
                <a:prstGeom prst="line">
                  <a:avLst/>
                </a:prstGeom>
                <a:ln w="19050" cap="flat" cmpd="sng">
                  <a:solidFill>
                    <a:srgbClr val="CC9900"/>
                  </a:solidFill>
                  <a:prstDash val="solid"/>
                  <a:round/>
                  <a:headEnd type="none" w="med" len="med"/>
                  <a:tailEnd type="triangle" w="sm" len="lg"/>
                </a:ln>
              </p:spPr>
            </p:sp>
          </p:grpSp>
          <p:sp>
            <p:nvSpPr>
              <p:cNvPr id="24595" name="Line 23"/>
              <p:cNvSpPr/>
              <p:nvPr/>
            </p:nvSpPr>
            <p:spPr>
              <a:xfrm flipV="1">
                <a:off x="826" y="1762"/>
                <a:ext cx="230" cy="277"/>
              </a:xfrm>
              <a:prstGeom prst="line">
                <a:avLst/>
              </a:prstGeom>
              <a:ln w="19050" cap="flat" cmpd="sng">
                <a:solidFill>
                  <a:schemeClr val="tx1"/>
                </a:solidFill>
                <a:prstDash val="dash"/>
                <a:round/>
                <a:headEnd type="none" w="med" len="med"/>
                <a:tailEnd type="none" w="med" len="med"/>
              </a:ln>
            </p:spPr>
          </p:sp>
          <p:sp>
            <p:nvSpPr>
              <p:cNvPr id="24596" name="Arc 24"/>
              <p:cNvSpPr/>
              <p:nvPr/>
            </p:nvSpPr>
            <p:spPr>
              <a:xfrm rot="-9235424" flipH="1">
                <a:off x="814" y="1894"/>
                <a:ext cx="111" cy="55"/>
              </a:xfrm>
              <a:custGeom>
                <a:avLst/>
                <a:gdLst/>
                <a:ahLst/>
                <a:cxnLst>
                  <a:cxn ang="0">
                    <a:pos x="0" y="0"/>
                  </a:cxn>
                  <a:cxn ang="0">
                    <a:pos x="0" y="0"/>
                  </a:cxn>
                  <a:cxn ang="0">
                    <a:pos x="0" y="0"/>
                  </a:cxn>
                </a:cxnLst>
                <a:rect l="0" t="0" r="0" b="0"/>
                <a:pathLst>
                  <a:path w="27454" h="21600" fill="none">
                    <a:moveTo>
                      <a:pt x="27453" y="18322"/>
                    </a:moveTo>
                    <a:cubicBezTo>
                      <a:pt x="24023" y="20464"/>
                      <a:pt x="20060" y="21599"/>
                      <a:pt x="16016" y="21600"/>
                    </a:cubicBezTo>
                    <a:cubicBezTo>
                      <a:pt x="9913" y="21600"/>
                      <a:pt x="4094" y="19018"/>
                      <a:pt x="-1" y="14493"/>
                    </a:cubicBezTo>
                  </a:path>
                  <a:path w="27454" h="21600" stroke="0">
                    <a:moveTo>
                      <a:pt x="27453" y="18322"/>
                    </a:moveTo>
                    <a:cubicBezTo>
                      <a:pt x="24023" y="20464"/>
                      <a:pt x="20060" y="21599"/>
                      <a:pt x="16016" y="21600"/>
                    </a:cubicBezTo>
                    <a:cubicBezTo>
                      <a:pt x="9913" y="21600"/>
                      <a:pt x="4094" y="19018"/>
                      <a:pt x="-1" y="14493"/>
                    </a:cubicBezTo>
                    <a:lnTo>
                      <a:pt x="16016" y="0"/>
                    </a:lnTo>
                    <a:lnTo>
                      <a:pt x="27453" y="18322"/>
                    </a:lnTo>
                    <a:close/>
                  </a:path>
                </a:pathLst>
              </a:custGeom>
              <a:noFill/>
              <a:ln w="19050" cap="flat" cmpd="sng">
                <a:solidFill>
                  <a:srgbClr val="008000"/>
                </a:solidFill>
                <a:prstDash val="solid"/>
                <a:round/>
                <a:headEnd type="none" w="med" len="med"/>
                <a:tailEnd type="none" w="med" len="med"/>
              </a:ln>
            </p:spPr>
            <p:txBody>
              <a:bodyPr/>
              <a:lstStyle/>
              <a:p>
                <a:endParaRPr lang="zh-CN" altLang="en-US"/>
              </a:p>
            </p:txBody>
          </p:sp>
          <p:sp>
            <p:nvSpPr>
              <p:cNvPr id="24597" name="Arc 25"/>
              <p:cNvSpPr/>
              <p:nvPr/>
            </p:nvSpPr>
            <p:spPr>
              <a:xfrm rot="-4015634" flipH="1">
                <a:off x="929" y="1131"/>
                <a:ext cx="160" cy="86"/>
              </a:xfrm>
              <a:custGeom>
                <a:avLst/>
                <a:gdLst/>
                <a:ahLst/>
                <a:cxnLst>
                  <a:cxn ang="0">
                    <a:pos x="0" y="0"/>
                  </a:cxn>
                  <a:cxn ang="0">
                    <a:pos x="0" y="0"/>
                  </a:cxn>
                  <a:cxn ang="0">
                    <a:pos x="0" y="0"/>
                  </a:cxn>
                </a:cxnLst>
                <a:rect l="0" t="0" r="0" b="0"/>
                <a:pathLst>
                  <a:path w="32947" h="21600" fill="none">
                    <a:moveTo>
                      <a:pt x="32947" y="12629"/>
                    </a:moveTo>
                    <a:cubicBezTo>
                      <a:pt x="28887" y="18262"/>
                      <a:pt x="22367" y="21599"/>
                      <a:pt x="15424" y="21600"/>
                    </a:cubicBezTo>
                    <a:cubicBezTo>
                      <a:pt x="9621" y="21600"/>
                      <a:pt x="4062" y="19265"/>
                      <a:pt x="-1" y="15121"/>
                    </a:cubicBezTo>
                  </a:path>
                  <a:path w="32947" h="21600" stroke="0">
                    <a:moveTo>
                      <a:pt x="32947" y="12629"/>
                    </a:moveTo>
                    <a:cubicBezTo>
                      <a:pt x="28887" y="18262"/>
                      <a:pt x="22367" y="21599"/>
                      <a:pt x="15424" y="21600"/>
                    </a:cubicBezTo>
                    <a:cubicBezTo>
                      <a:pt x="9621" y="21600"/>
                      <a:pt x="4062" y="19265"/>
                      <a:pt x="-1" y="15121"/>
                    </a:cubicBezTo>
                    <a:lnTo>
                      <a:pt x="15424" y="0"/>
                    </a:lnTo>
                    <a:lnTo>
                      <a:pt x="32947" y="12629"/>
                    </a:lnTo>
                    <a:close/>
                  </a:path>
                </a:pathLst>
              </a:custGeom>
              <a:noFill/>
              <a:ln w="19050" cap="flat" cmpd="sng">
                <a:solidFill>
                  <a:srgbClr val="008000"/>
                </a:solidFill>
                <a:prstDash val="solid"/>
                <a:round/>
                <a:headEnd type="none" w="med" len="med"/>
                <a:tailEnd type="none" w="med" len="med"/>
              </a:ln>
            </p:spPr>
            <p:txBody>
              <a:bodyPr/>
              <a:lstStyle/>
              <a:p>
                <a:endParaRPr lang="zh-CN" altLang="en-US"/>
              </a:p>
            </p:txBody>
          </p:sp>
          <p:sp>
            <p:nvSpPr>
              <p:cNvPr id="24598" name="WordArt 26"/>
              <p:cNvSpPr>
                <a:spLocks noTextEdit="1"/>
              </p:cNvSpPr>
              <p:nvPr/>
            </p:nvSpPr>
            <p:spPr>
              <a:xfrm>
                <a:off x="1103" y="1157"/>
                <a:ext cx="92" cy="11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19050" cap="flat" cmpd="sng">
                      <a:solidFill>
                        <a:srgbClr val="008000"/>
                      </a:solidFill>
                      <a:prstDash val="solid"/>
                      <a:round/>
                      <a:headEnd type="none" w="med" len="med"/>
                      <a:tailEnd type="none" w="med" len="med"/>
                    </a:ln>
                    <a:solidFill>
                      <a:srgbClr val="008000"/>
                    </a:solidFill>
                    <a:latin typeface="Symbol" panose="05050102010706020507" charset="0"/>
                    <a:ea typeface="Symbol" panose="05050102010706020507" charset="0"/>
                  </a:rPr>
                  <a:t>q</a:t>
                </a:r>
              </a:p>
            </p:txBody>
          </p:sp>
          <p:sp>
            <p:nvSpPr>
              <p:cNvPr id="24599" name="WordArt 27"/>
              <p:cNvSpPr>
                <a:spLocks noTextEdit="1"/>
              </p:cNvSpPr>
              <p:nvPr/>
            </p:nvSpPr>
            <p:spPr>
              <a:xfrm>
                <a:off x="374" y="893"/>
                <a:ext cx="141" cy="149"/>
              </a:xfrm>
              <a:prstGeom prst="rect">
                <a:avLst/>
              </a:prstGeom>
            </p:spPr>
            <p:txBody>
              <a:bodyPr wrap="none" fromWordArt="1">
                <a:prstTxWarp prst="textPlain">
                  <a:avLst>
                    <a:gd name="adj" fmla="val 59412"/>
                  </a:avLst>
                </a:prstTxWarp>
                <a:normAutofit fontScale="25000" lnSpcReduction="20000"/>
              </a:bodyPr>
              <a:lstStyle/>
              <a:p>
                <a:pPr algn="ctr"/>
                <a:r>
                  <a:rPr lang="zh-CN" altLang="en-US" sz="3600" i="1">
                    <a:ln w="1905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24600" name="WordArt 28"/>
              <p:cNvSpPr>
                <a:spLocks noTextEdit="1"/>
              </p:cNvSpPr>
              <p:nvPr/>
            </p:nvSpPr>
            <p:spPr>
              <a:xfrm>
                <a:off x="870" y="1752"/>
                <a:ext cx="80" cy="10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19050" cap="flat" cmpd="sng">
                      <a:solidFill>
                        <a:srgbClr val="008000"/>
                      </a:solidFill>
                      <a:prstDash val="solid"/>
                      <a:round/>
                      <a:headEnd type="none" w="med" len="med"/>
                      <a:tailEnd type="none" w="med" len="med"/>
                    </a:ln>
                    <a:solidFill>
                      <a:srgbClr val="008000"/>
                    </a:solidFill>
                    <a:latin typeface="Symbol" panose="05050102010706020507" charset="0"/>
                    <a:ea typeface="Symbol" panose="05050102010706020507" charset="0"/>
                  </a:rPr>
                  <a:t>q</a:t>
                </a:r>
              </a:p>
            </p:txBody>
          </p:sp>
          <p:sp>
            <p:nvSpPr>
              <p:cNvPr id="24601" name="Line 29"/>
              <p:cNvSpPr/>
              <p:nvPr/>
            </p:nvSpPr>
            <p:spPr>
              <a:xfrm flipV="1">
                <a:off x="853" y="1129"/>
                <a:ext cx="768" cy="7"/>
              </a:xfrm>
              <a:prstGeom prst="line">
                <a:avLst/>
              </a:prstGeom>
              <a:ln w="19050" cap="flat" cmpd="sng">
                <a:solidFill>
                  <a:schemeClr val="tx1"/>
                </a:solidFill>
                <a:prstDash val="dash"/>
                <a:round/>
                <a:headEnd type="none" w="med" len="med"/>
                <a:tailEnd type="none" w="med" len="med"/>
              </a:ln>
            </p:spPr>
          </p:sp>
          <p:sp>
            <p:nvSpPr>
              <p:cNvPr id="24602" name="Line 30"/>
              <p:cNvSpPr/>
              <p:nvPr/>
            </p:nvSpPr>
            <p:spPr>
              <a:xfrm>
                <a:off x="818" y="1580"/>
                <a:ext cx="230" cy="174"/>
              </a:xfrm>
              <a:prstGeom prst="line">
                <a:avLst/>
              </a:prstGeom>
              <a:ln w="57150" cap="flat" cmpd="sng">
                <a:solidFill>
                  <a:srgbClr val="FF0000"/>
                </a:solidFill>
                <a:prstDash val="solid"/>
                <a:round/>
                <a:headEnd type="none" w="med" len="med"/>
                <a:tailEnd type="none" w="med" len="med"/>
              </a:ln>
            </p:spPr>
          </p:sp>
          <p:sp>
            <p:nvSpPr>
              <p:cNvPr id="24603" name="WordArt 31"/>
              <p:cNvSpPr>
                <a:spLocks noTextEdit="1"/>
              </p:cNvSpPr>
              <p:nvPr/>
            </p:nvSpPr>
            <p:spPr>
              <a:xfrm>
                <a:off x="900" y="1486"/>
                <a:ext cx="140" cy="149"/>
              </a:xfrm>
              <a:prstGeom prst="rect">
                <a:avLst/>
              </a:prstGeom>
            </p:spPr>
            <p:txBody>
              <a:bodyPr wrap="none" fromWordArt="1">
                <a:prstTxWarp prst="textPlain">
                  <a:avLst>
                    <a:gd name="adj" fmla="val 59412"/>
                  </a:avLst>
                </a:prstTxWarp>
                <a:normAutofit fontScale="25000" lnSpcReduction="20000"/>
              </a:bodyPr>
              <a:lstStyle/>
              <a:p>
                <a:pPr algn="ctr"/>
                <a:r>
                  <a:rPr lang="zh-CN" altLang="en-US" sz="3600" i="1">
                    <a:ln w="19050"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d</a:t>
                </a:r>
              </a:p>
            </p:txBody>
          </p:sp>
          <p:sp>
            <p:nvSpPr>
              <p:cNvPr id="24604" name="Line 32"/>
              <p:cNvSpPr/>
              <p:nvPr/>
            </p:nvSpPr>
            <p:spPr>
              <a:xfrm flipV="1">
                <a:off x="317" y="1589"/>
                <a:ext cx="454" cy="9"/>
              </a:xfrm>
              <a:prstGeom prst="line">
                <a:avLst/>
              </a:prstGeom>
              <a:ln w="19050" cap="flat" cmpd="sng">
                <a:solidFill>
                  <a:srgbClr val="CC9900"/>
                </a:solidFill>
                <a:prstDash val="solid"/>
                <a:round/>
                <a:headEnd type="none" w="med" len="med"/>
                <a:tailEnd type="none" w="sm" len="lg"/>
              </a:ln>
            </p:spPr>
          </p:sp>
          <p:sp>
            <p:nvSpPr>
              <p:cNvPr id="24605" name="Line 33"/>
              <p:cNvSpPr/>
              <p:nvPr/>
            </p:nvSpPr>
            <p:spPr>
              <a:xfrm rot="1741159" flipV="1">
                <a:off x="666" y="1568"/>
                <a:ext cx="102" cy="56"/>
              </a:xfrm>
              <a:prstGeom prst="line">
                <a:avLst/>
              </a:prstGeom>
              <a:ln w="19050" cap="flat" cmpd="sng">
                <a:solidFill>
                  <a:srgbClr val="CC9900"/>
                </a:solidFill>
                <a:prstDash val="solid"/>
                <a:round/>
                <a:headEnd type="none" w="med" len="med"/>
                <a:tailEnd type="triangle" w="sm" len="lg"/>
              </a:ln>
            </p:spPr>
          </p:sp>
          <p:grpSp>
            <p:nvGrpSpPr>
              <p:cNvPr id="24606" name="Group 34"/>
              <p:cNvGrpSpPr/>
              <p:nvPr/>
            </p:nvGrpSpPr>
            <p:grpSpPr>
              <a:xfrm>
                <a:off x="311" y="2037"/>
                <a:ext cx="454" cy="56"/>
                <a:chOff x="379" y="1168"/>
                <a:chExt cx="454" cy="56"/>
              </a:xfrm>
            </p:grpSpPr>
            <p:sp>
              <p:nvSpPr>
                <p:cNvPr id="24607" name="Line 35"/>
                <p:cNvSpPr/>
                <p:nvPr/>
              </p:nvSpPr>
              <p:spPr>
                <a:xfrm>
                  <a:off x="379" y="1198"/>
                  <a:ext cx="454" cy="2"/>
                </a:xfrm>
                <a:prstGeom prst="line">
                  <a:avLst/>
                </a:prstGeom>
                <a:ln w="19050" cap="flat" cmpd="sng">
                  <a:solidFill>
                    <a:srgbClr val="CC9900"/>
                  </a:solidFill>
                  <a:prstDash val="solid"/>
                  <a:round/>
                  <a:headEnd type="none" w="med" len="med"/>
                  <a:tailEnd type="none" w="sm" len="lg"/>
                </a:ln>
              </p:spPr>
            </p:sp>
            <p:sp>
              <p:nvSpPr>
                <p:cNvPr id="24608" name="Line 36"/>
                <p:cNvSpPr/>
                <p:nvPr/>
              </p:nvSpPr>
              <p:spPr>
                <a:xfrm rot="1741159" flipV="1">
                  <a:off x="728" y="1168"/>
                  <a:ext cx="102" cy="56"/>
                </a:xfrm>
                <a:prstGeom prst="line">
                  <a:avLst/>
                </a:prstGeom>
                <a:ln w="19050" cap="flat" cmpd="sng">
                  <a:solidFill>
                    <a:srgbClr val="CC9900"/>
                  </a:solidFill>
                  <a:prstDash val="solid"/>
                  <a:round/>
                  <a:headEnd type="none" w="med" len="med"/>
                  <a:tailEnd type="triangle" w="sm" len="lg"/>
                </a:ln>
              </p:spPr>
            </p:sp>
          </p:grpSp>
        </p:grpSp>
        <p:grpSp>
          <p:nvGrpSpPr>
            <p:cNvPr id="24609" name="Group 252"/>
            <p:cNvGrpSpPr/>
            <p:nvPr/>
          </p:nvGrpSpPr>
          <p:grpSpPr>
            <a:xfrm>
              <a:off x="2681" y="754"/>
              <a:ext cx="2186" cy="1389"/>
              <a:chOff x="1840" y="736"/>
              <a:chExt cx="2186" cy="1389"/>
            </a:xfrm>
          </p:grpSpPr>
          <p:grpSp>
            <p:nvGrpSpPr>
              <p:cNvPr id="24610" name="Group 10"/>
              <p:cNvGrpSpPr/>
              <p:nvPr/>
            </p:nvGrpSpPr>
            <p:grpSpPr>
              <a:xfrm>
                <a:off x="1886" y="736"/>
                <a:ext cx="802" cy="200"/>
                <a:chOff x="1322" y="724"/>
                <a:chExt cx="802" cy="200"/>
              </a:xfrm>
            </p:grpSpPr>
            <p:sp>
              <p:nvSpPr>
                <p:cNvPr id="24611" name="WordArt 11"/>
                <p:cNvSpPr>
                  <a:spLocks noTextEdit="1"/>
                </p:cNvSpPr>
                <p:nvPr/>
              </p:nvSpPr>
              <p:spPr>
                <a:xfrm>
                  <a:off x="1322" y="739"/>
                  <a:ext cx="535" cy="166"/>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已知</a:t>
                  </a:r>
                </a:p>
              </p:txBody>
            </p:sp>
            <p:sp>
              <p:nvSpPr>
                <p:cNvPr id="24612" name="WordArt 12"/>
                <p:cNvSpPr>
                  <a:spLocks noTextEdit="1"/>
                </p:cNvSpPr>
                <p:nvPr/>
              </p:nvSpPr>
              <p:spPr>
                <a:xfrm>
                  <a:off x="1897" y="724"/>
                  <a:ext cx="227" cy="200"/>
                </a:xfrm>
                <a:prstGeom prst="rect">
                  <a:avLst/>
                </a:prstGeom>
              </p:spPr>
              <p:txBody>
                <a:bodyPr wrap="none" fromWordArt="1">
                  <a:prstTxWarp prst="textPlain">
                    <a:avLst>
                      <a:gd name="adj" fmla="val 59412"/>
                    </a:avLst>
                  </a:prstTxWarp>
                  <a:normAutofit fontScale="47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grpSp>
          <p:grpSp>
            <p:nvGrpSpPr>
              <p:cNvPr id="24613" name="Group 37"/>
              <p:cNvGrpSpPr/>
              <p:nvPr/>
            </p:nvGrpSpPr>
            <p:grpSpPr>
              <a:xfrm rot="5400000">
                <a:off x="2808" y="750"/>
                <a:ext cx="56" cy="166"/>
                <a:chOff x="2928" y="3216"/>
                <a:chExt cx="48" cy="240"/>
              </a:xfrm>
            </p:grpSpPr>
            <p:sp>
              <p:nvSpPr>
                <p:cNvPr id="24614" name="Line 38"/>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4615" name="Line 39"/>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4616" name="WordArt 40"/>
              <p:cNvSpPr>
                <a:spLocks noTextEdit="1"/>
              </p:cNvSpPr>
              <p:nvPr/>
            </p:nvSpPr>
            <p:spPr>
              <a:xfrm>
                <a:off x="3013" y="750"/>
                <a:ext cx="795" cy="161"/>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589 n m</a:t>
                </a:r>
              </a:p>
            </p:txBody>
          </p:sp>
          <p:grpSp>
            <p:nvGrpSpPr>
              <p:cNvPr id="24617" name="Group 41"/>
              <p:cNvGrpSpPr/>
              <p:nvPr/>
            </p:nvGrpSpPr>
            <p:grpSpPr>
              <a:xfrm>
                <a:off x="2303" y="1075"/>
                <a:ext cx="1454" cy="199"/>
                <a:chOff x="2202" y="1040"/>
                <a:chExt cx="1454" cy="199"/>
              </a:xfrm>
            </p:grpSpPr>
            <p:sp>
              <p:nvSpPr>
                <p:cNvPr id="24618" name="WordArt 42"/>
                <p:cNvSpPr>
                  <a:spLocks noTextEdit="1"/>
                </p:cNvSpPr>
                <p:nvPr/>
              </p:nvSpPr>
              <p:spPr>
                <a:xfrm>
                  <a:off x="2202" y="1040"/>
                  <a:ext cx="217" cy="199"/>
                </a:xfrm>
                <a:prstGeom prst="rect">
                  <a:avLst/>
                </a:prstGeom>
              </p:spPr>
              <p:txBody>
                <a:bodyPr wrap="none" fromWordArt="1">
                  <a:prstTxWarp prst="textPlain">
                    <a:avLst>
                      <a:gd name="adj" fmla="val 56523"/>
                    </a:avLst>
                  </a:prstTxWarp>
                  <a:normAutofit fontScale="475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grpSp>
              <p:nvGrpSpPr>
                <p:cNvPr id="24619" name="Group 43"/>
                <p:cNvGrpSpPr/>
                <p:nvPr/>
              </p:nvGrpSpPr>
              <p:grpSpPr>
                <a:xfrm rot="5400000">
                  <a:off x="2531" y="1073"/>
                  <a:ext cx="56" cy="166"/>
                  <a:chOff x="2928" y="3216"/>
                  <a:chExt cx="48" cy="240"/>
                </a:xfrm>
              </p:grpSpPr>
              <p:sp>
                <p:nvSpPr>
                  <p:cNvPr id="24620" name="Line 44"/>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4621" name="Line 45"/>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4622" name="WordArt 46"/>
                <p:cNvSpPr>
                  <a:spLocks noTextEdit="1"/>
                </p:cNvSpPr>
                <p:nvPr/>
              </p:nvSpPr>
              <p:spPr>
                <a:xfrm>
                  <a:off x="2736" y="1061"/>
                  <a:ext cx="920" cy="161"/>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2000 n m</a:t>
                  </a:r>
                </a:p>
              </p:txBody>
            </p:sp>
          </p:grpSp>
          <p:sp>
            <p:nvSpPr>
              <p:cNvPr id="24623" name="WordArt 47"/>
              <p:cNvSpPr>
                <a:spLocks noTextEdit="1"/>
              </p:cNvSpPr>
              <p:nvPr/>
            </p:nvSpPr>
            <p:spPr>
              <a:xfrm>
                <a:off x="1853" y="1408"/>
                <a:ext cx="385" cy="196"/>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求</a:t>
                </a:r>
              </a:p>
            </p:txBody>
          </p:sp>
          <p:grpSp>
            <p:nvGrpSpPr>
              <p:cNvPr id="24624" name="Group 48"/>
              <p:cNvGrpSpPr/>
              <p:nvPr/>
            </p:nvGrpSpPr>
            <p:grpSpPr>
              <a:xfrm>
                <a:off x="2406" y="1471"/>
                <a:ext cx="143" cy="146"/>
                <a:chOff x="3045" y="1834"/>
                <a:chExt cx="101" cy="101"/>
              </a:xfrm>
            </p:grpSpPr>
            <p:sp>
              <p:nvSpPr>
                <p:cNvPr id="24625" name="Oval 49"/>
                <p:cNvSpPr/>
                <p:nvPr/>
              </p:nvSpPr>
              <p:spPr>
                <a:xfrm>
                  <a:off x="3045" y="1834"/>
                  <a:ext cx="101" cy="101"/>
                </a:xfrm>
                <a:prstGeom prst="ellipse">
                  <a:avLst/>
                </a:prstGeom>
                <a:gradFill rotWithShape="0">
                  <a:gsLst>
                    <a:gs pos="0">
                      <a:schemeClr val="accent1"/>
                    </a:gs>
                    <a:gs pos="100000">
                      <a:srgbClr val="009E00"/>
                    </a:gs>
                  </a:gsLst>
                  <a:lin ang="2700000" scaled="1"/>
                  <a:tileRect/>
                </a:gradFill>
                <a:ln w="9525" cap="flat" cmpd="sng">
                  <a:solidFill>
                    <a:srgbClr val="0099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4626" name="Oval 50"/>
                <p:cNvSpPr/>
                <p:nvPr/>
              </p:nvSpPr>
              <p:spPr>
                <a:xfrm rot="2011591">
                  <a:off x="3061" y="1850"/>
                  <a:ext cx="39" cy="44"/>
                </a:xfrm>
                <a:prstGeom prst="ellipse">
                  <a:avLst/>
                </a:prstGeom>
                <a:gradFill rotWithShape="0">
                  <a:gsLst>
                    <a:gs pos="0">
                      <a:srgbClr val="7BFFDC"/>
                    </a:gs>
                    <a:gs pos="100000">
                      <a:srgbClr val="00D09A"/>
                    </a:gs>
                  </a:gsLst>
                  <a:path path="shape">
                    <a:fillToRect l="50000" t="50000" r="50000" b="50000"/>
                  </a:path>
                  <a:tileRect/>
                </a:gra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24627" name="WordArt 83"/>
              <p:cNvSpPr>
                <a:spLocks noTextEdit="1"/>
              </p:cNvSpPr>
              <p:nvPr/>
            </p:nvSpPr>
            <p:spPr>
              <a:xfrm>
                <a:off x="2704" y="1457"/>
                <a:ext cx="1055" cy="155"/>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0066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正入射时</a:t>
                </a:r>
              </a:p>
            </p:txBody>
          </p:sp>
          <p:sp>
            <p:nvSpPr>
              <p:cNvPr id="24628" name="WordArt 95"/>
              <p:cNvSpPr>
                <a:spLocks noTextEdit="1"/>
              </p:cNvSpPr>
              <p:nvPr/>
            </p:nvSpPr>
            <p:spPr>
              <a:xfrm>
                <a:off x="1840" y="1947"/>
                <a:ext cx="2186" cy="178"/>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最多能看到第几级谱</a:t>
                </a:r>
              </a:p>
            </p:txBody>
          </p:sp>
        </p:grpSp>
        <p:grpSp>
          <p:nvGrpSpPr>
            <p:cNvPr id="24629" name="Group 96"/>
            <p:cNvGrpSpPr/>
            <p:nvPr/>
          </p:nvGrpSpPr>
          <p:grpSpPr>
            <a:xfrm>
              <a:off x="0" y="2287"/>
              <a:ext cx="5760" cy="195"/>
              <a:chOff x="0" y="3976"/>
              <a:chExt cx="5760" cy="344"/>
            </a:xfrm>
          </p:grpSpPr>
          <p:sp>
            <p:nvSpPr>
              <p:cNvPr id="24630" name="Rectangle 97" descr="羊皮纸"/>
              <p:cNvSpPr/>
              <p:nvPr/>
            </p:nvSpPr>
            <p:spPr>
              <a:xfrm>
                <a:off x="0" y="3976"/>
                <a:ext cx="5760" cy="344"/>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4631" name="Line 98" descr="羊皮纸"/>
              <p:cNvSpPr/>
              <p:nvPr/>
            </p:nvSpPr>
            <p:spPr>
              <a:xfrm>
                <a:off x="0" y="3976"/>
                <a:ext cx="5760" cy="0"/>
              </a:xfrm>
              <a:prstGeom prst="line">
                <a:avLst/>
              </a:prstGeom>
              <a:ln w="38100">
                <a:noFill/>
              </a:ln>
            </p:spPr>
          </p:sp>
        </p:grpSp>
        <p:sp>
          <p:nvSpPr>
            <p:cNvPr id="24632" name="WordArt 100"/>
            <p:cNvSpPr>
              <a:spLocks noTextEdit="1"/>
            </p:cNvSpPr>
            <p:nvPr/>
          </p:nvSpPr>
          <p:spPr>
            <a:xfrm>
              <a:off x="485" y="256"/>
              <a:ext cx="1377" cy="14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b="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rPr>
                <a:t>光栅方程</a:t>
              </a:r>
            </a:p>
          </p:txBody>
        </p:sp>
        <p:grpSp>
          <p:nvGrpSpPr>
            <p:cNvPr id="24633" name="Group 101"/>
            <p:cNvGrpSpPr/>
            <p:nvPr/>
          </p:nvGrpSpPr>
          <p:grpSpPr>
            <a:xfrm>
              <a:off x="4159" y="243"/>
              <a:ext cx="1428" cy="146"/>
              <a:chOff x="3212" y="1695"/>
              <a:chExt cx="1433" cy="182"/>
            </a:xfrm>
          </p:grpSpPr>
          <p:sp>
            <p:nvSpPr>
              <p:cNvPr id="24634" name="Oval 102"/>
              <p:cNvSpPr/>
              <p:nvPr/>
            </p:nvSpPr>
            <p:spPr>
              <a:xfrm flipV="1">
                <a:off x="4315" y="1759"/>
                <a:ext cx="32" cy="36"/>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4635" name="WordArt 103"/>
              <p:cNvSpPr>
                <a:spLocks noTextEdit="1"/>
              </p:cNvSpPr>
              <p:nvPr/>
            </p:nvSpPr>
            <p:spPr>
              <a:xfrm>
                <a:off x="3716" y="1828"/>
                <a:ext cx="18" cy="4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4636" name="WordArt 104"/>
              <p:cNvSpPr>
                <a:spLocks noTextEdit="1"/>
              </p:cNvSpPr>
              <p:nvPr/>
            </p:nvSpPr>
            <p:spPr>
              <a:xfrm>
                <a:off x="3960" y="1711"/>
                <a:ext cx="75" cy="14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sp>
            <p:nvSpPr>
              <p:cNvPr id="24637" name="WordArt 105"/>
              <p:cNvSpPr>
                <a:spLocks noTextEdit="1"/>
              </p:cNvSpPr>
              <p:nvPr/>
            </p:nvSpPr>
            <p:spPr>
              <a:xfrm>
                <a:off x="3781" y="1711"/>
                <a:ext cx="75" cy="14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sp>
            <p:nvSpPr>
              <p:cNvPr id="24638" name="WordArt 106"/>
              <p:cNvSpPr>
                <a:spLocks noTextEdit="1"/>
              </p:cNvSpPr>
              <p:nvPr/>
            </p:nvSpPr>
            <p:spPr>
              <a:xfrm>
                <a:off x="4133" y="1711"/>
                <a:ext cx="74" cy="14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a:t>
                </a:r>
              </a:p>
            </p:txBody>
          </p:sp>
          <p:sp>
            <p:nvSpPr>
              <p:cNvPr id="24639" name="WordArt 107"/>
              <p:cNvSpPr>
                <a:spLocks noTextEdit="1"/>
              </p:cNvSpPr>
              <p:nvPr/>
            </p:nvSpPr>
            <p:spPr>
              <a:xfrm>
                <a:off x="3345" y="1704"/>
                <a:ext cx="85" cy="16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k</a:t>
                </a:r>
              </a:p>
            </p:txBody>
          </p:sp>
          <p:sp>
            <p:nvSpPr>
              <p:cNvPr id="24640" name="WordArt 108"/>
              <p:cNvSpPr>
                <a:spLocks noTextEdit="1"/>
              </p:cNvSpPr>
              <p:nvPr/>
            </p:nvSpPr>
            <p:spPr>
              <a:xfrm>
                <a:off x="3212" y="1695"/>
                <a:ext cx="53" cy="17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4641" name="WordArt 109"/>
              <p:cNvSpPr>
                <a:spLocks noTextEdit="1"/>
              </p:cNvSpPr>
              <p:nvPr/>
            </p:nvSpPr>
            <p:spPr>
              <a:xfrm>
                <a:off x="4592" y="1695"/>
                <a:ext cx="53" cy="17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4642" name="Group 110"/>
              <p:cNvGrpSpPr/>
              <p:nvPr/>
            </p:nvGrpSpPr>
            <p:grpSpPr>
              <a:xfrm rot="5400000">
                <a:off x="3496" y="1739"/>
                <a:ext cx="45" cy="116"/>
                <a:chOff x="2928" y="3216"/>
                <a:chExt cx="48" cy="240"/>
              </a:xfrm>
            </p:grpSpPr>
            <p:sp>
              <p:nvSpPr>
                <p:cNvPr id="24643" name="Line 111"/>
                <p:cNvSpPr/>
                <p:nvPr/>
              </p:nvSpPr>
              <p:spPr>
                <a:xfrm>
                  <a:off x="2928" y="3216"/>
                  <a:ext cx="0" cy="240"/>
                </a:xfrm>
                <a:prstGeom prst="line">
                  <a:avLst/>
                </a:prstGeom>
                <a:ln w="38100" cap="flat" cmpd="sng">
                  <a:solidFill>
                    <a:schemeClr val="tx2"/>
                  </a:solidFill>
                  <a:prstDash val="solid"/>
                  <a:round/>
                  <a:headEnd type="none" w="med" len="med"/>
                  <a:tailEnd type="none" w="med" len="med"/>
                </a:ln>
              </p:spPr>
            </p:sp>
            <p:sp>
              <p:nvSpPr>
                <p:cNvPr id="24644" name="Line 112"/>
                <p:cNvSpPr/>
                <p:nvPr/>
              </p:nvSpPr>
              <p:spPr>
                <a:xfrm>
                  <a:off x="2976" y="3216"/>
                  <a:ext cx="0" cy="240"/>
                </a:xfrm>
                <a:prstGeom prst="line">
                  <a:avLst/>
                </a:prstGeom>
                <a:ln w="38100" cap="flat" cmpd="sng">
                  <a:solidFill>
                    <a:schemeClr val="tx2"/>
                  </a:solidFill>
                  <a:prstDash val="solid"/>
                  <a:round/>
                  <a:headEnd type="none" w="med" len="med"/>
                  <a:tailEnd type="none" w="med" len="med"/>
                </a:ln>
              </p:spPr>
            </p:sp>
          </p:grpSp>
          <p:sp>
            <p:nvSpPr>
              <p:cNvPr id="24645" name="WordArt 113"/>
              <p:cNvSpPr>
                <a:spLocks noTextEdit="1"/>
              </p:cNvSpPr>
              <p:nvPr/>
            </p:nvSpPr>
            <p:spPr>
              <a:xfrm>
                <a:off x="3610" y="1715"/>
                <a:ext cx="78" cy="16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0</a:t>
                </a:r>
              </a:p>
            </p:txBody>
          </p:sp>
          <p:sp>
            <p:nvSpPr>
              <p:cNvPr id="24646" name="WordArt 114"/>
              <p:cNvSpPr>
                <a:spLocks noTextEdit="1"/>
              </p:cNvSpPr>
              <p:nvPr/>
            </p:nvSpPr>
            <p:spPr>
              <a:xfrm>
                <a:off x="3899" y="1824"/>
                <a:ext cx="18" cy="4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4647" name="WordArt 115"/>
              <p:cNvSpPr>
                <a:spLocks noTextEdit="1"/>
              </p:cNvSpPr>
              <p:nvPr/>
            </p:nvSpPr>
            <p:spPr>
              <a:xfrm>
                <a:off x="4081" y="1820"/>
                <a:ext cx="18" cy="4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4648" name="WordArt 116"/>
              <p:cNvSpPr>
                <a:spLocks noTextEdit="1"/>
              </p:cNvSpPr>
              <p:nvPr/>
            </p:nvSpPr>
            <p:spPr>
              <a:xfrm>
                <a:off x="4249" y="1824"/>
                <a:ext cx="18" cy="4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4649" name="Oval 117"/>
              <p:cNvSpPr/>
              <p:nvPr/>
            </p:nvSpPr>
            <p:spPr>
              <a:xfrm flipV="1">
                <a:off x="4412" y="1762"/>
                <a:ext cx="32" cy="36"/>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4650" name="Oval 118"/>
              <p:cNvSpPr/>
              <p:nvPr/>
            </p:nvSpPr>
            <p:spPr>
              <a:xfrm flipV="1">
                <a:off x="4506" y="1759"/>
                <a:ext cx="32" cy="36"/>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nvGrpSpPr>
            <p:cNvPr id="24651" name="Group 119"/>
            <p:cNvGrpSpPr/>
            <p:nvPr/>
          </p:nvGrpSpPr>
          <p:grpSpPr>
            <a:xfrm>
              <a:off x="2079" y="209"/>
              <a:ext cx="1815" cy="210"/>
              <a:chOff x="2005" y="209"/>
              <a:chExt cx="1851" cy="245"/>
            </a:xfrm>
          </p:grpSpPr>
          <p:sp>
            <p:nvSpPr>
              <p:cNvPr id="24652" name="WordArt 120"/>
              <p:cNvSpPr>
                <a:spLocks noTextEdit="1"/>
              </p:cNvSpPr>
              <p:nvPr/>
            </p:nvSpPr>
            <p:spPr>
              <a:xfrm>
                <a:off x="3486" y="228"/>
                <a:ext cx="155" cy="219"/>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4653" name="Group 121"/>
              <p:cNvGrpSpPr/>
              <p:nvPr/>
            </p:nvGrpSpPr>
            <p:grpSpPr>
              <a:xfrm rot="5400000">
                <a:off x="3114" y="275"/>
                <a:ext cx="56" cy="166"/>
                <a:chOff x="2928" y="3216"/>
                <a:chExt cx="48" cy="240"/>
              </a:xfrm>
            </p:grpSpPr>
            <p:sp>
              <p:nvSpPr>
                <p:cNvPr id="24654" name="Line 122"/>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4655" name="Line 123"/>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4656" name="WordArt 124"/>
              <p:cNvSpPr>
                <a:spLocks noTextEdit="1"/>
              </p:cNvSpPr>
              <p:nvPr/>
            </p:nvSpPr>
            <p:spPr>
              <a:xfrm>
                <a:off x="2307" y="231"/>
                <a:ext cx="454" cy="194"/>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4657" name="WordArt 125"/>
              <p:cNvSpPr>
                <a:spLocks noTextEdit="1"/>
              </p:cNvSpPr>
              <p:nvPr/>
            </p:nvSpPr>
            <p:spPr>
              <a:xfrm>
                <a:off x="2816" y="240"/>
                <a:ext cx="162" cy="202"/>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grpSp>
            <p:nvGrpSpPr>
              <p:cNvPr id="24658" name="Group 126"/>
              <p:cNvGrpSpPr/>
              <p:nvPr/>
            </p:nvGrpSpPr>
            <p:grpSpPr>
              <a:xfrm>
                <a:off x="3280" y="268"/>
                <a:ext cx="156" cy="140"/>
                <a:chOff x="3739" y="1321"/>
                <a:chExt cx="136" cy="181"/>
              </a:xfrm>
            </p:grpSpPr>
            <p:sp>
              <p:nvSpPr>
                <p:cNvPr id="24659" name="WordArt 127"/>
                <p:cNvSpPr>
                  <a:spLocks noTextEdit="1"/>
                </p:cNvSpPr>
                <p:nvPr/>
              </p:nvSpPr>
              <p:spPr>
                <a:xfrm>
                  <a:off x="3752" y="1321"/>
                  <a:ext cx="96" cy="11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4660" name="Line 128"/>
                <p:cNvSpPr/>
                <p:nvPr/>
              </p:nvSpPr>
              <p:spPr>
                <a:xfrm flipV="1">
                  <a:off x="3739" y="1490"/>
                  <a:ext cx="136" cy="12"/>
                </a:xfrm>
                <a:prstGeom prst="line">
                  <a:avLst/>
                </a:prstGeom>
                <a:ln w="28575" cap="flat" cmpd="sng">
                  <a:solidFill>
                    <a:schemeClr val="tx1"/>
                  </a:solidFill>
                  <a:prstDash val="solid"/>
                  <a:round/>
                  <a:headEnd type="none" w="med" len="med"/>
                  <a:tailEnd type="none" w="med" len="med"/>
                </a:ln>
              </p:spPr>
            </p:sp>
          </p:grpSp>
          <p:sp>
            <p:nvSpPr>
              <p:cNvPr id="24661" name="WordArt 129"/>
              <p:cNvSpPr>
                <a:spLocks noTextEdit="1"/>
              </p:cNvSpPr>
              <p:nvPr/>
            </p:nvSpPr>
            <p:spPr>
              <a:xfrm>
                <a:off x="3605" y="209"/>
                <a:ext cx="251" cy="229"/>
              </a:xfrm>
              <a:prstGeom prst="rect">
                <a:avLst/>
              </a:prstGeom>
            </p:spPr>
            <p:txBody>
              <a:bodyPr wrap="none" fromWordArt="1">
                <a:prstTxWarp prst="textPlain">
                  <a:avLst>
                    <a:gd name="adj" fmla="val 59412"/>
                  </a:avLst>
                </a:prstTxWarp>
                <a:normAutofit fontScale="47500" lnSpcReduction="20000"/>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sp>
            <p:nvSpPr>
              <p:cNvPr id="24662" name="WordArt 130"/>
              <p:cNvSpPr>
                <a:spLocks noTextEdit="1"/>
              </p:cNvSpPr>
              <p:nvPr/>
            </p:nvSpPr>
            <p:spPr>
              <a:xfrm>
                <a:off x="2005" y="221"/>
                <a:ext cx="251" cy="233"/>
              </a:xfrm>
              <a:prstGeom prst="rect">
                <a:avLst/>
              </a:prstGeom>
            </p:spPr>
            <p:txBody>
              <a:bodyPr wrap="none" fromWordArt="1">
                <a:prstTxWarp prst="textPlain">
                  <a:avLst>
                    <a:gd name="adj" fmla="val 56523"/>
                  </a:avLst>
                </a:prstTxWarp>
                <a:normAutofit fontScale="475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grpSp>
        <p:grpSp>
          <p:nvGrpSpPr>
            <p:cNvPr id="24663" name="Group 131"/>
            <p:cNvGrpSpPr/>
            <p:nvPr/>
          </p:nvGrpSpPr>
          <p:grpSpPr>
            <a:xfrm>
              <a:off x="114" y="510"/>
              <a:ext cx="5646" cy="72"/>
              <a:chOff x="0" y="3976"/>
              <a:chExt cx="5760" cy="344"/>
            </a:xfrm>
          </p:grpSpPr>
          <p:sp>
            <p:nvSpPr>
              <p:cNvPr id="24664" name="Rectangle 132" descr="羊皮纸"/>
              <p:cNvSpPr/>
              <p:nvPr/>
            </p:nvSpPr>
            <p:spPr>
              <a:xfrm>
                <a:off x="0" y="3976"/>
                <a:ext cx="5760" cy="344"/>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4665" name="Line 133" descr="羊皮纸"/>
              <p:cNvSpPr/>
              <p:nvPr/>
            </p:nvSpPr>
            <p:spPr>
              <a:xfrm>
                <a:off x="0" y="3976"/>
                <a:ext cx="5760" cy="0"/>
              </a:xfrm>
              <a:prstGeom prst="line">
                <a:avLst/>
              </a:prstGeom>
              <a:ln w="38100">
                <a:noFill/>
              </a:ln>
            </p:spPr>
          </p:sp>
        </p:grpSp>
        <p:grpSp>
          <p:nvGrpSpPr>
            <p:cNvPr id="24666" name="Group 248"/>
            <p:cNvGrpSpPr/>
            <p:nvPr/>
          </p:nvGrpSpPr>
          <p:grpSpPr>
            <a:xfrm>
              <a:off x="119" y="593"/>
              <a:ext cx="440" cy="246"/>
              <a:chOff x="127" y="728"/>
              <a:chExt cx="437" cy="256"/>
            </a:xfrm>
          </p:grpSpPr>
          <p:sp>
            <p:nvSpPr>
              <p:cNvPr id="24667" name="Oval 249" descr="栎木"/>
              <p:cNvSpPr/>
              <p:nvPr/>
            </p:nvSpPr>
            <p:spPr>
              <a:xfrm>
                <a:off x="127" y="728"/>
                <a:ext cx="437" cy="256"/>
              </a:xfrm>
              <a:prstGeom prst="ellipse">
                <a:avLst/>
              </a:prstGeom>
              <a:blipFill rotWithShape="0">
                <a:blip r:embed="rId3"/>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4668" name="WordArt 250"/>
              <p:cNvSpPr>
                <a:spLocks noTextEdit="1"/>
              </p:cNvSpPr>
              <p:nvPr/>
            </p:nvSpPr>
            <p:spPr>
              <a:xfrm>
                <a:off x="187" y="780"/>
                <a:ext cx="305" cy="147"/>
              </a:xfrm>
              <a:prstGeom prst="rect">
                <a:avLst/>
              </a:prstGeom>
            </p:spPr>
            <p:txBody>
              <a:bodyPr wrap="none" fromWordArt="1">
                <a:prstTxWarp prst="textPlain">
                  <a:avLst>
                    <a:gd name="adj" fmla="val 50287"/>
                  </a:avLst>
                </a:prstTxWarp>
                <a:normAutofit fontScale="25000" lnSpcReduction="20000"/>
              </a:bodyPr>
              <a:lstStyle/>
              <a:p>
                <a:pPr algn="ctr"/>
                <a:r>
                  <a:rPr lang="zh-CN" altLang="en-US" sz="3600">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rPr>
                  <a:t>例2</a:t>
                </a:r>
              </a:p>
            </p:txBody>
          </p:sp>
        </p:grpSp>
      </p:grpSp>
      <p:grpSp>
        <p:nvGrpSpPr>
          <p:cNvPr id="23" name="Group 266"/>
          <p:cNvGrpSpPr/>
          <p:nvPr/>
        </p:nvGrpSpPr>
        <p:grpSpPr>
          <a:xfrm>
            <a:off x="549275" y="4081463"/>
            <a:ext cx="7299325" cy="2454275"/>
            <a:chOff x="346" y="2571"/>
            <a:chExt cx="4598" cy="1546"/>
          </a:xfrm>
        </p:grpSpPr>
        <p:grpSp>
          <p:nvGrpSpPr>
            <p:cNvPr id="24670" name="Group 138"/>
            <p:cNvGrpSpPr/>
            <p:nvPr/>
          </p:nvGrpSpPr>
          <p:grpSpPr>
            <a:xfrm>
              <a:off x="346" y="2571"/>
              <a:ext cx="356" cy="1416"/>
              <a:chOff x="152" y="1386"/>
              <a:chExt cx="288" cy="844"/>
            </a:xfrm>
          </p:grpSpPr>
          <p:sp>
            <p:nvSpPr>
              <p:cNvPr id="24671" name="Rectangle 139" descr="栎木"/>
              <p:cNvSpPr/>
              <p:nvPr/>
            </p:nvSpPr>
            <p:spPr>
              <a:xfrm flipH="1">
                <a:off x="152" y="1386"/>
                <a:ext cx="288" cy="844"/>
              </a:xfrm>
              <a:prstGeom prst="rect">
                <a:avLst/>
              </a:prstGeom>
              <a:blipFill rotWithShape="0">
                <a:blip r:embed="rId3"/>
              </a:blipFill>
              <a:ln w="38100" cap="flat" cmpd="sng">
                <a:solidFill>
                  <a:srgbClr val="00CC99"/>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4672" name="WordArt 140"/>
              <p:cNvSpPr>
                <a:spLocks noTextEdit="1"/>
              </p:cNvSpPr>
              <p:nvPr/>
            </p:nvSpPr>
            <p:spPr>
              <a:xfrm rot="5400000">
                <a:off x="132" y="1500"/>
                <a:ext cx="328" cy="197"/>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宋体" panose="02010600030101010101" pitchFamily="2" charset="-122"/>
                    <a:ea typeface="宋体" panose="02010600030101010101" pitchFamily="2" charset="-122"/>
                  </a:rPr>
                  <a:t>解法</a:t>
                </a:r>
              </a:p>
            </p:txBody>
          </p:sp>
          <p:sp>
            <p:nvSpPr>
              <p:cNvPr id="24673" name="WordArt 141"/>
              <p:cNvSpPr>
                <a:spLocks noTextEdit="1"/>
              </p:cNvSpPr>
              <p:nvPr/>
            </p:nvSpPr>
            <p:spPr>
              <a:xfrm rot="5400000">
                <a:off x="132" y="1883"/>
                <a:ext cx="324" cy="195"/>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宋体" panose="02010600030101010101" pitchFamily="2" charset="-122"/>
                    <a:ea typeface="宋体" panose="02010600030101010101" pitchFamily="2" charset="-122"/>
                  </a:rPr>
                  <a:t>提要</a:t>
                </a:r>
              </a:p>
            </p:txBody>
          </p:sp>
        </p:grpSp>
        <p:grpSp>
          <p:nvGrpSpPr>
            <p:cNvPr id="24674" name="Group 142"/>
            <p:cNvGrpSpPr/>
            <p:nvPr/>
          </p:nvGrpSpPr>
          <p:grpSpPr>
            <a:xfrm>
              <a:off x="3675" y="2650"/>
              <a:ext cx="1172" cy="433"/>
              <a:chOff x="905" y="2586"/>
              <a:chExt cx="1172" cy="433"/>
            </a:xfrm>
          </p:grpSpPr>
          <p:sp>
            <p:nvSpPr>
              <p:cNvPr id="24675" name="WordArt 143"/>
              <p:cNvSpPr>
                <a:spLocks noTextEdit="1"/>
              </p:cNvSpPr>
              <p:nvPr/>
            </p:nvSpPr>
            <p:spPr>
              <a:xfrm>
                <a:off x="905" y="2708"/>
                <a:ext cx="120" cy="175"/>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4676" name="Group 144"/>
              <p:cNvGrpSpPr/>
              <p:nvPr/>
            </p:nvGrpSpPr>
            <p:grpSpPr>
              <a:xfrm rot="5400000">
                <a:off x="1117" y="2723"/>
                <a:ext cx="45" cy="129"/>
                <a:chOff x="2928" y="3216"/>
                <a:chExt cx="48" cy="240"/>
              </a:xfrm>
            </p:grpSpPr>
            <p:sp>
              <p:nvSpPr>
                <p:cNvPr id="24677" name="Line 145"/>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4678" name="Line 146"/>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4679" name="WordArt 147"/>
              <p:cNvSpPr>
                <a:spLocks noTextEdit="1"/>
              </p:cNvSpPr>
              <p:nvPr/>
            </p:nvSpPr>
            <p:spPr>
              <a:xfrm>
                <a:off x="1512" y="2836"/>
                <a:ext cx="195" cy="183"/>
              </a:xfrm>
              <a:prstGeom prst="rect">
                <a:avLst/>
              </a:prstGeom>
            </p:spPr>
            <p:txBody>
              <a:bodyPr wrap="none" fromWordArt="1">
                <a:prstTxWarp prst="textPlain">
                  <a:avLst>
                    <a:gd name="adj" fmla="val 59412"/>
                  </a:avLst>
                </a:prstTxWarp>
                <a:normAutofit fontScale="40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24680" name="WordArt 148"/>
              <p:cNvSpPr>
                <a:spLocks noTextEdit="1"/>
              </p:cNvSpPr>
              <p:nvPr/>
            </p:nvSpPr>
            <p:spPr>
              <a:xfrm>
                <a:off x="1547" y="2594"/>
                <a:ext cx="352" cy="156"/>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4681" name="WordArt 149"/>
              <p:cNvSpPr>
                <a:spLocks noTextEdit="1"/>
              </p:cNvSpPr>
              <p:nvPr/>
            </p:nvSpPr>
            <p:spPr>
              <a:xfrm>
                <a:off x="1941" y="2601"/>
                <a:ext cx="126" cy="162"/>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24682" name="WordArt 150"/>
              <p:cNvSpPr>
                <a:spLocks noTextEdit="1"/>
              </p:cNvSpPr>
              <p:nvPr/>
            </p:nvSpPr>
            <p:spPr>
              <a:xfrm>
                <a:off x="1313" y="2586"/>
                <a:ext cx="195" cy="187"/>
              </a:xfrm>
              <a:prstGeom prst="rect">
                <a:avLst/>
              </a:prstGeom>
            </p:spPr>
            <p:txBody>
              <a:bodyPr wrap="none" fromWordArt="1">
                <a:prstTxWarp prst="textPlain">
                  <a:avLst>
                    <a:gd name="adj" fmla="val 56523"/>
                  </a:avLst>
                </a:prstTxWarp>
                <a:normAutofit fontScale="40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sp>
            <p:nvSpPr>
              <p:cNvPr id="24683" name="Line 151"/>
              <p:cNvSpPr/>
              <p:nvPr/>
            </p:nvSpPr>
            <p:spPr>
              <a:xfrm>
                <a:off x="1281" y="2814"/>
                <a:ext cx="796" cy="0"/>
              </a:xfrm>
              <a:prstGeom prst="line">
                <a:avLst/>
              </a:prstGeom>
              <a:ln w="28575" cap="flat" cmpd="sng">
                <a:solidFill>
                  <a:schemeClr val="tx1"/>
                </a:solidFill>
                <a:prstDash val="solid"/>
                <a:round/>
                <a:headEnd type="none" w="med" len="med"/>
                <a:tailEnd type="none" w="med" len="med"/>
              </a:ln>
            </p:spPr>
          </p:sp>
        </p:grpSp>
        <p:grpSp>
          <p:nvGrpSpPr>
            <p:cNvPr id="24684" name="Group 152"/>
            <p:cNvGrpSpPr/>
            <p:nvPr/>
          </p:nvGrpSpPr>
          <p:grpSpPr>
            <a:xfrm>
              <a:off x="2256" y="3200"/>
              <a:ext cx="1170" cy="173"/>
              <a:chOff x="840" y="3065"/>
              <a:chExt cx="1170" cy="173"/>
            </a:xfrm>
          </p:grpSpPr>
          <p:sp>
            <p:nvSpPr>
              <p:cNvPr id="24685" name="WordArt 153"/>
              <p:cNvSpPr>
                <a:spLocks noTextEdit="1"/>
              </p:cNvSpPr>
              <p:nvPr/>
            </p:nvSpPr>
            <p:spPr>
              <a:xfrm>
                <a:off x="840" y="3083"/>
                <a:ext cx="241" cy="155"/>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令</a:t>
                </a:r>
              </a:p>
            </p:txBody>
          </p:sp>
          <p:grpSp>
            <p:nvGrpSpPr>
              <p:cNvPr id="24686" name="Group 154"/>
              <p:cNvGrpSpPr/>
              <p:nvPr/>
            </p:nvGrpSpPr>
            <p:grpSpPr>
              <a:xfrm>
                <a:off x="1282" y="3065"/>
                <a:ext cx="728" cy="166"/>
                <a:chOff x="796" y="3032"/>
                <a:chExt cx="728" cy="166"/>
              </a:xfrm>
            </p:grpSpPr>
            <p:sp>
              <p:nvSpPr>
                <p:cNvPr id="24687" name="WordArt 155"/>
                <p:cNvSpPr>
                  <a:spLocks noTextEdit="1"/>
                </p:cNvSpPr>
                <p:nvPr/>
              </p:nvSpPr>
              <p:spPr>
                <a:xfrm>
                  <a:off x="796" y="3036"/>
                  <a:ext cx="126" cy="162"/>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grpSp>
              <p:nvGrpSpPr>
                <p:cNvPr id="24688" name="Group 156"/>
                <p:cNvGrpSpPr/>
                <p:nvPr/>
              </p:nvGrpSpPr>
              <p:grpSpPr>
                <a:xfrm rot="5400000">
                  <a:off x="1045" y="3044"/>
                  <a:ext cx="45" cy="129"/>
                  <a:chOff x="2928" y="3216"/>
                  <a:chExt cx="48" cy="240"/>
                </a:xfrm>
              </p:grpSpPr>
              <p:sp>
                <p:nvSpPr>
                  <p:cNvPr id="24689" name="Line 157"/>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4690" name="Line 158"/>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4691" name="WordArt 159"/>
                <p:cNvSpPr>
                  <a:spLocks noTextEdit="1"/>
                </p:cNvSpPr>
                <p:nvPr/>
              </p:nvSpPr>
              <p:spPr>
                <a:xfrm>
                  <a:off x="1200" y="3032"/>
                  <a:ext cx="231" cy="150"/>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90</a:t>
                  </a:r>
                </a:p>
              </p:txBody>
            </p:sp>
            <p:sp>
              <p:nvSpPr>
                <p:cNvPr id="24692" name="Oval 160"/>
                <p:cNvSpPr/>
                <p:nvPr/>
              </p:nvSpPr>
              <p:spPr>
                <a:xfrm>
                  <a:off x="1467" y="3039"/>
                  <a:ext cx="57" cy="45"/>
                </a:xfrm>
                <a:prstGeom prst="ellipse">
                  <a:avLst/>
                </a:prstGeom>
                <a:solidFill>
                  <a:schemeClr val="bg1"/>
                </a:solidFill>
                <a:ln w="2857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sp>
          <p:nvSpPr>
            <p:cNvPr id="24693" name="WordArt 161"/>
            <p:cNvSpPr>
              <a:spLocks noTextEdit="1"/>
            </p:cNvSpPr>
            <p:nvPr/>
          </p:nvSpPr>
          <p:spPr>
            <a:xfrm>
              <a:off x="1638" y="3559"/>
              <a:ext cx="120" cy="175"/>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4694" name="Group 162"/>
            <p:cNvGrpSpPr/>
            <p:nvPr/>
          </p:nvGrpSpPr>
          <p:grpSpPr>
            <a:xfrm rot="5400000">
              <a:off x="1885" y="3586"/>
              <a:ext cx="45" cy="129"/>
              <a:chOff x="2928" y="3216"/>
              <a:chExt cx="48" cy="240"/>
            </a:xfrm>
          </p:grpSpPr>
          <p:sp>
            <p:nvSpPr>
              <p:cNvPr id="24695" name="Line 163"/>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4696" name="Line 164"/>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4697" name="WordArt 165"/>
            <p:cNvSpPr>
              <a:spLocks noTextEdit="1"/>
            </p:cNvSpPr>
            <p:nvPr/>
          </p:nvSpPr>
          <p:spPr>
            <a:xfrm>
              <a:off x="2035" y="3540"/>
              <a:ext cx="195" cy="187"/>
            </a:xfrm>
            <a:prstGeom prst="rect">
              <a:avLst/>
            </a:prstGeom>
          </p:spPr>
          <p:txBody>
            <a:bodyPr wrap="none" fromWordArt="1">
              <a:prstTxWarp prst="textPlain">
                <a:avLst>
                  <a:gd name="adj" fmla="val 56523"/>
                </a:avLst>
              </a:prstTxWarp>
              <a:normAutofit fontScale="40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sp>
          <p:nvSpPr>
            <p:cNvPr id="24698" name="WordArt 166"/>
            <p:cNvSpPr>
              <a:spLocks noTextEdit="1"/>
            </p:cNvSpPr>
            <p:nvPr/>
          </p:nvSpPr>
          <p:spPr>
            <a:xfrm>
              <a:off x="2370" y="3541"/>
              <a:ext cx="195" cy="183"/>
            </a:xfrm>
            <a:prstGeom prst="rect">
              <a:avLst/>
            </a:prstGeom>
          </p:spPr>
          <p:txBody>
            <a:bodyPr wrap="none" fromWordArt="1">
              <a:prstTxWarp prst="textPlain">
                <a:avLst>
                  <a:gd name="adj" fmla="val 59412"/>
                </a:avLst>
              </a:prstTxWarp>
              <a:normAutofit fontScale="40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24699" name="Line 167"/>
            <p:cNvSpPr/>
            <p:nvPr/>
          </p:nvSpPr>
          <p:spPr>
            <a:xfrm flipH="1">
              <a:off x="2264" y="3512"/>
              <a:ext cx="135" cy="226"/>
            </a:xfrm>
            <a:prstGeom prst="line">
              <a:avLst/>
            </a:prstGeom>
            <a:ln w="38100" cap="flat" cmpd="sng">
              <a:solidFill>
                <a:schemeClr val="tx1"/>
              </a:solidFill>
              <a:prstDash val="solid"/>
              <a:round/>
              <a:headEnd type="none" w="med" len="med"/>
              <a:tailEnd type="none" w="med" len="med"/>
            </a:ln>
          </p:spPr>
        </p:sp>
        <p:grpSp>
          <p:nvGrpSpPr>
            <p:cNvPr id="24700" name="Group 168"/>
            <p:cNvGrpSpPr/>
            <p:nvPr/>
          </p:nvGrpSpPr>
          <p:grpSpPr>
            <a:xfrm rot="5400000">
              <a:off x="2659" y="3569"/>
              <a:ext cx="45" cy="129"/>
              <a:chOff x="2928" y="3216"/>
              <a:chExt cx="48" cy="240"/>
            </a:xfrm>
          </p:grpSpPr>
          <p:sp>
            <p:nvSpPr>
              <p:cNvPr id="24701" name="Line 169"/>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4702" name="Line 170"/>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4703" name="WordArt 171"/>
            <p:cNvSpPr>
              <a:spLocks noTextEdit="1"/>
            </p:cNvSpPr>
            <p:nvPr/>
          </p:nvSpPr>
          <p:spPr>
            <a:xfrm>
              <a:off x="2790" y="3556"/>
              <a:ext cx="309" cy="150"/>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3.4</a:t>
              </a:r>
            </a:p>
          </p:txBody>
        </p:sp>
        <p:sp>
          <p:nvSpPr>
            <p:cNvPr id="24704" name="WordArt 172"/>
            <p:cNvSpPr>
              <a:spLocks noTextEdit="1"/>
            </p:cNvSpPr>
            <p:nvPr/>
          </p:nvSpPr>
          <p:spPr>
            <a:xfrm>
              <a:off x="3312" y="3562"/>
              <a:ext cx="241" cy="155"/>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取</a:t>
              </a:r>
            </a:p>
          </p:txBody>
        </p:sp>
        <p:sp>
          <p:nvSpPr>
            <p:cNvPr id="24705" name="WordArt 173"/>
            <p:cNvSpPr>
              <a:spLocks noTextEdit="1"/>
            </p:cNvSpPr>
            <p:nvPr/>
          </p:nvSpPr>
          <p:spPr>
            <a:xfrm>
              <a:off x="3597" y="3561"/>
              <a:ext cx="174" cy="150"/>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4706" name="WordArt 174"/>
            <p:cNvSpPr>
              <a:spLocks noTextEdit="1"/>
            </p:cNvSpPr>
            <p:nvPr/>
          </p:nvSpPr>
          <p:spPr>
            <a:xfrm>
              <a:off x="3051" y="3906"/>
              <a:ext cx="1893" cy="211"/>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最多能看到第三级谱</a:t>
              </a:r>
            </a:p>
          </p:txBody>
        </p:sp>
        <p:grpSp>
          <p:nvGrpSpPr>
            <p:cNvPr id="24707" name="Group 254"/>
            <p:cNvGrpSpPr/>
            <p:nvPr/>
          </p:nvGrpSpPr>
          <p:grpSpPr>
            <a:xfrm>
              <a:off x="1200" y="2686"/>
              <a:ext cx="1705" cy="274"/>
              <a:chOff x="2005" y="209"/>
              <a:chExt cx="1851" cy="245"/>
            </a:xfrm>
          </p:grpSpPr>
          <p:sp>
            <p:nvSpPr>
              <p:cNvPr id="24708" name="WordArt 255"/>
              <p:cNvSpPr>
                <a:spLocks noTextEdit="1"/>
              </p:cNvSpPr>
              <p:nvPr/>
            </p:nvSpPr>
            <p:spPr>
              <a:xfrm>
                <a:off x="3486" y="228"/>
                <a:ext cx="155" cy="219"/>
              </a:xfrm>
              <a:prstGeom prst="rect">
                <a:avLst/>
              </a:prstGeom>
            </p:spPr>
            <p:txBody>
              <a:bodyPr wrap="none" fromWordArt="1">
                <a:prstTxWarp prst="textPlain">
                  <a:avLst>
                    <a:gd name="adj" fmla="val 50000"/>
                  </a:avLst>
                </a:prstTxWarp>
                <a:normAutofit fontScale="62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4709" name="Group 256"/>
              <p:cNvGrpSpPr/>
              <p:nvPr/>
            </p:nvGrpSpPr>
            <p:grpSpPr>
              <a:xfrm rot="5400000">
                <a:off x="3114" y="275"/>
                <a:ext cx="56" cy="166"/>
                <a:chOff x="2928" y="3216"/>
                <a:chExt cx="48" cy="240"/>
              </a:xfrm>
            </p:grpSpPr>
            <p:sp>
              <p:nvSpPr>
                <p:cNvPr id="24710" name="Line 257"/>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4711" name="Line 258"/>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4712" name="WordArt 259"/>
              <p:cNvSpPr>
                <a:spLocks noTextEdit="1"/>
              </p:cNvSpPr>
              <p:nvPr/>
            </p:nvSpPr>
            <p:spPr>
              <a:xfrm>
                <a:off x="2307" y="231"/>
                <a:ext cx="454" cy="194"/>
              </a:xfrm>
              <a:prstGeom prst="rect">
                <a:avLst/>
              </a:prstGeom>
            </p:spPr>
            <p:txBody>
              <a:bodyPr wrap="none" fromWordArt="1">
                <a:prstTxWarp prst="textPlain">
                  <a:avLst>
                    <a:gd name="adj" fmla="val 50000"/>
                  </a:avLst>
                </a:prstTxWarp>
                <a:normAutofit fontScale="550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4713" name="WordArt 260"/>
              <p:cNvSpPr>
                <a:spLocks noTextEdit="1"/>
              </p:cNvSpPr>
              <p:nvPr/>
            </p:nvSpPr>
            <p:spPr>
              <a:xfrm>
                <a:off x="2816" y="240"/>
                <a:ext cx="162" cy="202"/>
              </a:xfrm>
              <a:prstGeom prst="rect">
                <a:avLst/>
              </a:prstGeom>
            </p:spPr>
            <p:txBody>
              <a:bodyPr wrap="none" fromWordArt="1">
                <a:prstTxWarp prst="textPlain">
                  <a:avLst>
                    <a:gd name="adj" fmla="val 50000"/>
                  </a:avLst>
                </a:prstTxWarp>
                <a:normAutofit fontScale="550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grpSp>
            <p:nvGrpSpPr>
              <p:cNvPr id="24714" name="Group 261"/>
              <p:cNvGrpSpPr/>
              <p:nvPr/>
            </p:nvGrpSpPr>
            <p:grpSpPr>
              <a:xfrm>
                <a:off x="3280" y="268"/>
                <a:ext cx="156" cy="140"/>
                <a:chOff x="3739" y="1321"/>
                <a:chExt cx="136" cy="181"/>
              </a:xfrm>
            </p:grpSpPr>
            <p:sp>
              <p:nvSpPr>
                <p:cNvPr id="24715" name="WordArt 262"/>
                <p:cNvSpPr>
                  <a:spLocks noTextEdit="1"/>
                </p:cNvSpPr>
                <p:nvPr/>
              </p:nvSpPr>
              <p:spPr>
                <a:xfrm>
                  <a:off x="3752" y="1321"/>
                  <a:ext cx="96" cy="11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4716" name="Line 263"/>
                <p:cNvSpPr/>
                <p:nvPr/>
              </p:nvSpPr>
              <p:spPr>
                <a:xfrm flipV="1">
                  <a:off x="3739" y="1490"/>
                  <a:ext cx="136" cy="12"/>
                </a:xfrm>
                <a:prstGeom prst="line">
                  <a:avLst/>
                </a:prstGeom>
                <a:ln w="28575" cap="flat" cmpd="sng">
                  <a:solidFill>
                    <a:schemeClr val="tx1"/>
                  </a:solidFill>
                  <a:prstDash val="solid"/>
                  <a:round/>
                  <a:headEnd type="none" w="med" len="med"/>
                  <a:tailEnd type="none" w="med" len="med"/>
                </a:ln>
              </p:spPr>
            </p:sp>
          </p:grpSp>
          <p:sp>
            <p:nvSpPr>
              <p:cNvPr id="24717" name="WordArt 264"/>
              <p:cNvSpPr>
                <a:spLocks noTextEdit="1"/>
              </p:cNvSpPr>
              <p:nvPr/>
            </p:nvSpPr>
            <p:spPr>
              <a:xfrm>
                <a:off x="3605" y="209"/>
                <a:ext cx="251" cy="229"/>
              </a:xfrm>
              <a:prstGeom prst="rect">
                <a:avLst/>
              </a:prstGeom>
            </p:spPr>
            <p:txBody>
              <a:bodyPr wrap="none" fromWordArt="1">
                <a:prstTxWarp prst="textPlain">
                  <a:avLst>
                    <a:gd name="adj" fmla="val 59412"/>
                  </a:avLst>
                </a:prstTxWarp>
                <a:normAutofit fontScale="70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24718" name="WordArt 265"/>
              <p:cNvSpPr>
                <a:spLocks noTextEdit="1"/>
              </p:cNvSpPr>
              <p:nvPr/>
            </p:nvSpPr>
            <p:spPr>
              <a:xfrm>
                <a:off x="2005" y="221"/>
                <a:ext cx="251" cy="233"/>
              </a:xfrm>
              <a:prstGeom prst="rect">
                <a:avLst/>
              </a:prstGeom>
            </p:spPr>
            <p:txBody>
              <a:bodyPr wrap="none" fromWordArt="1">
                <a:prstTxWarp prst="textPlain">
                  <a:avLst>
                    <a:gd name="adj" fmla="val 56523"/>
                  </a:avLst>
                </a:prstTxWarp>
                <a:normAutofit fontScale="70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45"/>
          <p:cNvSpPr>
            <a:spLocks noGrp="1"/>
          </p:cNvSpPr>
          <p:nvPr>
            <p:ph type="title" idx="4294967295"/>
          </p:nvPr>
        </p:nvSpPr>
        <p:spPr>
          <a:xfrm>
            <a:off x="1371600" y="0"/>
            <a:ext cx="7772400" cy="241300"/>
          </a:xfrm>
        </p:spPr>
        <p:txBody>
          <a:bodyPr vert="horz" wrap="square" lIns="91440" tIns="45720" rIns="91440" bIns="45720" anchor="ctr" anchorCtr="0"/>
          <a:lstStyle/>
          <a:p>
            <a:pPr eaLnBrk="1" hangingPunct="1"/>
            <a:r>
              <a:rPr lang="zh-CN" altLang="en-US" sz="800" dirty="0">
                <a:solidFill>
                  <a:schemeClr val="bg1"/>
                </a:solidFill>
              </a:rPr>
              <a:t>例</a:t>
            </a:r>
          </a:p>
        </p:txBody>
      </p:sp>
      <p:grpSp>
        <p:nvGrpSpPr>
          <p:cNvPr id="25602" name="Group 5"/>
          <p:cNvGrpSpPr/>
          <p:nvPr/>
        </p:nvGrpSpPr>
        <p:grpSpPr>
          <a:xfrm>
            <a:off x="0" y="0"/>
            <a:ext cx="9144000" cy="204788"/>
            <a:chOff x="0" y="3976"/>
            <a:chExt cx="5760" cy="344"/>
          </a:xfrm>
        </p:grpSpPr>
        <p:sp>
          <p:nvSpPr>
            <p:cNvPr id="25603" name="Rectangle 6" descr="羊皮纸"/>
            <p:cNvSpPr/>
            <p:nvPr/>
          </p:nvSpPr>
          <p:spPr>
            <a:xfrm>
              <a:off x="0" y="3976"/>
              <a:ext cx="5760" cy="344"/>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604" name="Line 7" descr="羊皮纸"/>
            <p:cNvSpPr/>
            <p:nvPr/>
          </p:nvSpPr>
          <p:spPr>
            <a:xfrm>
              <a:off x="0" y="3976"/>
              <a:ext cx="5760" cy="0"/>
            </a:xfrm>
            <a:prstGeom prst="line">
              <a:avLst/>
            </a:prstGeom>
            <a:ln w="38100">
              <a:noFill/>
            </a:ln>
          </p:spPr>
        </p:sp>
      </p:grpSp>
      <p:grpSp>
        <p:nvGrpSpPr>
          <p:cNvPr id="25605" name="Group 8"/>
          <p:cNvGrpSpPr/>
          <p:nvPr/>
        </p:nvGrpSpPr>
        <p:grpSpPr>
          <a:xfrm>
            <a:off x="0" y="6724650"/>
            <a:ext cx="9144000" cy="133350"/>
            <a:chOff x="0" y="3976"/>
            <a:chExt cx="5760" cy="344"/>
          </a:xfrm>
        </p:grpSpPr>
        <p:sp>
          <p:nvSpPr>
            <p:cNvPr id="25606" name="Rectangle 9" descr="羊皮纸"/>
            <p:cNvSpPr/>
            <p:nvPr/>
          </p:nvSpPr>
          <p:spPr>
            <a:xfrm>
              <a:off x="0" y="3976"/>
              <a:ext cx="5760" cy="344"/>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607" name="Line 10" descr="羊皮纸"/>
            <p:cNvSpPr/>
            <p:nvPr/>
          </p:nvSpPr>
          <p:spPr>
            <a:xfrm>
              <a:off x="0" y="3976"/>
              <a:ext cx="5760" cy="0"/>
            </a:xfrm>
            <a:prstGeom prst="line">
              <a:avLst/>
            </a:prstGeom>
            <a:ln w="38100">
              <a:noFill/>
            </a:ln>
          </p:spPr>
        </p:sp>
      </p:grpSp>
      <p:grpSp>
        <p:nvGrpSpPr>
          <p:cNvPr id="4" name="Group 254"/>
          <p:cNvGrpSpPr/>
          <p:nvPr/>
        </p:nvGrpSpPr>
        <p:grpSpPr>
          <a:xfrm>
            <a:off x="301625" y="5724525"/>
            <a:ext cx="8572500" cy="650875"/>
            <a:chOff x="190" y="3606"/>
            <a:chExt cx="5400" cy="410"/>
          </a:xfrm>
        </p:grpSpPr>
        <p:grpSp>
          <p:nvGrpSpPr>
            <p:cNvPr id="25609" name="Group 130"/>
            <p:cNvGrpSpPr/>
            <p:nvPr/>
          </p:nvGrpSpPr>
          <p:grpSpPr>
            <a:xfrm>
              <a:off x="190" y="3768"/>
              <a:ext cx="143" cy="146"/>
              <a:chOff x="3045" y="1834"/>
              <a:chExt cx="101" cy="101"/>
            </a:xfrm>
          </p:grpSpPr>
          <p:sp>
            <p:nvSpPr>
              <p:cNvPr id="25610" name="Oval 131"/>
              <p:cNvSpPr/>
              <p:nvPr/>
            </p:nvSpPr>
            <p:spPr>
              <a:xfrm>
                <a:off x="3045" y="1834"/>
                <a:ext cx="101" cy="101"/>
              </a:xfrm>
              <a:prstGeom prst="ellipse">
                <a:avLst/>
              </a:prstGeom>
              <a:gradFill rotWithShape="0">
                <a:gsLst>
                  <a:gs pos="0">
                    <a:schemeClr val="accent1"/>
                  </a:gs>
                  <a:gs pos="100000">
                    <a:srgbClr val="009E00"/>
                  </a:gs>
                </a:gsLst>
                <a:lin ang="2700000" scaled="1"/>
                <a:tileRect/>
              </a:gradFill>
              <a:ln w="9525" cap="flat" cmpd="sng">
                <a:solidFill>
                  <a:srgbClr val="0099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611" name="Oval 132"/>
              <p:cNvSpPr/>
              <p:nvPr/>
            </p:nvSpPr>
            <p:spPr>
              <a:xfrm rot="2011591">
                <a:off x="3061" y="1850"/>
                <a:ext cx="39" cy="44"/>
              </a:xfrm>
              <a:prstGeom prst="ellipse">
                <a:avLst/>
              </a:prstGeom>
              <a:gradFill rotWithShape="0">
                <a:gsLst>
                  <a:gs pos="0">
                    <a:srgbClr val="7BFFDC"/>
                  </a:gs>
                  <a:gs pos="100000">
                    <a:srgbClr val="00D09A"/>
                  </a:gs>
                </a:gsLst>
                <a:path path="shape">
                  <a:fillToRect l="50000" t="50000" r="50000" b="50000"/>
                </a:path>
                <a:tileRect/>
              </a:gra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nvGrpSpPr>
            <p:cNvPr id="25612" name="Group 134"/>
            <p:cNvGrpSpPr/>
            <p:nvPr/>
          </p:nvGrpSpPr>
          <p:grpSpPr>
            <a:xfrm rot="5400000">
              <a:off x="785" y="3753"/>
              <a:ext cx="45" cy="122"/>
              <a:chOff x="2928" y="3216"/>
              <a:chExt cx="48" cy="240"/>
            </a:xfrm>
          </p:grpSpPr>
          <p:sp>
            <p:nvSpPr>
              <p:cNvPr id="25613" name="Line 135"/>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5614" name="Line 136"/>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25615" name="Group 137"/>
            <p:cNvGrpSpPr/>
            <p:nvPr/>
          </p:nvGrpSpPr>
          <p:grpSpPr>
            <a:xfrm>
              <a:off x="1004" y="3864"/>
              <a:ext cx="416" cy="137"/>
              <a:chOff x="804" y="3680"/>
              <a:chExt cx="480" cy="169"/>
            </a:xfrm>
          </p:grpSpPr>
          <p:sp>
            <p:nvSpPr>
              <p:cNvPr id="25616" name="WordArt 138"/>
              <p:cNvSpPr>
                <a:spLocks noTextEdit="1"/>
              </p:cNvSpPr>
              <p:nvPr/>
            </p:nvSpPr>
            <p:spPr>
              <a:xfrm>
                <a:off x="804" y="3680"/>
                <a:ext cx="336" cy="15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5617" name="WordArt 139"/>
              <p:cNvSpPr>
                <a:spLocks noTextEdit="1"/>
              </p:cNvSpPr>
              <p:nvPr/>
            </p:nvSpPr>
            <p:spPr>
              <a:xfrm>
                <a:off x="1164" y="3688"/>
                <a:ext cx="120" cy="16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grpSp>
        <p:sp>
          <p:nvSpPr>
            <p:cNvPr id="25618" name="WordArt 140"/>
            <p:cNvSpPr>
              <a:spLocks noTextEdit="1"/>
            </p:cNvSpPr>
            <p:nvPr/>
          </p:nvSpPr>
          <p:spPr>
            <a:xfrm>
              <a:off x="510" y="3701"/>
              <a:ext cx="186" cy="186"/>
            </a:xfrm>
            <a:prstGeom prst="rect">
              <a:avLst/>
            </a:prstGeom>
          </p:spPr>
          <p:txBody>
            <a:bodyPr wrap="none" fromWordArt="1">
              <a:prstTxWarp prst="textPlain">
                <a:avLst>
                  <a:gd name="adj" fmla="val 56523"/>
                </a:avLst>
              </a:prstTxWarp>
              <a:normAutofit fontScale="40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grpSp>
          <p:nvGrpSpPr>
            <p:cNvPr id="25619" name="Group 141"/>
            <p:cNvGrpSpPr/>
            <p:nvPr/>
          </p:nvGrpSpPr>
          <p:grpSpPr>
            <a:xfrm>
              <a:off x="1088" y="3606"/>
              <a:ext cx="268" cy="168"/>
              <a:chOff x="1694" y="2593"/>
              <a:chExt cx="268" cy="168"/>
            </a:xfrm>
          </p:grpSpPr>
          <p:sp>
            <p:nvSpPr>
              <p:cNvPr id="25620" name="WordArt 142"/>
              <p:cNvSpPr>
                <a:spLocks noTextEdit="1"/>
              </p:cNvSpPr>
              <p:nvPr/>
            </p:nvSpPr>
            <p:spPr>
              <a:xfrm>
                <a:off x="1694" y="2593"/>
                <a:ext cx="114" cy="168"/>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i="1">
                    <a:ln w="9525" cap="flat" cmpd="sng">
                      <a:solidFill>
                        <a:srgbClr val="9900CC"/>
                      </a:solidFill>
                      <a:prstDash val="solid"/>
                      <a:round/>
                      <a:headEnd type="none" w="med" len="med"/>
                      <a:tailEnd type="none" w="med" len="med"/>
                    </a:ln>
                    <a:solidFill>
                      <a:srgbClr val="9900CC"/>
                    </a:solidFill>
                    <a:latin typeface="Times New Roman" panose="02020603050405020304" pitchFamily="18" charset="0"/>
                    <a:ea typeface="Times New Roman" panose="02020603050405020304" pitchFamily="18" charset="0"/>
                  </a:rPr>
                  <a:t>k</a:t>
                </a:r>
              </a:p>
            </p:txBody>
          </p:sp>
          <p:sp>
            <p:nvSpPr>
              <p:cNvPr id="25621" name="WordArt 143"/>
              <p:cNvSpPr>
                <a:spLocks noTextEdit="1"/>
              </p:cNvSpPr>
              <p:nvPr/>
            </p:nvSpPr>
            <p:spPr>
              <a:xfrm>
                <a:off x="1782" y="2608"/>
                <a:ext cx="180" cy="150"/>
              </a:xfrm>
              <a:prstGeom prst="rect">
                <a:avLst/>
              </a:prstGeom>
            </p:spPr>
            <p:txBody>
              <a:bodyPr wrap="none" fromWordArt="1">
                <a:prstTxWarp prst="textPlain">
                  <a:avLst>
                    <a:gd name="adj" fmla="val 59412"/>
                  </a:avLst>
                </a:prstTxWarp>
                <a:normAutofit fontScale="32500" lnSpcReduction="20000"/>
              </a:bodyPr>
              <a:lstStyle/>
              <a:p>
                <a:pPr algn="ctr"/>
                <a:r>
                  <a:rPr lang="zh-CN" altLang="en-US" sz="3600" i="1">
                    <a:ln w="9525" cap="flat" cmpd="sng">
                      <a:solidFill>
                        <a:srgbClr val="9900CC"/>
                      </a:solidFill>
                      <a:prstDash val="solid"/>
                      <a:round/>
                      <a:headEnd type="none" w="med" len="med"/>
                      <a:tailEnd type="none" w="med" len="med"/>
                    </a:ln>
                    <a:solidFill>
                      <a:srgbClr val="9900CC"/>
                    </a:solidFill>
                    <a:latin typeface="Symbol" panose="05050102010706020507" charset="0"/>
                    <a:ea typeface="Symbol" panose="05050102010706020507" charset="0"/>
                  </a:rPr>
                  <a:t>l</a:t>
                </a:r>
              </a:p>
            </p:txBody>
          </p:sp>
        </p:grpSp>
        <p:sp>
          <p:nvSpPr>
            <p:cNvPr id="25622" name="Line 144"/>
            <p:cNvSpPr/>
            <p:nvPr/>
          </p:nvSpPr>
          <p:spPr>
            <a:xfrm>
              <a:off x="928" y="3819"/>
              <a:ext cx="566" cy="2"/>
            </a:xfrm>
            <a:prstGeom prst="line">
              <a:avLst/>
            </a:prstGeom>
            <a:ln w="28575" cap="flat" cmpd="sng">
              <a:solidFill>
                <a:schemeClr val="tx1"/>
              </a:solidFill>
              <a:prstDash val="solid"/>
              <a:round/>
              <a:headEnd type="none" w="med" len="med"/>
              <a:tailEnd type="none" w="med" len="med"/>
            </a:ln>
          </p:spPr>
        </p:sp>
        <p:grpSp>
          <p:nvGrpSpPr>
            <p:cNvPr id="25623" name="Group 145"/>
            <p:cNvGrpSpPr/>
            <p:nvPr/>
          </p:nvGrpSpPr>
          <p:grpSpPr>
            <a:xfrm rot="5400000">
              <a:off x="1590" y="3759"/>
              <a:ext cx="45" cy="122"/>
              <a:chOff x="2928" y="3216"/>
              <a:chExt cx="48" cy="240"/>
            </a:xfrm>
          </p:grpSpPr>
          <p:sp>
            <p:nvSpPr>
              <p:cNvPr id="25624" name="Line 146"/>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5625" name="Line 147"/>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5626" name="Line 148"/>
            <p:cNvSpPr/>
            <p:nvPr/>
          </p:nvSpPr>
          <p:spPr>
            <a:xfrm flipV="1">
              <a:off x="1732" y="3822"/>
              <a:ext cx="796" cy="4"/>
            </a:xfrm>
            <a:prstGeom prst="line">
              <a:avLst/>
            </a:prstGeom>
            <a:ln w="28575" cap="flat" cmpd="sng">
              <a:solidFill>
                <a:schemeClr val="tx1"/>
              </a:solidFill>
              <a:prstDash val="solid"/>
              <a:round/>
              <a:headEnd type="none" w="med" len="med"/>
              <a:tailEnd type="none" w="med" len="med"/>
            </a:ln>
          </p:spPr>
        </p:sp>
        <p:grpSp>
          <p:nvGrpSpPr>
            <p:cNvPr id="25627" name="Group 149"/>
            <p:cNvGrpSpPr/>
            <p:nvPr/>
          </p:nvGrpSpPr>
          <p:grpSpPr>
            <a:xfrm>
              <a:off x="1936" y="3654"/>
              <a:ext cx="101" cy="99"/>
              <a:chOff x="1781" y="2282"/>
              <a:chExt cx="577" cy="577"/>
            </a:xfrm>
          </p:grpSpPr>
          <p:sp>
            <p:nvSpPr>
              <p:cNvPr id="25628" name="Line 150"/>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5629" name="Line 151"/>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5630" name="WordArt 152"/>
            <p:cNvSpPr>
              <a:spLocks noTextEdit="1"/>
            </p:cNvSpPr>
            <p:nvPr/>
          </p:nvSpPr>
          <p:spPr>
            <a:xfrm>
              <a:off x="1793" y="3632"/>
              <a:ext cx="84" cy="13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8</a:t>
              </a:r>
            </a:p>
          </p:txBody>
        </p:sp>
        <p:sp>
          <p:nvSpPr>
            <p:cNvPr id="25631" name="WordArt 153"/>
            <p:cNvSpPr>
              <a:spLocks noTextEdit="1"/>
            </p:cNvSpPr>
            <p:nvPr/>
          </p:nvSpPr>
          <p:spPr>
            <a:xfrm>
              <a:off x="1855" y="3870"/>
              <a:ext cx="300" cy="12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grpSp>
          <p:nvGrpSpPr>
            <p:cNvPr id="25632" name="Group 154"/>
            <p:cNvGrpSpPr/>
            <p:nvPr/>
          </p:nvGrpSpPr>
          <p:grpSpPr>
            <a:xfrm>
              <a:off x="2189" y="3871"/>
              <a:ext cx="219" cy="139"/>
              <a:chOff x="3093" y="1654"/>
              <a:chExt cx="305" cy="197"/>
            </a:xfrm>
          </p:grpSpPr>
          <p:sp>
            <p:nvSpPr>
              <p:cNvPr id="25633" name="WordArt 155"/>
              <p:cNvSpPr>
                <a:spLocks noTextEdit="1"/>
              </p:cNvSpPr>
              <p:nvPr/>
            </p:nvSpPr>
            <p:spPr>
              <a:xfrm>
                <a:off x="3093" y="1685"/>
                <a:ext cx="239" cy="16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41</a:t>
                </a:r>
              </a:p>
            </p:txBody>
          </p:sp>
          <p:sp>
            <p:nvSpPr>
              <p:cNvPr id="25634" name="Oval 156"/>
              <p:cNvSpPr/>
              <p:nvPr/>
            </p:nvSpPr>
            <p:spPr>
              <a:xfrm>
                <a:off x="3358" y="1654"/>
                <a:ext cx="40"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nvGrpSpPr>
            <p:cNvPr id="25635" name="Group 157"/>
            <p:cNvGrpSpPr/>
            <p:nvPr/>
          </p:nvGrpSpPr>
          <p:grpSpPr>
            <a:xfrm rot="5400000">
              <a:off x="2604" y="3757"/>
              <a:ext cx="45" cy="122"/>
              <a:chOff x="2928" y="3216"/>
              <a:chExt cx="48" cy="240"/>
            </a:xfrm>
          </p:grpSpPr>
          <p:sp>
            <p:nvSpPr>
              <p:cNvPr id="25636" name="Line 158"/>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5637" name="Line 159"/>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25638" name="Group 160"/>
            <p:cNvGrpSpPr/>
            <p:nvPr/>
          </p:nvGrpSpPr>
          <p:grpSpPr>
            <a:xfrm rot="5400000">
              <a:off x="3572" y="3749"/>
              <a:ext cx="45" cy="122"/>
              <a:chOff x="2928" y="3216"/>
              <a:chExt cx="48" cy="240"/>
            </a:xfrm>
          </p:grpSpPr>
          <p:sp>
            <p:nvSpPr>
              <p:cNvPr id="25639" name="Line 161"/>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5640" name="Line 162"/>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5641" name="WordArt 163"/>
            <p:cNvSpPr>
              <a:spLocks noTextEdit="1"/>
            </p:cNvSpPr>
            <p:nvPr/>
          </p:nvSpPr>
          <p:spPr>
            <a:xfrm>
              <a:off x="3730" y="3743"/>
              <a:ext cx="441" cy="13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5000</a:t>
              </a:r>
            </a:p>
          </p:txBody>
        </p:sp>
        <p:sp>
          <p:nvSpPr>
            <p:cNvPr id="25642" name="WordArt 164"/>
            <p:cNvSpPr>
              <a:spLocks noTextEdit="1"/>
            </p:cNvSpPr>
            <p:nvPr/>
          </p:nvSpPr>
          <p:spPr>
            <a:xfrm>
              <a:off x="4234" y="3761"/>
              <a:ext cx="284" cy="10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n m</a:t>
              </a:r>
            </a:p>
          </p:txBody>
        </p:sp>
        <p:grpSp>
          <p:nvGrpSpPr>
            <p:cNvPr id="25643" name="Group 165"/>
            <p:cNvGrpSpPr/>
            <p:nvPr/>
          </p:nvGrpSpPr>
          <p:grpSpPr>
            <a:xfrm rot="5400000">
              <a:off x="4604" y="3749"/>
              <a:ext cx="45" cy="122"/>
              <a:chOff x="2928" y="3216"/>
              <a:chExt cx="48" cy="240"/>
            </a:xfrm>
          </p:grpSpPr>
          <p:sp>
            <p:nvSpPr>
              <p:cNvPr id="25644" name="Line 166"/>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5645" name="Line 167"/>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5646" name="WordArt 168"/>
            <p:cNvSpPr>
              <a:spLocks noTextEdit="1"/>
            </p:cNvSpPr>
            <p:nvPr/>
          </p:nvSpPr>
          <p:spPr>
            <a:xfrm>
              <a:off x="4757" y="3730"/>
              <a:ext cx="472" cy="13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5.000</a:t>
              </a:r>
            </a:p>
          </p:txBody>
        </p:sp>
        <p:sp>
          <p:nvSpPr>
            <p:cNvPr id="25647" name="WordArt 169"/>
            <p:cNvSpPr>
              <a:spLocks noTextEdit="1"/>
            </p:cNvSpPr>
            <p:nvPr/>
          </p:nvSpPr>
          <p:spPr>
            <a:xfrm>
              <a:off x="5454" y="3781"/>
              <a:ext cx="136" cy="8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m</a:t>
              </a:r>
            </a:p>
          </p:txBody>
        </p:sp>
        <p:sp>
          <p:nvSpPr>
            <p:cNvPr id="25648" name="WordArt 170"/>
            <p:cNvSpPr>
              <a:spLocks noTextEdit="1"/>
            </p:cNvSpPr>
            <p:nvPr/>
          </p:nvSpPr>
          <p:spPr>
            <a:xfrm>
              <a:off x="5309" y="3776"/>
              <a:ext cx="113" cy="141"/>
            </a:xfrm>
            <a:prstGeom prst="rect">
              <a:avLst/>
            </a:prstGeom>
          </p:spPr>
          <p:txBody>
            <a:bodyPr wrap="none" fromWordArt="1">
              <a:prstTxWarp prst="textPlain">
                <a:avLst>
                  <a:gd name="adj" fmla="val 50000"/>
                </a:avLst>
              </a:prstTxWarp>
              <a:normAutofit fontScale="85000" lnSpcReduction="20000"/>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Symbol" panose="05050102010706020507" charset="0"/>
                  <a:ea typeface="Symbol" panose="05050102010706020507" charset="0"/>
                </a:rPr>
                <a:t>m</a:t>
              </a:r>
            </a:p>
          </p:txBody>
        </p:sp>
        <p:sp>
          <p:nvSpPr>
            <p:cNvPr id="25649" name="WordArt 171"/>
            <p:cNvSpPr>
              <a:spLocks noTextEdit="1"/>
            </p:cNvSpPr>
            <p:nvPr/>
          </p:nvSpPr>
          <p:spPr>
            <a:xfrm>
              <a:off x="2098" y="3627"/>
              <a:ext cx="413" cy="13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9900CC"/>
                    </a:solidFill>
                    <a:prstDash val="solid"/>
                    <a:round/>
                    <a:headEnd type="none" w="med" len="med"/>
                    <a:tailEnd type="none" w="med" len="med"/>
                  </a:ln>
                  <a:solidFill>
                    <a:srgbClr val="9900CC"/>
                  </a:solidFill>
                  <a:latin typeface="Times New Roman" panose="02020603050405020304" pitchFamily="18" charset="0"/>
                  <a:ea typeface="Times New Roman" panose="02020603050405020304" pitchFamily="18" charset="0"/>
                </a:rPr>
                <a:t>410.2</a:t>
              </a:r>
            </a:p>
          </p:txBody>
        </p:sp>
        <p:sp>
          <p:nvSpPr>
            <p:cNvPr id="25650" name="WordArt 172"/>
            <p:cNvSpPr>
              <a:spLocks noTextEdit="1"/>
            </p:cNvSpPr>
            <p:nvPr/>
          </p:nvSpPr>
          <p:spPr>
            <a:xfrm>
              <a:off x="2823" y="3627"/>
              <a:ext cx="526" cy="14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3281.6</a:t>
              </a:r>
            </a:p>
          </p:txBody>
        </p:sp>
        <p:sp>
          <p:nvSpPr>
            <p:cNvPr id="25651" name="Line 173"/>
            <p:cNvSpPr/>
            <p:nvPr/>
          </p:nvSpPr>
          <p:spPr>
            <a:xfrm>
              <a:off x="2773" y="3824"/>
              <a:ext cx="661" cy="0"/>
            </a:xfrm>
            <a:prstGeom prst="line">
              <a:avLst/>
            </a:prstGeom>
            <a:ln w="28575" cap="flat" cmpd="sng">
              <a:solidFill>
                <a:schemeClr val="tx1"/>
              </a:solidFill>
              <a:prstDash val="solid"/>
              <a:round/>
              <a:headEnd type="none" w="med" len="med"/>
              <a:tailEnd type="none" w="med" len="med"/>
            </a:ln>
          </p:spPr>
        </p:sp>
        <p:sp>
          <p:nvSpPr>
            <p:cNvPr id="25652" name="WordArt 174"/>
            <p:cNvSpPr>
              <a:spLocks noTextEdit="1"/>
            </p:cNvSpPr>
            <p:nvPr/>
          </p:nvSpPr>
          <p:spPr>
            <a:xfrm>
              <a:off x="2852" y="3870"/>
              <a:ext cx="442" cy="14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0.656</a:t>
              </a:r>
            </a:p>
          </p:txBody>
        </p:sp>
      </p:grpSp>
      <p:grpSp>
        <p:nvGrpSpPr>
          <p:cNvPr id="15" name="Group 175"/>
          <p:cNvGrpSpPr/>
          <p:nvPr/>
        </p:nvGrpSpPr>
        <p:grpSpPr>
          <a:xfrm>
            <a:off x="303213" y="3952875"/>
            <a:ext cx="8402637" cy="1517650"/>
            <a:chOff x="191" y="2490"/>
            <a:chExt cx="5293" cy="956"/>
          </a:xfrm>
        </p:grpSpPr>
        <p:grpSp>
          <p:nvGrpSpPr>
            <p:cNvPr id="25654" name="Group 176"/>
            <p:cNvGrpSpPr/>
            <p:nvPr/>
          </p:nvGrpSpPr>
          <p:grpSpPr>
            <a:xfrm>
              <a:off x="191" y="2529"/>
              <a:ext cx="247" cy="824"/>
              <a:chOff x="152" y="1386"/>
              <a:chExt cx="288" cy="844"/>
            </a:xfrm>
          </p:grpSpPr>
          <p:sp>
            <p:nvSpPr>
              <p:cNvPr id="25655" name="Rectangle 177" descr="栎木"/>
              <p:cNvSpPr/>
              <p:nvPr/>
            </p:nvSpPr>
            <p:spPr>
              <a:xfrm flipH="1">
                <a:off x="152" y="1386"/>
                <a:ext cx="288" cy="844"/>
              </a:xfrm>
              <a:prstGeom prst="rect">
                <a:avLst/>
              </a:prstGeom>
              <a:blipFill rotWithShape="0">
                <a:blip r:embed="rId3"/>
              </a:blipFill>
              <a:ln w="38100" cap="flat" cmpd="sng">
                <a:solidFill>
                  <a:srgbClr val="00CC99"/>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656" name="WordArt 178"/>
              <p:cNvSpPr>
                <a:spLocks noTextEdit="1"/>
              </p:cNvSpPr>
              <p:nvPr/>
            </p:nvSpPr>
            <p:spPr>
              <a:xfrm rot="5400000">
                <a:off x="132" y="1500"/>
                <a:ext cx="328" cy="197"/>
              </a:xfrm>
              <a:prstGeom prst="rect">
                <a:avLst/>
              </a:prstGeom>
            </p:spPr>
            <p:txBody>
              <a:bodyPr vert="eaVert" wrap="none" fromWordArt="1">
                <a:prstTxWarp prst="textPlain">
                  <a:avLst>
                    <a:gd name="adj" fmla="val 50000"/>
                  </a:avLst>
                </a:prstTxWarp>
                <a:normAutofit fontScale="70000" lnSpcReduction="20000"/>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宋体" panose="02010600030101010101" pitchFamily="2" charset="-122"/>
                    <a:ea typeface="宋体" panose="02010600030101010101" pitchFamily="2" charset="-122"/>
                  </a:rPr>
                  <a:t>解法</a:t>
                </a:r>
              </a:p>
            </p:txBody>
          </p:sp>
          <p:sp>
            <p:nvSpPr>
              <p:cNvPr id="25657" name="WordArt 179"/>
              <p:cNvSpPr>
                <a:spLocks noTextEdit="1"/>
              </p:cNvSpPr>
              <p:nvPr/>
            </p:nvSpPr>
            <p:spPr>
              <a:xfrm rot="5400000">
                <a:off x="132" y="1883"/>
                <a:ext cx="324" cy="195"/>
              </a:xfrm>
              <a:prstGeom prst="rect">
                <a:avLst/>
              </a:prstGeom>
            </p:spPr>
            <p:txBody>
              <a:bodyPr vert="eaVert" wrap="none" fromWordArt="1">
                <a:prstTxWarp prst="textPlain">
                  <a:avLst>
                    <a:gd name="adj" fmla="val 50000"/>
                  </a:avLst>
                </a:prstTxWarp>
                <a:normAutofit fontScale="70000" lnSpcReduction="20000"/>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宋体" panose="02010600030101010101" pitchFamily="2" charset="-122"/>
                    <a:ea typeface="宋体" panose="02010600030101010101" pitchFamily="2" charset="-122"/>
                  </a:rPr>
                  <a:t>提要</a:t>
                </a:r>
              </a:p>
            </p:txBody>
          </p:sp>
        </p:grpSp>
        <p:grpSp>
          <p:nvGrpSpPr>
            <p:cNvPr id="25658" name="Group 180"/>
            <p:cNvGrpSpPr/>
            <p:nvPr/>
          </p:nvGrpSpPr>
          <p:grpSpPr>
            <a:xfrm>
              <a:off x="614" y="2668"/>
              <a:ext cx="143" cy="146"/>
              <a:chOff x="3045" y="1834"/>
              <a:chExt cx="101" cy="101"/>
            </a:xfrm>
          </p:grpSpPr>
          <p:sp>
            <p:nvSpPr>
              <p:cNvPr id="25659" name="Oval 181"/>
              <p:cNvSpPr/>
              <p:nvPr/>
            </p:nvSpPr>
            <p:spPr>
              <a:xfrm>
                <a:off x="3045" y="1834"/>
                <a:ext cx="101" cy="101"/>
              </a:xfrm>
              <a:prstGeom prst="ellipse">
                <a:avLst/>
              </a:prstGeom>
              <a:gradFill rotWithShape="0">
                <a:gsLst>
                  <a:gs pos="0">
                    <a:schemeClr val="accent1"/>
                  </a:gs>
                  <a:gs pos="100000">
                    <a:srgbClr val="009E00"/>
                  </a:gs>
                </a:gsLst>
                <a:lin ang="2700000" scaled="1"/>
                <a:tileRect/>
              </a:gradFill>
              <a:ln w="9525" cap="flat" cmpd="sng">
                <a:solidFill>
                  <a:srgbClr val="0099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660" name="Oval 182"/>
              <p:cNvSpPr/>
              <p:nvPr/>
            </p:nvSpPr>
            <p:spPr>
              <a:xfrm rot="2011591">
                <a:off x="3061" y="1850"/>
                <a:ext cx="39" cy="44"/>
              </a:xfrm>
              <a:prstGeom prst="ellipse">
                <a:avLst/>
              </a:prstGeom>
              <a:gradFill rotWithShape="0">
                <a:gsLst>
                  <a:gs pos="0">
                    <a:srgbClr val="7BFFDC"/>
                  </a:gs>
                  <a:gs pos="100000">
                    <a:srgbClr val="00D09A"/>
                  </a:gs>
                </a:gsLst>
                <a:path path="shape">
                  <a:fillToRect l="50000" t="50000" r="50000" b="50000"/>
                </a:path>
                <a:tileRect/>
              </a:gra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nvGrpSpPr>
            <p:cNvPr id="25661" name="Group 183"/>
            <p:cNvGrpSpPr/>
            <p:nvPr/>
          </p:nvGrpSpPr>
          <p:grpSpPr>
            <a:xfrm>
              <a:off x="867" y="2490"/>
              <a:ext cx="1118" cy="209"/>
              <a:chOff x="844" y="2552"/>
              <a:chExt cx="1118" cy="209"/>
            </a:xfrm>
          </p:grpSpPr>
          <p:grpSp>
            <p:nvGrpSpPr>
              <p:cNvPr id="25662" name="Group 184"/>
              <p:cNvGrpSpPr/>
              <p:nvPr/>
            </p:nvGrpSpPr>
            <p:grpSpPr>
              <a:xfrm rot="5400000">
                <a:off x="1591" y="2615"/>
                <a:ext cx="45" cy="122"/>
                <a:chOff x="2928" y="3216"/>
                <a:chExt cx="48" cy="240"/>
              </a:xfrm>
            </p:grpSpPr>
            <p:sp>
              <p:nvSpPr>
                <p:cNvPr id="25663" name="Line 185"/>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5664" name="Line 186"/>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25665" name="Group 187"/>
              <p:cNvGrpSpPr/>
              <p:nvPr/>
            </p:nvGrpSpPr>
            <p:grpSpPr>
              <a:xfrm>
                <a:off x="844" y="2552"/>
                <a:ext cx="670" cy="195"/>
                <a:chOff x="1344" y="3321"/>
                <a:chExt cx="905" cy="244"/>
              </a:xfrm>
            </p:grpSpPr>
            <p:sp>
              <p:nvSpPr>
                <p:cNvPr id="25666" name="WordArt 188"/>
                <p:cNvSpPr>
                  <a:spLocks noTextEdit="1"/>
                </p:cNvSpPr>
                <p:nvPr/>
              </p:nvSpPr>
              <p:spPr>
                <a:xfrm>
                  <a:off x="1600" y="3354"/>
                  <a:ext cx="454" cy="194"/>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5667" name="WordArt 189"/>
                <p:cNvSpPr>
                  <a:spLocks noTextEdit="1"/>
                </p:cNvSpPr>
                <p:nvPr/>
              </p:nvSpPr>
              <p:spPr>
                <a:xfrm>
                  <a:off x="2087" y="3363"/>
                  <a:ext cx="162" cy="202"/>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25668" name="WordArt 190"/>
                <p:cNvSpPr>
                  <a:spLocks noTextEdit="1"/>
                </p:cNvSpPr>
                <p:nvPr/>
              </p:nvSpPr>
              <p:spPr>
                <a:xfrm>
                  <a:off x="1344" y="3321"/>
                  <a:ext cx="251" cy="233"/>
                </a:xfrm>
                <a:prstGeom prst="rect">
                  <a:avLst/>
                </a:prstGeom>
              </p:spPr>
              <p:txBody>
                <a:bodyPr wrap="none" fromWordArt="1">
                  <a:prstTxWarp prst="textPlain">
                    <a:avLst>
                      <a:gd name="adj" fmla="val 56523"/>
                    </a:avLst>
                  </a:prstTxWarp>
                  <a:normAutofit fontScale="40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grpSp>
          <p:grpSp>
            <p:nvGrpSpPr>
              <p:cNvPr id="25669" name="Group 191"/>
              <p:cNvGrpSpPr/>
              <p:nvPr/>
            </p:nvGrpSpPr>
            <p:grpSpPr>
              <a:xfrm>
                <a:off x="1694" y="2593"/>
                <a:ext cx="268" cy="168"/>
                <a:chOff x="1694" y="2593"/>
                <a:chExt cx="268" cy="168"/>
              </a:xfrm>
            </p:grpSpPr>
            <p:sp>
              <p:nvSpPr>
                <p:cNvPr id="25670" name="WordArt 192"/>
                <p:cNvSpPr>
                  <a:spLocks noTextEdit="1"/>
                </p:cNvSpPr>
                <p:nvPr/>
              </p:nvSpPr>
              <p:spPr>
                <a:xfrm>
                  <a:off x="1694" y="2593"/>
                  <a:ext cx="114" cy="168"/>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i="1">
                      <a:ln w="9525" cap="flat" cmpd="sng">
                        <a:solidFill>
                          <a:srgbClr val="9900CC"/>
                        </a:solidFill>
                        <a:prstDash val="solid"/>
                        <a:round/>
                        <a:headEnd type="none" w="med" len="med"/>
                        <a:tailEnd type="none" w="med" len="med"/>
                      </a:ln>
                      <a:solidFill>
                        <a:srgbClr val="9900CC"/>
                      </a:solidFill>
                      <a:latin typeface="Times New Roman" panose="02020603050405020304" pitchFamily="18" charset="0"/>
                      <a:ea typeface="Times New Roman" panose="02020603050405020304" pitchFamily="18" charset="0"/>
                    </a:rPr>
                    <a:t>k</a:t>
                  </a:r>
                </a:p>
              </p:txBody>
            </p:sp>
            <p:sp>
              <p:nvSpPr>
                <p:cNvPr id="25671" name="WordArt 193"/>
                <p:cNvSpPr>
                  <a:spLocks noTextEdit="1"/>
                </p:cNvSpPr>
                <p:nvPr/>
              </p:nvSpPr>
              <p:spPr>
                <a:xfrm>
                  <a:off x="1782" y="2608"/>
                  <a:ext cx="180" cy="150"/>
                </a:xfrm>
                <a:prstGeom prst="rect">
                  <a:avLst/>
                </a:prstGeom>
              </p:spPr>
              <p:txBody>
                <a:bodyPr wrap="none" fromWordArt="1">
                  <a:prstTxWarp prst="textPlain">
                    <a:avLst>
                      <a:gd name="adj" fmla="val 59412"/>
                    </a:avLst>
                  </a:prstTxWarp>
                  <a:normAutofit fontScale="32500" lnSpcReduction="20000"/>
                </a:bodyPr>
                <a:lstStyle/>
                <a:p>
                  <a:pPr algn="ctr"/>
                  <a:r>
                    <a:rPr lang="zh-CN" altLang="en-US" sz="3600" i="1">
                      <a:ln w="9525" cap="flat" cmpd="sng">
                        <a:solidFill>
                          <a:srgbClr val="9900CC"/>
                        </a:solidFill>
                        <a:prstDash val="solid"/>
                        <a:round/>
                        <a:headEnd type="none" w="med" len="med"/>
                        <a:tailEnd type="none" w="med" len="med"/>
                      </a:ln>
                      <a:solidFill>
                        <a:srgbClr val="9900CC"/>
                      </a:solidFill>
                      <a:latin typeface="Symbol" panose="05050102010706020507" charset="0"/>
                      <a:ea typeface="Symbol" panose="05050102010706020507" charset="0"/>
                    </a:rPr>
                    <a:t>l</a:t>
                  </a:r>
                </a:p>
              </p:txBody>
            </p:sp>
          </p:grpSp>
        </p:grpSp>
        <p:grpSp>
          <p:nvGrpSpPr>
            <p:cNvPr id="25672" name="Group 194"/>
            <p:cNvGrpSpPr/>
            <p:nvPr/>
          </p:nvGrpSpPr>
          <p:grpSpPr>
            <a:xfrm rot="5400000">
              <a:off x="1589" y="2798"/>
              <a:ext cx="56" cy="123"/>
              <a:chOff x="2928" y="3216"/>
              <a:chExt cx="48" cy="240"/>
            </a:xfrm>
          </p:grpSpPr>
          <p:sp>
            <p:nvSpPr>
              <p:cNvPr id="25673" name="Line 195"/>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5674" name="Line 196"/>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25675" name="Group 197"/>
            <p:cNvGrpSpPr/>
            <p:nvPr/>
          </p:nvGrpSpPr>
          <p:grpSpPr>
            <a:xfrm>
              <a:off x="855" y="2730"/>
              <a:ext cx="670" cy="196"/>
              <a:chOff x="1344" y="3321"/>
              <a:chExt cx="905" cy="244"/>
            </a:xfrm>
          </p:grpSpPr>
          <p:sp>
            <p:nvSpPr>
              <p:cNvPr id="25676" name="WordArt 198"/>
              <p:cNvSpPr>
                <a:spLocks noTextEdit="1"/>
              </p:cNvSpPr>
              <p:nvPr/>
            </p:nvSpPr>
            <p:spPr>
              <a:xfrm>
                <a:off x="1600" y="3354"/>
                <a:ext cx="454" cy="194"/>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5677" name="WordArt 199"/>
              <p:cNvSpPr>
                <a:spLocks noTextEdit="1"/>
              </p:cNvSpPr>
              <p:nvPr/>
            </p:nvSpPr>
            <p:spPr>
              <a:xfrm>
                <a:off x="2087" y="3363"/>
                <a:ext cx="162" cy="202"/>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25678" name="WordArt 200"/>
              <p:cNvSpPr>
                <a:spLocks noTextEdit="1"/>
              </p:cNvSpPr>
              <p:nvPr/>
            </p:nvSpPr>
            <p:spPr>
              <a:xfrm>
                <a:off x="1344" y="3321"/>
                <a:ext cx="251" cy="233"/>
              </a:xfrm>
              <a:prstGeom prst="rect">
                <a:avLst/>
              </a:prstGeom>
            </p:spPr>
            <p:txBody>
              <a:bodyPr wrap="none" fromWordArt="1">
                <a:prstTxWarp prst="textPlain">
                  <a:avLst>
                    <a:gd name="adj" fmla="val 56523"/>
                  </a:avLst>
                </a:prstTxWarp>
                <a:normAutofit fontScale="40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grpSp>
        <p:grpSp>
          <p:nvGrpSpPr>
            <p:cNvPr id="25679" name="Group 201"/>
            <p:cNvGrpSpPr/>
            <p:nvPr/>
          </p:nvGrpSpPr>
          <p:grpSpPr>
            <a:xfrm>
              <a:off x="1676" y="2748"/>
              <a:ext cx="310" cy="201"/>
              <a:chOff x="1653" y="2810"/>
              <a:chExt cx="310" cy="201"/>
            </a:xfrm>
          </p:grpSpPr>
          <p:grpSp>
            <p:nvGrpSpPr>
              <p:cNvPr id="25680" name="Group 202"/>
              <p:cNvGrpSpPr/>
              <p:nvPr/>
            </p:nvGrpSpPr>
            <p:grpSpPr>
              <a:xfrm>
                <a:off x="1653" y="2810"/>
                <a:ext cx="156" cy="201"/>
                <a:chOff x="2593" y="784"/>
                <a:chExt cx="234" cy="262"/>
              </a:xfrm>
            </p:grpSpPr>
            <p:sp>
              <p:nvSpPr>
                <p:cNvPr id="25681" name="WordArt 203"/>
                <p:cNvSpPr>
                  <a:spLocks noTextEdit="1"/>
                </p:cNvSpPr>
                <p:nvPr/>
              </p:nvSpPr>
              <p:spPr>
                <a:xfrm>
                  <a:off x="2593" y="843"/>
                  <a:ext cx="151" cy="203"/>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k</a:t>
                  </a:r>
                </a:p>
              </p:txBody>
            </p:sp>
            <p:sp>
              <p:nvSpPr>
                <p:cNvPr id="25682" name="Freeform 204"/>
                <p:cNvSpPr/>
                <p:nvPr/>
              </p:nvSpPr>
              <p:spPr>
                <a:xfrm rot="5978253" flipH="1">
                  <a:off x="2734" y="793"/>
                  <a:ext cx="102" cy="75"/>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FF0000"/>
                </a:solidFill>
                <a:ln w="9525" cap="flat" cmpd="sng">
                  <a:solidFill>
                    <a:srgbClr val="FF0000"/>
                  </a:solidFill>
                  <a:prstDash val="solid"/>
                  <a:round/>
                  <a:headEnd type="none" w="med" len="med"/>
                  <a:tailEnd type="none" w="med" len="med"/>
                </a:ln>
              </p:spPr>
              <p:txBody>
                <a:bodyPr/>
                <a:lstStyle/>
                <a:p>
                  <a:endParaRPr lang="zh-CN" altLang="en-US"/>
                </a:p>
              </p:txBody>
            </p:sp>
          </p:grpSp>
          <p:sp>
            <p:nvSpPr>
              <p:cNvPr id="25683" name="WordArt 205"/>
              <p:cNvSpPr>
                <a:spLocks noTextEdit="1"/>
              </p:cNvSpPr>
              <p:nvPr/>
            </p:nvSpPr>
            <p:spPr>
              <a:xfrm>
                <a:off x="1762" y="2847"/>
                <a:ext cx="188" cy="159"/>
              </a:xfrm>
              <a:prstGeom prst="rect">
                <a:avLst/>
              </a:prstGeom>
            </p:spPr>
            <p:txBody>
              <a:bodyPr wrap="none" fromWordArt="1">
                <a:prstTxWarp prst="textPlain">
                  <a:avLst>
                    <a:gd name="adj" fmla="val 59412"/>
                  </a:avLst>
                </a:prstTxWarp>
                <a:normAutofit fontScale="32500" lnSpcReduction="20000"/>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sp>
            <p:nvSpPr>
              <p:cNvPr id="25684" name="Freeform 206"/>
              <p:cNvSpPr/>
              <p:nvPr/>
            </p:nvSpPr>
            <p:spPr>
              <a:xfrm rot="5978253" flipH="1">
                <a:off x="1901" y="2841"/>
                <a:ext cx="67" cy="48"/>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FF0000"/>
              </a:solidFill>
              <a:ln w="9525" cap="flat" cmpd="sng">
                <a:solidFill>
                  <a:srgbClr val="FF0000"/>
                </a:solidFill>
                <a:prstDash val="solid"/>
                <a:round/>
                <a:headEnd type="none" w="med" len="med"/>
                <a:tailEnd type="none" w="med" len="med"/>
              </a:ln>
            </p:spPr>
            <p:txBody>
              <a:bodyPr/>
              <a:lstStyle/>
              <a:p>
                <a:endParaRPr lang="zh-CN" altLang="en-US"/>
              </a:p>
            </p:txBody>
          </p:sp>
        </p:grpSp>
        <p:sp>
          <p:nvSpPr>
            <p:cNvPr id="25685" name="WordArt 207"/>
            <p:cNvSpPr>
              <a:spLocks noTextEdit="1"/>
            </p:cNvSpPr>
            <p:nvPr/>
          </p:nvSpPr>
          <p:spPr>
            <a:xfrm>
              <a:off x="3547" y="2633"/>
              <a:ext cx="238" cy="187"/>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得</a:t>
              </a:r>
            </a:p>
          </p:txBody>
        </p:sp>
        <p:grpSp>
          <p:nvGrpSpPr>
            <p:cNvPr id="25686" name="Group 208"/>
            <p:cNvGrpSpPr/>
            <p:nvPr/>
          </p:nvGrpSpPr>
          <p:grpSpPr>
            <a:xfrm>
              <a:off x="2393" y="2630"/>
              <a:ext cx="851" cy="212"/>
              <a:chOff x="2754" y="2703"/>
              <a:chExt cx="851" cy="212"/>
            </a:xfrm>
          </p:grpSpPr>
          <p:grpSp>
            <p:nvGrpSpPr>
              <p:cNvPr id="25687" name="Group 209"/>
              <p:cNvGrpSpPr/>
              <p:nvPr/>
            </p:nvGrpSpPr>
            <p:grpSpPr>
              <a:xfrm>
                <a:off x="2754" y="2703"/>
                <a:ext cx="160" cy="212"/>
                <a:chOff x="2593" y="784"/>
                <a:chExt cx="234" cy="262"/>
              </a:xfrm>
            </p:grpSpPr>
            <p:sp>
              <p:nvSpPr>
                <p:cNvPr id="25688" name="WordArt 210"/>
                <p:cNvSpPr>
                  <a:spLocks noTextEdit="1"/>
                </p:cNvSpPr>
                <p:nvPr/>
              </p:nvSpPr>
              <p:spPr>
                <a:xfrm>
                  <a:off x="2593" y="843"/>
                  <a:ext cx="151" cy="203"/>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k</a:t>
                  </a:r>
                </a:p>
              </p:txBody>
            </p:sp>
            <p:sp>
              <p:nvSpPr>
                <p:cNvPr id="25689" name="Freeform 211"/>
                <p:cNvSpPr/>
                <p:nvPr/>
              </p:nvSpPr>
              <p:spPr>
                <a:xfrm rot="5978253" flipH="1">
                  <a:off x="2734" y="793"/>
                  <a:ext cx="102" cy="75"/>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FF0000"/>
                </a:solidFill>
                <a:ln w="9525" cap="flat" cmpd="sng">
                  <a:solidFill>
                    <a:srgbClr val="FF0000"/>
                  </a:solidFill>
                  <a:prstDash val="solid"/>
                  <a:round/>
                  <a:headEnd type="none" w="med" len="med"/>
                  <a:tailEnd type="none" w="med" len="med"/>
                </a:ln>
              </p:spPr>
              <p:txBody>
                <a:bodyPr/>
                <a:lstStyle/>
                <a:p>
                  <a:endParaRPr lang="zh-CN" altLang="en-US"/>
                </a:p>
              </p:txBody>
            </p:sp>
          </p:grpSp>
          <p:sp>
            <p:nvSpPr>
              <p:cNvPr id="25690" name="WordArt 212"/>
              <p:cNvSpPr>
                <a:spLocks noTextEdit="1"/>
              </p:cNvSpPr>
              <p:nvPr/>
            </p:nvSpPr>
            <p:spPr>
              <a:xfrm>
                <a:off x="2866" y="2742"/>
                <a:ext cx="193" cy="168"/>
              </a:xfrm>
              <a:prstGeom prst="rect">
                <a:avLst/>
              </a:prstGeom>
            </p:spPr>
            <p:txBody>
              <a:bodyPr wrap="none" fromWordArt="1">
                <a:prstTxWarp prst="textPlain">
                  <a:avLst>
                    <a:gd name="adj" fmla="val 59412"/>
                  </a:avLst>
                </a:prstTxWarp>
                <a:normAutofit fontScale="40000" lnSpcReduction="20000"/>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sp>
            <p:nvSpPr>
              <p:cNvPr id="25691" name="Freeform 213"/>
              <p:cNvSpPr/>
              <p:nvPr/>
            </p:nvSpPr>
            <p:spPr>
              <a:xfrm rot="5978253" flipH="1">
                <a:off x="3030" y="2713"/>
                <a:ext cx="71" cy="50"/>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FF0000"/>
              </a:solidFill>
              <a:ln w="9525" cap="flat" cmpd="sng">
                <a:solidFill>
                  <a:srgbClr val="FF0000"/>
                </a:solidFill>
                <a:prstDash val="solid"/>
                <a:round/>
                <a:headEnd type="none" w="med" len="med"/>
                <a:tailEnd type="none" w="med" len="med"/>
              </a:ln>
            </p:spPr>
            <p:txBody>
              <a:bodyPr/>
              <a:lstStyle/>
              <a:p>
                <a:endParaRPr lang="zh-CN" altLang="en-US"/>
              </a:p>
            </p:txBody>
          </p:sp>
          <p:sp>
            <p:nvSpPr>
              <p:cNvPr id="25692" name="WordArt 214"/>
              <p:cNvSpPr>
                <a:spLocks noTextEdit="1"/>
              </p:cNvSpPr>
              <p:nvPr/>
            </p:nvSpPr>
            <p:spPr>
              <a:xfrm>
                <a:off x="3329" y="2725"/>
                <a:ext cx="118" cy="177"/>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i="1">
                    <a:ln w="9525" cap="flat" cmpd="sng">
                      <a:solidFill>
                        <a:srgbClr val="9900CC"/>
                      </a:solidFill>
                      <a:prstDash val="solid"/>
                      <a:round/>
                      <a:headEnd type="none" w="med" len="med"/>
                      <a:tailEnd type="none" w="med" len="med"/>
                    </a:ln>
                    <a:solidFill>
                      <a:srgbClr val="9900CC"/>
                    </a:solidFill>
                    <a:latin typeface="Times New Roman" panose="02020603050405020304" pitchFamily="18" charset="0"/>
                    <a:ea typeface="Times New Roman" panose="02020603050405020304" pitchFamily="18" charset="0"/>
                  </a:rPr>
                  <a:t>k</a:t>
                </a:r>
              </a:p>
            </p:txBody>
          </p:sp>
          <p:sp>
            <p:nvSpPr>
              <p:cNvPr id="25693" name="WordArt 215"/>
              <p:cNvSpPr>
                <a:spLocks noTextEdit="1"/>
              </p:cNvSpPr>
              <p:nvPr/>
            </p:nvSpPr>
            <p:spPr>
              <a:xfrm>
                <a:off x="3420" y="2741"/>
                <a:ext cx="185" cy="158"/>
              </a:xfrm>
              <a:prstGeom prst="rect">
                <a:avLst/>
              </a:prstGeom>
            </p:spPr>
            <p:txBody>
              <a:bodyPr wrap="none" fromWordArt="1">
                <a:prstTxWarp prst="textPlain">
                  <a:avLst>
                    <a:gd name="adj" fmla="val 59412"/>
                  </a:avLst>
                </a:prstTxWarp>
                <a:normAutofit fontScale="32500" lnSpcReduction="20000"/>
              </a:bodyPr>
              <a:lstStyle/>
              <a:p>
                <a:pPr algn="ctr"/>
                <a:r>
                  <a:rPr lang="zh-CN" altLang="en-US" sz="3600" i="1">
                    <a:ln w="9525" cap="flat" cmpd="sng">
                      <a:solidFill>
                        <a:srgbClr val="9900CC"/>
                      </a:solidFill>
                      <a:prstDash val="solid"/>
                      <a:round/>
                      <a:headEnd type="none" w="med" len="med"/>
                      <a:tailEnd type="none" w="med" len="med"/>
                    </a:ln>
                    <a:solidFill>
                      <a:srgbClr val="9900CC"/>
                    </a:solidFill>
                    <a:latin typeface="Symbol" panose="05050102010706020507" charset="0"/>
                    <a:ea typeface="Symbol" panose="05050102010706020507" charset="0"/>
                  </a:rPr>
                  <a:t>l</a:t>
                </a:r>
              </a:p>
            </p:txBody>
          </p:sp>
          <p:grpSp>
            <p:nvGrpSpPr>
              <p:cNvPr id="25694" name="Group 216"/>
              <p:cNvGrpSpPr/>
              <p:nvPr/>
            </p:nvGrpSpPr>
            <p:grpSpPr>
              <a:xfrm rot="5400000">
                <a:off x="3174" y="2769"/>
                <a:ext cx="59" cy="127"/>
                <a:chOff x="2928" y="3216"/>
                <a:chExt cx="48" cy="240"/>
              </a:xfrm>
            </p:grpSpPr>
            <p:sp>
              <p:nvSpPr>
                <p:cNvPr id="25695" name="Line 217"/>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5696" name="Line 218"/>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sp>
          <p:nvSpPr>
            <p:cNvPr id="25697" name="WordArt 219"/>
            <p:cNvSpPr>
              <a:spLocks noTextEdit="1"/>
            </p:cNvSpPr>
            <p:nvPr/>
          </p:nvSpPr>
          <p:spPr>
            <a:xfrm>
              <a:off x="4044" y="2656"/>
              <a:ext cx="405" cy="14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653.3</a:t>
              </a:r>
            </a:p>
          </p:txBody>
        </p:sp>
        <p:grpSp>
          <p:nvGrpSpPr>
            <p:cNvPr id="25698" name="Group 220"/>
            <p:cNvGrpSpPr/>
            <p:nvPr/>
          </p:nvGrpSpPr>
          <p:grpSpPr>
            <a:xfrm>
              <a:off x="4529" y="2610"/>
              <a:ext cx="156" cy="201"/>
              <a:chOff x="2593" y="784"/>
              <a:chExt cx="234" cy="262"/>
            </a:xfrm>
          </p:grpSpPr>
          <p:sp>
            <p:nvSpPr>
              <p:cNvPr id="25699" name="WordArt 221"/>
              <p:cNvSpPr>
                <a:spLocks noTextEdit="1"/>
              </p:cNvSpPr>
              <p:nvPr/>
            </p:nvSpPr>
            <p:spPr>
              <a:xfrm>
                <a:off x="2593" y="843"/>
                <a:ext cx="151" cy="203"/>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k</a:t>
                </a:r>
              </a:p>
            </p:txBody>
          </p:sp>
          <p:sp>
            <p:nvSpPr>
              <p:cNvPr id="25700" name="Freeform 222"/>
              <p:cNvSpPr/>
              <p:nvPr/>
            </p:nvSpPr>
            <p:spPr>
              <a:xfrm rot="5978253" flipH="1">
                <a:off x="2734" y="793"/>
                <a:ext cx="102" cy="75"/>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FF0000"/>
              </a:solidFill>
              <a:ln w="9525" cap="flat" cmpd="sng">
                <a:solidFill>
                  <a:srgbClr val="FF0000"/>
                </a:solidFill>
                <a:prstDash val="solid"/>
                <a:round/>
                <a:headEnd type="none" w="med" len="med"/>
                <a:tailEnd type="none" w="med" len="med"/>
              </a:ln>
            </p:spPr>
            <p:txBody>
              <a:bodyPr/>
              <a:lstStyle/>
              <a:p>
                <a:endParaRPr lang="zh-CN" altLang="en-US"/>
              </a:p>
            </p:txBody>
          </p:sp>
        </p:grpSp>
        <p:grpSp>
          <p:nvGrpSpPr>
            <p:cNvPr id="25701" name="Group 223"/>
            <p:cNvGrpSpPr/>
            <p:nvPr/>
          </p:nvGrpSpPr>
          <p:grpSpPr>
            <a:xfrm rot="5400000">
              <a:off x="4767" y="2671"/>
              <a:ext cx="56" cy="123"/>
              <a:chOff x="2928" y="3216"/>
              <a:chExt cx="48" cy="240"/>
            </a:xfrm>
          </p:grpSpPr>
          <p:sp>
            <p:nvSpPr>
              <p:cNvPr id="25702" name="Line 224"/>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5703" name="Line 225"/>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5704" name="WordArt 226"/>
            <p:cNvSpPr>
              <a:spLocks noTextEdit="1"/>
            </p:cNvSpPr>
            <p:nvPr/>
          </p:nvSpPr>
          <p:spPr>
            <a:xfrm>
              <a:off x="4912" y="2671"/>
              <a:ext cx="413" cy="13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9900CC"/>
                    </a:solidFill>
                    <a:prstDash val="solid"/>
                    <a:round/>
                    <a:headEnd type="none" w="med" len="med"/>
                    <a:tailEnd type="none" w="med" len="med"/>
                  </a:ln>
                  <a:solidFill>
                    <a:srgbClr val="9900CC"/>
                  </a:solidFill>
                  <a:latin typeface="Times New Roman" panose="02020603050405020304" pitchFamily="18" charset="0"/>
                  <a:ea typeface="Times New Roman" panose="02020603050405020304" pitchFamily="18" charset="0"/>
                </a:rPr>
                <a:t>410.2</a:t>
              </a:r>
            </a:p>
          </p:txBody>
        </p:sp>
        <p:sp>
          <p:nvSpPr>
            <p:cNvPr id="25705" name="WordArt 227"/>
            <p:cNvSpPr>
              <a:spLocks noTextEdit="1"/>
            </p:cNvSpPr>
            <p:nvPr/>
          </p:nvSpPr>
          <p:spPr>
            <a:xfrm>
              <a:off x="5370" y="2649"/>
              <a:ext cx="114" cy="168"/>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i="1">
                  <a:ln w="9525" cap="flat" cmpd="sng">
                    <a:solidFill>
                      <a:srgbClr val="9900CC"/>
                    </a:solidFill>
                    <a:prstDash val="solid"/>
                    <a:round/>
                    <a:headEnd type="none" w="med" len="med"/>
                    <a:tailEnd type="none" w="med" len="med"/>
                  </a:ln>
                  <a:solidFill>
                    <a:srgbClr val="9900CC"/>
                  </a:solidFill>
                  <a:latin typeface="Times New Roman" panose="02020603050405020304" pitchFamily="18" charset="0"/>
                  <a:ea typeface="Times New Roman" panose="02020603050405020304" pitchFamily="18" charset="0"/>
                </a:rPr>
                <a:t>k</a:t>
              </a:r>
            </a:p>
          </p:txBody>
        </p:sp>
        <p:sp>
          <p:nvSpPr>
            <p:cNvPr id="25706" name="AutoShape 228"/>
            <p:cNvSpPr/>
            <p:nvPr/>
          </p:nvSpPr>
          <p:spPr>
            <a:xfrm>
              <a:off x="2045" y="2604"/>
              <a:ext cx="186" cy="293"/>
            </a:xfrm>
            <a:prstGeom prst="rightBrace">
              <a:avLst>
                <a:gd name="adj1" fmla="val 13098"/>
                <a:gd name="adj2" fmla="val 50000"/>
              </a:avLst>
            </a:prstGeom>
            <a:noFill/>
            <a:ln w="2857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707" name="WordArt 229"/>
            <p:cNvSpPr>
              <a:spLocks noTextEdit="1"/>
            </p:cNvSpPr>
            <p:nvPr/>
          </p:nvSpPr>
          <p:spPr>
            <a:xfrm>
              <a:off x="893" y="3103"/>
              <a:ext cx="2254" cy="155"/>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首次重合，两级次应取能满足</a:t>
              </a:r>
            </a:p>
          </p:txBody>
        </p:sp>
        <p:grpSp>
          <p:nvGrpSpPr>
            <p:cNvPr id="25708" name="Group 230"/>
            <p:cNvGrpSpPr/>
            <p:nvPr/>
          </p:nvGrpSpPr>
          <p:grpSpPr>
            <a:xfrm>
              <a:off x="4145" y="3117"/>
              <a:ext cx="156" cy="201"/>
              <a:chOff x="2593" y="784"/>
              <a:chExt cx="234" cy="262"/>
            </a:xfrm>
          </p:grpSpPr>
          <p:sp>
            <p:nvSpPr>
              <p:cNvPr id="25709" name="WordArt 231"/>
              <p:cNvSpPr>
                <a:spLocks noTextEdit="1"/>
              </p:cNvSpPr>
              <p:nvPr/>
            </p:nvSpPr>
            <p:spPr>
              <a:xfrm>
                <a:off x="2593" y="843"/>
                <a:ext cx="151" cy="203"/>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k</a:t>
                </a:r>
              </a:p>
            </p:txBody>
          </p:sp>
          <p:sp>
            <p:nvSpPr>
              <p:cNvPr id="25710" name="Freeform 232"/>
              <p:cNvSpPr/>
              <p:nvPr/>
            </p:nvSpPr>
            <p:spPr>
              <a:xfrm rot="5978253" flipH="1">
                <a:off x="2734" y="793"/>
                <a:ext cx="102" cy="75"/>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FF0000"/>
              </a:solidFill>
              <a:ln w="9525" cap="flat" cmpd="sng">
                <a:solidFill>
                  <a:srgbClr val="FF0000"/>
                </a:solidFill>
                <a:prstDash val="solid"/>
                <a:round/>
                <a:headEnd type="none" w="med" len="med"/>
                <a:tailEnd type="none" w="med" len="med"/>
              </a:ln>
            </p:spPr>
            <p:txBody>
              <a:bodyPr/>
              <a:lstStyle/>
              <a:p>
                <a:endParaRPr lang="zh-CN" altLang="en-US"/>
              </a:p>
            </p:txBody>
          </p:sp>
        </p:grpSp>
        <p:sp>
          <p:nvSpPr>
            <p:cNvPr id="25711" name="WordArt 233"/>
            <p:cNvSpPr>
              <a:spLocks noTextEdit="1"/>
            </p:cNvSpPr>
            <p:nvPr/>
          </p:nvSpPr>
          <p:spPr>
            <a:xfrm>
              <a:off x="3571" y="3185"/>
              <a:ext cx="250" cy="14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则</a:t>
              </a:r>
            </a:p>
          </p:txBody>
        </p:sp>
        <p:grpSp>
          <p:nvGrpSpPr>
            <p:cNvPr id="25712" name="Group 234"/>
            <p:cNvGrpSpPr/>
            <p:nvPr/>
          </p:nvGrpSpPr>
          <p:grpSpPr>
            <a:xfrm rot="5400000">
              <a:off x="4390" y="3179"/>
              <a:ext cx="56" cy="123"/>
              <a:chOff x="2928" y="3216"/>
              <a:chExt cx="48" cy="240"/>
            </a:xfrm>
          </p:grpSpPr>
          <p:sp>
            <p:nvSpPr>
              <p:cNvPr id="25713" name="Line 235"/>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5714" name="Line 236"/>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5715" name="WordArt 237"/>
            <p:cNvSpPr>
              <a:spLocks noTextEdit="1"/>
            </p:cNvSpPr>
            <p:nvPr/>
          </p:nvSpPr>
          <p:spPr>
            <a:xfrm>
              <a:off x="4535" y="3160"/>
              <a:ext cx="91" cy="150"/>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5</a:t>
              </a:r>
            </a:p>
          </p:txBody>
        </p:sp>
        <p:sp>
          <p:nvSpPr>
            <p:cNvPr id="25716" name="WordArt 238"/>
            <p:cNvSpPr>
              <a:spLocks noTextEdit="1"/>
            </p:cNvSpPr>
            <p:nvPr/>
          </p:nvSpPr>
          <p:spPr>
            <a:xfrm>
              <a:off x="5009" y="3124"/>
              <a:ext cx="114" cy="168"/>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i="1">
                  <a:ln w="9525" cap="flat" cmpd="sng">
                    <a:solidFill>
                      <a:srgbClr val="9900CC"/>
                    </a:solidFill>
                    <a:prstDash val="solid"/>
                    <a:round/>
                    <a:headEnd type="none" w="med" len="med"/>
                    <a:tailEnd type="none" w="med" len="med"/>
                  </a:ln>
                  <a:solidFill>
                    <a:srgbClr val="9900CC"/>
                  </a:solidFill>
                  <a:latin typeface="Times New Roman" panose="02020603050405020304" pitchFamily="18" charset="0"/>
                  <a:ea typeface="Times New Roman" panose="02020603050405020304" pitchFamily="18" charset="0"/>
                </a:rPr>
                <a:t>k</a:t>
              </a:r>
            </a:p>
          </p:txBody>
        </p:sp>
        <p:grpSp>
          <p:nvGrpSpPr>
            <p:cNvPr id="25717" name="Group 239"/>
            <p:cNvGrpSpPr/>
            <p:nvPr/>
          </p:nvGrpSpPr>
          <p:grpSpPr>
            <a:xfrm rot="5400000">
              <a:off x="5202" y="3161"/>
              <a:ext cx="56" cy="123"/>
              <a:chOff x="2928" y="3216"/>
              <a:chExt cx="48" cy="240"/>
            </a:xfrm>
          </p:grpSpPr>
          <p:sp>
            <p:nvSpPr>
              <p:cNvPr id="25718" name="Line 240"/>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5719" name="Line 241"/>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5720" name="WordArt 242"/>
            <p:cNvSpPr>
              <a:spLocks noTextEdit="1"/>
            </p:cNvSpPr>
            <p:nvPr/>
          </p:nvSpPr>
          <p:spPr>
            <a:xfrm>
              <a:off x="5346" y="3153"/>
              <a:ext cx="91" cy="150"/>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8</a:t>
              </a:r>
            </a:p>
          </p:txBody>
        </p:sp>
        <p:sp>
          <p:nvSpPr>
            <p:cNvPr id="25721" name="WordArt 243"/>
            <p:cNvSpPr>
              <a:spLocks noTextEdit="1"/>
            </p:cNvSpPr>
            <p:nvPr/>
          </p:nvSpPr>
          <p:spPr>
            <a:xfrm>
              <a:off x="4806" y="3237"/>
              <a:ext cx="35" cy="6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25722" name="WordArt 244"/>
            <p:cNvSpPr>
              <a:spLocks noTextEdit="1"/>
            </p:cNvSpPr>
            <p:nvPr/>
          </p:nvSpPr>
          <p:spPr>
            <a:xfrm>
              <a:off x="1729" y="3291"/>
              <a:ext cx="1461" cy="155"/>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此等式的最低整数：</a:t>
              </a:r>
            </a:p>
          </p:txBody>
        </p:sp>
      </p:grpSp>
      <p:grpSp>
        <p:nvGrpSpPr>
          <p:cNvPr id="2" name="Group 249"/>
          <p:cNvGrpSpPr/>
          <p:nvPr/>
        </p:nvGrpSpPr>
        <p:grpSpPr>
          <a:xfrm>
            <a:off x="0" y="331788"/>
            <a:ext cx="9144000" cy="3502025"/>
            <a:chOff x="0" y="209"/>
            <a:chExt cx="5760" cy="2206"/>
          </a:xfrm>
        </p:grpSpPr>
        <p:sp>
          <p:nvSpPr>
            <p:cNvPr id="25724" name="Arc 12"/>
            <p:cNvSpPr/>
            <p:nvPr/>
          </p:nvSpPr>
          <p:spPr>
            <a:xfrm>
              <a:off x="2161" y="1549"/>
              <a:ext cx="407" cy="427"/>
            </a:xfrm>
            <a:custGeom>
              <a:avLst/>
              <a:gdLst/>
              <a:ahLst/>
              <a:cxnLst>
                <a:cxn ang="0">
                  <a:pos x="0" y="0"/>
                </a:cxn>
                <a:cxn ang="0">
                  <a:pos x="0" y="0"/>
                </a:cxn>
                <a:cxn ang="0">
                  <a:pos x="0" y="0"/>
                </a:cxn>
              </a:cxnLst>
              <a:rect l="0" t="0" r="0" b="0"/>
              <a:pathLst>
                <a:path w="21600" h="26070" fill="none">
                  <a:moveTo>
                    <a:pt x="13999" y="0"/>
                  </a:moveTo>
                  <a:cubicBezTo>
                    <a:pt x="18821" y="4104"/>
                    <a:pt x="21600" y="10117"/>
                    <a:pt x="21600" y="16449"/>
                  </a:cubicBezTo>
                  <a:cubicBezTo>
                    <a:pt x="21600" y="19787"/>
                    <a:pt x="20826" y="23080"/>
                    <a:pt x="19338" y="26069"/>
                  </a:cubicBezTo>
                </a:path>
                <a:path w="21600" h="26070" stroke="0">
                  <a:moveTo>
                    <a:pt x="13999" y="0"/>
                  </a:moveTo>
                  <a:cubicBezTo>
                    <a:pt x="18821" y="4104"/>
                    <a:pt x="21600" y="10117"/>
                    <a:pt x="21600" y="16449"/>
                  </a:cubicBezTo>
                  <a:cubicBezTo>
                    <a:pt x="21600" y="19787"/>
                    <a:pt x="20826" y="23080"/>
                    <a:pt x="19338" y="26069"/>
                  </a:cubicBezTo>
                  <a:lnTo>
                    <a:pt x="0" y="16449"/>
                  </a:lnTo>
                  <a:lnTo>
                    <a:pt x="13999" y="0"/>
                  </a:lnTo>
                  <a:close/>
                </a:path>
              </a:pathLst>
            </a:custGeom>
            <a:noFill/>
            <a:ln w="19050" cap="flat" cmpd="sng">
              <a:solidFill>
                <a:schemeClr val="tx1"/>
              </a:solidFill>
              <a:prstDash val="solid"/>
              <a:round/>
              <a:headEnd type="none" w="med" len="med"/>
              <a:tailEnd type="none" w="med" len="med"/>
            </a:ln>
          </p:spPr>
          <p:txBody>
            <a:bodyPr/>
            <a:lstStyle/>
            <a:p>
              <a:endParaRPr lang="zh-CN" altLang="en-US"/>
            </a:p>
          </p:txBody>
        </p:sp>
        <p:sp>
          <p:nvSpPr>
            <p:cNvPr id="25725" name="Line 13"/>
            <p:cNvSpPr/>
            <p:nvPr/>
          </p:nvSpPr>
          <p:spPr>
            <a:xfrm flipH="1">
              <a:off x="915" y="1972"/>
              <a:ext cx="0" cy="239"/>
            </a:xfrm>
            <a:prstGeom prst="line">
              <a:avLst/>
            </a:prstGeom>
            <a:ln w="76200" cap="flat" cmpd="sng">
              <a:solidFill>
                <a:schemeClr val="tx1"/>
              </a:solidFill>
              <a:prstDash val="solid"/>
              <a:round/>
              <a:headEnd type="none" w="med" len="med"/>
              <a:tailEnd type="none" w="med" len="med"/>
            </a:ln>
          </p:spPr>
        </p:sp>
        <p:sp>
          <p:nvSpPr>
            <p:cNvPr id="252942" name="Oval 14"/>
            <p:cNvSpPr>
              <a:spLocks noChangeArrowheads="1"/>
            </p:cNvSpPr>
            <p:nvPr/>
          </p:nvSpPr>
          <p:spPr bwMode="auto">
            <a:xfrm>
              <a:off x="1073" y="1807"/>
              <a:ext cx="84" cy="286"/>
            </a:xfrm>
            <a:prstGeom prst="ellipse">
              <a:avLst/>
            </a:prstGeom>
            <a:gradFill rotWithShape="0">
              <a:gsLst>
                <a:gs pos="0">
                  <a:srgbClr val="3366CC"/>
                </a:gs>
                <a:gs pos="50000">
                  <a:schemeClr val="bg1"/>
                </a:gs>
                <a:gs pos="100000">
                  <a:srgbClr val="3366CC"/>
                </a:gs>
              </a:gsLst>
              <a:lin ang="0" scaled="1"/>
            </a:gra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6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727" name="Line 15"/>
            <p:cNvSpPr/>
            <p:nvPr/>
          </p:nvSpPr>
          <p:spPr>
            <a:xfrm>
              <a:off x="1192" y="1830"/>
              <a:ext cx="274" cy="0"/>
            </a:xfrm>
            <a:prstGeom prst="line">
              <a:avLst/>
            </a:prstGeom>
            <a:ln w="9525" cap="flat" cmpd="sng">
              <a:solidFill>
                <a:schemeClr val="tx1"/>
              </a:solidFill>
              <a:prstDash val="solid"/>
              <a:round/>
              <a:headEnd type="none" w="med" len="med"/>
              <a:tailEnd type="triangle" w="med" len="med"/>
            </a:ln>
          </p:spPr>
        </p:sp>
        <p:sp>
          <p:nvSpPr>
            <p:cNvPr id="25728" name="Line 16"/>
            <p:cNvSpPr/>
            <p:nvPr/>
          </p:nvSpPr>
          <p:spPr>
            <a:xfrm>
              <a:off x="1188" y="1956"/>
              <a:ext cx="273" cy="0"/>
            </a:xfrm>
            <a:prstGeom prst="line">
              <a:avLst/>
            </a:prstGeom>
            <a:ln w="9525" cap="flat" cmpd="sng">
              <a:solidFill>
                <a:schemeClr val="tx1"/>
              </a:solidFill>
              <a:prstDash val="solid"/>
              <a:round/>
              <a:headEnd type="none" w="med" len="med"/>
              <a:tailEnd type="triangle" w="med" len="med"/>
            </a:ln>
          </p:spPr>
        </p:sp>
        <p:sp>
          <p:nvSpPr>
            <p:cNvPr id="25729" name="Line 17"/>
            <p:cNvSpPr/>
            <p:nvPr/>
          </p:nvSpPr>
          <p:spPr>
            <a:xfrm>
              <a:off x="1192" y="2066"/>
              <a:ext cx="274" cy="0"/>
            </a:xfrm>
            <a:prstGeom prst="line">
              <a:avLst/>
            </a:prstGeom>
            <a:ln w="9525" cap="flat" cmpd="sng">
              <a:solidFill>
                <a:schemeClr val="tx1"/>
              </a:solidFill>
              <a:prstDash val="solid"/>
              <a:round/>
              <a:headEnd type="none" w="med" len="med"/>
              <a:tailEnd type="triangle" w="med" len="med"/>
            </a:ln>
          </p:spPr>
        </p:sp>
        <p:sp>
          <p:nvSpPr>
            <p:cNvPr id="25730" name="Line 30"/>
            <p:cNvSpPr/>
            <p:nvPr/>
          </p:nvSpPr>
          <p:spPr>
            <a:xfrm>
              <a:off x="1666" y="1976"/>
              <a:ext cx="2562" cy="0"/>
            </a:xfrm>
            <a:prstGeom prst="line">
              <a:avLst/>
            </a:prstGeom>
            <a:ln w="9525" cap="flat" cmpd="sng">
              <a:solidFill>
                <a:schemeClr val="tx1"/>
              </a:solidFill>
              <a:prstDash val="lgDashDot"/>
              <a:round/>
              <a:headEnd type="none" w="med" len="med"/>
              <a:tailEnd type="none" w="med" len="med"/>
            </a:ln>
          </p:spPr>
        </p:sp>
        <p:sp>
          <p:nvSpPr>
            <p:cNvPr id="25731" name="WordArt 31"/>
            <p:cNvSpPr>
              <a:spLocks noTextEdit="1"/>
            </p:cNvSpPr>
            <p:nvPr/>
          </p:nvSpPr>
          <p:spPr>
            <a:xfrm>
              <a:off x="1269" y="1443"/>
              <a:ext cx="547" cy="157"/>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光栅</a:t>
              </a:r>
            </a:p>
          </p:txBody>
        </p:sp>
        <p:sp>
          <p:nvSpPr>
            <p:cNvPr id="25732" name="WordArt 32"/>
            <p:cNvSpPr>
              <a:spLocks noTextEdit="1"/>
            </p:cNvSpPr>
            <p:nvPr/>
          </p:nvSpPr>
          <p:spPr>
            <a:xfrm rot="5400000">
              <a:off x="269" y="1831"/>
              <a:ext cx="519" cy="165"/>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氢灯</a:t>
              </a:r>
            </a:p>
          </p:txBody>
        </p:sp>
        <p:sp>
          <p:nvSpPr>
            <p:cNvPr id="25733" name="Line 33"/>
            <p:cNvSpPr/>
            <p:nvPr/>
          </p:nvSpPr>
          <p:spPr>
            <a:xfrm flipV="1">
              <a:off x="1606" y="985"/>
              <a:ext cx="1856" cy="933"/>
            </a:xfrm>
            <a:prstGeom prst="line">
              <a:avLst/>
            </a:prstGeom>
            <a:ln w="57150" cap="flat" cmpd="sng">
              <a:solidFill>
                <a:srgbClr val="FF0000"/>
              </a:solidFill>
              <a:prstDash val="solid"/>
              <a:round/>
              <a:headEnd type="none" w="med" len="med"/>
              <a:tailEnd type="none" w="med" len="med"/>
            </a:ln>
          </p:spPr>
        </p:sp>
        <p:sp>
          <p:nvSpPr>
            <p:cNvPr id="25734" name="WordArt 34"/>
            <p:cNvSpPr>
              <a:spLocks noTextEdit="1"/>
            </p:cNvSpPr>
            <p:nvPr/>
          </p:nvSpPr>
          <p:spPr>
            <a:xfrm>
              <a:off x="519" y="756"/>
              <a:ext cx="299" cy="221"/>
            </a:xfrm>
            <a:prstGeom prst="rect">
              <a:avLst/>
            </a:prstGeom>
          </p:spPr>
          <p:txBody>
            <a:bodyPr wrap="none" fromWordArt="1">
              <a:prstTxWarp prst="textPlain">
                <a:avLst>
                  <a:gd name="adj" fmla="val 59412"/>
                </a:avLst>
              </a:prstTxWarp>
              <a:normAutofit fontScale="55000" lnSpcReduction="20000"/>
            </a:bodyPr>
            <a:lstStyle/>
            <a:p>
              <a:pPr algn="ctr"/>
              <a:r>
                <a:rPr lang="zh-CN" altLang="en-US" sz="3600" i="1">
                  <a:ln w="9525" cap="flat" cmpd="sng">
                    <a:solidFill>
                      <a:srgbClr val="9900CC"/>
                    </a:solidFill>
                    <a:prstDash val="solid"/>
                    <a:round/>
                    <a:headEnd type="none" w="med" len="med"/>
                    <a:tailEnd type="none" w="med" len="med"/>
                  </a:ln>
                  <a:solidFill>
                    <a:srgbClr val="9900CC"/>
                  </a:solidFill>
                  <a:latin typeface="Symbol" panose="05050102010706020507" charset="0"/>
                  <a:ea typeface="Symbol" panose="05050102010706020507" charset="0"/>
                </a:rPr>
                <a:t>l</a:t>
              </a:r>
            </a:p>
          </p:txBody>
        </p:sp>
        <p:sp>
          <p:nvSpPr>
            <p:cNvPr id="25735" name="WordArt 35"/>
            <p:cNvSpPr>
              <a:spLocks noTextEdit="1"/>
            </p:cNvSpPr>
            <p:nvPr/>
          </p:nvSpPr>
          <p:spPr>
            <a:xfrm>
              <a:off x="538" y="1065"/>
              <a:ext cx="299" cy="221"/>
            </a:xfrm>
            <a:prstGeom prst="rect">
              <a:avLst/>
            </a:prstGeom>
          </p:spPr>
          <p:txBody>
            <a:bodyPr wrap="none" fromWordArt="1">
              <a:prstTxWarp prst="textPlain">
                <a:avLst>
                  <a:gd name="adj" fmla="val 59412"/>
                </a:avLst>
              </a:prstTxWarp>
              <a:normAutofit fontScale="55000" lnSpcReduction="20000"/>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sp>
          <p:nvSpPr>
            <p:cNvPr id="25736" name="Freeform 36"/>
            <p:cNvSpPr/>
            <p:nvPr/>
          </p:nvSpPr>
          <p:spPr>
            <a:xfrm rot="5978253" flipH="1">
              <a:off x="785" y="1068"/>
              <a:ext cx="84" cy="65"/>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FF0000"/>
            </a:solidFill>
            <a:ln w="9525" cap="flat" cmpd="sng">
              <a:solidFill>
                <a:srgbClr val="FF0000"/>
              </a:solidFill>
              <a:prstDash val="solid"/>
              <a:round/>
              <a:headEnd type="none" w="med" len="med"/>
              <a:tailEnd type="none" w="med" len="med"/>
            </a:ln>
          </p:spPr>
          <p:txBody>
            <a:bodyPr/>
            <a:lstStyle/>
            <a:p>
              <a:endParaRPr lang="zh-CN" altLang="en-US"/>
            </a:p>
          </p:txBody>
        </p:sp>
        <p:grpSp>
          <p:nvGrpSpPr>
            <p:cNvPr id="25737" name="Group 37"/>
            <p:cNvGrpSpPr/>
            <p:nvPr/>
          </p:nvGrpSpPr>
          <p:grpSpPr>
            <a:xfrm>
              <a:off x="892" y="854"/>
              <a:ext cx="179" cy="45"/>
              <a:chOff x="1260" y="2371"/>
              <a:chExt cx="151" cy="53"/>
            </a:xfrm>
          </p:grpSpPr>
          <p:sp>
            <p:nvSpPr>
              <p:cNvPr id="25738" name="Line 38"/>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25739" name="Line 39"/>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grpSp>
          <p:nvGrpSpPr>
            <p:cNvPr id="25740" name="Group 40"/>
            <p:cNvGrpSpPr/>
            <p:nvPr/>
          </p:nvGrpSpPr>
          <p:grpSpPr>
            <a:xfrm>
              <a:off x="903" y="1150"/>
              <a:ext cx="180" cy="51"/>
              <a:chOff x="1260" y="2371"/>
              <a:chExt cx="151" cy="53"/>
            </a:xfrm>
          </p:grpSpPr>
          <p:sp>
            <p:nvSpPr>
              <p:cNvPr id="25741" name="Line 41"/>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25742" name="Line 42"/>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25743" name="Line 43"/>
            <p:cNvSpPr/>
            <p:nvPr/>
          </p:nvSpPr>
          <p:spPr>
            <a:xfrm flipV="1">
              <a:off x="1632" y="1013"/>
              <a:ext cx="1856" cy="932"/>
            </a:xfrm>
            <a:prstGeom prst="line">
              <a:avLst/>
            </a:prstGeom>
            <a:ln w="57150" cap="flat" cmpd="sng">
              <a:solidFill>
                <a:srgbClr val="CC00CC"/>
              </a:solidFill>
              <a:prstDash val="solid"/>
              <a:round/>
              <a:headEnd type="none" w="med" len="med"/>
              <a:tailEnd type="none" w="med" len="med"/>
            </a:ln>
          </p:spPr>
        </p:sp>
        <p:sp>
          <p:nvSpPr>
            <p:cNvPr id="25744" name="WordArt 44"/>
            <p:cNvSpPr>
              <a:spLocks noTextEdit="1"/>
            </p:cNvSpPr>
            <p:nvPr/>
          </p:nvSpPr>
          <p:spPr>
            <a:xfrm>
              <a:off x="2822" y="832"/>
              <a:ext cx="492" cy="161"/>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级谱</a:t>
              </a:r>
            </a:p>
          </p:txBody>
        </p:sp>
        <p:grpSp>
          <p:nvGrpSpPr>
            <p:cNvPr id="25745" name="Group 45"/>
            <p:cNvGrpSpPr/>
            <p:nvPr/>
          </p:nvGrpSpPr>
          <p:grpSpPr>
            <a:xfrm>
              <a:off x="2593" y="730"/>
              <a:ext cx="234" cy="262"/>
              <a:chOff x="2593" y="784"/>
              <a:chExt cx="234" cy="262"/>
            </a:xfrm>
          </p:grpSpPr>
          <p:sp>
            <p:nvSpPr>
              <p:cNvPr id="25746" name="WordArt 46"/>
              <p:cNvSpPr>
                <a:spLocks noTextEdit="1"/>
              </p:cNvSpPr>
              <p:nvPr/>
            </p:nvSpPr>
            <p:spPr>
              <a:xfrm>
                <a:off x="2593" y="843"/>
                <a:ext cx="151" cy="203"/>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k</a:t>
                </a:r>
              </a:p>
            </p:txBody>
          </p:sp>
          <p:sp>
            <p:nvSpPr>
              <p:cNvPr id="25747" name="Freeform 47"/>
              <p:cNvSpPr/>
              <p:nvPr/>
            </p:nvSpPr>
            <p:spPr>
              <a:xfrm rot="5978253" flipH="1">
                <a:off x="2734" y="793"/>
                <a:ext cx="102" cy="75"/>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FF0000"/>
              </a:solidFill>
              <a:ln w="9525" cap="flat" cmpd="sng">
                <a:solidFill>
                  <a:srgbClr val="FF0000"/>
                </a:solidFill>
                <a:prstDash val="solid"/>
                <a:round/>
                <a:headEnd type="none" w="med" len="med"/>
                <a:tailEnd type="none" w="med" len="med"/>
              </a:ln>
            </p:spPr>
            <p:txBody>
              <a:bodyPr/>
              <a:lstStyle/>
              <a:p>
                <a:endParaRPr lang="zh-CN" altLang="en-US"/>
              </a:p>
            </p:txBody>
          </p:sp>
        </p:grpSp>
        <p:sp>
          <p:nvSpPr>
            <p:cNvPr id="25748" name="WordArt 48"/>
            <p:cNvSpPr>
              <a:spLocks noTextEdit="1"/>
            </p:cNvSpPr>
            <p:nvPr/>
          </p:nvSpPr>
          <p:spPr>
            <a:xfrm>
              <a:off x="3597" y="1163"/>
              <a:ext cx="539" cy="156"/>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9900CC"/>
                    </a:solidFill>
                    <a:prstDash val="solid"/>
                    <a:round/>
                    <a:headEnd type="none" w="med" len="med"/>
                    <a:tailEnd type="none" w="med" len="med"/>
                  </a:ln>
                  <a:solidFill>
                    <a:srgbClr val="9900CC"/>
                  </a:solidFill>
                  <a:latin typeface="宋体" panose="02010600030101010101" pitchFamily="2" charset="-122"/>
                  <a:ea typeface="宋体" panose="02010600030101010101" pitchFamily="2" charset="-122"/>
                </a:rPr>
                <a:t>级谱</a:t>
              </a:r>
            </a:p>
          </p:txBody>
        </p:sp>
        <p:sp>
          <p:nvSpPr>
            <p:cNvPr id="25749" name="WordArt 49"/>
            <p:cNvSpPr>
              <a:spLocks noTextEdit="1"/>
            </p:cNvSpPr>
            <p:nvPr/>
          </p:nvSpPr>
          <p:spPr>
            <a:xfrm>
              <a:off x="3385" y="1114"/>
              <a:ext cx="154" cy="210"/>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i="1">
                  <a:ln w="9525" cap="flat" cmpd="sng">
                    <a:solidFill>
                      <a:srgbClr val="9900CC"/>
                    </a:solidFill>
                    <a:prstDash val="solid"/>
                    <a:round/>
                    <a:headEnd type="none" w="med" len="med"/>
                    <a:tailEnd type="none" w="med" len="med"/>
                  </a:ln>
                  <a:solidFill>
                    <a:srgbClr val="9900CC"/>
                  </a:solidFill>
                  <a:latin typeface="Times New Roman" panose="02020603050405020304" pitchFamily="18" charset="0"/>
                  <a:ea typeface="Times New Roman" panose="02020603050405020304" pitchFamily="18" charset="0"/>
                </a:rPr>
                <a:t>k</a:t>
              </a:r>
            </a:p>
          </p:txBody>
        </p:sp>
        <p:sp>
          <p:nvSpPr>
            <p:cNvPr id="25750" name="WordArt 50"/>
            <p:cNvSpPr>
              <a:spLocks noTextEdit="1"/>
            </p:cNvSpPr>
            <p:nvPr/>
          </p:nvSpPr>
          <p:spPr>
            <a:xfrm>
              <a:off x="1166" y="776"/>
              <a:ext cx="937" cy="14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9900CC"/>
                    </a:solidFill>
                    <a:prstDash val="solid"/>
                    <a:round/>
                    <a:headEnd type="none" w="med" len="med"/>
                    <a:tailEnd type="none" w="med" len="med"/>
                  </a:ln>
                  <a:solidFill>
                    <a:srgbClr val="9900CC"/>
                  </a:solidFill>
                  <a:latin typeface="Times New Roman" panose="02020603050405020304" pitchFamily="18" charset="0"/>
                  <a:ea typeface="Times New Roman" panose="02020603050405020304" pitchFamily="18" charset="0"/>
                </a:rPr>
                <a:t>410.2 n m</a:t>
              </a:r>
            </a:p>
          </p:txBody>
        </p:sp>
        <p:sp>
          <p:nvSpPr>
            <p:cNvPr id="25751" name="WordArt 51"/>
            <p:cNvSpPr>
              <a:spLocks noTextEdit="1"/>
            </p:cNvSpPr>
            <p:nvPr/>
          </p:nvSpPr>
          <p:spPr>
            <a:xfrm>
              <a:off x="1174" y="1090"/>
              <a:ext cx="938" cy="14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653.3 n m</a:t>
              </a:r>
            </a:p>
          </p:txBody>
        </p:sp>
        <p:sp>
          <p:nvSpPr>
            <p:cNvPr id="25752" name="WordArt 52"/>
            <p:cNvSpPr>
              <a:spLocks noTextEdit="1"/>
            </p:cNvSpPr>
            <p:nvPr/>
          </p:nvSpPr>
          <p:spPr>
            <a:xfrm>
              <a:off x="2632" y="1630"/>
              <a:ext cx="181" cy="181"/>
            </a:xfrm>
            <a:prstGeom prst="rect">
              <a:avLst/>
            </a:prstGeom>
          </p:spPr>
          <p:txBody>
            <a:bodyPr wrap="none" fromWordArt="1">
              <a:prstTxWarp prst="textPlain">
                <a:avLst>
                  <a:gd name="adj" fmla="val 59125"/>
                </a:avLst>
              </a:prstTxWarp>
              <a:normAutofit/>
            </a:bodyPr>
            <a:lstStyle/>
            <a:p>
              <a:pPr algn="ctr"/>
              <a:r>
                <a:rPr lang="zh-CN" altLang="en-US" sz="1200" i="1">
                  <a:ln w="317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q</a:t>
              </a:r>
            </a:p>
          </p:txBody>
        </p:sp>
        <p:grpSp>
          <p:nvGrpSpPr>
            <p:cNvPr id="25753" name="Group 53"/>
            <p:cNvGrpSpPr/>
            <p:nvPr/>
          </p:nvGrpSpPr>
          <p:grpSpPr>
            <a:xfrm>
              <a:off x="2857" y="1700"/>
              <a:ext cx="180" cy="51"/>
              <a:chOff x="1260" y="2371"/>
              <a:chExt cx="151" cy="53"/>
            </a:xfrm>
          </p:grpSpPr>
          <p:sp>
            <p:nvSpPr>
              <p:cNvPr id="25754" name="Line 54"/>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25755" name="Line 55"/>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grpSp>
          <p:nvGrpSpPr>
            <p:cNvPr id="25756" name="Group 56"/>
            <p:cNvGrpSpPr/>
            <p:nvPr/>
          </p:nvGrpSpPr>
          <p:grpSpPr>
            <a:xfrm>
              <a:off x="3093" y="1600"/>
              <a:ext cx="305" cy="197"/>
              <a:chOff x="3093" y="1654"/>
              <a:chExt cx="305" cy="197"/>
            </a:xfrm>
          </p:grpSpPr>
          <p:sp>
            <p:nvSpPr>
              <p:cNvPr id="25757" name="WordArt 57"/>
              <p:cNvSpPr>
                <a:spLocks noTextEdit="1"/>
              </p:cNvSpPr>
              <p:nvPr/>
            </p:nvSpPr>
            <p:spPr>
              <a:xfrm>
                <a:off x="3093" y="1685"/>
                <a:ext cx="239" cy="166"/>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41</a:t>
                </a:r>
              </a:p>
            </p:txBody>
          </p:sp>
          <p:sp>
            <p:nvSpPr>
              <p:cNvPr id="25758" name="Oval 58"/>
              <p:cNvSpPr/>
              <p:nvPr/>
            </p:nvSpPr>
            <p:spPr>
              <a:xfrm>
                <a:off x="3358" y="1654"/>
                <a:ext cx="40"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25759" name="WordArt 59"/>
            <p:cNvSpPr>
              <a:spLocks noTextEdit="1"/>
            </p:cNvSpPr>
            <p:nvPr/>
          </p:nvSpPr>
          <p:spPr>
            <a:xfrm>
              <a:off x="3531" y="773"/>
              <a:ext cx="656" cy="222"/>
            </a:xfrm>
            <a:prstGeom prst="rect">
              <a:avLst/>
            </a:prstGeom>
          </p:spPr>
          <p:txBody>
            <a:bodyPr wrap="none" fromWordArt="1">
              <a:prstTxWarp prst="textPlain">
                <a:avLst>
                  <a:gd name="adj" fmla="val 50000"/>
                </a:avLst>
              </a:prstTxWarp>
              <a:normAutofit fontScale="55000" lnSpcReduction="20000"/>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首次重合</a:t>
              </a:r>
            </a:p>
          </p:txBody>
        </p:sp>
        <p:grpSp>
          <p:nvGrpSpPr>
            <p:cNvPr id="25760" name="Group 60"/>
            <p:cNvGrpSpPr/>
            <p:nvPr/>
          </p:nvGrpSpPr>
          <p:grpSpPr>
            <a:xfrm>
              <a:off x="0" y="2331"/>
              <a:ext cx="5760" cy="84"/>
              <a:chOff x="0" y="3976"/>
              <a:chExt cx="5760" cy="344"/>
            </a:xfrm>
          </p:grpSpPr>
          <p:sp>
            <p:nvSpPr>
              <p:cNvPr id="25761" name="Rectangle 61" descr="羊皮纸"/>
              <p:cNvSpPr/>
              <p:nvPr/>
            </p:nvSpPr>
            <p:spPr>
              <a:xfrm>
                <a:off x="0" y="3976"/>
                <a:ext cx="5760" cy="344"/>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762" name="Line 62" descr="羊皮纸"/>
              <p:cNvSpPr/>
              <p:nvPr/>
            </p:nvSpPr>
            <p:spPr>
              <a:xfrm>
                <a:off x="0" y="3976"/>
                <a:ext cx="5760" cy="0"/>
              </a:xfrm>
              <a:prstGeom prst="line">
                <a:avLst/>
              </a:prstGeom>
              <a:ln w="38100">
                <a:noFill/>
              </a:ln>
            </p:spPr>
          </p:sp>
        </p:grpSp>
        <p:sp>
          <p:nvSpPr>
            <p:cNvPr id="25763" name="WordArt 63"/>
            <p:cNvSpPr>
              <a:spLocks noTextEdit="1"/>
            </p:cNvSpPr>
            <p:nvPr/>
          </p:nvSpPr>
          <p:spPr>
            <a:xfrm>
              <a:off x="4801" y="738"/>
              <a:ext cx="374" cy="198"/>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求</a:t>
              </a:r>
            </a:p>
          </p:txBody>
        </p:sp>
        <p:sp>
          <p:nvSpPr>
            <p:cNvPr id="25764" name="WordArt 64"/>
            <p:cNvSpPr>
              <a:spLocks noTextEdit="1"/>
            </p:cNvSpPr>
            <p:nvPr/>
          </p:nvSpPr>
          <p:spPr>
            <a:xfrm>
              <a:off x="4697" y="1713"/>
              <a:ext cx="713" cy="199"/>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光栅常数</a:t>
              </a:r>
            </a:p>
          </p:txBody>
        </p:sp>
        <p:sp>
          <p:nvSpPr>
            <p:cNvPr id="25765" name="WordArt 65"/>
            <p:cNvSpPr>
              <a:spLocks noTextEdit="1"/>
            </p:cNvSpPr>
            <p:nvPr/>
          </p:nvSpPr>
          <p:spPr>
            <a:xfrm>
              <a:off x="4901" y="1991"/>
              <a:ext cx="239" cy="210"/>
            </a:xfrm>
            <a:prstGeom prst="rect">
              <a:avLst/>
            </a:prstGeom>
          </p:spPr>
          <p:txBody>
            <a:bodyPr wrap="none" fromWordArt="1">
              <a:prstTxWarp prst="textPlain">
                <a:avLst>
                  <a:gd name="adj" fmla="val 56523"/>
                </a:avLst>
              </a:prstTxWarp>
              <a:normAutofit fontScale="475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grpSp>
          <p:nvGrpSpPr>
            <p:cNvPr id="25766" name="Group 66"/>
            <p:cNvGrpSpPr/>
            <p:nvPr/>
          </p:nvGrpSpPr>
          <p:grpSpPr>
            <a:xfrm>
              <a:off x="4425" y="1123"/>
              <a:ext cx="143" cy="146"/>
              <a:chOff x="3045" y="1834"/>
              <a:chExt cx="101" cy="101"/>
            </a:xfrm>
          </p:grpSpPr>
          <p:sp>
            <p:nvSpPr>
              <p:cNvPr id="25767" name="Oval 67"/>
              <p:cNvSpPr/>
              <p:nvPr/>
            </p:nvSpPr>
            <p:spPr>
              <a:xfrm>
                <a:off x="3045" y="1834"/>
                <a:ext cx="101" cy="101"/>
              </a:xfrm>
              <a:prstGeom prst="ellipse">
                <a:avLst/>
              </a:prstGeom>
              <a:gradFill rotWithShape="0">
                <a:gsLst>
                  <a:gs pos="0">
                    <a:schemeClr val="accent1"/>
                  </a:gs>
                  <a:gs pos="100000">
                    <a:srgbClr val="009E00"/>
                  </a:gs>
                </a:gsLst>
                <a:lin ang="2700000" scaled="1"/>
                <a:tileRect/>
              </a:gradFill>
              <a:ln w="9525" cap="flat" cmpd="sng">
                <a:solidFill>
                  <a:srgbClr val="0099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768" name="Oval 68"/>
              <p:cNvSpPr/>
              <p:nvPr/>
            </p:nvSpPr>
            <p:spPr>
              <a:xfrm rot="2011591">
                <a:off x="3061" y="1850"/>
                <a:ext cx="39" cy="44"/>
              </a:xfrm>
              <a:prstGeom prst="ellipse">
                <a:avLst/>
              </a:prstGeom>
              <a:gradFill rotWithShape="0">
                <a:gsLst>
                  <a:gs pos="0">
                    <a:srgbClr val="7BFFDC"/>
                  </a:gs>
                  <a:gs pos="100000">
                    <a:srgbClr val="00D09A"/>
                  </a:gs>
                </a:gsLst>
                <a:path path="shape">
                  <a:fillToRect l="50000" t="50000" r="50000" b="50000"/>
                </a:path>
                <a:tileRect/>
              </a:gra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25769" name="WordArt 69"/>
            <p:cNvSpPr>
              <a:spLocks noTextEdit="1"/>
            </p:cNvSpPr>
            <p:nvPr/>
          </p:nvSpPr>
          <p:spPr>
            <a:xfrm>
              <a:off x="4676" y="1095"/>
              <a:ext cx="803" cy="177"/>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谱线级次</a:t>
              </a:r>
            </a:p>
          </p:txBody>
        </p:sp>
        <p:sp>
          <p:nvSpPr>
            <p:cNvPr id="25770" name="WordArt 70"/>
            <p:cNvSpPr>
              <a:spLocks noTextEdit="1"/>
            </p:cNvSpPr>
            <p:nvPr/>
          </p:nvSpPr>
          <p:spPr>
            <a:xfrm>
              <a:off x="4734" y="1336"/>
              <a:ext cx="154" cy="210"/>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i="1">
                  <a:ln w="9525" cap="flat" cmpd="sng">
                    <a:solidFill>
                      <a:srgbClr val="9900CC"/>
                    </a:solidFill>
                    <a:prstDash val="solid"/>
                    <a:round/>
                    <a:headEnd type="none" w="med" len="med"/>
                    <a:tailEnd type="none" w="med" len="med"/>
                  </a:ln>
                  <a:solidFill>
                    <a:srgbClr val="9900CC"/>
                  </a:solidFill>
                  <a:latin typeface="Times New Roman" panose="02020603050405020304" pitchFamily="18" charset="0"/>
                  <a:ea typeface="Times New Roman" panose="02020603050405020304" pitchFamily="18" charset="0"/>
                </a:rPr>
                <a:t>k</a:t>
              </a:r>
            </a:p>
          </p:txBody>
        </p:sp>
        <p:sp>
          <p:nvSpPr>
            <p:cNvPr id="25771" name="WordArt 71"/>
            <p:cNvSpPr>
              <a:spLocks noTextEdit="1"/>
            </p:cNvSpPr>
            <p:nvPr/>
          </p:nvSpPr>
          <p:spPr>
            <a:xfrm>
              <a:off x="4963" y="1374"/>
              <a:ext cx="182" cy="165"/>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和</a:t>
              </a:r>
            </a:p>
          </p:txBody>
        </p:sp>
        <p:grpSp>
          <p:nvGrpSpPr>
            <p:cNvPr id="25772" name="Group 72"/>
            <p:cNvGrpSpPr/>
            <p:nvPr/>
          </p:nvGrpSpPr>
          <p:grpSpPr>
            <a:xfrm>
              <a:off x="5242" y="1302"/>
              <a:ext cx="211" cy="250"/>
              <a:chOff x="2593" y="784"/>
              <a:chExt cx="234" cy="262"/>
            </a:xfrm>
          </p:grpSpPr>
          <p:sp>
            <p:nvSpPr>
              <p:cNvPr id="25773" name="WordArt 73"/>
              <p:cNvSpPr>
                <a:spLocks noTextEdit="1"/>
              </p:cNvSpPr>
              <p:nvPr/>
            </p:nvSpPr>
            <p:spPr>
              <a:xfrm>
                <a:off x="2593" y="843"/>
                <a:ext cx="151" cy="203"/>
              </a:xfrm>
              <a:prstGeom prst="rect">
                <a:avLst/>
              </a:prstGeom>
            </p:spPr>
            <p:txBody>
              <a:bodyPr wrap="none" fromWordArt="1">
                <a:prstTxWarp prst="textPlain">
                  <a:avLst>
                    <a:gd name="adj" fmla="val 50000"/>
                  </a:avLst>
                </a:prstTxWarp>
                <a:normAutofit fontScale="47500" lnSpcReduction="20000"/>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Times New Roman" panose="02020603050405020304" pitchFamily="18" charset="0"/>
                    <a:ea typeface="Times New Roman" panose="02020603050405020304" pitchFamily="18" charset="0"/>
                  </a:rPr>
                  <a:t>k</a:t>
                </a:r>
              </a:p>
            </p:txBody>
          </p:sp>
          <p:sp>
            <p:nvSpPr>
              <p:cNvPr id="25774" name="Freeform 74"/>
              <p:cNvSpPr/>
              <p:nvPr/>
            </p:nvSpPr>
            <p:spPr>
              <a:xfrm rot="5978253" flipH="1">
                <a:off x="2734" y="793"/>
                <a:ext cx="102" cy="75"/>
              </a:xfrm>
              <a:custGeom>
                <a:avLst/>
                <a:gdLst/>
                <a:ahLst/>
                <a:cxnLst>
                  <a:cxn ang="0">
                    <a:pos x="0" y="0"/>
                  </a:cxn>
                  <a:cxn ang="0">
                    <a:pos x="0" y="0"/>
                  </a:cxn>
                  <a:cxn ang="0">
                    <a:pos x="0" y="0"/>
                  </a:cxn>
                  <a:cxn ang="0">
                    <a:pos x="0" y="0"/>
                  </a:cxn>
                </a:cxnLst>
                <a:rect l="0" t="0" r="0" b="0"/>
                <a:pathLst>
                  <a:path w="217" h="174">
                    <a:moveTo>
                      <a:pt x="0" y="174"/>
                    </a:moveTo>
                    <a:lnTo>
                      <a:pt x="130" y="0"/>
                    </a:lnTo>
                    <a:lnTo>
                      <a:pt x="217" y="76"/>
                    </a:lnTo>
                    <a:lnTo>
                      <a:pt x="0" y="174"/>
                    </a:lnTo>
                    <a:close/>
                  </a:path>
                </a:pathLst>
              </a:custGeom>
              <a:solidFill>
                <a:srgbClr val="FF0000"/>
              </a:solidFill>
              <a:ln w="9525" cap="flat" cmpd="sng">
                <a:solidFill>
                  <a:srgbClr val="FF0000"/>
                </a:solidFill>
                <a:prstDash val="solid"/>
                <a:round/>
                <a:headEnd type="none" w="med" len="med"/>
                <a:tailEnd type="none" w="med" len="med"/>
              </a:ln>
            </p:spPr>
            <p:txBody>
              <a:bodyPr/>
              <a:lstStyle/>
              <a:p>
                <a:endParaRPr lang="zh-CN" altLang="en-US"/>
              </a:p>
            </p:txBody>
          </p:sp>
        </p:grpSp>
        <p:grpSp>
          <p:nvGrpSpPr>
            <p:cNvPr id="25775" name="Group 75"/>
            <p:cNvGrpSpPr/>
            <p:nvPr/>
          </p:nvGrpSpPr>
          <p:grpSpPr>
            <a:xfrm>
              <a:off x="4431" y="1761"/>
              <a:ext cx="143" cy="146"/>
              <a:chOff x="3045" y="1834"/>
              <a:chExt cx="101" cy="101"/>
            </a:xfrm>
          </p:grpSpPr>
          <p:sp>
            <p:nvSpPr>
              <p:cNvPr id="25776" name="Oval 76"/>
              <p:cNvSpPr/>
              <p:nvPr/>
            </p:nvSpPr>
            <p:spPr>
              <a:xfrm>
                <a:off x="3045" y="1834"/>
                <a:ext cx="101" cy="101"/>
              </a:xfrm>
              <a:prstGeom prst="ellipse">
                <a:avLst/>
              </a:prstGeom>
              <a:gradFill rotWithShape="0">
                <a:gsLst>
                  <a:gs pos="0">
                    <a:schemeClr val="accent1"/>
                  </a:gs>
                  <a:gs pos="100000">
                    <a:srgbClr val="009E00"/>
                  </a:gs>
                </a:gsLst>
                <a:lin ang="2700000" scaled="1"/>
                <a:tileRect/>
              </a:gradFill>
              <a:ln w="9525" cap="flat" cmpd="sng">
                <a:solidFill>
                  <a:srgbClr val="0099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777" name="Oval 77"/>
              <p:cNvSpPr/>
              <p:nvPr/>
            </p:nvSpPr>
            <p:spPr>
              <a:xfrm rot="2011591">
                <a:off x="3061" y="1850"/>
                <a:ext cx="39" cy="44"/>
              </a:xfrm>
              <a:prstGeom prst="ellipse">
                <a:avLst/>
              </a:prstGeom>
              <a:gradFill rotWithShape="0">
                <a:gsLst>
                  <a:gs pos="0">
                    <a:srgbClr val="7BFFDC"/>
                  </a:gs>
                  <a:gs pos="100000">
                    <a:srgbClr val="00D09A"/>
                  </a:gs>
                </a:gsLst>
                <a:path path="shape">
                  <a:fillToRect l="50000" t="50000" r="50000" b="50000"/>
                </a:path>
                <a:tileRect/>
              </a:grad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sp>
          <p:nvSpPr>
            <p:cNvPr id="25778" name="Line 78"/>
            <p:cNvSpPr/>
            <p:nvPr/>
          </p:nvSpPr>
          <p:spPr>
            <a:xfrm flipH="1">
              <a:off x="918" y="1684"/>
              <a:ext cx="0" cy="239"/>
            </a:xfrm>
            <a:prstGeom prst="line">
              <a:avLst/>
            </a:prstGeom>
            <a:ln w="76200" cap="flat" cmpd="sng">
              <a:solidFill>
                <a:schemeClr val="tx1"/>
              </a:solidFill>
              <a:prstDash val="solid"/>
              <a:round/>
              <a:headEnd type="none" w="med" len="med"/>
              <a:tailEnd type="none" w="med" len="med"/>
            </a:ln>
          </p:spPr>
        </p:sp>
        <p:grpSp>
          <p:nvGrpSpPr>
            <p:cNvPr id="25779" name="Group 79"/>
            <p:cNvGrpSpPr/>
            <p:nvPr/>
          </p:nvGrpSpPr>
          <p:grpSpPr>
            <a:xfrm>
              <a:off x="688" y="1738"/>
              <a:ext cx="152" cy="413"/>
              <a:chOff x="496" y="1510"/>
              <a:chExt cx="152" cy="413"/>
            </a:xfrm>
          </p:grpSpPr>
          <p:sp>
            <p:nvSpPr>
              <p:cNvPr id="25780" name="Arc 80"/>
              <p:cNvSpPr/>
              <p:nvPr/>
            </p:nvSpPr>
            <p:spPr>
              <a:xfrm flipV="1">
                <a:off x="565" y="1813"/>
                <a:ext cx="71" cy="104"/>
              </a:xfrm>
              <a:custGeom>
                <a:avLst/>
                <a:gdLst/>
                <a:ahLst/>
                <a:cxnLst>
                  <a:cxn ang="0">
                    <a:pos x="0" y="0"/>
                  </a:cxn>
                  <a:cxn ang="0">
                    <a:pos x="0" y="0"/>
                  </a:cxn>
                  <a:cxn ang="0">
                    <a:pos x="0" y="0"/>
                  </a:cxn>
                </a:cxnLst>
                <a:rect l="0" t="0" r="0" b="0"/>
                <a:pathLst>
                  <a:path w="39077" h="21600" fill="none">
                    <a:moveTo>
                      <a:pt x="-1" y="12682"/>
                    </a:moveTo>
                    <a:cubicBezTo>
                      <a:pt x="3499" y="4960"/>
                      <a:pt x="11194" y="-1"/>
                      <a:pt x="19673" y="0"/>
                    </a:cubicBezTo>
                    <a:cubicBezTo>
                      <a:pt x="27922" y="0"/>
                      <a:pt x="35452" y="4699"/>
                      <a:pt x="39076" y="12110"/>
                    </a:cubicBezTo>
                  </a:path>
                  <a:path w="39077" h="21600" stroke="0">
                    <a:moveTo>
                      <a:pt x="-1" y="12682"/>
                    </a:moveTo>
                    <a:cubicBezTo>
                      <a:pt x="3499" y="4960"/>
                      <a:pt x="11194" y="-1"/>
                      <a:pt x="19673" y="0"/>
                    </a:cubicBezTo>
                    <a:cubicBezTo>
                      <a:pt x="27922" y="0"/>
                      <a:pt x="35452" y="4699"/>
                      <a:pt x="39076" y="12110"/>
                    </a:cubicBezTo>
                    <a:lnTo>
                      <a:pt x="19673" y="21600"/>
                    </a:lnTo>
                    <a:lnTo>
                      <a:pt x="-1" y="12682"/>
                    </a:lnTo>
                    <a:close/>
                  </a:path>
                </a:pathLst>
              </a:custGeom>
              <a:noFill/>
              <a:ln w="57150" cap="flat" cmpd="sng">
                <a:solidFill>
                  <a:schemeClr val="accent2"/>
                </a:solidFill>
                <a:prstDash val="solid"/>
                <a:round/>
                <a:headEnd type="none" w="med" len="med"/>
                <a:tailEnd type="none" w="med" len="med"/>
              </a:ln>
            </p:spPr>
            <p:txBody>
              <a:bodyPr/>
              <a:lstStyle/>
              <a:p>
                <a:endParaRPr lang="zh-CN" altLang="en-US"/>
              </a:p>
            </p:txBody>
          </p:sp>
          <p:sp>
            <p:nvSpPr>
              <p:cNvPr id="25781" name="Line 81"/>
              <p:cNvSpPr/>
              <p:nvPr/>
            </p:nvSpPr>
            <p:spPr>
              <a:xfrm>
                <a:off x="636" y="1569"/>
                <a:ext cx="0" cy="300"/>
              </a:xfrm>
              <a:prstGeom prst="line">
                <a:avLst/>
              </a:prstGeom>
              <a:ln w="57150" cap="flat" cmpd="sng">
                <a:solidFill>
                  <a:schemeClr val="accent2"/>
                </a:solidFill>
                <a:prstDash val="solid"/>
                <a:round/>
                <a:headEnd type="none" w="med" len="med"/>
                <a:tailEnd type="none" w="med" len="med"/>
              </a:ln>
            </p:spPr>
          </p:sp>
          <p:sp>
            <p:nvSpPr>
              <p:cNvPr id="25782" name="Line 82"/>
              <p:cNvSpPr/>
              <p:nvPr/>
            </p:nvSpPr>
            <p:spPr>
              <a:xfrm>
                <a:off x="567" y="1566"/>
                <a:ext cx="0" cy="300"/>
              </a:xfrm>
              <a:prstGeom prst="line">
                <a:avLst/>
              </a:prstGeom>
              <a:ln w="57150" cap="flat" cmpd="sng">
                <a:solidFill>
                  <a:schemeClr val="accent2"/>
                </a:solidFill>
                <a:prstDash val="solid"/>
                <a:round/>
                <a:headEnd type="none" w="med" len="med"/>
                <a:tailEnd type="none" w="med" len="med"/>
              </a:ln>
            </p:spPr>
          </p:sp>
          <p:sp>
            <p:nvSpPr>
              <p:cNvPr id="25783" name="Line 83"/>
              <p:cNvSpPr/>
              <p:nvPr/>
            </p:nvSpPr>
            <p:spPr>
              <a:xfrm>
                <a:off x="497" y="1572"/>
                <a:ext cx="0" cy="300"/>
              </a:xfrm>
              <a:prstGeom prst="line">
                <a:avLst/>
              </a:prstGeom>
              <a:ln w="57150" cap="flat" cmpd="sng">
                <a:solidFill>
                  <a:schemeClr val="accent2"/>
                </a:solidFill>
                <a:prstDash val="solid"/>
                <a:round/>
                <a:headEnd type="none" w="med" len="med"/>
                <a:tailEnd type="none" w="med" len="med"/>
              </a:ln>
            </p:spPr>
          </p:sp>
          <p:sp>
            <p:nvSpPr>
              <p:cNvPr id="25784" name="Arc 84"/>
              <p:cNvSpPr/>
              <p:nvPr/>
            </p:nvSpPr>
            <p:spPr>
              <a:xfrm>
                <a:off x="496" y="1510"/>
                <a:ext cx="71" cy="104"/>
              </a:xfrm>
              <a:custGeom>
                <a:avLst/>
                <a:gdLst/>
                <a:ahLst/>
                <a:cxnLst>
                  <a:cxn ang="0">
                    <a:pos x="0" y="0"/>
                  </a:cxn>
                  <a:cxn ang="0">
                    <a:pos x="0" y="0"/>
                  </a:cxn>
                  <a:cxn ang="0">
                    <a:pos x="0" y="0"/>
                  </a:cxn>
                </a:cxnLst>
                <a:rect l="0" t="0" r="0" b="0"/>
                <a:pathLst>
                  <a:path w="39077" h="21600" fill="none">
                    <a:moveTo>
                      <a:pt x="-1" y="12682"/>
                    </a:moveTo>
                    <a:cubicBezTo>
                      <a:pt x="3499" y="4960"/>
                      <a:pt x="11194" y="-1"/>
                      <a:pt x="19673" y="0"/>
                    </a:cubicBezTo>
                    <a:cubicBezTo>
                      <a:pt x="27922" y="0"/>
                      <a:pt x="35452" y="4699"/>
                      <a:pt x="39076" y="12110"/>
                    </a:cubicBezTo>
                  </a:path>
                  <a:path w="39077" h="21600" stroke="0">
                    <a:moveTo>
                      <a:pt x="-1" y="12682"/>
                    </a:moveTo>
                    <a:cubicBezTo>
                      <a:pt x="3499" y="4960"/>
                      <a:pt x="11194" y="-1"/>
                      <a:pt x="19673" y="0"/>
                    </a:cubicBezTo>
                    <a:cubicBezTo>
                      <a:pt x="27922" y="0"/>
                      <a:pt x="35452" y="4699"/>
                      <a:pt x="39076" y="12110"/>
                    </a:cubicBezTo>
                    <a:lnTo>
                      <a:pt x="19673" y="21600"/>
                    </a:lnTo>
                    <a:lnTo>
                      <a:pt x="-1" y="12682"/>
                    </a:lnTo>
                    <a:close/>
                  </a:path>
                </a:pathLst>
              </a:custGeom>
              <a:noFill/>
              <a:ln w="57150" cap="flat" cmpd="sng">
                <a:solidFill>
                  <a:schemeClr val="accent2"/>
                </a:solidFill>
                <a:prstDash val="solid"/>
                <a:round/>
                <a:headEnd type="none" w="med" len="med"/>
                <a:tailEnd type="none" w="med" len="med"/>
              </a:ln>
            </p:spPr>
            <p:txBody>
              <a:bodyPr/>
              <a:lstStyle/>
              <a:p>
                <a:endParaRPr lang="zh-CN" altLang="en-US"/>
              </a:p>
            </p:txBody>
          </p:sp>
          <p:sp>
            <p:nvSpPr>
              <p:cNvPr id="25785" name="Arc 85"/>
              <p:cNvSpPr/>
              <p:nvPr/>
            </p:nvSpPr>
            <p:spPr>
              <a:xfrm>
                <a:off x="506" y="1516"/>
                <a:ext cx="71" cy="104"/>
              </a:xfrm>
              <a:custGeom>
                <a:avLst/>
                <a:gdLst/>
                <a:ahLst/>
                <a:cxnLst>
                  <a:cxn ang="0">
                    <a:pos x="0" y="0"/>
                  </a:cxn>
                  <a:cxn ang="0">
                    <a:pos x="0" y="0"/>
                  </a:cxn>
                  <a:cxn ang="0">
                    <a:pos x="0" y="0"/>
                  </a:cxn>
                </a:cxnLst>
                <a:rect l="0" t="0" r="0" b="0"/>
                <a:pathLst>
                  <a:path w="39077" h="21600" fill="none">
                    <a:moveTo>
                      <a:pt x="-1" y="12682"/>
                    </a:moveTo>
                    <a:cubicBezTo>
                      <a:pt x="3499" y="4960"/>
                      <a:pt x="11194" y="-1"/>
                      <a:pt x="19673" y="0"/>
                    </a:cubicBezTo>
                    <a:cubicBezTo>
                      <a:pt x="27922" y="0"/>
                      <a:pt x="35452" y="4699"/>
                      <a:pt x="39076" y="12110"/>
                    </a:cubicBezTo>
                  </a:path>
                  <a:path w="39077" h="21600" stroke="0">
                    <a:moveTo>
                      <a:pt x="-1" y="12682"/>
                    </a:moveTo>
                    <a:cubicBezTo>
                      <a:pt x="3499" y="4960"/>
                      <a:pt x="11194" y="-1"/>
                      <a:pt x="19673" y="0"/>
                    </a:cubicBezTo>
                    <a:cubicBezTo>
                      <a:pt x="27922" y="0"/>
                      <a:pt x="35452" y="4699"/>
                      <a:pt x="39076" y="12110"/>
                    </a:cubicBezTo>
                    <a:lnTo>
                      <a:pt x="19673" y="21600"/>
                    </a:lnTo>
                    <a:lnTo>
                      <a:pt x="-1" y="12682"/>
                    </a:lnTo>
                    <a:close/>
                  </a:path>
                </a:pathLst>
              </a:custGeom>
              <a:noFill/>
              <a:ln w="28575" cap="flat" cmpd="sng">
                <a:solidFill>
                  <a:srgbClr val="FF66FF"/>
                </a:solidFill>
                <a:prstDash val="solid"/>
                <a:round/>
                <a:headEnd type="none" w="med" len="med"/>
                <a:tailEnd type="none" w="med" len="med"/>
              </a:ln>
            </p:spPr>
            <p:txBody>
              <a:bodyPr/>
              <a:lstStyle/>
              <a:p>
                <a:endParaRPr lang="zh-CN" altLang="en-US"/>
              </a:p>
            </p:txBody>
          </p:sp>
          <p:sp>
            <p:nvSpPr>
              <p:cNvPr id="25786" name="Arc 86"/>
              <p:cNvSpPr/>
              <p:nvPr/>
            </p:nvSpPr>
            <p:spPr>
              <a:xfrm flipV="1">
                <a:off x="577" y="1819"/>
                <a:ext cx="70" cy="104"/>
              </a:xfrm>
              <a:custGeom>
                <a:avLst/>
                <a:gdLst/>
                <a:ahLst/>
                <a:cxnLst>
                  <a:cxn ang="0">
                    <a:pos x="0" y="0"/>
                  </a:cxn>
                  <a:cxn ang="0">
                    <a:pos x="0" y="0"/>
                  </a:cxn>
                  <a:cxn ang="0">
                    <a:pos x="0" y="0"/>
                  </a:cxn>
                </a:cxnLst>
                <a:rect l="0" t="0" r="0" b="0"/>
                <a:pathLst>
                  <a:path w="39077" h="21600" fill="none">
                    <a:moveTo>
                      <a:pt x="-1" y="12682"/>
                    </a:moveTo>
                    <a:cubicBezTo>
                      <a:pt x="3499" y="4960"/>
                      <a:pt x="11194" y="-1"/>
                      <a:pt x="19673" y="0"/>
                    </a:cubicBezTo>
                    <a:cubicBezTo>
                      <a:pt x="27922" y="0"/>
                      <a:pt x="35452" y="4699"/>
                      <a:pt x="39076" y="12110"/>
                    </a:cubicBezTo>
                  </a:path>
                  <a:path w="39077" h="21600" stroke="0">
                    <a:moveTo>
                      <a:pt x="-1" y="12682"/>
                    </a:moveTo>
                    <a:cubicBezTo>
                      <a:pt x="3499" y="4960"/>
                      <a:pt x="11194" y="-1"/>
                      <a:pt x="19673" y="0"/>
                    </a:cubicBezTo>
                    <a:cubicBezTo>
                      <a:pt x="27922" y="0"/>
                      <a:pt x="35452" y="4699"/>
                      <a:pt x="39076" y="12110"/>
                    </a:cubicBezTo>
                    <a:lnTo>
                      <a:pt x="19673" y="21600"/>
                    </a:lnTo>
                    <a:lnTo>
                      <a:pt x="-1" y="12682"/>
                    </a:lnTo>
                    <a:close/>
                  </a:path>
                </a:pathLst>
              </a:custGeom>
              <a:noFill/>
              <a:ln w="28575" cap="flat" cmpd="sng">
                <a:solidFill>
                  <a:srgbClr val="FF66FF"/>
                </a:solidFill>
                <a:prstDash val="solid"/>
                <a:round/>
                <a:headEnd type="none" w="med" len="med"/>
                <a:tailEnd type="none" w="med" len="med"/>
              </a:ln>
            </p:spPr>
            <p:txBody>
              <a:bodyPr/>
              <a:lstStyle/>
              <a:p>
                <a:endParaRPr lang="zh-CN" altLang="en-US"/>
              </a:p>
            </p:txBody>
          </p:sp>
          <p:sp>
            <p:nvSpPr>
              <p:cNvPr id="25787" name="Line 87"/>
              <p:cNvSpPr/>
              <p:nvPr/>
            </p:nvSpPr>
            <p:spPr>
              <a:xfrm>
                <a:off x="508" y="1575"/>
                <a:ext cx="0" cy="300"/>
              </a:xfrm>
              <a:prstGeom prst="line">
                <a:avLst/>
              </a:prstGeom>
              <a:ln w="28575" cap="flat" cmpd="sng">
                <a:solidFill>
                  <a:srgbClr val="FF66FF"/>
                </a:solidFill>
                <a:prstDash val="solid"/>
                <a:round/>
                <a:headEnd type="none" w="med" len="med"/>
                <a:tailEnd type="none" w="med" len="med"/>
              </a:ln>
            </p:spPr>
          </p:sp>
          <p:sp>
            <p:nvSpPr>
              <p:cNvPr id="25788" name="Line 88"/>
              <p:cNvSpPr/>
              <p:nvPr/>
            </p:nvSpPr>
            <p:spPr>
              <a:xfrm>
                <a:off x="577" y="1566"/>
                <a:ext cx="0" cy="300"/>
              </a:xfrm>
              <a:prstGeom prst="line">
                <a:avLst/>
              </a:prstGeom>
              <a:ln w="28575" cap="flat" cmpd="sng">
                <a:solidFill>
                  <a:srgbClr val="FF66FF"/>
                </a:solidFill>
                <a:prstDash val="solid"/>
                <a:round/>
                <a:headEnd type="none" w="med" len="med"/>
                <a:tailEnd type="none" w="med" len="med"/>
              </a:ln>
            </p:spPr>
          </p:sp>
          <p:sp>
            <p:nvSpPr>
              <p:cNvPr id="25789" name="Line 89"/>
              <p:cNvSpPr/>
              <p:nvPr/>
            </p:nvSpPr>
            <p:spPr>
              <a:xfrm>
                <a:off x="648" y="1572"/>
                <a:ext cx="0" cy="300"/>
              </a:xfrm>
              <a:prstGeom prst="line">
                <a:avLst/>
              </a:prstGeom>
              <a:ln w="28575" cap="flat" cmpd="sng">
                <a:solidFill>
                  <a:srgbClr val="FF66FF"/>
                </a:solidFill>
                <a:prstDash val="solid"/>
                <a:round/>
                <a:headEnd type="none" w="med" len="med"/>
                <a:tailEnd type="none" w="med" len="med"/>
              </a:ln>
            </p:spPr>
          </p:sp>
        </p:grpSp>
        <p:grpSp>
          <p:nvGrpSpPr>
            <p:cNvPr id="25790" name="Group 90"/>
            <p:cNvGrpSpPr/>
            <p:nvPr/>
          </p:nvGrpSpPr>
          <p:grpSpPr>
            <a:xfrm>
              <a:off x="0" y="209"/>
              <a:ext cx="5760" cy="343"/>
              <a:chOff x="0" y="209"/>
              <a:chExt cx="5760" cy="435"/>
            </a:xfrm>
          </p:grpSpPr>
          <p:sp>
            <p:nvSpPr>
              <p:cNvPr id="25791" name="WordArt 91"/>
              <p:cNvSpPr>
                <a:spLocks noTextEdit="1"/>
              </p:cNvSpPr>
              <p:nvPr/>
            </p:nvSpPr>
            <p:spPr>
              <a:xfrm>
                <a:off x="379" y="264"/>
                <a:ext cx="1404" cy="16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rPr>
                  <a:t>光栅方程</a:t>
                </a:r>
              </a:p>
            </p:txBody>
          </p:sp>
          <p:grpSp>
            <p:nvGrpSpPr>
              <p:cNvPr id="25792" name="Group 92"/>
              <p:cNvGrpSpPr/>
              <p:nvPr/>
            </p:nvGrpSpPr>
            <p:grpSpPr>
              <a:xfrm>
                <a:off x="4127" y="249"/>
                <a:ext cx="1456" cy="170"/>
                <a:chOff x="3212" y="1695"/>
                <a:chExt cx="1433" cy="182"/>
              </a:xfrm>
            </p:grpSpPr>
            <p:sp>
              <p:nvSpPr>
                <p:cNvPr id="25793" name="Oval 93"/>
                <p:cNvSpPr/>
                <p:nvPr/>
              </p:nvSpPr>
              <p:spPr>
                <a:xfrm flipV="1">
                  <a:off x="4315" y="1759"/>
                  <a:ext cx="32" cy="36"/>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794" name="WordArt 94"/>
                <p:cNvSpPr>
                  <a:spLocks noTextEdit="1"/>
                </p:cNvSpPr>
                <p:nvPr/>
              </p:nvSpPr>
              <p:spPr>
                <a:xfrm>
                  <a:off x="3716" y="1828"/>
                  <a:ext cx="18" cy="4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5795" name="WordArt 95"/>
                <p:cNvSpPr>
                  <a:spLocks noTextEdit="1"/>
                </p:cNvSpPr>
                <p:nvPr/>
              </p:nvSpPr>
              <p:spPr>
                <a:xfrm>
                  <a:off x="3960" y="1711"/>
                  <a:ext cx="75" cy="14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sp>
              <p:nvSpPr>
                <p:cNvPr id="25796" name="WordArt 96"/>
                <p:cNvSpPr>
                  <a:spLocks noTextEdit="1"/>
                </p:cNvSpPr>
                <p:nvPr/>
              </p:nvSpPr>
              <p:spPr>
                <a:xfrm>
                  <a:off x="3781" y="1711"/>
                  <a:ext cx="75" cy="14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sp>
              <p:nvSpPr>
                <p:cNvPr id="25797" name="WordArt 97"/>
                <p:cNvSpPr>
                  <a:spLocks noTextEdit="1"/>
                </p:cNvSpPr>
                <p:nvPr/>
              </p:nvSpPr>
              <p:spPr>
                <a:xfrm>
                  <a:off x="4133" y="1711"/>
                  <a:ext cx="74" cy="14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a:t>
                  </a:r>
                </a:p>
              </p:txBody>
            </p:sp>
            <p:sp>
              <p:nvSpPr>
                <p:cNvPr id="25798" name="WordArt 98"/>
                <p:cNvSpPr>
                  <a:spLocks noTextEdit="1"/>
                </p:cNvSpPr>
                <p:nvPr/>
              </p:nvSpPr>
              <p:spPr>
                <a:xfrm>
                  <a:off x="3345" y="1704"/>
                  <a:ext cx="85" cy="16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k</a:t>
                  </a:r>
                </a:p>
              </p:txBody>
            </p:sp>
            <p:sp>
              <p:nvSpPr>
                <p:cNvPr id="25799" name="WordArt 99"/>
                <p:cNvSpPr>
                  <a:spLocks noTextEdit="1"/>
                </p:cNvSpPr>
                <p:nvPr/>
              </p:nvSpPr>
              <p:spPr>
                <a:xfrm>
                  <a:off x="3212" y="1695"/>
                  <a:ext cx="53" cy="17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5800" name="WordArt 100"/>
                <p:cNvSpPr>
                  <a:spLocks noTextEdit="1"/>
                </p:cNvSpPr>
                <p:nvPr/>
              </p:nvSpPr>
              <p:spPr>
                <a:xfrm>
                  <a:off x="4592" y="1695"/>
                  <a:ext cx="53" cy="17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5801" name="Group 101"/>
                <p:cNvGrpSpPr/>
                <p:nvPr/>
              </p:nvGrpSpPr>
              <p:grpSpPr>
                <a:xfrm rot="5400000">
                  <a:off x="3496" y="1739"/>
                  <a:ext cx="45" cy="116"/>
                  <a:chOff x="2928" y="3216"/>
                  <a:chExt cx="48" cy="240"/>
                </a:xfrm>
              </p:grpSpPr>
              <p:sp>
                <p:nvSpPr>
                  <p:cNvPr id="25802" name="Line 102"/>
                  <p:cNvSpPr/>
                  <p:nvPr/>
                </p:nvSpPr>
                <p:spPr>
                  <a:xfrm>
                    <a:off x="2928" y="3216"/>
                    <a:ext cx="0" cy="240"/>
                  </a:xfrm>
                  <a:prstGeom prst="line">
                    <a:avLst/>
                  </a:prstGeom>
                  <a:ln w="38100" cap="flat" cmpd="sng">
                    <a:solidFill>
                      <a:schemeClr val="tx2"/>
                    </a:solidFill>
                    <a:prstDash val="solid"/>
                    <a:round/>
                    <a:headEnd type="none" w="med" len="med"/>
                    <a:tailEnd type="none" w="med" len="med"/>
                  </a:ln>
                </p:spPr>
              </p:sp>
              <p:sp>
                <p:nvSpPr>
                  <p:cNvPr id="25803" name="Line 103"/>
                  <p:cNvSpPr/>
                  <p:nvPr/>
                </p:nvSpPr>
                <p:spPr>
                  <a:xfrm>
                    <a:off x="2976" y="3216"/>
                    <a:ext cx="0" cy="240"/>
                  </a:xfrm>
                  <a:prstGeom prst="line">
                    <a:avLst/>
                  </a:prstGeom>
                  <a:ln w="38100" cap="flat" cmpd="sng">
                    <a:solidFill>
                      <a:schemeClr val="tx2"/>
                    </a:solidFill>
                    <a:prstDash val="solid"/>
                    <a:round/>
                    <a:headEnd type="none" w="med" len="med"/>
                    <a:tailEnd type="none" w="med" len="med"/>
                  </a:ln>
                </p:spPr>
              </p:sp>
            </p:grpSp>
            <p:sp>
              <p:nvSpPr>
                <p:cNvPr id="25804" name="WordArt 104"/>
                <p:cNvSpPr>
                  <a:spLocks noTextEdit="1"/>
                </p:cNvSpPr>
                <p:nvPr/>
              </p:nvSpPr>
              <p:spPr>
                <a:xfrm>
                  <a:off x="3610" y="1715"/>
                  <a:ext cx="78" cy="16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0</a:t>
                  </a:r>
                </a:p>
              </p:txBody>
            </p:sp>
            <p:sp>
              <p:nvSpPr>
                <p:cNvPr id="25805" name="WordArt 105"/>
                <p:cNvSpPr>
                  <a:spLocks noTextEdit="1"/>
                </p:cNvSpPr>
                <p:nvPr/>
              </p:nvSpPr>
              <p:spPr>
                <a:xfrm>
                  <a:off x="3899" y="1824"/>
                  <a:ext cx="18" cy="4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5806" name="WordArt 106"/>
                <p:cNvSpPr>
                  <a:spLocks noTextEdit="1"/>
                </p:cNvSpPr>
                <p:nvPr/>
              </p:nvSpPr>
              <p:spPr>
                <a:xfrm>
                  <a:off x="4081" y="1820"/>
                  <a:ext cx="18" cy="4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5807" name="WordArt 107"/>
                <p:cNvSpPr>
                  <a:spLocks noTextEdit="1"/>
                </p:cNvSpPr>
                <p:nvPr/>
              </p:nvSpPr>
              <p:spPr>
                <a:xfrm>
                  <a:off x="4249" y="1824"/>
                  <a:ext cx="18" cy="4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5808" name="Oval 108"/>
                <p:cNvSpPr/>
                <p:nvPr/>
              </p:nvSpPr>
              <p:spPr>
                <a:xfrm flipV="1">
                  <a:off x="4412" y="1762"/>
                  <a:ext cx="32" cy="36"/>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809" name="Oval 109"/>
                <p:cNvSpPr/>
                <p:nvPr/>
              </p:nvSpPr>
              <p:spPr>
                <a:xfrm flipV="1">
                  <a:off x="4506" y="1759"/>
                  <a:ext cx="32" cy="36"/>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nvGrpSpPr>
              <p:cNvPr id="25810" name="Group 110"/>
              <p:cNvGrpSpPr/>
              <p:nvPr/>
            </p:nvGrpSpPr>
            <p:grpSpPr>
              <a:xfrm>
                <a:off x="2005" y="209"/>
                <a:ext cx="1851" cy="245"/>
                <a:chOff x="1677" y="1203"/>
                <a:chExt cx="1851" cy="245"/>
              </a:xfrm>
            </p:grpSpPr>
            <p:sp>
              <p:nvSpPr>
                <p:cNvPr id="25811" name="WordArt 111"/>
                <p:cNvSpPr>
                  <a:spLocks noTextEdit="1"/>
                </p:cNvSpPr>
                <p:nvPr/>
              </p:nvSpPr>
              <p:spPr>
                <a:xfrm>
                  <a:off x="3158" y="1222"/>
                  <a:ext cx="155" cy="219"/>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5812" name="Group 112"/>
                <p:cNvGrpSpPr/>
                <p:nvPr/>
              </p:nvGrpSpPr>
              <p:grpSpPr>
                <a:xfrm rot="5400000">
                  <a:off x="2786" y="1269"/>
                  <a:ext cx="56" cy="166"/>
                  <a:chOff x="2928" y="3216"/>
                  <a:chExt cx="48" cy="240"/>
                </a:xfrm>
              </p:grpSpPr>
              <p:sp>
                <p:nvSpPr>
                  <p:cNvPr id="25813" name="Line 113"/>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5814" name="Line 114"/>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5815" name="WordArt 115"/>
                <p:cNvSpPr>
                  <a:spLocks noTextEdit="1"/>
                </p:cNvSpPr>
                <p:nvPr/>
              </p:nvSpPr>
              <p:spPr>
                <a:xfrm>
                  <a:off x="1979" y="1225"/>
                  <a:ext cx="454" cy="194"/>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5816" name="WordArt 116"/>
                <p:cNvSpPr>
                  <a:spLocks noTextEdit="1"/>
                </p:cNvSpPr>
                <p:nvPr/>
              </p:nvSpPr>
              <p:spPr>
                <a:xfrm>
                  <a:off x="2488" y="1234"/>
                  <a:ext cx="162" cy="202"/>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grpSp>
              <p:nvGrpSpPr>
                <p:cNvPr id="25817" name="Group 117"/>
                <p:cNvGrpSpPr/>
                <p:nvPr/>
              </p:nvGrpSpPr>
              <p:grpSpPr>
                <a:xfrm>
                  <a:off x="2952" y="1262"/>
                  <a:ext cx="156" cy="140"/>
                  <a:chOff x="3739" y="1321"/>
                  <a:chExt cx="136" cy="181"/>
                </a:xfrm>
              </p:grpSpPr>
              <p:sp>
                <p:nvSpPr>
                  <p:cNvPr id="25818" name="WordArt 118"/>
                  <p:cNvSpPr>
                    <a:spLocks noTextEdit="1"/>
                  </p:cNvSpPr>
                  <p:nvPr/>
                </p:nvSpPr>
                <p:spPr>
                  <a:xfrm>
                    <a:off x="3752" y="1321"/>
                    <a:ext cx="96" cy="11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38100"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5819" name="Line 119"/>
                  <p:cNvSpPr/>
                  <p:nvPr/>
                </p:nvSpPr>
                <p:spPr>
                  <a:xfrm flipV="1">
                    <a:off x="3739" y="1490"/>
                    <a:ext cx="136" cy="12"/>
                  </a:xfrm>
                  <a:prstGeom prst="line">
                    <a:avLst/>
                  </a:prstGeom>
                  <a:ln w="28575" cap="flat" cmpd="sng">
                    <a:solidFill>
                      <a:schemeClr val="tx1"/>
                    </a:solidFill>
                    <a:prstDash val="solid"/>
                    <a:round/>
                    <a:headEnd type="none" w="med" len="med"/>
                    <a:tailEnd type="none" w="med" len="med"/>
                  </a:ln>
                </p:spPr>
              </p:sp>
            </p:grpSp>
            <p:sp>
              <p:nvSpPr>
                <p:cNvPr id="25820" name="WordArt 120"/>
                <p:cNvSpPr>
                  <a:spLocks noTextEdit="1"/>
                </p:cNvSpPr>
                <p:nvPr/>
              </p:nvSpPr>
              <p:spPr>
                <a:xfrm>
                  <a:off x="3277" y="1203"/>
                  <a:ext cx="251" cy="229"/>
                </a:xfrm>
                <a:prstGeom prst="rect">
                  <a:avLst/>
                </a:prstGeom>
              </p:spPr>
              <p:txBody>
                <a:bodyPr wrap="none" fromWordArt="1">
                  <a:prstTxWarp prst="textPlain">
                    <a:avLst>
                      <a:gd name="adj" fmla="val 59412"/>
                    </a:avLst>
                  </a:prstTxWarp>
                  <a:normAutofit fontScale="40000" lnSpcReduction="20000"/>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l</a:t>
                  </a:r>
                </a:p>
              </p:txBody>
            </p:sp>
            <p:sp>
              <p:nvSpPr>
                <p:cNvPr id="25821" name="WordArt 121"/>
                <p:cNvSpPr>
                  <a:spLocks noTextEdit="1"/>
                </p:cNvSpPr>
                <p:nvPr/>
              </p:nvSpPr>
              <p:spPr>
                <a:xfrm>
                  <a:off x="1677" y="1215"/>
                  <a:ext cx="251" cy="233"/>
                </a:xfrm>
                <a:prstGeom prst="rect">
                  <a:avLst/>
                </a:prstGeom>
              </p:spPr>
              <p:txBody>
                <a:bodyPr wrap="none" fromWordArt="1">
                  <a:prstTxWarp prst="textPlain">
                    <a:avLst>
                      <a:gd name="adj" fmla="val 56523"/>
                    </a:avLst>
                  </a:prstTxWarp>
                  <a:normAutofit fontScale="40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d</a:t>
                  </a:r>
                </a:p>
              </p:txBody>
            </p:sp>
          </p:grpSp>
          <p:grpSp>
            <p:nvGrpSpPr>
              <p:cNvPr id="25822" name="Group 122"/>
              <p:cNvGrpSpPr/>
              <p:nvPr/>
            </p:nvGrpSpPr>
            <p:grpSpPr>
              <a:xfrm>
                <a:off x="0" y="560"/>
                <a:ext cx="5760" cy="84"/>
                <a:chOff x="0" y="3976"/>
                <a:chExt cx="5760" cy="344"/>
              </a:xfrm>
            </p:grpSpPr>
            <p:sp>
              <p:nvSpPr>
                <p:cNvPr id="25823" name="Rectangle 123" descr="羊皮纸"/>
                <p:cNvSpPr/>
                <p:nvPr/>
              </p:nvSpPr>
              <p:spPr>
                <a:xfrm>
                  <a:off x="0" y="3976"/>
                  <a:ext cx="5760" cy="344"/>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824" name="Line 124" descr="羊皮纸"/>
                <p:cNvSpPr/>
                <p:nvPr/>
              </p:nvSpPr>
              <p:spPr>
                <a:xfrm>
                  <a:off x="0" y="3976"/>
                  <a:ext cx="5760" cy="0"/>
                </a:xfrm>
                <a:prstGeom prst="line">
                  <a:avLst/>
                </a:prstGeom>
                <a:ln w="38100">
                  <a:noFill/>
                </a:ln>
              </p:spPr>
            </p:sp>
          </p:grpSp>
        </p:grpSp>
        <p:sp>
          <p:nvSpPr>
            <p:cNvPr id="25825" name="Line 246"/>
            <p:cNvSpPr/>
            <p:nvPr/>
          </p:nvSpPr>
          <p:spPr>
            <a:xfrm>
              <a:off x="1536" y="1791"/>
              <a:ext cx="0" cy="362"/>
            </a:xfrm>
            <a:prstGeom prst="line">
              <a:avLst/>
            </a:prstGeom>
            <a:ln w="38100" cap="flat" cmpd="sng">
              <a:solidFill>
                <a:schemeClr val="tx1"/>
              </a:solidFill>
              <a:prstDash val="sysDot"/>
              <a:round/>
              <a:headEnd type="none" w="med" len="med"/>
              <a:tailEnd type="none" w="med" len="med"/>
            </a:ln>
          </p:spPr>
        </p:sp>
        <p:sp>
          <p:nvSpPr>
            <p:cNvPr id="25826" name="Line 247"/>
            <p:cNvSpPr/>
            <p:nvPr/>
          </p:nvSpPr>
          <p:spPr>
            <a:xfrm>
              <a:off x="1535" y="2173"/>
              <a:ext cx="0" cy="123"/>
            </a:xfrm>
            <a:prstGeom prst="line">
              <a:avLst/>
            </a:prstGeom>
            <a:ln w="38100" cap="flat" cmpd="sng">
              <a:solidFill>
                <a:schemeClr val="tx1"/>
              </a:solidFill>
              <a:prstDash val="solid"/>
              <a:round/>
              <a:headEnd type="none" w="med" len="med"/>
              <a:tailEnd type="none" w="med" len="med"/>
            </a:ln>
          </p:spPr>
        </p:sp>
        <p:sp>
          <p:nvSpPr>
            <p:cNvPr id="25827" name="Line 248"/>
            <p:cNvSpPr/>
            <p:nvPr/>
          </p:nvSpPr>
          <p:spPr>
            <a:xfrm>
              <a:off x="1537" y="1648"/>
              <a:ext cx="0" cy="123"/>
            </a:xfrm>
            <a:prstGeom prst="line">
              <a:avLst/>
            </a:prstGeom>
            <a:ln w="38100" cap="flat" cmpd="sng">
              <a:solidFill>
                <a:schemeClr val="tx1"/>
              </a:solidFill>
              <a:prstDash val="solid"/>
              <a:round/>
              <a:headEnd type="none" w="med" len="med"/>
              <a:tailEnd type="none" w="med" len="med"/>
            </a:ln>
          </p:spPr>
        </p:sp>
      </p:grpSp>
      <p:grpSp>
        <p:nvGrpSpPr>
          <p:cNvPr id="25828" name="Group 250"/>
          <p:cNvGrpSpPr/>
          <p:nvPr/>
        </p:nvGrpSpPr>
        <p:grpSpPr>
          <a:xfrm>
            <a:off x="0" y="946150"/>
            <a:ext cx="698500" cy="390525"/>
            <a:chOff x="127" y="728"/>
            <a:chExt cx="437" cy="256"/>
          </a:xfrm>
        </p:grpSpPr>
        <p:sp>
          <p:nvSpPr>
            <p:cNvPr id="25829" name="Oval 251" descr="栎木"/>
            <p:cNvSpPr/>
            <p:nvPr/>
          </p:nvSpPr>
          <p:spPr>
            <a:xfrm>
              <a:off x="127" y="728"/>
              <a:ext cx="437" cy="256"/>
            </a:xfrm>
            <a:prstGeom prst="ellipse">
              <a:avLst/>
            </a:prstGeom>
            <a:blipFill rotWithShape="0">
              <a:blip r:embed="rId3"/>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5830" name="WordArt 252"/>
            <p:cNvSpPr>
              <a:spLocks noTextEdit="1"/>
            </p:cNvSpPr>
            <p:nvPr/>
          </p:nvSpPr>
          <p:spPr>
            <a:xfrm>
              <a:off x="187" y="780"/>
              <a:ext cx="305" cy="147"/>
            </a:xfrm>
            <a:prstGeom prst="rect">
              <a:avLst/>
            </a:prstGeom>
          </p:spPr>
          <p:txBody>
            <a:bodyPr wrap="none" fromWordArt="1">
              <a:prstTxWarp prst="textPlain">
                <a:avLst>
                  <a:gd name="adj" fmla="val 50287"/>
                </a:avLst>
              </a:prstTxWarp>
              <a:normAutofit fontScale="25000" lnSpcReduction="20000"/>
            </a:bodyPr>
            <a:lstStyle/>
            <a:p>
              <a:pPr algn="ctr"/>
              <a:r>
                <a:rPr lang="zh-CN" altLang="en-US" sz="3600">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rPr>
                <a:t>例3</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idx="4294967295"/>
          </p:nvPr>
        </p:nvSpPr>
        <p:spPr>
          <a:xfrm>
            <a:off x="1371600" y="0"/>
            <a:ext cx="7772400" cy="179388"/>
          </a:xfrm>
        </p:spPr>
        <p:txBody>
          <a:bodyPr vert="horz" wrap="square" lIns="91440" tIns="45720" rIns="91440" bIns="45720" anchor="ctr" anchorCtr="0"/>
          <a:lstStyle/>
          <a:p>
            <a:pPr eaLnBrk="1" hangingPunct="1"/>
            <a:r>
              <a:rPr lang="zh-CN" altLang="en-US" sz="700" dirty="0">
                <a:solidFill>
                  <a:schemeClr val="bg1"/>
                </a:solidFill>
              </a:rPr>
              <a:t>例</a:t>
            </a:r>
          </a:p>
        </p:txBody>
      </p:sp>
      <p:grpSp>
        <p:nvGrpSpPr>
          <p:cNvPr id="26626" name="Group 3"/>
          <p:cNvGrpSpPr/>
          <p:nvPr/>
        </p:nvGrpSpPr>
        <p:grpSpPr>
          <a:xfrm>
            <a:off x="0" y="0"/>
            <a:ext cx="9144000" cy="153988"/>
            <a:chOff x="0" y="3976"/>
            <a:chExt cx="5760" cy="344"/>
          </a:xfrm>
        </p:grpSpPr>
        <p:sp>
          <p:nvSpPr>
            <p:cNvPr id="26627" name="Rectangle 4" descr="羊皮纸"/>
            <p:cNvSpPr/>
            <p:nvPr/>
          </p:nvSpPr>
          <p:spPr>
            <a:xfrm>
              <a:off x="0" y="3976"/>
              <a:ext cx="5760" cy="344"/>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628" name="Line 5" descr="羊皮纸"/>
            <p:cNvSpPr/>
            <p:nvPr/>
          </p:nvSpPr>
          <p:spPr>
            <a:xfrm>
              <a:off x="0" y="3976"/>
              <a:ext cx="5760" cy="0"/>
            </a:xfrm>
            <a:prstGeom prst="line">
              <a:avLst/>
            </a:prstGeom>
            <a:ln w="38100">
              <a:noFill/>
            </a:ln>
          </p:spPr>
        </p:sp>
      </p:grpSp>
      <p:grpSp>
        <p:nvGrpSpPr>
          <p:cNvPr id="26629" name="Group 6"/>
          <p:cNvGrpSpPr/>
          <p:nvPr/>
        </p:nvGrpSpPr>
        <p:grpSpPr>
          <a:xfrm>
            <a:off x="0" y="6716713"/>
            <a:ext cx="9144000" cy="141287"/>
            <a:chOff x="0" y="3976"/>
            <a:chExt cx="5760" cy="344"/>
          </a:xfrm>
        </p:grpSpPr>
        <p:sp>
          <p:nvSpPr>
            <p:cNvPr id="26630" name="Rectangle 7" descr="羊皮纸"/>
            <p:cNvSpPr/>
            <p:nvPr/>
          </p:nvSpPr>
          <p:spPr>
            <a:xfrm>
              <a:off x="0" y="3976"/>
              <a:ext cx="5760" cy="344"/>
            </a:xfrm>
            <a:prstGeom prst="rect">
              <a:avLst/>
            </a:prstGeom>
            <a:blipFill rotWithShape="0">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631" name="Line 8" descr="羊皮纸"/>
            <p:cNvSpPr/>
            <p:nvPr/>
          </p:nvSpPr>
          <p:spPr>
            <a:xfrm>
              <a:off x="0" y="3976"/>
              <a:ext cx="5760" cy="0"/>
            </a:xfrm>
            <a:prstGeom prst="line">
              <a:avLst/>
            </a:prstGeom>
            <a:ln w="38100">
              <a:noFill/>
            </a:ln>
          </p:spPr>
        </p:sp>
      </p:grpSp>
      <p:grpSp>
        <p:nvGrpSpPr>
          <p:cNvPr id="4" name="Group 9"/>
          <p:cNvGrpSpPr/>
          <p:nvPr/>
        </p:nvGrpSpPr>
        <p:grpSpPr>
          <a:xfrm>
            <a:off x="0" y="0"/>
            <a:ext cx="9144000" cy="1249363"/>
            <a:chOff x="608" y="0"/>
            <a:chExt cx="5152" cy="787"/>
          </a:xfrm>
        </p:grpSpPr>
        <p:sp>
          <p:nvSpPr>
            <p:cNvPr id="26633" name="Rectangle 10" descr="羊皮纸"/>
            <p:cNvSpPr/>
            <p:nvPr/>
          </p:nvSpPr>
          <p:spPr>
            <a:xfrm>
              <a:off x="2272" y="0"/>
              <a:ext cx="3488" cy="68"/>
            </a:xfrm>
            <a:prstGeom prst="rect">
              <a:avLst/>
            </a:prstGeom>
            <a:blipFill rotWithShape="1">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634" name="WordArt 11"/>
            <p:cNvSpPr>
              <a:spLocks noTextEdit="1"/>
            </p:cNvSpPr>
            <p:nvPr/>
          </p:nvSpPr>
          <p:spPr>
            <a:xfrm>
              <a:off x="3309" y="181"/>
              <a:ext cx="723" cy="13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80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缺级条件为</a:t>
              </a:r>
            </a:p>
          </p:txBody>
        </p:sp>
        <p:grpSp>
          <p:nvGrpSpPr>
            <p:cNvPr id="26635" name="Group 12"/>
            <p:cNvGrpSpPr/>
            <p:nvPr/>
          </p:nvGrpSpPr>
          <p:grpSpPr>
            <a:xfrm>
              <a:off x="4873" y="209"/>
              <a:ext cx="754" cy="151"/>
              <a:chOff x="3978" y="225"/>
              <a:chExt cx="1246" cy="192"/>
            </a:xfrm>
          </p:grpSpPr>
          <p:sp>
            <p:nvSpPr>
              <p:cNvPr id="26636" name="Oval 13"/>
              <p:cNvSpPr/>
              <p:nvPr/>
            </p:nvSpPr>
            <p:spPr>
              <a:xfrm flipV="1">
                <a:off x="4936" y="309"/>
                <a:ext cx="28" cy="34"/>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637" name="WordArt 14"/>
              <p:cNvSpPr>
                <a:spLocks noTextEdit="1"/>
              </p:cNvSpPr>
              <p:nvPr/>
            </p:nvSpPr>
            <p:spPr>
              <a:xfrm>
                <a:off x="4628" y="265"/>
                <a:ext cx="65" cy="13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sp>
            <p:nvSpPr>
              <p:cNvPr id="26638" name="WordArt 15"/>
              <p:cNvSpPr>
                <a:spLocks noTextEdit="1"/>
              </p:cNvSpPr>
              <p:nvPr/>
            </p:nvSpPr>
            <p:spPr>
              <a:xfrm>
                <a:off x="4472" y="265"/>
                <a:ext cx="66" cy="13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sp>
            <p:nvSpPr>
              <p:cNvPr id="26639" name="WordArt 16"/>
              <p:cNvSpPr>
                <a:spLocks noTextEdit="1"/>
              </p:cNvSpPr>
              <p:nvPr/>
            </p:nvSpPr>
            <p:spPr>
              <a:xfrm>
                <a:off x="4779" y="265"/>
                <a:ext cx="64" cy="13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a:t>
                </a:r>
              </a:p>
            </p:txBody>
          </p:sp>
          <p:sp>
            <p:nvSpPr>
              <p:cNvPr id="26640" name="WordArt 17"/>
              <p:cNvSpPr>
                <a:spLocks noTextEdit="1"/>
              </p:cNvSpPr>
              <p:nvPr/>
            </p:nvSpPr>
            <p:spPr>
              <a:xfrm>
                <a:off x="3978" y="249"/>
                <a:ext cx="46" cy="16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641" name="WordArt 18"/>
              <p:cNvSpPr>
                <a:spLocks noTextEdit="1"/>
              </p:cNvSpPr>
              <p:nvPr/>
            </p:nvSpPr>
            <p:spPr>
              <a:xfrm>
                <a:off x="5177" y="249"/>
                <a:ext cx="47" cy="16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6642" name="Group 19"/>
              <p:cNvGrpSpPr/>
              <p:nvPr/>
            </p:nvGrpSpPr>
            <p:grpSpPr>
              <a:xfrm rot="5400000">
                <a:off x="4297" y="295"/>
                <a:ext cx="41" cy="101"/>
                <a:chOff x="2928" y="3216"/>
                <a:chExt cx="48" cy="240"/>
              </a:xfrm>
            </p:grpSpPr>
            <p:sp>
              <p:nvSpPr>
                <p:cNvPr id="26643" name="Line 20"/>
                <p:cNvSpPr/>
                <p:nvPr/>
              </p:nvSpPr>
              <p:spPr>
                <a:xfrm>
                  <a:off x="2928" y="3216"/>
                  <a:ext cx="0" cy="240"/>
                </a:xfrm>
                <a:prstGeom prst="line">
                  <a:avLst/>
                </a:prstGeom>
                <a:ln w="38100" cap="flat" cmpd="sng">
                  <a:solidFill>
                    <a:schemeClr val="tx2"/>
                  </a:solidFill>
                  <a:prstDash val="solid"/>
                  <a:round/>
                  <a:headEnd type="none" w="med" len="med"/>
                  <a:tailEnd type="none" w="med" len="med"/>
                </a:ln>
              </p:spPr>
            </p:sp>
            <p:sp>
              <p:nvSpPr>
                <p:cNvPr id="26644" name="Line 21"/>
                <p:cNvSpPr/>
                <p:nvPr/>
              </p:nvSpPr>
              <p:spPr>
                <a:xfrm>
                  <a:off x="2976" y="3216"/>
                  <a:ext cx="0" cy="240"/>
                </a:xfrm>
                <a:prstGeom prst="line">
                  <a:avLst/>
                </a:prstGeom>
                <a:ln w="38100" cap="flat" cmpd="sng">
                  <a:solidFill>
                    <a:schemeClr val="tx2"/>
                  </a:solidFill>
                  <a:prstDash val="solid"/>
                  <a:round/>
                  <a:headEnd type="none" w="med" len="med"/>
                  <a:tailEnd type="none" w="med" len="med"/>
                </a:ln>
              </p:spPr>
            </p:sp>
          </p:grpSp>
          <p:sp>
            <p:nvSpPr>
              <p:cNvPr id="26645" name="WordArt 22"/>
              <p:cNvSpPr>
                <a:spLocks noTextEdit="1"/>
              </p:cNvSpPr>
              <p:nvPr/>
            </p:nvSpPr>
            <p:spPr>
              <a:xfrm>
                <a:off x="4575" y="370"/>
                <a:ext cx="17" cy="3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646" name="WordArt 23"/>
              <p:cNvSpPr>
                <a:spLocks noTextEdit="1"/>
              </p:cNvSpPr>
              <p:nvPr/>
            </p:nvSpPr>
            <p:spPr>
              <a:xfrm>
                <a:off x="4733" y="367"/>
                <a:ext cx="15" cy="3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647" name="WordArt 24"/>
              <p:cNvSpPr>
                <a:spLocks noTextEdit="1"/>
              </p:cNvSpPr>
              <p:nvPr/>
            </p:nvSpPr>
            <p:spPr>
              <a:xfrm>
                <a:off x="4879" y="370"/>
                <a:ext cx="16" cy="3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648" name="Oval 25"/>
              <p:cNvSpPr/>
              <p:nvPr/>
            </p:nvSpPr>
            <p:spPr>
              <a:xfrm flipV="1">
                <a:off x="5020" y="312"/>
                <a:ext cx="29" cy="34"/>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649" name="Oval 26"/>
              <p:cNvSpPr/>
              <p:nvPr/>
            </p:nvSpPr>
            <p:spPr>
              <a:xfrm flipV="1">
                <a:off x="5103" y="309"/>
                <a:ext cx="28" cy="34"/>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6650" name="Group 27"/>
              <p:cNvGrpSpPr/>
              <p:nvPr/>
            </p:nvGrpSpPr>
            <p:grpSpPr>
              <a:xfrm>
                <a:off x="4072" y="225"/>
                <a:ext cx="214" cy="185"/>
                <a:chOff x="4941" y="1503"/>
                <a:chExt cx="232" cy="240"/>
              </a:xfrm>
            </p:grpSpPr>
            <p:sp>
              <p:nvSpPr>
                <p:cNvPr id="26651" name="WordArt 28"/>
                <p:cNvSpPr>
                  <a:spLocks noTextEdit="1"/>
                </p:cNvSpPr>
                <p:nvPr/>
              </p:nvSpPr>
              <p:spPr>
                <a:xfrm>
                  <a:off x="4941" y="1517"/>
                  <a:ext cx="179" cy="226"/>
                </a:xfrm>
                <a:prstGeom prst="rect">
                  <a:avLst/>
                </a:prstGeom>
              </p:spPr>
              <p:txBody>
                <a:bodyPr wrap="none" fromWordArt="1">
                  <a:prstTxWarp prst="textPlain">
                    <a:avLst>
                      <a:gd name="adj" fmla="val 56981"/>
                    </a:avLst>
                  </a:prstTxWarp>
                  <a:normAutofit fontScale="2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sp>
              <p:nvSpPr>
                <p:cNvPr id="26652" name="Freeform 29"/>
                <p:cNvSpPr/>
                <p:nvPr/>
              </p:nvSpPr>
              <p:spPr>
                <a:xfrm>
                  <a:off x="5094" y="1503"/>
                  <a:ext cx="79" cy="68"/>
                </a:xfrm>
                <a:custGeom>
                  <a:avLst/>
                  <a:gdLst/>
                  <a:ahLst/>
                  <a:cxnLst>
                    <a:cxn ang="0">
                      <a:pos x="0" y="0"/>
                    </a:cxn>
                    <a:cxn ang="0">
                      <a:pos x="0" y="0"/>
                    </a:cxn>
                    <a:cxn ang="0">
                      <a:pos x="0" y="0"/>
                    </a:cxn>
                    <a:cxn ang="0">
                      <a:pos x="0" y="0"/>
                    </a:cxn>
                  </a:cxnLst>
                  <a:rect l="0" t="0" r="0" b="0"/>
                  <a:pathLst>
                    <a:path w="305" h="339">
                      <a:moveTo>
                        <a:pt x="192" y="0"/>
                      </a:moveTo>
                      <a:lnTo>
                        <a:pt x="0" y="339"/>
                      </a:lnTo>
                      <a:lnTo>
                        <a:pt x="305" y="68"/>
                      </a:lnTo>
                      <a:lnTo>
                        <a:pt x="192" y="0"/>
                      </a:lnTo>
                      <a:close/>
                    </a:path>
                  </a:pathLst>
                </a:custGeom>
                <a:solidFill>
                  <a:schemeClr val="tx2"/>
                </a:solidFill>
                <a:ln w="9525" cap="flat" cmpd="sng">
                  <a:solidFill>
                    <a:schemeClr val="tx2"/>
                  </a:solidFill>
                  <a:prstDash val="solid"/>
                  <a:round/>
                  <a:headEnd type="none" w="med" len="med"/>
                  <a:tailEnd type="none" w="med" len="med"/>
                </a:ln>
              </p:spPr>
              <p:txBody>
                <a:bodyPr/>
                <a:lstStyle/>
                <a:p>
                  <a:endParaRPr lang="zh-CN" altLang="en-US"/>
                </a:p>
              </p:txBody>
            </p:sp>
          </p:grpSp>
        </p:grpSp>
        <p:sp>
          <p:nvSpPr>
            <p:cNvPr id="26653" name="WordArt 30"/>
            <p:cNvSpPr>
              <a:spLocks noTextEdit="1"/>
            </p:cNvSpPr>
            <p:nvPr/>
          </p:nvSpPr>
          <p:spPr>
            <a:xfrm>
              <a:off x="3331" y="498"/>
              <a:ext cx="2269" cy="11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80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谱线缺级包括正负两側的对称谱线</a:t>
              </a:r>
            </a:p>
          </p:txBody>
        </p:sp>
        <p:sp>
          <p:nvSpPr>
            <p:cNvPr id="26654" name="Rectangle 31" descr="羊皮纸"/>
            <p:cNvSpPr/>
            <p:nvPr/>
          </p:nvSpPr>
          <p:spPr>
            <a:xfrm>
              <a:off x="608" y="719"/>
              <a:ext cx="5152" cy="68"/>
            </a:xfrm>
            <a:prstGeom prst="rect">
              <a:avLst/>
            </a:prstGeom>
            <a:blipFill rotWithShape="1">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655" name="Rectangle 32" descr="羊皮纸"/>
            <p:cNvSpPr/>
            <p:nvPr/>
          </p:nvSpPr>
          <p:spPr>
            <a:xfrm flipV="1">
              <a:off x="3168" y="0"/>
              <a:ext cx="64" cy="767"/>
            </a:xfrm>
            <a:prstGeom prst="rect">
              <a:avLst/>
            </a:prstGeom>
            <a:blipFill rotWithShape="1">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6656" name="Group 33"/>
            <p:cNvGrpSpPr/>
            <p:nvPr/>
          </p:nvGrpSpPr>
          <p:grpSpPr>
            <a:xfrm>
              <a:off x="4107" y="138"/>
              <a:ext cx="666" cy="288"/>
              <a:chOff x="4107" y="138"/>
              <a:chExt cx="666" cy="288"/>
            </a:xfrm>
          </p:grpSpPr>
          <p:grpSp>
            <p:nvGrpSpPr>
              <p:cNvPr id="26657" name="Group 34"/>
              <p:cNvGrpSpPr/>
              <p:nvPr/>
            </p:nvGrpSpPr>
            <p:grpSpPr>
              <a:xfrm>
                <a:off x="4107" y="197"/>
                <a:ext cx="223" cy="165"/>
                <a:chOff x="3995" y="205"/>
                <a:chExt cx="223" cy="165"/>
              </a:xfrm>
            </p:grpSpPr>
            <p:sp>
              <p:nvSpPr>
                <p:cNvPr id="26658" name="WordArt 35"/>
                <p:cNvSpPr>
                  <a:spLocks noTextEdit="1"/>
                </p:cNvSpPr>
                <p:nvPr/>
              </p:nvSpPr>
              <p:spPr>
                <a:xfrm>
                  <a:off x="3995" y="205"/>
                  <a:ext cx="96" cy="165"/>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6659" name="Group 36"/>
                <p:cNvGrpSpPr/>
                <p:nvPr/>
              </p:nvGrpSpPr>
              <p:grpSpPr>
                <a:xfrm rot="5400000">
                  <a:off x="4154" y="264"/>
                  <a:ext cx="47" cy="73"/>
                  <a:chOff x="2928" y="3216"/>
                  <a:chExt cx="48" cy="240"/>
                </a:xfrm>
              </p:grpSpPr>
              <p:sp>
                <p:nvSpPr>
                  <p:cNvPr id="26660" name="Line 37"/>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661" name="Line 38"/>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grpSp>
            <p:nvGrpSpPr>
              <p:cNvPr id="26662" name="Group 39"/>
              <p:cNvGrpSpPr/>
              <p:nvPr/>
            </p:nvGrpSpPr>
            <p:grpSpPr>
              <a:xfrm>
                <a:off x="4626" y="193"/>
                <a:ext cx="147" cy="171"/>
                <a:chOff x="4941" y="1503"/>
                <a:chExt cx="232" cy="240"/>
              </a:xfrm>
            </p:grpSpPr>
            <p:sp>
              <p:nvSpPr>
                <p:cNvPr id="26663" name="WordArt 40"/>
                <p:cNvSpPr>
                  <a:spLocks noTextEdit="1"/>
                </p:cNvSpPr>
                <p:nvPr/>
              </p:nvSpPr>
              <p:spPr>
                <a:xfrm>
                  <a:off x="4941" y="1517"/>
                  <a:ext cx="179" cy="226"/>
                </a:xfrm>
                <a:prstGeom prst="rect">
                  <a:avLst/>
                </a:prstGeom>
              </p:spPr>
              <p:txBody>
                <a:bodyPr wrap="none" fromWordArt="1">
                  <a:prstTxWarp prst="textPlain">
                    <a:avLst>
                      <a:gd name="adj" fmla="val 56981"/>
                    </a:avLst>
                  </a:prstTxWarp>
                  <a:normAutofit fontScale="32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sp>
              <p:nvSpPr>
                <p:cNvPr id="26664" name="Freeform 41"/>
                <p:cNvSpPr/>
                <p:nvPr/>
              </p:nvSpPr>
              <p:spPr>
                <a:xfrm>
                  <a:off x="5094" y="1503"/>
                  <a:ext cx="79" cy="68"/>
                </a:xfrm>
                <a:custGeom>
                  <a:avLst/>
                  <a:gdLst/>
                  <a:ahLst/>
                  <a:cxnLst>
                    <a:cxn ang="0">
                      <a:pos x="0" y="0"/>
                    </a:cxn>
                    <a:cxn ang="0">
                      <a:pos x="0" y="0"/>
                    </a:cxn>
                    <a:cxn ang="0">
                      <a:pos x="0" y="0"/>
                    </a:cxn>
                    <a:cxn ang="0">
                      <a:pos x="0" y="0"/>
                    </a:cxn>
                  </a:cxnLst>
                  <a:rect l="0" t="0" r="0" b="0"/>
                  <a:pathLst>
                    <a:path w="305" h="339">
                      <a:moveTo>
                        <a:pt x="192" y="0"/>
                      </a:moveTo>
                      <a:lnTo>
                        <a:pt x="0" y="339"/>
                      </a:lnTo>
                      <a:lnTo>
                        <a:pt x="305" y="68"/>
                      </a:lnTo>
                      <a:lnTo>
                        <a:pt x="192" y="0"/>
                      </a:lnTo>
                      <a:close/>
                    </a:path>
                  </a:pathLst>
                </a:custGeom>
                <a:solidFill>
                  <a:schemeClr val="tx2"/>
                </a:solidFill>
                <a:ln w="9525" cap="flat" cmpd="sng">
                  <a:solidFill>
                    <a:schemeClr val="tx2"/>
                  </a:solidFill>
                  <a:prstDash val="solid"/>
                  <a:round/>
                  <a:headEnd type="none" w="med" len="med"/>
                  <a:tailEnd type="none" w="med" len="med"/>
                </a:ln>
              </p:spPr>
              <p:txBody>
                <a:bodyPr/>
                <a:lstStyle/>
                <a:p>
                  <a:endParaRPr lang="zh-CN" altLang="en-US"/>
                </a:p>
              </p:txBody>
            </p:sp>
          </p:grpSp>
          <p:grpSp>
            <p:nvGrpSpPr>
              <p:cNvPr id="26665" name="Group 42"/>
              <p:cNvGrpSpPr/>
              <p:nvPr/>
            </p:nvGrpSpPr>
            <p:grpSpPr>
              <a:xfrm>
                <a:off x="4378" y="138"/>
                <a:ext cx="221" cy="288"/>
                <a:chOff x="4362" y="154"/>
                <a:chExt cx="221" cy="288"/>
              </a:xfrm>
            </p:grpSpPr>
            <p:sp>
              <p:nvSpPr>
                <p:cNvPr id="26666" name="WordArt 43"/>
                <p:cNvSpPr>
                  <a:spLocks noTextEdit="1"/>
                </p:cNvSpPr>
                <p:nvPr/>
              </p:nvSpPr>
              <p:spPr>
                <a:xfrm>
                  <a:off x="4415" y="349"/>
                  <a:ext cx="77" cy="9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a</a:t>
                  </a:r>
                </a:p>
              </p:txBody>
            </p:sp>
            <p:sp>
              <p:nvSpPr>
                <p:cNvPr id="26667" name="Line 44"/>
                <p:cNvSpPr/>
                <p:nvPr/>
              </p:nvSpPr>
              <p:spPr>
                <a:xfrm>
                  <a:off x="4362" y="312"/>
                  <a:ext cx="221" cy="0"/>
                </a:xfrm>
                <a:prstGeom prst="line">
                  <a:avLst/>
                </a:prstGeom>
                <a:ln w="28575" cap="flat" cmpd="sng">
                  <a:solidFill>
                    <a:schemeClr val="tx2"/>
                  </a:solidFill>
                  <a:prstDash val="solid"/>
                  <a:round/>
                  <a:headEnd type="none" w="med" len="med"/>
                  <a:tailEnd type="none" w="med" len="med"/>
                </a:ln>
              </p:spPr>
            </p:sp>
            <p:sp>
              <p:nvSpPr>
                <p:cNvPr id="26668" name="WordArt 45"/>
                <p:cNvSpPr>
                  <a:spLocks noTextEdit="1"/>
                </p:cNvSpPr>
                <p:nvPr/>
              </p:nvSpPr>
              <p:spPr>
                <a:xfrm>
                  <a:off x="4432" y="154"/>
                  <a:ext cx="89" cy="121"/>
                </a:xfrm>
                <a:prstGeom prst="rect">
                  <a:avLst/>
                </a:prstGeom>
              </p:spPr>
              <p:txBody>
                <a:bodyPr wrap="none" fromWordArt="1">
                  <a:prstTxWarp prst="textPlain">
                    <a:avLst>
                      <a:gd name="adj" fmla="val 50000"/>
                    </a:avLst>
                  </a:prstTxWarp>
                  <a:normAutofit fontScale="70000" lnSpcReduction="20000"/>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grpSp>
        </p:grpSp>
        <p:sp>
          <p:nvSpPr>
            <p:cNvPr id="26669" name="WordArt 46"/>
            <p:cNvSpPr>
              <a:spLocks noTextEdit="1"/>
            </p:cNvSpPr>
            <p:nvPr/>
          </p:nvSpPr>
          <p:spPr>
            <a:xfrm>
              <a:off x="646" y="180"/>
              <a:ext cx="668" cy="12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rPr>
                <a:t>光栅方程</a:t>
              </a:r>
            </a:p>
          </p:txBody>
        </p:sp>
        <p:sp>
          <p:nvSpPr>
            <p:cNvPr id="26670" name="WordArt 47"/>
            <p:cNvSpPr>
              <a:spLocks noTextEdit="1"/>
            </p:cNvSpPr>
            <p:nvPr/>
          </p:nvSpPr>
          <p:spPr>
            <a:xfrm>
              <a:off x="2090" y="161"/>
              <a:ext cx="96" cy="12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6671" name="Group 48"/>
            <p:cNvGrpSpPr/>
            <p:nvPr/>
          </p:nvGrpSpPr>
          <p:grpSpPr>
            <a:xfrm rot="5400000">
              <a:off x="1895" y="187"/>
              <a:ext cx="35" cy="86"/>
              <a:chOff x="2928" y="3216"/>
              <a:chExt cx="48" cy="240"/>
            </a:xfrm>
          </p:grpSpPr>
          <p:sp>
            <p:nvSpPr>
              <p:cNvPr id="26672" name="Line 49"/>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673" name="Line 50"/>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6674" name="WordArt 51"/>
            <p:cNvSpPr>
              <a:spLocks noTextEdit="1"/>
            </p:cNvSpPr>
            <p:nvPr/>
          </p:nvSpPr>
          <p:spPr>
            <a:xfrm>
              <a:off x="1538" y="175"/>
              <a:ext cx="206" cy="10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6675" name="WordArt 52"/>
            <p:cNvSpPr>
              <a:spLocks noTextEdit="1"/>
            </p:cNvSpPr>
            <p:nvPr/>
          </p:nvSpPr>
          <p:spPr>
            <a:xfrm>
              <a:off x="1766" y="161"/>
              <a:ext cx="84" cy="12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26676" name="WordArt 53"/>
            <p:cNvSpPr>
              <a:spLocks noTextEdit="1"/>
            </p:cNvSpPr>
            <p:nvPr/>
          </p:nvSpPr>
          <p:spPr>
            <a:xfrm>
              <a:off x="1997" y="185"/>
              <a:ext cx="57" cy="5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677" name="Line 54"/>
            <p:cNvSpPr/>
            <p:nvPr/>
          </p:nvSpPr>
          <p:spPr>
            <a:xfrm>
              <a:off x="1987" y="268"/>
              <a:ext cx="81" cy="1"/>
            </a:xfrm>
            <a:prstGeom prst="line">
              <a:avLst/>
            </a:prstGeom>
            <a:ln w="28575" cap="flat" cmpd="sng">
              <a:solidFill>
                <a:schemeClr val="tx1"/>
              </a:solidFill>
              <a:prstDash val="solid"/>
              <a:round/>
              <a:headEnd type="none" w="med" len="med"/>
              <a:tailEnd type="none" w="med" len="med"/>
            </a:ln>
          </p:spPr>
        </p:sp>
        <p:sp>
          <p:nvSpPr>
            <p:cNvPr id="26678" name="WordArt 55"/>
            <p:cNvSpPr>
              <a:spLocks noTextEdit="1"/>
            </p:cNvSpPr>
            <p:nvPr/>
          </p:nvSpPr>
          <p:spPr>
            <a:xfrm>
              <a:off x="2180" y="148"/>
              <a:ext cx="130" cy="143"/>
            </a:xfrm>
            <a:prstGeom prst="rect">
              <a:avLst/>
            </a:prstGeom>
          </p:spPr>
          <p:txBody>
            <a:bodyPr wrap="none" fromWordArt="1">
              <a:prstTxWarp prst="textPlain">
                <a:avLst>
                  <a:gd name="adj" fmla="val 59412"/>
                </a:avLst>
              </a:prstTxWarp>
              <a:normAutofit fontScale="2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26679" name="WordArt 56"/>
            <p:cNvSpPr>
              <a:spLocks noTextEdit="1"/>
            </p:cNvSpPr>
            <p:nvPr/>
          </p:nvSpPr>
          <p:spPr>
            <a:xfrm>
              <a:off x="1400" y="180"/>
              <a:ext cx="89" cy="127"/>
            </a:xfrm>
            <a:prstGeom prst="rect">
              <a:avLst/>
            </a:prstGeom>
          </p:spPr>
          <p:txBody>
            <a:bodyPr wrap="none" fromWordArt="1">
              <a:prstTxWarp prst="textPlain">
                <a:avLst>
                  <a:gd name="adj" fmla="val 50000"/>
                </a:avLst>
              </a:prstTxWarp>
              <a:normAutofit fontScale="77500" lnSpcReduction="20000"/>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grpSp>
          <p:nvGrpSpPr>
            <p:cNvPr id="26680" name="Group 57"/>
            <p:cNvGrpSpPr/>
            <p:nvPr/>
          </p:nvGrpSpPr>
          <p:grpSpPr>
            <a:xfrm>
              <a:off x="2368" y="162"/>
              <a:ext cx="725" cy="137"/>
              <a:chOff x="2368" y="137"/>
              <a:chExt cx="717" cy="138"/>
            </a:xfrm>
          </p:grpSpPr>
          <p:sp>
            <p:nvSpPr>
              <p:cNvPr id="26681" name="Oval 58"/>
              <p:cNvSpPr/>
              <p:nvPr/>
            </p:nvSpPr>
            <p:spPr>
              <a:xfrm flipV="1">
                <a:off x="2947" y="198"/>
                <a:ext cx="17" cy="27"/>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682" name="WordArt 59"/>
              <p:cNvSpPr>
                <a:spLocks noTextEdit="1"/>
              </p:cNvSpPr>
              <p:nvPr/>
            </p:nvSpPr>
            <p:spPr>
              <a:xfrm>
                <a:off x="2755" y="161"/>
                <a:ext cx="41" cy="10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sp>
            <p:nvSpPr>
              <p:cNvPr id="26683" name="WordArt 60"/>
              <p:cNvSpPr>
                <a:spLocks noTextEdit="1"/>
              </p:cNvSpPr>
              <p:nvPr/>
            </p:nvSpPr>
            <p:spPr>
              <a:xfrm>
                <a:off x="2650" y="168"/>
                <a:ext cx="40" cy="9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0</a:t>
                </a:r>
              </a:p>
            </p:txBody>
          </p:sp>
          <p:sp>
            <p:nvSpPr>
              <p:cNvPr id="26684" name="WordArt 61"/>
              <p:cNvSpPr>
                <a:spLocks noTextEdit="1"/>
              </p:cNvSpPr>
              <p:nvPr/>
            </p:nvSpPr>
            <p:spPr>
              <a:xfrm>
                <a:off x="2860" y="160"/>
                <a:ext cx="38" cy="10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sp>
            <p:nvSpPr>
              <p:cNvPr id="26685" name="WordArt 62"/>
              <p:cNvSpPr>
                <a:spLocks noTextEdit="1"/>
              </p:cNvSpPr>
              <p:nvPr/>
            </p:nvSpPr>
            <p:spPr>
              <a:xfrm>
                <a:off x="2368" y="140"/>
                <a:ext cx="28" cy="13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686" name="WordArt 63"/>
              <p:cNvSpPr>
                <a:spLocks noTextEdit="1"/>
              </p:cNvSpPr>
              <p:nvPr/>
            </p:nvSpPr>
            <p:spPr>
              <a:xfrm>
                <a:off x="3057" y="143"/>
                <a:ext cx="28" cy="13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6687" name="Group 64"/>
              <p:cNvGrpSpPr/>
              <p:nvPr/>
            </p:nvGrpSpPr>
            <p:grpSpPr>
              <a:xfrm rot="5400000">
                <a:off x="2564" y="183"/>
                <a:ext cx="32" cy="61"/>
                <a:chOff x="2928" y="3216"/>
                <a:chExt cx="48" cy="240"/>
              </a:xfrm>
            </p:grpSpPr>
            <p:sp>
              <p:nvSpPr>
                <p:cNvPr id="26688" name="Line 65"/>
                <p:cNvSpPr/>
                <p:nvPr/>
              </p:nvSpPr>
              <p:spPr>
                <a:xfrm>
                  <a:off x="2928" y="3216"/>
                  <a:ext cx="0" cy="240"/>
                </a:xfrm>
                <a:prstGeom prst="line">
                  <a:avLst/>
                </a:prstGeom>
                <a:ln w="28575" cap="flat" cmpd="sng">
                  <a:solidFill>
                    <a:schemeClr val="tx2"/>
                  </a:solidFill>
                  <a:prstDash val="solid"/>
                  <a:round/>
                  <a:headEnd type="none" w="med" len="med"/>
                  <a:tailEnd type="none" w="med" len="med"/>
                </a:ln>
              </p:spPr>
            </p:sp>
            <p:sp>
              <p:nvSpPr>
                <p:cNvPr id="26689" name="Line 66"/>
                <p:cNvSpPr/>
                <p:nvPr/>
              </p:nvSpPr>
              <p:spPr>
                <a:xfrm>
                  <a:off x="2976" y="3216"/>
                  <a:ext cx="0" cy="240"/>
                </a:xfrm>
                <a:prstGeom prst="line">
                  <a:avLst/>
                </a:prstGeom>
                <a:ln w="28575" cap="flat" cmpd="sng">
                  <a:solidFill>
                    <a:schemeClr val="tx2"/>
                  </a:solidFill>
                  <a:prstDash val="solid"/>
                  <a:round/>
                  <a:headEnd type="none" w="med" len="med"/>
                  <a:tailEnd type="none" w="med" len="med"/>
                </a:ln>
              </p:spPr>
            </p:sp>
          </p:grpSp>
          <p:sp>
            <p:nvSpPr>
              <p:cNvPr id="26690" name="WordArt 67"/>
              <p:cNvSpPr>
                <a:spLocks noTextEdit="1"/>
              </p:cNvSpPr>
              <p:nvPr/>
            </p:nvSpPr>
            <p:spPr>
              <a:xfrm>
                <a:off x="2714" y="240"/>
                <a:ext cx="11" cy="3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691" name="WordArt 68"/>
              <p:cNvSpPr>
                <a:spLocks noTextEdit="1"/>
              </p:cNvSpPr>
              <p:nvPr/>
            </p:nvSpPr>
            <p:spPr>
              <a:xfrm>
                <a:off x="2828" y="242"/>
                <a:ext cx="9" cy="2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692" name="WordArt 69"/>
              <p:cNvSpPr>
                <a:spLocks noTextEdit="1"/>
              </p:cNvSpPr>
              <p:nvPr/>
            </p:nvSpPr>
            <p:spPr>
              <a:xfrm>
                <a:off x="2922" y="243"/>
                <a:ext cx="10" cy="3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693" name="Oval 70"/>
              <p:cNvSpPr/>
              <p:nvPr/>
            </p:nvSpPr>
            <p:spPr>
              <a:xfrm flipV="1">
                <a:off x="2987" y="200"/>
                <a:ext cx="17" cy="27"/>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694" name="Oval 71"/>
              <p:cNvSpPr/>
              <p:nvPr/>
            </p:nvSpPr>
            <p:spPr>
              <a:xfrm flipV="1">
                <a:off x="3030" y="197"/>
                <a:ext cx="17" cy="27"/>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695" name="WordArt 72"/>
              <p:cNvSpPr>
                <a:spLocks noTextEdit="1"/>
              </p:cNvSpPr>
              <p:nvPr/>
            </p:nvSpPr>
            <p:spPr>
              <a:xfrm>
                <a:off x="2434" y="137"/>
                <a:ext cx="100" cy="137"/>
              </a:xfrm>
              <a:prstGeom prst="rect">
                <a:avLst/>
              </a:prstGeom>
            </p:spPr>
            <p:txBody>
              <a:bodyPr wrap="none" fromWordArt="1">
                <a:prstTxWarp prst="textPlain">
                  <a:avLst>
                    <a:gd name="adj" fmla="val 56981"/>
                  </a:avLst>
                </a:prstTxWarp>
                <a:normAutofit fontScale="2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sp>
          <p:nvSpPr>
            <p:cNvPr id="26696" name="WordArt 73"/>
            <p:cNvSpPr>
              <a:spLocks noTextEdit="1"/>
            </p:cNvSpPr>
            <p:nvPr/>
          </p:nvSpPr>
          <p:spPr>
            <a:xfrm>
              <a:off x="661" y="473"/>
              <a:ext cx="606" cy="162"/>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单缝衍射暗纹</a:t>
              </a:r>
            </a:p>
          </p:txBody>
        </p:sp>
        <p:grpSp>
          <p:nvGrpSpPr>
            <p:cNvPr id="26697" name="Group 74"/>
            <p:cNvGrpSpPr/>
            <p:nvPr/>
          </p:nvGrpSpPr>
          <p:grpSpPr>
            <a:xfrm>
              <a:off x="1338" y="458"/>
              <a:ext cx="955" cy="155"/>
              <a:chOff x="1402" y="426"/>
              <a:chExt cx="955" cy="155"/>
            </a:xfrm>
          </p:grpSpPr>
          <p:grpSp>
            <p:nvGrpSpPr>
              <p:cNvPr id="26698" name="Group 75"/>
              <p:cNvGrpSpPr/>
              <p:nvPr/>
            </p:nvGrpSpPr>
            <p:grpSpPr>
              <a:xfrm rot="5400000">
                <a:off x="1887" y="465"/>
                <a:ext cx="38" cy="95"/>
                <a:chOff x="2928" y="3216"/>
                <a:chExt cx="48" cy="240"/>
              </a:xfrm>
            </p:grpSpPr>
            <p:sp>
              <p:nvSpPr>
                <p:cNvPr id="26699" name="Line 76"/>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700" name="Line 77"/>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6701" name="WordArt 78"/>
              <p:cNvSpPr>
                <a:spLocks noTextEdit="1"/>
              </p:cNvSpPr>
              <p:nvPr/>
            </p:nvSpPr>
            <p:spPr>
              <a:xfrm>
                <a:off x="1525" y="461"/>
                <a:ext cx="212" cy="9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6702" name="WordArt 79"/>
              <p:cNvSpPr>
                <a:spLocks noTextEdit="1"/>
              </p:cNvSpPr>
              <p:nvPr/>
            </p:nvSpPr>
            <p:spPr>
              <a:xfrm>
                <a:off x="1755" y="439"/>
                <a:ext cx="86" cy="1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26703" name="WordArt 80"/>
              <p:cNvSpPr>
                <a:spLocks noTextEdit="1"/>
              </p:cNvSpPr>
              <p:nvPr/>
            </p:nvSpPr>
            <p:spPr>
              <a:xfrm>
                <a:off x="1402" y="464"/>
                <a:ext cx="88" cy="10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a</a:t>
                </a:r>
              </a:p>
            </p:txBody>
          </p:sp>
          <p:sp>
            <p:nvSpPr>
              <p:cNvPr id="26704" name="WordArt 81"/>
              <p:cNvSpPr>
                <a:spLocks noTextEdit="1"/>
              </p:cNvSpPr>
              <p:nvPr/>
            </p:nvSpPr>
            <p:spPr>
              <a:xfrm>
                <a:off x="1999" y="466"/>
                <a:ext cx="62" cy="5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705" name="Line 82"/>
              <p:cNvSpPr/>
              <p:nvPr/>
            </p:nvSpPr>
            <p:spPr>
              <a:xfrm flipV="1">
                <a:off x="1990" y="552"/>
                <a:ext cx="83" cy="2"/>
              </a:xfrm>
              <a:prstGeom prst="line">
                <a:avLst/>
              </a:prstGeom>
              <a:ln w="28575" cap="flat" cmpd="sng">
                <a:solidFill>
                  <a:schemeClr val="tx1"/>
                </a:solidFill>
                <a:prstDash val="solid"/>
                <a:round/>
                <a:headEnd type="none" w="med" len="med"/>
                <a:tailEnd type="none" w="med" len="med"/>
              </a:ln>
            </p:spPr>
          </p:sp>
          <p:sp>
            <p:nvSpPr>
              <p:cNvPr id="26706" name="WordArt 83"/>
              <p:cNvSpPr>
                <a:spLocks noTextEdit="1"/>
              </p:cNvSpPr>
              <p:nvPr/>
            </p:nvSpPr>
            <p:spPr>
              <a:xfrm>
                <a:off x="2215" y="426"/>
                <a:ext cx="142" cy="155"/>
              </a:xfrm>
              <a:prstGeom prst="rect">
                <a:avLst/>
              </a:prstGeom>
            </p:spPr>
            <p:txBody>
              <a:bodyPr wrap="none" fromWordArt="1">
                <a:prstTxWarp prst="textPlain">
                  <a:avLst>
                    <a:gd name="adj" fmla="val 59412"/>
                  </a:avLst>
                </a:prstTxWarp>
                <a:normAutofit fontScale="32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grpSp>
            <p:nvGrpSpPr>
              <p:cNvPr id="26707" name="Group 84"/>
              <p:cNvGrpSpPr/>
              <p:nvPr/>
            </p:nvGrpSpPr>
            <p:grpSpPr>
              <a:xfrm>
                <a:off x="2100" y="426"/>
                <a:ext cx="130" cy="149"/>
                <a:chOff x="4941" y="1503"/>
                <a:chExt cx="232" cy="240"/>
              </a:xfrm>
            </p:grpSpPr>
            <p:sp>
              <p:nvSpPr>
                <p:cNvPr id="26708" name="WordArt 85"/>
                <p:cNvSpPr>
                  <a:spLocks noTextEdit="1"/>
                </p:cNvSpPr>
                <p:nvPr/>
              </p:nvSpPr>
              <p:spPr>
                <a:xfrm>
                  <a:off x="4941" y="1517"/>
                  <a:ext cx="179" cy="226"/>
                </a:xfrm>
                <a:prstGeom prst="rect">
                  <a:avLst/>
                </a:prstGeom>
              </p:spPr>
              <p:txBody>
                <a:bodyPr wrap="none" fromWordArt="1">
                  <a:prstTxWarp prst="textPlain">
                    <a:avLst>
                      <a:gd name="adj" fmla="val 56981"/>
                    </a:avLst>
                  </a:prstTxWarp>
                  <a:normAutofit fontScale="2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sp>
              <p:nvSpPr>
                <p:cNvPr id="26709" name="Freeform 86"/>
                <p:cNvSpPr/>
                <p:nvPr/>
              </p:nvSpPr>
              <p:spPr>
                <a:xfrm>
                  <a:off x="5094" y="1503"/>
                  <a:ext cx="79" cy="68"/>
                </a:xfrm>
                <a:custGeom>
                  <a:avLst/>
                  <a:gdLst/>
                  <a:ahLst/>
                  <a:cxnLst>
                    <a:cxn ang="0">
                      <a:pos x="0" y="0"/>
                    </a:cxn>
                    <a:cxn ang="0">
                      <a:pos x="0" y="0"/>
                    </a:cxn>
                    <a:cxn ang="0">
                      <a:pos x="0" y="0"/>
                    </a:cxn>
                    <a:cxn ang="0">
                      <a:pos x="0" y="0"/>
                    </a:cxn>
                  </a:cxnLst>
                  <a:rect l="0" t="0" r="0" b="0"/>
                  <a:pathLst>
                    <a:path w="305" h="339">
                      <a:moveTo>
                        <a:pt x="192" y="0"/>
                      </a:moveTo>
                      <a:lnTo>
                        <a:pt x="0" y="339"/>
                      </a:lnTo>
                      <a:lnTo>
                        <a:pt x="305" y="68"/>
                      </a:lnTo>
                      <a:lnTo>
                        <a:pt x="192" y="0"/>
                      </a:lnTo>
                      <a:close/>
                    </a:path>
                  </a:pathLst>
                </a:custGeom>
                <a:solidFill>
                  <a:schemeClr val="tx2"/>
                </a:solidFill>
                <a:ln w="9525" cap="flat" cmpd="sng">
                  <a:solidFill>
                    <a:schemeClr val="tx2"/>
                  </a:solidFill>
                  <a:prstDash val="solid"/>
                  <a:round/>
                  <a:headEnd type="none" w="med" len="med"/>
                  <a:tailEnd type="none" w="med" len="med"/>
                </a:ln>
              </p:spPr>
              <p:txBody>
                <a:bodyPr/>
                <a:lstStyle/>
                <a:p>
                  <a:endParaRPr lang="zh-CN" altLang="en-US"/>
                </a:p>
              </p:txBody>
            </p:sp>
          </p:grpSp>
        </p:grpSp>
        <p:grpSp>
          <p:nvGrpSpPr>
            <p:cNvPr id="26710" name="Group 87"/>
            <p:cNvGrpSpPr/>
            <p:nvPr/>
          </p:nvGrpSpPr>
          <p:grpSpPr>
            <a:xfrm>
              <a:off x="2358" y="447"/>
              <a:ext cx="720" cy="157"/>
              <a:chOff x="3214" y="1743"/>
              <a:chExt cx="1200" cy="165"/>
            </a:xfrm>
          </p:grpSpPr>
          <p:sp>
            <p:nvSpPr>
              <p:cNvPr id="26711" name="Oval 88"/>
              <p:cNvSpPr/>
              <p:nvPr/>
            </p:nvSpPr>
            <p:spPr>
              <a:xfrm flipV="1">
                <a:off x="4137" y="1815"/>
                <a:ext cx="27" cy="29"/>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712" name="WordArt 89"/>
              <p:cNvSpPr>
                <a:spLocks noTextEdit="1"/>
              </p:cNvSpPr>
              <p:nvPr/>
            </p:nvSpPr>
            <p:spPr>
              <a:xfrm>
                <a:off x="3840" y="1777"/>
                <a:ext cx="63" cy="11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sp>
            <p:nvSpPr>
              <p:cNvPr id="26713" name="WordArt 90"/>
              <p:cNvSpPr>
                <a:spLocks noTextEdit="1"/>
              </p:cNvSpPr>
              <p:nvPr/>
            </p:nvSpPr>
            <p:spPr>
              <a:xfrm>
                <a:off x="3690" y="1777"/>
                <a:ext cx="63" cy="11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sp>
            <p:nvSpPr>
              <p:cNvPr id="26714" name="WordArt 91"/>
              <p:cNvSpPr>
                <a:spLocks noTextEdit="1"/>
              </p:cNvSpPr>
              <p:nvPr/>
            </p:nvSpPr>
            <p:spPr>
              <a:xfrm>
                <a:off x="3985" y="1777"/>
                <a:ext cx="62" cy="11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a:t>
                </a:r>
              </a:p>
            </p:txBody>
          </p:sp>
          <p:sp>
            <p:nvSpPr>
              <p:cNvPr id="26715" name="WordArt 92"/>
              <p:cNvSpPr>
                <a:spLocks noTextEdit="1"/>
              </p:cNvSpPr>
              <p:nvPr/>
            </p:nvSpPr>
            <p:spPr>
              <a:xfrm>
                <a:off x="3214" y="1764"/>
                <a:ext cx="44" cy="14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716" name="WordArt 93"/>
              <p:cNvSpPr>
                <a:spLocks noTextEdit="1"/>
              </p:cNvSpPr>
              <p:nvPr/>
            </p:nvSpPr>
            <p:spPr>
              <a:xfrm>
                <a:off x="4369" y="1764"/>
                <a:ext cx="45" cy="14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6717" name="Group 94"/>
              <p:cNvGrpSpPr/>
              <p:nvPr/>
            </p:nvGrpSpPr>
            <p:grpSpPr>
              <a:xfrm rot="5400000">
                <a:off x="3522" y="1797"/>
                <a:ext cx="36" cy="97"/>
                <a:chOff x="2928" y="3216"/>
                <a:chExt cx="48" cy="240"/>
              </a:xfrm>
            </p:grpSpPr>
            <p:sp>
              <p:nvSpPr>
                <p:cNvPr id="26718" name="Line 95"/>
                <p:cNvSpPr/>
                <p:nvPr/>
              </p:nvSpPr>
              <p:spPr>
                <a:xfrm>
                  <a:off x="2928" y="3216"/>
                  <a:ext cx="0" cy="240"/>
                </a:xfrm>
                <a:prstGeom prst="line">
                  <a:avLst/>
                </a:prstGeom>
                <a:ln w="38100" cap="flat" cmpd="sng">
                  <a:solidFill>
                    <a:schemeClr val="tx2"/>
                  </a:solidFill>
                  <a:prstDash val="solid"/>
                  <a:round/>
                  <a:headEnd type="none" w="med" len="med"/>
                  <a:tailEnd type="none" w="med" len="med"/>
                </a:ln>
              </p:spPr>
            </p:sp>
            <p:sp>
              <p:nvSpPr>
                <p:cNvPr id="26719" name="Line 96"/>
                <p:cNvSpPr/>
                <p:nvPr/>
              </p:nvSpPr>
              <p:spPr>
                <a:xfrm>
                  <a:off x="2976" y="3216"/>
                  <a:ext cx="0" cy="240"/>
                </a:xfrm>
                <a:prstGeom prst="line">
                  <a:avLst/>
                </a:prstGeom>
                <a:ln w="38100" cap="flat" cmpd="sng">
                  <a:solidFill>
                    <a:schemeClr val="tx2"/>
                  </a:solidFill>
                  <a:prstDash val="solid"/>
                  <a:round/>
                  <a:headEnd type="none" w="med" len="med"/>
                  <a:tailEnd type="none" w="med" len="med"/>
                </a:ln>
              </p:spPr>
            </p:sp>
          </p:grpSp>
          <p:sp>
            <p:nvSpPr>
              <p:cNvPr id="26720" name="WordArt 97"/>
              <p:cNvSpPr>
                <a:spLocks noTextEdit="1"/>
              </p:cNvSpPr>
              <p:nvPr/>
            </p:nvSpPr>
            <p:spPr>
              <a:xfrm>
                <a:off x="3789" y="1868"/>
                <a:ext cx="16" cy="3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721" name="WordArt 98"/>
              <p:cNvSpPr>
                <a:spLocks noTextEdit="1"/>
              </p:cNvSpPr>
              <p:nvPr/>
            </p:nvSpPr>
            <p:spPr>
              <a:xfrm>
                <a:off x="3941" y="1865"/>
                <a:ext cx="15" cy="3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722" name="WordArt 99"/>
              <p:cNvSpPr>
                <a:spLocks noTextEdit="1"/>
              </p:cNvSpPr>
              <p:nvPr/>
            </p:nvSpPr>
            <p:spPr>
              <a:xfrm>
                <a:off x="4082" y="1868"/>
                <a:ext cx="15" cy="3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723" name="Oval 100"/>
              <p:cNvSpPr/>
              <p:nvPr/>
            </p:nvSpPr>
            <p:spPr>
              <a:xfrm flipV="1">
                <a:off x="4218" y="1818"/>
                <a:ext cx="27" cy="29"/>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724" name="Oval 101"/>
              <p:cNvSpPr/>
              <p:nvPr/>
            </p:nvSpPr>
            <p:spPr>
              <a:xfrm flipV="1">
                <a:off x="4297" y="1815"/>
                <a:ext cx="27" cy="29"/>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6725" name="Group 102"/>
              <p:cNvGrpSpPr/>
              <p:nvPr/>
            </p:nvGrpSpPr>
            <p:grpSpPr>
              <a:xfrm>
                <a:off x="3305" y="1743"/>
                <a:ext cx="206" cy="159"/>
                <a:chOff x="4941" y="1503"/>
                <a:chExt cx="232" cy="240"/>
              </a:xfrm>
            </p:grpSpPr>
            <p:sp>
              <p:nvSpPr>
                <p:cNvPr id="26726" name="WordArt 103"/>
                <p:cNvSpPr>
                  <a:spLocks noTextEdit="1"/>
                </p:cNvSpPr>
                <p:nvPr/>
              </p:nvSpPr>
              <p:spPr>
                <a:xfrm>
                  <a:off x="4941" y="1517"/>
                  <a:ext cx="179" cy="226"/>
                </a:xfrm>
                <a:prstGeom prst="rect">
                  <a:avLst/>
                </a:prstGeom>
              </p:spPr>
              <p:txBody>
                <a:bodyPr wrap="none" fromWordArt="1">
                  <a:prstTxWarp prst="textPlain">
                    <a:avLst>
                      <a:gd name="adj" fmla="val 56981"/>
                    </a:avLst>
                  </a:prstTxWarp>
                  <a:normAutofit fontScale="2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sp>
              <p:nvSpPr>
                <p:cNvPr id="26727" name="Freeform 104"/>
                <p:cNvSpPr/>
                <p:nvPr/>
              </p:nvSpPr>
              <p:spPr>
                <a:xfrm>
                  <a:off x="5094" y="1503"/>
                  <a:ext cx="79" cy="68"/>
                </a:xfrm>
                <a:custGeom>
                  <a:avLst/>
                  <a:gdLst/>
                  <a:ahLst/>
                  <a:cxnLst>
                    <a:cxn ang="0">
                      <a:pos x="0" y="0"/>
                    </a:cxn>
                    <a:cxn ang="0">
                      <a:pos x="0" y="0"/>
                    </a:cxn>
                    <a:cxn ang="0">
                      <a:pos x="0" y="0"/>
                    </a:cxn>
                    <a:cxn ang="0">
                      <a:pos x="0" y="0"/>
                    </a:cxn>
                  </a:cxnLst>
                  <a:rect l="0" t="0" r="0" b="0"/>
                  <a:pathLst>
                    <a:path w="305" h="339">
                      <a:moveTo>
                        <a:pt x="192" y="0"/>
                      </a:moveTo>
                      <a:lnTo>
                        <a:pt x="0" y="339"/>
                      </a:lnTo>
                      <a:lnTo>
                        <a:pt x="305" y="68"/>
                      </a:lnTo>
                      <a:lnTo>
                        <a:pt x="192" y="0"/>
                      </a:lnTo>
                      <a:close/>
                    </a:path>
                  </a:pathLst>
                </a:custGeom>
                <a:solidFill>
                  <a:schemeClr val="tx2"/>
                </a:solidFill>
                <a:ln w="9525" cap="flat" cmpd="sng">
                  <a:solidFill>
                    <a:schemeClr val="tx2"/>
                  </a:solidFill>
                  <a:prstDash val="solid"/>
                  <a:round/>
                  <a:headEnd type="none" w="med" len="med"/>
                  <a:tailEnd type="none" w="med" len="med"/>
                </a:ln>
              </p:spPr>
              <p:txBody>
                <a:bodyPr/>
                <a:lstStyle/>
                <a:p>
                  <a:endParaRPr lang="zh-CN" altLang="en-US"/>
                </a:p>
              </p:txBody>
            </p:sp>
          </p:grpSp>
        </p:grpSp>
      </p:grpSp>
      <p:grpSp>
        <p:nvGrpSpPr>
          <p:cNvPr id="22" name="Group 105"/>
          <p:cNvGrpSpPr/>
          <p:nvPr/>
        </p:nvGrpSpPr>
        <p:grpSpPr>
          <a:xfrm>
            <a:off x="66675" y="1546225"/>
            <a:ext cx="9144000" cy="1493838"/>
            <a:chOff x="112" y="846"/>
            <a:chExt cx="5480" cy="941"/>
          </a:xfrm>
        </p:grpSpPr>
        <p:sp>
          <p:nvSpPr>
            <p:cNvPr id="26729" name="WordArt 106"/>
            <p:cNvSpPr>
              <a:spLocks noTextEdit="1"/>
            </p:cNvSpPr>
            <p:nvPr/>
          </p:nvSpPr>
          <p:spPr>
            <a:xfrm>
              <a:off x="356" y="870"/>
              <a:ext cx="498" cy="13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b="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已知</a:t>
              </a:r>
            </a:p>
          </p:txBody>
        </p:sp>
        <p:sp>
          <p:nvSpPr>
            <p:cNvPr id="26730" name="Rectangle 107" descr="羊皮纸"/>
            <p:cNvSpPr/>
            <p:nvPr/>
          </p:nvSpPr>
          <p:spPr>
            <a:xfrm>
              <a:off x="112" y="1719"/>
              <a:ext cx="5480" cy="68"/>
            </a:xfrm>
            <a:prstGeom prst="rect">
              <a:avLst/>
            </a:prstGeom>
            <a:blipFill rotWithShape="1">
              <a:blip r:embed="rId2"/>
            </a:blipFill>
            <a:ln w="9525">
              <a:noFill/>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nvGrpSpPr>
            <p:cNvPr id="26731" name="Group 108"/>
            <p:cNvGrpSpPr/>
            <p:nvPr/>
          </p:nvGrpSpPr>
          <p:grpSpPr>
            <a:xfrm rot="5400000">
              <a:off x="1231" y="883"/>
              <a:ext cx="43" cy="110"/>
              <a:chOff x="2928" y="3216"/>
              <a:chExt cx="48" cy="240"/>
            </a:xfrm>
          </p:grpSpPr>
          <p:sp>
            <p:nvSpPr>
              <p:cNvPr id="26732" name="Line 109"/>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733" name="Line 110"/>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6734" name="WordArt 111"/>
            <p:cNvSpPr>
              <a:spLocks noTextEdit="1"/>
            </p:cNvSpPr>
            <p:nvPr/>
          </p:nvSpPr>
          <p:spPr>
            <a:xfrm>
              <a:off x="1020" y="868"/>
              <a:ext cx="130" cy="143"/>
            </a:xfrm>
            <a:prstGeom prst="rect">
              <a:avLst/>
            </a:prstGeom>
          </p:spPr>
          <p:txBody>
            <a:bodyPr wrap="none" fromWordArt="1">
              <a:prstTxWarp prst="textPlain">
                <a:avLst>
                  <a:gd name="adj" fmla="val 59412"/>
                </a:avLst>
              </a:prstTxWarp>
              <a:normAutofit fontScale="2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sp>
          <p:nvSpPr>
            <p:cNvPr id="26735" name="WordArt 112"/>
            <p:cNvSpPr>
              <a:spLocks noTextEdit="1"/>
            </p:cNvSpPr>
            <p:nvPr/>
          </p:nvSpPr>
          <p:spPr>
            <a:xfrm>
              <a:off x="1165" y="1169"/>
              <a:ext cx="1222" cy="130"/>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哪些谱线缺级?</a:t>
              </a:r>
            </a:p>
          </p:txBody>
        </p:sp>
        <p:sp>
          <p:nvSpPr>
            <p:cNvPr id="26736" name="WordArt 113"/>
            <p:cNvSpPr>
              <a:spLocks noTextEdit="1"/>
            </p:cNvSpPr>
            <p:nvPr/>
          </p:nvSpPr>
          <p:spPr>
            <a:xfrm>
              <a:off x="1361" y="881"/>
              <a:ext cx="551" cy="11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500 nm</a:t>
              </a:r>
            </a:p>
          </p:txBody>
        </p:sp>
        <p:sp>
          <p:nvSpPr>
            <p:cNvPr id="26737" name="WordArt 114"/>
            <p:cNvSpPr>
              <a:spLocks noTextEdit="1"/>
            </p:cNvSpPr>
            <p:nvPr/>
          </p:nvSpPr>
          <p:spPr>
            <a:xfrm>
              <a:off x="2328" y="860"/>
              <a:ext cx="105" cy="143"/>
            </a:xfrm>
            <a:prstGeom prst="rect">
              <a:avLst/>
            </a:prstGeom>
          </p:spPr>
          <p:txBody>
            <a:bodyPr wrap="none" fromWordArt="1">
              <a:prstTxWarp prst="textPlain">
                <a:avLst>
                  <a:gd name="adj" fmla="val 50000"/>
                </a:avLst>
              </a:prstTxWarp>
              <a:normAutofit fontScale="92500" lnSpcReduction="20000"/>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grpSp>
          <p:nvGrpSpPr>
            <p:cNvPr id="26738" name="Group 115"/>
            <p:cNvGrpSpPr/>
            <p:nvPr/>
          </p:nvGrpSpPr>
          <p:grpSpPr>
            <a:xfrm rot="5400000">
              <a:off x="2495" y="891"/>
              <a:ext cx="43" cy="110"/>
              <a:chOff x="2928" y="3216"/>
              <a:chExt cx="48" cy="240"/>
            </a:xfrm>
          </p:grpSpPr>
          <p:sp>
            <p:nvSpPr>
              <p:cNvPr id="26739" name="Line 116"/>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740" name="Line 117"/>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26741" name="Group 118"/>
            <p:cNvGrpSpPr/>
            <p:nvPr/>
          </p:nvGrpSpPr>
          <p:grpSpPr>
            <a:xfrm>
              <a:off x="2641" y="846"/>
              <a:ext cx="884" cy="154"/>
              <a:chOff x="2377" y="854"/>
              <a:chExt cx="884" cy="154"/>
            </a:xfrm>
          </p:grpSpPr>
          <p:sp>
            <p:nvSpPr>
              <p:cNvPr id="26742" name="WordArt 119"/>
              <p:cNvSpPr>
                <a:spLocks noTextEdit="1"/>
              </p:cNvSpPr>
              <p:nvPr/>
            </p:nvSpPr>
            <p:spPr>
              <a:xfrm>
                <a:off x="2377" y="881"/>
                <a:ext cx="63" cy="11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3</a:t>
                </a:r>
              </a:p>
            </p:txBody>
          </p:sp>
          <p:grpSp>
            <p:nvGrpSpPr>
              <p:cNvPr id="26743" name="Group 120"/>
              <p:cNvGrpSpPr/>
              <p:nvPr/>
            </p:nvGrpSpPr>
            <p:grpSpPr>
              <a:xfrm>
                <a:off x="2489" y="905"/>
                <a:ext cx="95" cy="84"/>
                <a:chOff x="1781" y="2282"/>
                <a:chExt cx="577" cy="577"/>
              </a:xfrm>
            </p:grpSpPr>
            <p:sp>
              <p:nvSpPr>
                <p:cNvPr id="26744" name="Line 121"/>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6745" name="Line 122"/>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6746" name="WordArt 123"/>
              <p:cNvSpPr>
                <a:spLocks noTextEdit="1"/>
              </p:cNvSpPr>
              <p:nvPr/>
            </p:nvSpPr>
            <p:spPr>
              <a:xfrm>
                <a:off x="2638" y="886"/>
                <a:ext cx="147" cy="11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26747" name="WordArt 124"/>
              <p:cNvSpPr>
                <a:spLocks noTextEdit="1"/>
              </p:cNvSpPr>
              <p:nvPr/>
            </p:nvSpPr>
            <p:spPr>
              <a:xfrm>
                <a:off x="2883" y="854"/>
                <a:ext cx="50" cy="73"/>
              </a:xfrm>
              <a:prstGeom prst="rect">
                <a:avLst/>
              </a:prstGeom>
            </p:spPr>
            <p:txBody>
              <a:bodyPr wrap="none" fromWordArt="1">
                <a:prstTxWarp prst="textPlain">
                  <a:avLst>
                    <a:gd name="adj" fmla="val 50000"/>
                  </a:avLst>
                </a:prstTxWarp>
                <a:normAutofit fontScale="25000" lnSpcReduction="20000"/>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6748" name="Line 125"/>
              <p:cNvSpPr/>
              <p:nvPr/>
            </p:nvSpPr>
            <p:spPr>
              <a:xfrm>
                <a:off x="2799" y="895"/>
                <a:ext cx="61" cy="0"/>
              </a:xfrm>
              <a:prstGeom prst="line">
                <a:avLst/>
              </a:prstGeom>
              <a:ln w="19050" cap="flat" cmpd="sng">
                <a:solidFill>
                  <a:schemeClr val="tx1"/>
                </a:solidFill>
                <a:prstDash val="solid"/>
                <a:round/>
                <a:headEnd type="none" w="med" len="med"/>
                <a:tailEnd type="none" w="med" len="med"/>
              </a:ln>
            </p:spPr>
          </p:sp>
          <p:sp>
            <p:nvSpPr>
              <p:cNvPr id="26749" name="WordArt 126"/>
              <p:cNvSpPr>
                <a:spLocks noTextEdit="1"/>
              </p:cNvSpPr>
              <p:nvPr/>
            </p:nvSpPr>
            <p:spPr>
              <a:xfrm>
                <a:off x="2982" y="924"/>
                <a:ext cx="279" cy="8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mm</a:t>
                </a:r>
              </a:p>
            </p:txBody>
          </p:sp>
        </p:grpSp>
        <p:grpSp>
          <p:nvGrpSpPr>
            <p:cNvPr id="26750" name="Group 127"/>
            <p:cNvGrpSpPr/>
            <p:nvPr/>
          </p:nvGrpSpPr>
          <p:grpSpPr>
            <a:xfrm rot="5400000">
              <a:off x="4035" y="893"/>
              <a:ext cx="38" cy="103"/>
              <a:chOff x="2928" y="3216"/>
              <a:chExt cx="48" cy="240"/>
            </a:xfrm>
          </p:grpSpPr>
          <p:sp>
            <p:nvSpPr>
              <p:cNvPr id="26751" name="Line 128"/>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752" name="Line 129"/>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6753" name="WordArt 130"/>
            <p:cNvSpPr>
              <a:spLocks noTextEdit="1"/>
            </p:cNvSpPr>
            <p:nvPr/>
          </p:nvSpPr>
          <p:spPr>
            <a:xfrm>
              <a:off x="3858" y="888"/>
              <a:ext cx="88" cy="10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a</a:t>
              </a:r>
            </a:p>
          </p:txBody>
        </p:sp>
        <p:grpSp>
          <p:nvGrpSpPr>
            <p:cNvPr id="26754" name="Group 131"/>
            <p:cNvGrpSpPr/>
            <p:nvPr/>
          </p:nvGrpSpPr>
          <p:grpSpPr>
            <a:xfrm>
              <a:off x="4177" y="854"/>
              <a:ext cx="556" cy="147"/>
              <a:chOff x="4177" y="854"/>
              <a:chExt cx="556" cy="147"/>
            </a:xfrm>
          </p:grpSpPr>
          <p:sp>
            <p:nvSpPr>
              <p:cNvPr id="26755" name="WordArt 132"/>
              <p:cNvSpPr>
                <a:spLocks noTextEdit="1"/>
              </p:cNvSpPr>
              <p:nvPr/>
            </p:nvSpPr>
            <p:spPr>
              <a:xfrm>
                <a:off x="4177" y="881"/>
                <a:ext cx="63" cy="11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2</a:t>
                </a:r>
              </a:p>
            </p:txBody>
          </p:sp>
          <p:grpSp>
            <p:nvGrpSpPr>
              <p:cNvPr id="26756" name="Group 133"/>
              <p:cNvGrpSpPr/>
              <p:nvPr/>
            </p:nvGrpSpPr>
            <p:grpSpPr>
              <a:xfrm>
                <a:off x="4289" y="905"/>
                <a:ext cx="95" cy="84"/>
                <a:chOff x="1781" y="2282"/>
                <a:chExt cx="577" cy="577"/>
              </a:xfrm>
            </p:grpSpPr>
            <p:sp>
              <p:nvSpPr>
                <p:cNvPr id="26757" name="Line 134"/>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6758" name="Line 135"/>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6759" name="WordArt 136"/>
              <p:cNvSpPr>
                <a:spLocks noTextEdit="1"/>
              </p:cNvSpPr>
              <p:nvPr/>
            </p:nvSpPr>
            <p:spPr>
              <a:xfrm>
                <a:off x="4438" y="886"/>
                <a:ext cx="147" cy="11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26760" name="WordArt 137"/>
              <p:cNvSpPr>
                <a:spLocks noTextEdit="1"/>
              </p:cNvSpPr>
              <p:nvPr/>
            </p:nvSpPr>
            <p:spPr>
              <a:xfrm>
                <a:off x="4683" y="854"/>
                <a:ext cx="50" cy="73"/>
              </a:xfrm>
              <a:prstGeom prst="rect">
                <a:avLst/>
              </a:prstGeom>
            </p:spPr>
            <p:txBody>
              <a:bodyPr wrap="none" fromWordArt="1">
                <a:prstTxWarp prst="textPlain">
                  <a:avLst>
                    <a:gd name="adj" fmla="val 50000"/>
                  </a:avLst>
                </a:prstTxWarp>
                <a:normAutofit fontScale="25000" lnSpcReduction="20000"/>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6761" name="Line 138"/>
              <p:cNvSpPr/>
              <p:nvPr/>
            </p:nvSpPr>
            <p:spPr>
              <a:xfrm>
                <a:off x="4599" y="895"/>
                <a:ext cx="61" cy="0"/>
              </a:xfrm>
              <a:prstGeom prst="line">
                <a:avLst/>
              </a:prstGeom>
              <a:ln w="19050" cap="flat" cmpd="sng">
                <a:solidFill>
                  <a:schemeClr val="tx1"/>
                </a:solidFill>
                <a:prstDash val="solid"/>
                <a:round/>
                <a:headEnd type="none" w="med" len="med"/>
                <a:tailEnd type="none" w="med" len="med"/>
              </a:ln>
            </p:spPr>
          </p:sp>
        </p:grpSp>
        <p:sp>
          <p:nvSpPr>
            <p:cNvPr id="26762" name="WordArt 139"/>
            <p:cNvSpPr>
              <a:spLocks noTextEdit="1"/>
            </p:cNvSpPr>
            <p:nvPr/>
          </p:nvSpPr>
          <p:spPr>
            <a:xfrm>
              <a:off x="4782" y="924"/>
              <a:ext cx="279" cy="8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mm</a:t>
              </a:r>
            </a:p>
          </p:txBody>
        </p:sp>
        <p:sp>
          <p:nvSpPr>
            <p:cNvPr id="26763" name="WordArt 140"/>
            <p:cNvSpPr>
              <a:spLocks noTextEdit="1"/>
            </p:cNvSpPr>
            <p:nvPr/>
          </p:nvSpPr>
          <p:spPr>
            <a:xfrm>
              <a:off x="2053" y="956"/>
              <a:ext cx="35" cy="6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26764" name="WordArt 141"/>
            <p:cNvSpPr>
              <a:spLocks noTextEdit="1"/>
            </p:cNvSpPr>
            <p:nvPr/>
          </p:nvSpPr>
          <p:spPr>
            <a:xfrm>
              <a:off x="3661" y="932"/>
              <a:ext cx="35" cy="6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26765" name="WordArt 142"/>
            <p:cNvSpPr>
              <a:spLocks noTextEdit="1"/>
            </p:cNvSpPr>
            <p:nvPr/>
          </p:nvSpPr>
          <p:spPr>
            <a:xfrm>
              <a:off x="369" y="1180"/>
              <a:ext cx="280" cy="13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b="1">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求</a:t>
              </a:r>
            </a:p>
          </p:txBody>
        </p:sp>
        <p:grpSp>
          <p:nvGrpSpPr>
            <p:cNvPr id="26766" name="Group 143"/>
            <p:cNvGrpSpPr/>
            <p:nvPr/>
          </p:nvGrpSpPr>
          <p:grpSpPr>
            <a:xfrm>
              <a:off x="832" y="1171"/>
              <a:ext cx="225" cy="137"/>
              <a:chOff x="3887" y="3555"/>
              <a:chExt cx="292" cy="164"/>
            </a:xfrm>
          </p:grpSpPr>
          <p:sp>
            <p:nvSpPr>
              <p:cNvPr id="26767" name="WordArt 144"/>
              <p:cNvSpPr>
                <a:spLocks noTextEdit="1"/>
              </p:cNvSpPr>
              <p:nvPr/>
            </p:nvSpPr>
            <p:spPr>
              <a:xfrm>
                <a:off x="3999" y="3561"/>
                <a:ext cx="75" cy="146"/>
              </a:xfrm>
              <a:prstGeom prst="rect">
                <a:avLst/>
              </a:prstGeom>
            </p:spPr>
            <p:txBody>
              <a:bodyPr wrap="none" fromWordArt="1">
                <a:prstTxWarp prst="textPlain">
                  <a:avLst>
                    <a:gd name="adj" fmla="val 50000"/>
                  </a:avLst>
                </a:prstTxWarp>
                <a:normAutofit fontScale="55000" lnSpcReduction="20000"/>
              </a:bodyPr>
              <a:lstStyle/>
              <a:p>
                <a:pPr algn="ctr"/>
                <a:r>
                  <a:rPr lang="zh-CN" altLang="en-US" sz="1400" b="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1</a:t>
                </a:r>
              </a:p>
            </p:txBody>
          </p:sp>
          <p:sp>
            <p:nvSpPr>
              <p:cNvPr id="26768" name="WordArt 145"/>
              <p:cNvSpPr>
                <a:spLocks noTextEdit="1"/>
              </p:cNvSpPr>
              <p:nvPr/>
            </p:nvSpPr>
            <p:spPr>
              <a:xfrm flipH="1">
                <a:off x="4118" y="3555"/>
                <a:ext cx="61" cy="16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b="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rPr>
                  <a:t>(</a:t>
                </a:r>
              </a:p>
            </p:txBody>
          </p:sp>
          <p:sp>
            <p:nvSpPr>
              <p:cNvPr id="26769" name="WordArt 146"/>
              <p:cNvSpPr>
                <a:spLocks noTextEdit="1"/>
              </p:cNvSpPr>
              <p:nvPr/>
            </p:nvSpPr>
            <p:spPr>
              <a:xfrm>
                <a:off x="3887" y="3555"/>
                <a:ext cx="61" cy="16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b="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rPr>
                  <a:t>(</a:t>
                </a:r>
              </a:p>
            </p:txBody>
          </p:sp>
        </p:grpSp>
        <p:grpSp>
          <p:nvGrpSpPr>
            <p:cNvPr id="26770" name="Group 147"/>
            <p:cNvGrpSpPr/>
            <p:nvPr/>
          </p:nvGrpSpPr>
          <p:grpSpPr>
            <a:xfrm>
              <a:off x="847" y="1431"/>
              <a:ext cx="224" cy="129"/>
              <a:chOff x="293" y="2568"/>
              <a:chExt cx="264" cy="145"/>
            </a:xfrm>
          </p:grpSpPr>
          <p:sp>
            <p:nvSpPr>
              <p:cNvPr id="26771" name="WordArt 148"/>
              <p:cNvSpPr>
                <a:spLocks noTextEdit="1"/>
              </p:cNvSpPr>
              <p:nvPr/>
            </p:nvSpPr>
            <p:spPr>
              <a:xfrm>
                <a:off x="383" y="2573"/>
                <a:ext cx="87" cy="132"/>
              </a:xfrm>
              <a:prstGeom prst="rect">
                <a:avLst/>
              </a:prstGeom>
            </p:spPr>
            <p:txBody>
              <a:bodyPr wrap="none" fromWordArt="1">
                <a:prstTxWarp prst="textPlain">
                  <a:avLst>
                    <a:gd name="adj" fmla="val 50000"/>
                  </a:avLst>
                </a:prstTxWarp>
                <a:normAutofit fontScale="47500" lnSpcReduction="20000"/>
              </a:bodyPr>
              <a:lstStyle/>
              <a:p>
                <a:pPr algn="ctr"/>
                <a:r>
                  <a:rPr lang="zh-CN" altLang="en-US" sz="1400">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2</a:t>
                </a:r>
              </a:p>
            </p:txBody>
          </p:sp>
          <p:sp>
            <p:nvSpPr>
              <p:cNvPr id="26772" name="WordArt 149"/>
              <p:cNvSpPr>
                <a:spLocks noTextEdit="1"/>
              </p:cNvSpPr>
              <p:nvPr/>
            </p:nvSpPr>
            <p:spPr>
              <a:xfrm flipH="1">
                <a:off x="502" y="2568"/>
                <a:ext cx="55" cy="14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b="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rPr>
                  <a:t>(</a:t>
                </a:r>
              </a:p>
            </p:txBody>
          </p:sp>
          <p:sp>
            <p:nvSpPr>
              <p:cNvPr id="26773" name="WordArt 150"/>
              <p:cNvSpPr>
                <a:spLocks noTextEdit="1"/>
              </p:cNvSpPr>
              <p:nvPr/>
            </p:nvSpPr>
            <p:spPr>
              <a:xfrm>
                <a:off x="293" y="2568"/>
                <a:ext cx="55" cy="14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b="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rPr>
                  <a:t>(</a:t>
                </a:r>
              </a:p>
            </p:txBody>
          </p:sp>
        </p:grpSp>
        <p:sp>
          <p:nvSpPr>
            <p:cNvPr id="26774" name="WordArt 151"/>
            <p:cNvSpPr>
              <a:spLocks noTextEdit="1"/>
            </p:cNvSpPr>
            <p:nvPr/>
          </p:nvSpPr>
          <p:spPr>
            <a:xfrm>
              <a:off x="1165" y="1409"/>
              <a:ext cx="3862" cy="13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在光栅后面的整个衍射场中,能出现几条光谱线?</a:t>
              </a:r>
            </a:p>
          </p:txBody>
        </p:sp>
      </p:grpSp>
      <p:grpSp>
        <p:nvGrpSpPr>
          <p:cNvPr id="298080" name="Group 152"/>
          <p:cNvGrpSpPr/>
          <p:nvPr/>
        </p:nvGrpSpPr>
        <p:grpSpPr>
          <a:xfrm>
            <a:off x="228600" y="2986088"/>
            <a:ext cx="7497763" cy="1370012"/>
            <a:chOff x="144" y="1881"/>
            <a:chExt cx="4723" cy="863"/>
          </a:xfrm>
        </p:grpSpPr>
        <p:sp>
          <p:nvSpPr>
            <p:cNvPr id="26776" name="WordArt 153"/>
            <p:cNvSpPr>
              <a:spLocks noTextEdit="1"/>
            </p:cNvSpPr>
            <p:nvPr/>
          </p:nvSpPr>
          <p:spPr>
            <a:xfrm>
              <a:off x="1115" y="2506"/>
              <a:ext cx="197" cy="12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80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第</a:t>
              </a:r>
            </a:p>
          </p:txBody>
        </p:sp>
        <p:grpSp>
          <p:nvGrpSpPr>
            <p:cNvPr id="26777" name="Group 154"/>
            <p:cNvGrpSpPr/>
            <p:nvPr/>
          </p:nvGrpSpPr>
          <p:grpSpPr>
            <a:xfrm>
              <a:off x="144" y="1961"/>
              <a:ext cx="245" cy="783"/>
              <a:chOff x="152" y="1386"/>
              <a:chExt cx="288" cy="844"/>
            </a:xfrm>
          </p:grpSpPr>
          <p:sp>
            <p:nvSpPr>
              <p:cNvPr id="26778" name="Rectangle 155" descr="栎木"/>
              <p:cNvSpPr/>
              <p:nvPr/>
            </p:nvSpPr>
            <p:spPr>
              <a:xfrm flipH="1">
                <a:off x="152" y="1386"/>
                <a:ext cx="288" cy="844"/>
              </a:xfrm>
              <a:prstGeom prst="rect">
                <a:avLst/>
              </a:prstGeom>
              <a:blipFill rotWithShape="0">
                <a:blip r:embed="rId3"/>
              </a:blipFill>
              <a:ln w="38100" cap="flat" cmpd="sng">
                <a:solidFill>
                  <a:srgbClr val="00CC99"/>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779" name="WordArt 156"/>
              <p:cNvSpPr>
                <a:spLocks noTextEdit="1"/>
              </p:cNvSpPr>
              <p:nvPr/>
            </p:nvSpPr>
            <p:spPr>
              <a:xfrm rot="5400000">
                <a:off x="132" y="1500"/>
                <a:ext cx="328" cy="197"/>
              </a:xfrm>
              <a:prstGeom prst="rect">
                <a:avLst/>
              </a:prstGeom>
            </p:spPr>
            <p:txBody>
              <a:bodyPr vert="eaVert" wrap="none" fromWordArt="1">
                <a:prstTxWarp prst="textPlain">
                  <a:avLst>
                    <a:gd name="adj" fmla="val 50000"/>
                  </a:avLst>
                </a:prstTxWarp>
                <a:normAutofit fontScale="62500" lnSpcReduction="20000"/>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宋体" panose="02010600030101010101" pitchFamily="2" charset="-122"/>
                    <a:ea typeface="宋体" panose="02010600030101010101" pitchFamily="2" charset="-122"/>
                  </a:rPr>
                  <a:t>解法</a:t>
                </a:r>
              </a:p>
            </p:txBody>
          </p:sp>
          <p:sp>
            <p:nvSpPr>
              <p:cNvPr id="26780" name="WordArt 157"/>
              <p:cNvSpPr>
                <a:spLocks noTextEdit="1"/>
              </p:cNvSpPr>
              <p:nvPr/>
            </p:nvSpPr>
            <p:spPr>
              <a:xfrm rot="5400000">
                <a:off x="132" y="1883"/>
                <a:ext cx="324" cy="195"/>
              </a:xfrm>
              <a:prstGeom prst="rect">
                <a:avLst/>
              </a:prstGeom>
            </p:spPr>
            <p:txBody>
              <a:bodyPr vert="eaVert" wrap="none" fromWordArt="1">
                <a:prstTxWarp prst="textPlain">
                  <a:avLst>
                    <a:gd name="adj" fmla="val 50000"/>
                  </a:avLst>
                </a:prstTxWarp>
                <a:normAutofit fontScale="62500" lnSpcReduction="20000"/>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宋体" panose="02010600030101010101" pitchFamily="2" charset="-122"/>
                    <a:ea typeface="宋体" panose="02010600030101010101" pitchFamily="2" charset="-122"/>
                  </a:rPr>
                  <a:t>提要</a:t>
                </a:r>
              </a:p>
            </p:txBody>
          </p:sp>
        </p:grpSp>
        <p:grpSp>
          <p:nvGrpSpPr>
            <p:cNvPr id="26781" name="Group 158"/>
            <p:cNvGrpSpPr/>
            <p:nvPr/>
          </p:nvGrpSpPr>
          <p:grpSpPr>
            <a:xfrm>
              <a:off x="560" y="2027"/>
              <a:ext cx="225" cy="137"/>
              <a:chOff x="3887" y="3555"/>
              <a:chExt cx="292" cy="164"/>
            </a:xfrm>
          </p:grpSpPr>
          <p:sp>
            <p:nvSpPr>
              <p:cNvPr id="26782" name="WordArt 159"/>
              <p:cNvSpPr>
                <a:spLocks noTextEdit="1"/>
              </p:cNvSpPr>
              <p:nvPr/>
            </p:nvSpPr>
            <p:spPr>
              <a:xfrm>
                <a:off x="3999" y="3561"/>
                <a:ext cx="75" cy="146"/>
              </a:xfrm>
              <a:prstGeom prst="rect">
                <a:avLst/>
              </a:prstGeom>
            </p:spPr>
            <p:txBody>
              <a:bodyPr wrap="none" fromWordArt="1">
                <a:prstTxWarp prst="textPlain">
                  <a:avLst>
                    <a:gd name="adj" fmla="val 50000"/>
                  </a:avLst>
                </a:prstTxWarp>
                <a:normAutofit fontScale="55000" lnSpcReduction="20000"/>
              </a:bodyPr>
              <a:lstStyle/>
              <a:p>
                <a:pPr algn="ctr"/>
                <a:r>
                  <a:rPr lang="zh-CN" altLang="en-US" sz="1400" b="1">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1</a:t>
                </a:r>
              </a:p>
            </p:txBody>
          </p:sp>
          <p:sp>
            <p:nvSpPr>
              <p:cNvPr id="26783" name="WordArt 160"/>
              <p:cNvSpPr>
                <a:spLocks noTextEdit="1"/>
              </p:cNvSpPr>
              <p:nvPr/>
            </p:nvSpPr>
            <p:spPr>
              <a:xfrm flipH="1">
                <a:off x="4118" y="3555"/>
                <a:ext cx="61" cy="16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b="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rPr>
                  <a:t>(</a:t>
                </a:r>
              </a:p>
            </p:txBody>
          </p:sp>
          <p:sp>
            <p:nvSpPr>
              <p:cNvPr id="26784" name="WordArt 161"/>
              <p:cNvSpPr>
                <a:spLocks noTextEdit="1"/>
              </p:cNvSpPr>
              <p:nvPr/>
            </p:nvSpPr>
            <p:spPr>
              <a:xfrm>
                <a:off x="3887" y="3555"/>
                <a:ext cx="61" cy="164"/>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b="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rPr>
                  <a:t>(</a:t>
                </a:r>
              </a:p>
            </p:txBody>
          </p:sp>
        </p:grpSp>
        <p:grpSp>
          <p:nvGrpSpPr>
            <p:cNvPr id="26785" name="Group 162"/>
            <p:cNvGrpSpPr/>
            <p:nvPr/>
          </p:nvGrpSpPr>
          <p:grpSpPr>
            <a:xfrm>
              <a:off x="963" y="1926"/>
              <a:ext cx="2058" cy="355"/>
              <a:chOff x="995" y="1910"/>
              <a:chExt cx="2058" cy="355"/>
            </a:xfrm>
          </p:grpSpPr>
          <p:sp>
            <p:nvSpPr>
              <p:cNvPr id="26786" name="WordArt 163"/>
              <p:cNvSpPr>
                <a:spLocks noTextEdit="1"/>
              </p:cNvSpPr>
              <p:nvPr/>
            </p:nvSpPr>
            <p:spPr>
              <a:xfrm>
                <a:off x="995" y="1997"/>
                <a:ext cx="96" cy="165"/>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6787" name="Group 164"/>
              <p:cNvGrpSpPr/>
              <p:nvPr/>
            </p:nvGrpSpPr>
            <p:grpSpPr>
              <a:xfrm rot="5400000">
                <a:off x="1154" y="2056"/>
                <a:ext cx="47" cy="73"/>
                <a:chOff x="2928" y="3216"/>
                <a:chExt cx="48" cy="240"/>
              </a:xfrm>
            </p:grpSpPr>
            <p:sp>
              <p:nvSpPr>
                <p:cNvPr id="26788" name="Line 165"/>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789" name="Line 166"/>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26790" name="Group 167"/>
              <p:cNvGrpSpPr/>
              <p:nvPr/>
            </p:nvGrpSpPr>
            <p:grpSpPr>
              <a:xfrm>
                <a:off x="1514" y="1993"/>
                <a:ext cx="147" cy="171"/>
                <a:chOff x="4941" y="1503"/>
                <a:chExt cx="232" cy="240"/>
              </a:xfrm>
            </p:grpSpPr>
            <p:sp>
              <p:nvSpPr>
                <p:cNvPr id="26791" name="WordArt 168"/>
                <p:cNvSpPr>
                  <a:spLocks noTextEdit="1"/>
                </p:cNvSpPr>
                <p:nvPr/>
              </p:nvSpPr>
              <p:spPr>
                <a:xfrm>
                  <a:off x="4941" y="1517"/>
                  <a:ext cx="179" cy="226"/>
                </a:xfrm>
                <a:prstGeom prst="rect">
                  <a:avLst/>
                </a:prstGeom>
              </p:spPr>
              <p:txBody>
                <a:bodyPr wrap="none" fromWordArt="1">
                  <a:prstTxWarp prst="textPlain">
                    <a:avLst>
                      <a:gd name="adj" fmla="val 56981"/>
                    </a:avLst>
                  </a:prstTxWarp>
                  <a:normAutofit fontScale="32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sp>
              <p:nvSpPr>
                <p:cNvPr id="26792" name="Freeform 169"/>
                <p:cNvSpPr/>
                <p:nvPr/>
              </p:nvSpPr>
              <p:spPr>
                <a:xfrm>
                  <a:off x="5094" y="1503"/>
                  <a:ext cx="79" cy="68"/>
                </a:xfrm>
                <a:custGeom>
                  <a:avLst/>
                  <a:gdLst/>
                  <a:ahLst/>
                  <a:cxnLst>
                    <a:cxn ang="0">
                      <a:pos x="0" y="0"/>
                    </a:cxn>
                    <a:cxn ang="0">
                      <a:pos x="0" y="0"/>
                    </a:cxn>
                    <a:cxn ang="0">
                      <a:pos x="0" y="0"/>
                    </a:cxn>
                    <a:cxn ang="0">
                      <a:pos x="0" y="0"/>
                    </a:cxn>
                  </a:cxnLst>
                  <a:rect l="0" t="0" r="0" b="0"/>
                  <a:pathLst>
                    <a:path w="305" h="339">
                      <a:moveTo>
                        <a:pt x="192" y="0"/>
                      </a:moveTo>
                      <a:lnTo>
                        <a:pt x="0" y="339"/>
                      </a:lnTo>
                      <a:lnTo>
                        <a:pt x="305" y="68"/>
                      </a:lnTo>
                      <a:lnTo>
                        <a:pt x="192" y="0"/>
                      </a:lnTo>
                      <a:close/>
                    </a:path>
                  </a:pathLst>
                </a:custGeom>
                <a:solidFill>
                  <a:schemeClr val="tx2"/>
                </a:solidFill>
                <a:ln w="9525" cap="flat" cmpd="sng">
                  <a:solidFill>
                    <a:schemeClr val="tx2"/>
                  </a:solidFill>
                  <a:prstDash val="solid"/>
                  <a:round/>
                  <a:headEnd type="none" w="med" len="med"/>
                  <a:tailEnd type="none" w="med" len="med"/>
                </a:ln>
              </p:spPr>
              <p:txBody>
                <a:bodyPr/>
                <a:lstStyle/>
                <a:p>
                  <a:endParaRPr lang="zh-CN" altLang="en-US"/>
                </a:p>
              </p:txBody>
            </p:sp>
          </p:grpSp>
          <p:grpSp>
            <p:nvGrpSpPr>
              <p:cNvPr id="26793" name="Group 170"/>
              <p:cNvGrpSpPr/>
              <p:nvPr/>
            </p:nvGrpSpPr>
            <p:grpSpPr>
              <a:xfrm>
                <a:off x="1266" y="1938"/>
                <a:ext cx="221" cy="288"/>
                <a:chOff x="4362" y="154"/>
                <a:chExt cx="221" cy="288"/>
              </a:xfrm>
            </p:grpSpPr>
            <p:sp>
              <p:nvSpPr>
                <p:cNvPr id="26794" name="WordArt 171"/>
                <p:cNvSpPr>
                  <a:spLocks noTextEdit="1"/>
                </p:cNvSpPr>
                <p:nvPr/>
              </p:nvSpPr>
              <p:spPr>
                <a:xfrm>
                  <a:off x="4415" y="349"/>
                  <a:ext cx="77" cy="9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a</a:t>
                  </a:r>
                </a:p>
              </p:txBody>
            </p:sp>
            <p:sp>
              <p:nvSpPr>
                <p:cNvPr id="26795" name="Line 172"/>
                <p:cNvSpPr/>
                <p:nvPr/>
              </p:nvSpPr>
              <p:spPr>
                <a:xfrm>
                  <a:off x="4362" y="312"/>
                  <a:ext cx="221" cy="0"/>
                </a:xfrm>
                <a:prstGeom prst="line">
                  <a:avLst/>
                </a:prstGeom>
                <a:ln w="28575" cap="flat" cmpd="sng">
                  <a:solidFill>
                    <a:schemeClr val="tx2"/>
                  </a:solidFill>
                  <a:prstDash val="solid"/>
                  <a:round/>
                  <a:headEnd type="none" w="med" len="med"/>
                  <a:tailEnd type="none" w="med" len="med"/>
                </a:ln>
              </p:spPr>
            </p:sp>
            <p:sp>
              <p:nvSpPr>
                <p:cNvPr id="26796" name="WordArt 173"/>
                <p:cNvSpPr>
                  <a:spLocks noTextEdit="1"/>
                </p:cNvSpPr>
                <p:nvPr/>
              </p:nvSpPr>
              <p:spPr>
                <a:xfrm>
                  <a:off x="4432" y="154"/>
                  <a:ext cx="89" cy="121"/>
                </a:xfrm>
                <a:prstGeom prst="rect">
                  <a:avLst/>
                </a:prstGeom>
              </p:spPr>
              <p:txBody>
                <a:bodyPr wrap="none" fromWordArt="1">
                  <a:prstTxWarp prst="textPlain">
                    <a:avLst>
                      <a:gd name="adj" fmla="val 50000"/>
                    </a:avLst>
                  </a:prstTxWarp>
                  <a:normAutofit fontScale="70000" lnSpcReduction="20000"/>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grpSp>
          <p:grpSp>
            <p:nvGrpSpPr>
              <p:cNvPr id="26797" name="Group 174"/>
              <p:cNvGrpSpPr/>
              <p:nvPr/>
            </p:nvGrpSpPr>
            <p:grpSpPr>
              <a:xfrm rot="5400000">
                <a:off x="1726" y="2036"/>
                <a:ext cx="55" cy="105"/>
                <a:chOff x="2928" y="3216"/>
                <a:chExt cx="48" cy="240"/>
              </a:xfrm>
            </p:grpSpPr>
            <p:sp>
              <p:nvSpPr>
                <p:cNvPr id="26798" name="Line 175"/>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799" name="Line 176"/>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6800" name="WordArt 177"/>
              <p:cNvSpPr>
                <a:spLocks noTextEdit="1"/>
              </p:cNvSpPr>
              <p:nvPr/>
            </p:nvSpPr>
            <p:spPr>
              <a:xfrm>
                <a:off x="1873" y="1937"/>
                <a:ext cx="63" cy="11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3</a:t>
                </a:r>
              </a:p>
            </p:txBody>
          </p:sp>
          <p:grpSp>
            <p:nvGrpSpPr>
              <p:cNvPr id="26801" name="Group 178"/>
              <p:cNvGrpSpPr/>
              <p:nvPr/>
            </p:nvGrpSpPr>
            <p:grpSpPr>
              <a:xfrm>
                <a:off x="2001" y="1961"/>
                <a:ext cx="95" cy="84"/>
                <a:chOff x="1781" y="2282"/>
                <a:chExt cx="577" cy="577"/>
              </a:xfrm>
            </p:grpSpPr>
            <p:sp>
              <p:nvSpPr>
                <p:cNvPr id="26802" name="Line 179"/>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6803" name="Line 180"/>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6804" name="WordArt 181"/>
              <p:cNvSpPr>
                <a:spLocks noTextEdit="1"/>
              </p:cNvSpPr>
              <p:nvPr/>
            </p:nvSpPr>
            <p:spPr>
              <a:xfrm>
                <a:off x="2150" y="1942"/>
                <a:ext cx="147" cy="11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26805" name="WordArt 182"/>
              <p:cNvSpPr>
                <a:spLocks noTextEdit="1"/>
              </p:cNvSpPr>
              <p:nvPr/>
            </p:nvSpPr>
            <p:spPr>
              <a:xfrm>
                <a:off x="2395" y="1910"/>
                <a:ext cx="50" cy="73"/>
              </a:xfrm>
              <a:prstGeom prst="rect">
                <a:avLst/>
              </a:prstGeom>
            </p:spPr>
            <p:txBody>
              <a:bodyPr wrap="none" fromWordArt="1">
                <a:prstTxWarp prst="textPlain">
                  <a:avLst>
                    <a:gd name="adj" fmla="val 50000"/>
                  </a:avLst>
                </a:prstTxWarp>
                <a:normAutofit fontScale="25000" lnSpcReduction="20000"/>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6806" name="Line 183"/>
              <p:cNvSpPr/>
              <p:nvPr/>
            </p:nvSpPr>
            <p:spPr>
              <a:xfrm>
                <a:off x="2311" y="1951"/>
                <a:ext cx="61" cy="0"/>
              </a:xfrm>
              <a:prstGeom prst="line">
                <a:avLst/>
              </a:prstGeom>
              <a:ln w="19050" cap="flat" cmpd="sng">
                <a:solidFill>
                  <a:schemeClr val="tx1"/>
                </a:solidFill>
                <a:prstDash val="solid"/>
                <a:round/>
                <a:headEnd type="none" w="med" len="med"/>
                <a:tailEnd type="none" w="med" len="med"/>
              </a:ln>
            </p:spPr>
          </p:sp>
          <p:sp>
            <p:nvSpPr>
              <p:cNvPr id="26807" name="Line 184"/>
              <p:cNvSpPr/>
              <p:nvPr/>
            </p:nvSpPr>
            <p:spPr>
              <a:xfrm>
                <a:off x="1856" y="2096"/>
                <a:ext cx="608" cy="0"/>
              </a:xfrm>
              <a:prstGeom prst="line">
                <a:avLst/>
              </a:prstGeom>
              <a:ln w="28575" cap="flat" cmpd="sng">
                <a:solidFill>
                  <a:schemeClr val="tx1"/>
                </a:solidFill>
                <a:prstDash val="solid"/>
                <a:round/>
                <a:headEnd type="none" w="med" len="med"/>
                <a:tailEnd type="none" w="med" len="med"/>
              </a:ln>
            </p:spPr>
          </p:sp>
          <p:grpSp>
            <p:nvGrpSpPr>
              <p:cNvPr id="26808" name="Group 185"/>
              <p:cNvGrpSpPr/>
              <p:nvPr/>
            </p:nvGrpSpPr>
            <p:grpSpPr>
              <a:xfrm>
                <a:off x="1865" y="2118"/>
                <a:ext cx="556" cy="147"/>
                <a:chOff x="4177" y="854"/>
                <a:chExt cx="556" cy="147"/>
              </a:xfrm>
            </p:grpSpPr>
            <p:sp>
              <p:nvSpPr>
                <p:cNvPr id="26809" name="WordArt 186"/>
                <p:cNvSpPr>
                  <a:spLocks noTextEdit="1"/>
                </p:cNvSpPr>
                <p:nvPr/>
              </p:nvSpPr>
              <p:spPr>
                <a:xfrm>
                  <a:off x="4177" y="881"/>
                  <a:ext cx="63" cy="11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2</a:t>
                  </a:r>
                </a:p>
              </p:txBody>
            </p:sp>
            <p:grpSp>
              <p:nvGrpSpPr>
                <p:cNvPr id="26810" name="Group 187"/>
                <p:cNvGrpSpPr/>
                <p:nvPr/>
              </p:nvGrpSpPr>
              <p:grpSpPr>
                <a:xfrm>
                  <a:off x="4289" y="905"/>
                  <a:ext cx="95" cy="84"/>
                  <a:chOff x="1781" y="2282"/>
                  <a:chExt cx="577" cy="577"/>
                </a:xfrm>
              </p:grpSpPr>
              <p:sp>
                <p:nvSpPr>
                  <p:cNvPr id="26811" name="Line 188"/>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6812" name="Line 189"/>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6813" name="WordArt 190"/>
                <p:cNvSpPr>
                  <a:spLocks noTextEdit="1"/>
                </p:cNvSpPr>
                <p:nvPr/>
              </p:nvSpPr>
              <p:spPr>
                <a:xfrm>
                  <a:off x="4438" y="886"/>
                  <a:ext cx="147" cy="11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26814" name="WordArt 191"/>
                <p:cNvSpPr>
                  <a:spLocks noTextEdit="1"/>
                </p:cNvSpPr>
                <p:nvPr/>
              </p:nvSpPr>
              <p:spPr>
                <a:xfrm>
                  <a:off x="4683" y="854"/>
                  <a:ext cx="50" cy="73"/>
                </a:xfrm>
                <a:prstGeom prst="rect">
                  <a:avLst/>
                </a:prstGeom>
              </p:spPr>
              <p:txBody>
                <a:bodyPr wrap="none" fromWordArt="1">
                  <a:prstTxWarp prst="textPlain">
                    <a:avLst>
                      <a:gd name="adj" fmla="val 50000"/>
                    </a:avLst>
                  </a:prstTxWarp>
                  <a:normAutofit fontScale="25000" lnSpcReduction="20000"/>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6815" name="Line 192"/>
                <p:cNvSpPr/>
                <p:nvPr/>
              </p:nvSpPr>
              <p:spPr>
                <a:xfrm>
                  <a:off x="4599" y="895"/>
                  <a:ext cx="61" cy="0"/>
                </a:xfrm>
                <a:prstGeom prst="line">
                  <a:avLst/>
                </a:prstGeom>
                <a:ln w="19050" cap="flat" cmpd="sng">
                  <a:solidFill>
                    <a:schemeClr val="tx1"/>
                  </a:solidFill>
                  <a:prstDash val="solid"/>
                  <a:round/>
                  <a:headEnd type="none" w="med" len="med"/>
                  <a:tailEnd type="none" w="med" len="med"/>
                </a:ln>
              </p:spPr>
            </p:sp>
          </p:grpSp>
          <p:grpSp>
            <p:nvGrpSpPr>
              <p:cNvPr id="26816" name="Group 193"/>
              <p:cNvGrpSpPr/>
              <p:nvPr/>
            </p:nvGrpSpPr>
            <p:grpSpPr>
              <a:xfrm rot="5400000">
                <a:off x="2534" y="2036"/>
                <a:ext cx="55" cy="105"/>
                <a:chOff x="2928" y="3216"/>
                <a:chExt cx="48" cy="240"/>
              </a:xfrm>
            </p:grpSpPr>
            <p:sp>
              <p:nvSpPr>
                <p:cNvPr id="26817" name="Line 194"/>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818" name="Line 195"/>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6819" name="WordArt 196"/>
              <p:cNvSpPr>
                <a:spLocks noTextEdit="1"/>
              </p:cNvSpPr>
              <p:nvPr/>
            </p:nvSpPr>
            <p:spPr>
              <a:xfrm>
                <a:off x="2737" y="2121"/>
                <a:ext cx="63" cy="11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2</a:t>
                </a:r>
              </a:p>
            </p:txBody>
          </p:sp>
          <p:sp>
            <p:nvSpPr>
              <p:cNvPr id="26820" name="Line 197"/>
              <p:cNvSpPr/>
              <p:nvPr/>
            </p:nvSpPr>
            <p:spPr>
              <a:xfrm>
                <a:off x="2680" y="2080"/>
                <a:ext cx="200" cy="0"/>
              </a:xfrm>
              <a:prstGeom prst="line">
                <a:avLst/>
              </a:prstGeom>
              <a:ln w="28575" cap="flat" cmpd="sng">
                <a:solidFill>
                  <a:schemeClr val="tx1"/>
                </a:solidFill>
                <a:prstDash val="solid"/>
                <a:round/>
                <a:headEnd type="none" w="med" len="med"/>
                <a:tailEnd type="none" w="med" len="med"/>
              </a:ln>
            </p:spPr>
          </p:sp>
          <p:sp>
            <p:nvSpPr>
              <p:cNvPr id="26821" name="WordArt 198"/>
              <p:cNvSpPr>
                <a:spLocks noTextEdit="1"/>
              </p:cNvSpPr>
              <p:nvPr/>
            </p:nvSpPr>
            <p:spPr>
              <a:xfrm>
                <a:off x="2737" y="1937"/>
                <a:ext cx="63" cy="11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3</a:t>
                </a:r>
              </a:p>
            </p:txBody>
          </p:sp>
          <p:grpSp>
            <p:nvGrpSpPr>
              <p:cNvPr id="26822" name="Group 199"/>
              <p:cNvGrpSpPr/>
              <p:nvPr/>
            </p:nvGrpSpPr>
            <p:grpSpPr>
              <a:xfrm>
                <a:off x="2906" y="2017"/>
                <a:ext cx="147" cy="171"/>
                <a:chOff x="4941" y="1503"/>
                <a:chExt cx="232" cy="240"/>
              </a:xfrm>
            </p:grpSpPr>
            <p:sp>
              <p:nvSpPr>
                <p:cNvPr id="26823" name="WordArt 200"/>
                <p:cNvSpPr>
                  <a:spLocks noTextEdit="1"/>
                </p:cNvSpPr>
                <p:nvPr/>
              </p:nvSpPr>
              <p:spPr>
                <a:xfrm>
                  <a:off x="4941" y="1517"/>
                  <a:ext cx="179" cy="226"/>
                </a:xfrm>
                <a:prstGeom prst="rect">
                  <a:avLst/>
                </a:prstGeom>
              </p:spPr>
              <p:txBody>
                <a:bodyPr wrap="none" fromWordArt="1">
                  <a:prstTxWarp prst="textPlain">
                    <a:avLst>
                      <a:gd name="adj" fmla="val 56981"/>
                    </a:avLst>
                  </a:prstTxWarp>
                  <a:normAutofit fontScale="32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sp>
              <p:nvSpPr>
                <p:cNvPr id="26824" name="Freeform 201"/>
                <p:cNvSpPr/>
                <p:nvPr/>
              </p:nvSpPr>
              <p:spPr>
                <a:xfrm>
                  <a:off x="5094" y="1503"/>
                  <a:ext cx="79" cy="68"/>
                </a:xfrm>
                <a:custGeom>
                  <a:avLst/>
                  <a:gdLst/>
                  <a:ahLst/>
                  <a:cxnLst>
                    <a:cxn ang="0">
                      <a:pos x="0" y="0"/>
                    </a:cxn>
                    <a:cxn ang="0">
                      <a:pos x="0" y="0"/>
                    </a:cxn>
                    <a:cxn ang="0">
                      <a:pos x="0" y="0"/>
                    </a:cxn>
                    <a:cxn ang="0">
                      <a:pos x="0" y="0"/>
                    </a:cxn>
                  </a:cxnLst>
                  <a:rect l="0" t="0" r="0" b="0"/>
                  <a:pathLst>
                    <a:path w="305" h="339">
                      <a:moveTo>
                        <a:pt x="192" y="0"/>
                      </a:moveTo>
                      <a:lnTo>
                        <a:pt x="0" y="339"/>
                      </a:lnTo>
                      <a:lnTo>
                        <a:pt x="305" y="68"/>
                      </a:lnTo>
                      <a:lnTo>
                        <a:pt x="192" y="0"/>
                      </a:lnTo>
                      <a:close/>
                    </a:path>
                  </a:pathLst>
                </a:custGeom>
                <a:solidFill>
                  <a:schemeClr val="tx2"/>
                </a:solidFill>
                <a:ln w="9525" cap="flat" cmpd="sng">
                  <a:solidFill>
                    <a:schemeClr val="tx2"/>
                  </a:solidFill>
                  <a:prstDash val="solid"/>
                  <a:round/>
                  <a:headEnd type="none" w="med" len="med"/>
                  <a:tailEnd type="none" w="med" len="med"/>
                </a:ln>
              </p:spPr>
              <p:txBody>
                <a:bodyPr/>
                <a:lstStyle/>
                <a:p>
                  <a:endParaRPr lang="zh-CN" altLang="en-US"/>
                </a:p>
              </p:txBody>
            </p:sp>
          </p:grpSp>
        </p:grpSp>
        <p:grpSp>
          <p:nvGrpSpPr>
            <p:cNvPr id="26825" name="Group 202"/>
            <p:cNvGrpSpPr/>
            <p:nvPr/>
          </p:nvGrpSpPr>
          <p:grpSpPr>
            <a:xfrm rot="5400000">
              <a:off x="3915" y="1926"/>
              <a:ext cx="52" cy="103"/>
              <a:chOff x="2928" y="3216"/>
              <a:chExt cx="48" cy="240"/>
            </a:xfrm>
          </p:grpSpPr>
          <p:sp>
            <p:nvSpPr>
              <p:cNvPr id="26826" name="Line 203"/>
              <p:cNvSpPr/>
              <p:nvPr/>
            </p:nvSpPr>
            <p:spPr>
              <a:xfrm>
                <a:off x="2928" y="3216"/>
                <a:ext cx="0" cy="240"/>
              </a:xfrm>
              <a:prstGeom prst="line">
                <a:avLst/>
              </a:prstGeom>
              <a:ln w="38100" cap="flat" cmpd="sng">
                <a:solidFill>
                  <a:schemeClr val="tx2"/>
                </a:solidFill>
                <a:prstDash val="solid"/>
                <a:round/>
                <a:headEnd type="none" w="med" len="med"/>
                <a:tailEnd type="none" w="med" len="med"/>
              </a:ln>
            </p:spPr>
          </p:sp>
          <p:sp>
            <p:nvSpPr>
              <p:cNvPr id="26827" name="Line 204"/>
              <p:cNvSpPr/>
              <p:nvPr/>
            </p:nvSpPr>
            <p:spPr>
              <a:xfrm>
                <a:off x="2976" y="3216"/>
                <a:ext cx="0" cy="240"/>
              </a:xfrm>
              <a:prstGeom prst="line">
                <a:avLst/>
              </a:prstGeom>
              <a:ln w="38100" cap="flat" cmpd="sng">
                <a:solidFill>
                  <a:schemeClr val="tx2"/>
                </a:solidFill>
                <a:prstDash val="solid"/>
                <a:round/>
                <a:headEnd type="none" w="med" len="med"/>
                <a:tailEnd type="none" w="med" len="med"/>
              </a:ln>
            </p:spPr>
          </p:sp>
        </p:grpSp>
        <p:grpSp>
          <p:nvGrpSpPr>
            <p:cNvPr id="26828" name="Group 205"/>
            <p:cNvGrpSpPr/>
            <p:nvPr/>
          </p:nvGrpSpPr>
          <p:grpSpPr>
            <a:xfrm>
              <a:off x="4052" y="1915"/>
              <a:ext cx="575" cy="126"/>
              <a:chOff x="1076" y="2291"/>
              <a:chExt cx="575" cy="126"/>
            </a:xfrm>
          </p:grpSpPr>
          <p:sp>
            <p:nvSpPr>
              <p:cNvPr id="26829" name="WordArt 206"/>
              <p:cNvSpPr>
                <a:spLocks noTextEdit="1"/>
              </p:cNvSpPr>
              <p:nvPr/>
            </p:nvSpPr>
            <p:spPr>
              <a:xfrm>
                <a:off x="1199" y="2291"/>
                <a:ext cx="52"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4</a:t>
                </a:r>
              </a:p>
            </p:txBody>
          </p:sp>
          <p:sp>
            <p:nvSpPr>
              <p:cNvPr id="26830" name="WordArt 207"/>
              <p:cNvSpPr>
                <a:spLocks noTextEdit="1"/>
              </p:cNvSpPr>
              <p:nvPr/>
            </p:nvSpPr>
            <p:spPr>
              <a:xfrm>
                <a:off x="1076" y="2291"/>
                <a:ext cx="52"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sp>
            <p:nvSpPr>
              <p:cNvPr id="26831" name="WordArt 208"/>
              <p:cNvSpPr>
                <a:spLocks noTextEdit="1"/>
              </p:cNvSpPr>
              <p:nvPr/>
            </p:nvSpPr>
            <p:spPr>
              <a:xfrm>
                <a:off x="1334" y="2291"/>
                <a:ext cx="50"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6</a:t>
                </a:r>
              </a:p>
            </p:txBody>
          </p:sp>
          <p:sp>
            <p:nvSpPr>
              <p:cNvPr id="26832" name="WordArt 209"/>
              <p:cNvSpPr>
                <a:spLocks noTextEdit="1"/>
              </p:cNvSpPr>
              <p:nvPr/>
            </p:nvSpPr>
            <p:spPr>
              <a:xfrm>
                <a:off x="1157" y="2384"/>
                <a:ext cx="14"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833" name="WordArt 210"/>
              <p:cNvSpPr>
                <a:spLocks noTextEdit="1"/>
              </p:cNvSpPr>
              <p:nvPr/>
            </p:nvSpPr>
            <p:spPr>
              <a:xfrm>
                <a:off x="1282" y="2381"/>
                <a:ext cx="12"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834" name="WordArt 211"/>
              <p:cNvSpPr>
                <a:spLocks noTextEdit="1"/>
              </p:cNvSpPr>
              <p:nvPr/>
            </p:nvSpPr>
            <p:spPr>
              <a:xfrm>
                <a:off x="1412" y="2384"/>
                <a:ext cx="13"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6835" name="Group 212"/>
              <p:cNvGrpSpPr/>
              <p:nvPr/>
            </p:nvGrpSpPr>
            <p:grpSpPr>
              <a:xfrm>
                <a:off x="1498" y="2330"/>
                <a:ext cx="153" cy="32"/>
                <a:chOff x="1442" y="2330"/>
                <a:chExt cx="153" cy="32"/>
              </a:xfrm>
            </p:grpSpPr>
            <p:sp>
              <p:nvSpPr>
                <p:cNvPr id="26836" name="Oval 213"/>
                <p:cNvSpPr/>
                <p:nvPr/>
              </p:nvSpPr>
              <p:spPr>
                <a:xfrm flipV="1">
                  <a:off x="1442" y="2330"/>
                  <a:ext cx="22" cy="30"/>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837" name="Oval 214"/>
                <p:cNvSpPr/>
                <p:nvPr/>
              </p:nvSpPr>
              <p:spPr>
                <a:xfrm flipV="1">
                  <a:off x="1508" y="2333"/>
                  <a:ext cx="22" cy="29"/>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838" name="Oval 215"/>
                <p:cNvSpPr/>
                <p:nvPr/>
              </p:nvSpPr>
              <p:spPr>
                <a:xfrm flipV="1">
                  <a:off x="1573" y="2330"/>
                  <a:ext cx="22" cy="30"/>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grpSp>
          <p:nvGrpSpPr>
            <p:cNvPr id="26839" name="Group 216"/>
            <p:cNvGrpSpPr/>
            <p:nvPr/>
          </p:nvGrpSpPr>
          <p:grpSpPr>
            <a:xfrm>
              <a:off x="3738" y="1881"/>
              <a:ext cx="168" cy="161"/>
              <a:chOff x="4941" y="1503"/>
              <a:chExt cx="232" cy="240"/>
            </a:xfrm>
          </p:grpSpPr>
          <p:sp>
            <p:nvSpPr>
              <p:cNvPr id="26840" name="WordArt 217"/>
              <p:cNvSpPr>
                <a:spLocks noTextEdit="1"/>
              </p:cNvSpPr>
              <p:nvPr/>
            </p:nvSpPr>
            <p:spPr>
              <a:xfrm>
                <a:off x="4941" y="1517"/>
                <a:ext cx="179" cy="226"/>
              </a:xfrm>
              <a:prstGeom prst="rect">
                <a:avLst/>
              </a:prstGeom>
            </p:spPr>
            <p:txBody>
              <a:bodyPr wrap="none" fromWordArt="1">
                <a:prstTxWarp prst="textPlain">
                  <a:avLst>
                    <a:gd name="adj" fmla="val 56981"/>
                  </a:avLst>
                </a:prstTxWarp>
                <a:normAutofit fontScale="32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sp>
            <p:nvSpPr>
              <p:cNvPr id="26841" name="Freeform 218"/>
              <p:cNvSpPr/>
              <p:nvPr/>
            </p:nvSpPr>
            <p:spPr>
              <a:xfrm>
                <a:off x="5094" y="1503"/>
                <a:ext cx="79" cy="68"/>
              </a:xfrm>
              <a:custGeom>
                <a:avLst/>
                <a:gdLst/>
                <a:ahLst/>
                <a:cxnLst>
                  <a:cxn ang="0">
                    <a:pos x="0" y="0"/>
                  </a:cxn>
                  <a:cxn ang="0">
                    <a:pos x="0" y="0"/>
                  </a:cxn>
                  <a:cxn ang="0">
                    <a:pos x="0" y="0"/>
                  </a:cxn>
                  <a:cxn ang="0">
                    <a:pos x="0" y="0"/>
                  </a:cxn>
                </a:cxnLst>
                <a:rect l="0" t="0" r="0" b="0"/>
                <a:pathLst>
                  <a:path w="305" h="339">
                    <a:moveTo>
                      <a:pt x="192" y="0"/>
                    </a:moveTo>
                    <a:lnTo>
                      <a:pt x="0" y="339"/>
                    </a:lnTo>
                    <a:lnTo>
                      <a:pt x="305" y="68"/>
                    </a:lnTo>
                    <a:lnTo>
                      <a:pt x="192" y="0"/>
                    </a:lnTo>
                    <a:close/>
                  </a:path>
                </a:pathLst>
              </a:custGeom>
              <a:solidFill>
                <a:schemeClr val="tx2"/>
              </a:solidFill>
              <a:ln w="9525" cap="flat" cmpd="sng">
                <a:solidFill>
                  <a:schemeClr val="tx2"/>
                </a:solidFill>
                <a:prstDash val="solid"/>
                <a:round/>
                <a:headEnd type="none" w="med" len="med"/>
                <a:tailEnd type="none" w="med" len="med"/>
              </a:ln>
            </p:spPr>
            <p:txBody>
              <a:bodyPr/>
              <a:lstStyle/>
              <a:p>
                <a:endParaRPr lang="zh-CN" altLang="en-US"/>
              </a:p>
            </p:txBody>
          </p:sp>
        </p:grpSp>
        <p:sp>
          <p:nvSpPr>
            <p:cNvPr id="26842" name="WordArt 219"/>
            <p:cNvSpPr>
              <a:spLocks noTextEdit="1"/>
            </p:cNvSpPr>
            <p:nvPr/>
          </p:nvSpPr>
          <p:spPr>
            <a:xfrm>
              <a:off x="3469" y="1889"/>
              <a:ext cx="110" cy="14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当</a:t>
              </a:r>
            </a:p>
          </p:txBody>
        </p:sp>
        <p:sp>
          <p:nvSpPr>
            <p:cNvPr id="26843" name="WordArt 220"/>
            <p:cNvSpPr>
              <a:spLocks noTextEdit="1"/>
            </p:cNvSpPr>
            <p:nvPr/>
          </p:nvSpPr>
          <p:spPr>
            <a:xfrm>
              <a:off x="4701" y="1881"/>
              <a:ext cx="166" cy="14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时,</a:t>
              </a:r>
            </a:p>
          </p:txBody>
        </p:sp>
        <p:sp>
          <p:nvSpPr>
            <p:cNvPr id="26844" name="WordArt 221"/>
            <p:cNvSpPr>
              <a:spLocks noTextEdit="1"/>
            </p:cNvSpPr>
            <p:nvPr/>
          </p:nvSpPr>
          <p:spPr>
            <a:xfrm>
              <a:off x="3747" y="2133"/>
              <a:ext cx="96" cy="165"/>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6845" name="Group 222"/>
            <p:cNvGrpSpPr/>
            <p:nvPr/>
          </p:nvGrpSpPr>
          <p:grpSpPr>
            <a:xfrm rot="5400000">
              <a:off x="3915" y="2182"/>
              <a:ext cx="52" cy="103"/>
              <a:chOff x="2928" y="3216"/>
              <a:chExt cx="48" cy="240"/>
            </a:xfrm>
          </p:grpSpPr>
          <p:sp>
            <p:nvSpPr>
              <p:cNvPr id="26846" name="Line 223"/>
              <p:cNvSpPr/>
              <p:nvPr/>
            </p:nvSpPr>
            <p:spPr>
              <a:xfrm>
                <a:off x="2928" y="3216"/>
                <a:ext cx="0" cy="240"/>
              </a:xfrm>
              <a:prstGeom prst="line">
                <a:avLst/>
              </a:prstGeom>
              <a:ln w="38100" cap="flat" cmpd="sng">
                <a:solidFill>
                  <a:schemeClr val="tx2"/>
                </a:solidFill>
                <a:prstDash val="solid"/>
                <a:round/>
                <a:headEnd type="none" w="med" len="med"/>
                <a:tailEnd type="none" w="med" len="med"/>
              </a:ln>
            </p:spPr>
          </p:sp>
          <p:sp>
            <p:nvSpPr>
              <p:cNvPr id="26847" name="Line 224"/>
              <p:cNvSpPr/>
              <p:nvPr/>
            </p:nvSpPr>
            <p:spPr>
              <a:xfrm>
                <a:off x="2976" y="3216"/>
                <a:ext cx="0" cy="240"/>
              </a:xfrm>
              <a:prstGeom prst="line">
                <a:avLst/>
              </a:prstGeom>
              <a:ln w="38100" cap="flat" cmpd="sng">
                <a:solidFill>
                  <a:schemeClr val="tx2"/>
                </a:solidFill>
                <a:prstDash val="solid"/>
                <a:round/>
                <a:headEnd type="none" w="med" len="med"/>
                <a:tailEnd type="none" w="med" len="med"/>
              </a:ln>
            </p:spPr>
          </p:sp>
        </p:grpSp>
        <p:grpSp>
          <p:nvGrpSpPr>
            <p:cNvPr id="26848" name="Group 225"/>
            <p:cNvGrpSpPr/>
            <p:nvPr/>
          </p:nvGrpSpPr>
          <p:grpSpPr>
            <a:xfrm>
              <a:off x="4060" y="2179"/>
              <a:ext cx="575" cy="126"/>
              <a:chOff x="1076" y="2291"/>
              <a:chExt cx="575" cy="126"/>
            </a:xfrm>
          </p:grpSpPr>
          <p:sp>
            <p:nvSpPr>
              <p:cNvPr id="26849" name="WordArt 226"/>
              <p:cNvSpPr>
                <a:spLocks noTextEdit="1"/>
              </p:cNvSpPr>
              <p:nvPr/>
            </p:nvSpPr>
            <p:spPr>
              <a:xfrm>
                <a:off x="1199" y="2291"/>
                <a:ext cx="52"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6</a:t>
                </a:r>
              </a:p>
            </p:txBody>
          </p:sp>
          <p:sp>
            <p:nvSpPr>
              <p:cNvPr id="26850" name="WordArt 227"/>
              <p:cNvSpPr>
                <a:spLocks noTextEdit="1"/>
              </p:cNvSpPr>
              <p:nvPr/>
            </p:nvSpPr>
            <p:spPr>
              <a:xfrm>
                <a:off x="1076" y="2291"/>
                <a:ext cx="52"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a:t>
                </a:r>
              </a:p>
            </p:txBody>
          </p:sp>
          <p:sp>
            <p:nvSpPr>
              <p:cNvPr id="26851" name="WordArt 228"/>
              <p:cNvSpPr>
                <a:spLocks noTextEdit="1"/>
              </p:cNvSpPr>
              <p:nvPr/>
            </p:nvSpPr>
            <p:spPr>
              <a:xfrm>
                <a:off x="1334" y="2291"/>
                <a:ext cx="50"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9</a:t>
                </a:r>
              </a:p>
            </p:txBody>
          </p:sp>
          <p:sp>
            <p:nvSpPr>
              <p:cNvPr id="26852" name="WordArt 229"/>
              <p:cNvSpPr>
                <a:spLocks noTextEdit="1"/>
              </p:cNvSpPr>
              <p:nvPr/>
            </p:nvSpPr>
            <p:spPr>
              <a:xfrm>
                <a:off x="1157" y="2384"/>
                <a:ext cx="14"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853" name="WordArt 230"/>
              <p:cNvSpPr>
                <a:spLocks noTextEdit="1"/>
              </p:cNvSpPr>
              <p:nvPr/>
            </p:nvSpPr>
            <p:spPr>
              <a:xfrm>
                <a:off x="1282" y="2381"/>
                <a:ext cx="12"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854" name="WordArt 231"/>
              <p:cNvSpPr>
                <a:spLocks noTextEdit="1"/>
              </p:cNvSpPr>
              <p:nvPr/>
            </p:nvSpPr>
            <p:spPr>
              <a:xfrm>
                <a:off x="1412" y="2384"/>
                <a:ext cx="13"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6855" name="Group 232"/>
              <p:cNvGrpSpPr/>
              <p:nvPr/>
            </p:nvGrpSpPr>
            <p:grpSpPr>
              <a:xfrm>
                <a:off x="1498" y="2330"/>
                <a:ext cx="153" cy="32"/>
                <a:chOff x="1442" y="2330"/>
                <a:chExt cx="153" cy="32"/>
              </a:xfrm>
            </p:grpSpPr>
            <p:sp>
              <p:nvSpPr>
                <p:cNvPr id="26856" name="Oval 233"/>
                <p:cNvSpPr/>
                <p:nvPr/>
              </p:nvSpPr>
              <p:spPr>
                <a:xfrm flipV="1">
                  <a:off x="1442" y="2330"/>
                  <a:ext cx="22" cy="30"/>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857" name="Oval 234"/>
                <p:cNvSpPr/>
                <p:nvPr/>
              </p:nvSpPr>
              <p:spPr>
                <a:xfrm flipV="1">
                  <a:off x="1508" y="2333"/>
                  <a:ext cx="22" cy="29"/>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858" name="Oval 235"/>
                <p:cNvSpPr/>
                <p:nvPr/>
              </p:nvSpPr>
              <p:spPr>
                <a:xfrm flipV="1">
                  <a:off x="1573" y="2330"/>
                  <a:ext cx="22" cy="30"/>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sp>
          <p:nvSpPr>
            <p:cNvPr id="26859" name="WordArt 236"/>
            <p:cNvSpPr>
              <a:spLocks noTextEdit="1"/>
            </p:cNvSpPr>
            <p:nvPr/>
          </p:nvSpPr>
          <p:spPr>
            <a:xfrm>
              <a:off x="829" y="2497"/>
              <a:ext cx="142" cy="14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则</a:t>
              </a:r>
            </a:p>
          </p:txBody>
        </p:sp>
        <p:grpSp>
          <p:nvGrpSpPr>
            <p:cNvPr id="26860" name="Group 237"/>
            <p:cNvGrpSpPr/>
            <p:nvPr/>
          </p:nvGrpSpPr>
          <p:grpSpPr>
            <a:xfrm>
              <a:off x="1470" y="2506"/>
              <a:ext cx="258" cy="122"/>
              <a:chOff x="1342" y="2506"/>
              <a:chExt cx="258" cy="122"/>
            </a:xfrm>
          </p:grpSpPr>
          <p:grpSp>
            <p:nvGrpSpPr>
              <p:cNvPr id="26861" name="Group 238"/>
              <p:cNvGrpSpPr/>
              <p:nvPr/>
            </p:nvGrpSpPr>
            <p:grpSpPr>
              <a:xfrm>
                <a:off x="1342" y="2506"/>
                <a:ext cx="107" cy="112"/>
                <a:chOff x="1574" y="3522"/>
                <a:chExt cx="83" cy="88"/>
              </a:xfrm>
            </p:grpSpPr>
            <p:sp>
              <p:nvSpPr>
                <p:cNvPr id="26862" name="WordArt 239"/>
                <p:cNvSpPr>
                  <a:spLocks noTextEdit="1"/>
                </p:cNvSpPr>
                <p:nvPr/>
              </p:nvSpPr>
              <p:spPr>
                <a:xfrm>
                  <a:off x="1583" y="3522"/>
                  <a:ext cx="62" cy="5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863" name="Line 240"/>
                <p:cNvSpPr/>
                <p:nvPr/>
              </p:nvSpPr>
              <p:spPr>
                <a:xfrm flipV="1">
                  <a:off x="1574" y="3608"/>
                  <a:ext cx="83" cy="2"/>
                </a:xfrm>
                <a:prstGeom prst="line">
                  <a:avLst/>
                </a:prstGeom>
                <a:ln w="28575" cap="flat" cmpd="sng">
                  <a:solidFill>
                    <a:schemeClr val="tx1"/>
                  </a:solidFill>
                  <a:prstDash val="solid"/>
                  <a:round/>
                  <a:headEnd type="none" w="med" len="med"/>
                  <a:tailEnd type="none" w="med" len="med"/>
                </a:ln>
              </p:spPr>
            </p:sp>
          </p:grpSp>
          <p:sp>
            <p:nvSpPr>
              <p:cNvPr id="26864" name="WordArt 241"/>
              <p:cNvSpPr>
                <a:spLocks noTextEdit="1"/>
              </p:cNvSpPr>
              <p:nvPr/>
            </p:nvSpPr>
            <p:spPr>
              <a:xfrm>
                <a:off x="1516" y="2507"/>
                <a:ext cx="84"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a:t>
                </a:r>
              </a:p>
            </p:txBody>
          </p:sp>
        </p:grpSp>
        <p:sp>
          <p:nvSpPr>
            <p:cNvPr id="26865" name="WordArt 242"/>
            <p:cNvSpPr>
              <a:spLocks noTextEdit="1"/>
            </p:cNvSpPr>
            <p:nvPr/>
          </p:nvSpPr>
          <p:spPr>
            <a:xfrm>
              <a:off x="1805" y="2592"/>
              <a:ext cx="14"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6866" name="Group 243"/>
            <p:cNvGrpSpPr/>
            <p:nvPr/>
          </p:nvGrpSpPr>
          <p:grpSpPr>
            <a:xfrm>
              <a:off x="2930" y="2562"/>
              <a:ext cx="153" cy="32"/>
              <a:chOff x="1442" y="2330"/>
              <a:chExt cx="153" cy="32"/>
            </a:xfrm>
          </p:grpSpPr>
          <p:sp>
            <p:nvSpPr>
              <p:cNvPr id="26867" name="Oval 244"/>
              <p:cNvSpPr/>
              <p:nvPr/>
            </p:nvSpPr>
            <p:spPr>
              <a:xfrm flipV="1">
                <a:off x="1442" y="2330"/>
                <a:ext cx="22" cy="30"/>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868" name="Oval 245"/>
              <p:cNvSpPr/>
              <p:nvPr/>
            </p:nvSpPr>
            <p:spPr>
              <a:xfrm flipV="1">
                <a:off x="1508" y="2333"/>
                <a:ext cx="22" cy="29"/>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869" name="Oval 246"/>
              <p:cNvSpPr/>
              <p:nvPr/>
            </p:nvSpPr>
            <p:spPr>
              <a:xfrm flipV="1">
                <a:off x="1573" y="2330"/>
                <a:ext cx="22" cy="30"/>
              </a:xfrm>
              <a:prstGeom prst="ellipse">
                <a:avLst/>
              </a:prstGeom>
              <a:solidFill>
                <a:schemeClr val="tx2"/>
              </a:solidFill>
              <a:ln w="9525" cap="flat" cmpd="sng">
                <a:solidFill>
                  <a:schemeClr val="tx2"/>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grpSp>
        <p:grpSp>
          <p:nvGrpSpPr>
            <p:cNvPr id="26870" name="Group 247"/>
            <p:cNvGrpSpPr/>
            <p:nvPr/>
          </p:nvGrpSpPr>
          <p:grpSpPr>
            <a:xfrm>
              <a:off x="1934" y="2506"/>
              <a:ext cx="258" cy="122"/>
              <a:chOff x="1342" y="2506"/>
              <a:chExt cx="258" cy="122"/>
            </a:xfrm>
          </p:grpSpPr>
          <p:grpSp>
            <p:nvGrpSpPr>
              <p:cNvPr id="26871" name="Group 248"/>
              <p:cNvGrpSpPr/>
              <p:nvPr/>
            </p:nvGrpSpPr>
            <p:grpSpPr>
              <a:xfrm>
                <a:off x="1342" y="2506"/>
                <a:ext cx="107" cy="112"/>
                <a:chOff x="1574" y="3522"/>
                <a:chExt cx="83" cy="88"/>
              </a:xfrm>
            </p:grpSpPr>
            <p:sp>
              <p:nvSpPr>
                <p:cNvPr id="26872" name="WordArt 249"/>
                <p:cNvSpPr>
                  <a:spLocks noTextEdit="1"/>
                </p:cNvSpPr>
                <p:nvPr/>
              </p:nvSpPr>
              <p:spPr>
                <a:xfrm>
                  <a:off x="1583" y="3522"/>
                  <a:ext cx="62" cy="5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873" name="Line 250"/>
                <p:cNvSpPr/>
                <p:nvPr/>
              </p:nvSpPr>
              <p:spPr>
                <a:xfrm flipV="1">
                  <a:off x="1574" y="3608"/>
                  <a:ext cx="83" cy="2"/>
                </a:xfrm>
                <a:prstGeom prst="line">
                  <a:avLst/>
                </a:prstGeom>
                <a:ln w="28575" cap="flat" cmpd="sng">
                  <a:solidFill>
                    <a:schemeClr val="tx1"/>
                  </a:solidFill>
                  <a:prstDash val="solid"/>
                  <a:round/>
                  <a:headEnd type="none" w="med" len="med"/>
                  <a:tailEnd type="none" w="med" len="med"/>
                </a:ln>
              </p:spPr>
            </p:sp>
          </p:grpSp>
          <p:sp>
            <p:nvSpPr>
              <p:cNvPr id="26874" name="WordArt 251"/>
              <p:cNvSpPr>
                <a:spLocks noTextEdit="1"/>
              </p:cNvSpPr>
              <p:nvPr/>
            </p:nvSpPr>
            <p:spPr>
              <a:xfrm>
                <a:off x="1516" y="2507"/>
                <a:ext cx="84"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6</a:t>
                </a:r>
              </a:p>
            </p:txBody>
          </p:sp>
        </p:grpSp>
        <p:sp>
          <p:nvSpPr>
            <p:cNvPr id="26875" name="WordArt 252"/>
            <p:cNvSpPr>
              <a:spLocks noTextEdit="1"/>
            </p:cNvSpPr>
            <p:nvPr/>
          </p:nvSpPr>
          <p:spPr>
            <a:xfrm>
              <a:off x="2277" y="2616"/>
              <a:ext cx="14"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6876" name="Group 253"/>
            <p:cNvGrpSpPr/>
            <p:nvPr/>
          </p:nvGrpSpPr>
          <p:grpSpPr>
            <a:xfrm>
              <a:off x="2438" y="2506"/>
              <a:ext cx="258" cy="122"/>
              <a:chOff x="1342" y="2506"/>
              <a:chExt cx="258" cy="122"/>
            </a:xfrm>
          </p:grpSpPr>
          <p:grpSp>
            <p:nvGrpSpPr>
              <p:cNvPr id="26877" name="Group 254"/>
              <p:cNvGrpSpPr/>
              <p:nvPr/>
            </p:nvGrpSpPr>
            <p:grpSpPr>
              <a:xfrm>
                <a:off x="1342" y="2506"/>
                <a:ext cx="107" cy="112"/>
                <a:chOff x="1574" y="3522"/>
                <a:chExt cx="83" cy="88"/>
              </a:xfrm>
            </p:grpSpPr>
            <p:sp>
              <p:nvSpPr>
                <p:cNvPr id="26878" name="WordArt 255"/>
                <p:cNvSpPr>
                  <a:spLocks noTextEdit="1"/>
                </p:cNvSpPr>
                <p:nvPr/>
              </p:nvSpPr>
              <p:spPr>
                <a:xfrm>
                  <a:off x="1583" y="3522"/>
                  <a:ext cx="62" cy="5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879" name="Line 256"/>
                <p:cNvSpPr/>
                <p:nvPr/>
              </p:nvSpPr>
              <p:spPr>
                <a:xfrm flipV="1">
                  <a:off x="1574" y="3608"/>
                  <a:ext cx="83" cy="2"/>
                </a:xfrm>
                <a:prstGeom prst="line">
                  <a:avLst/>
                </a:prstGeom>
                <a:ln w="28575" cap="flat" cmpd="sng">
                  <a:solidFill>
                    <a:schemeClr val="tx1"/>
                  </a:solidFill>
                  <a:prstDash val="solid"/>
                  <a:round/>
                  <a:headEnd type="none" w="med" len="med"/>
                  <a:tailEnd type="none" w="med" len="med"/>
                </a:ln>
              </p:spPr>
            </p:sp>
          </p:grpSp>
          <p:sp>
            <p:nvSpPr>
              <p:cNvPr id="26880" name="WordArt 257"/>
              <p:cNvSpPr>
                <a:spLocks noTextEdit="1"/>
              </p:cNvSpPr>
              <p:nvPr/>
            </p:nvSpPr>
            <p:spPr>
              <a:xfrm>
                <a:off x="1516" y="2507"/>
                <a:ext cx="84"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9</a:t>
                </a:r>
              </a:p>
            </p:txBody>
          </p:sp>
        </p:grpSp>
        <p:sp>
          <p:nvSpPr>
            <p:cNvPr id="26881" name="WordArt 258"/>
            <p:cNvSpPr>
              <a:spLocks noTextEdit="1"/>
            </p:cNvSpPr>
            <p:nvPr/>
          </p:nvSpPr>
          <p:spPr>
            <a:xfrm>
              <a:off x="3179" y="2506"/>
              <a:ext cx="1133" cy="12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80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级谱线缺级.</a:t>
              </a:r>
            </a:p>
          </p:txBody>
        </p:sp>
        <p:sp>
          <p:nvSpPr>
            <p:cNvPr id="26882" name="WordArt 259"/>
            <p:cNvSpPr>
              <a:spLocks noTextEdit="1"/>
            </p:cNvSpPr>
            <p:nvPr/>
          </p:nvSpPr>
          <p:spPr>
            <a:xfrm>
              <a:off x="2781" y="2616"/>
              <a:ext cx="14"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grpSp>
        <p:nvGrpSpPr>
          <p:cNvPr id="298108" name="Group 260"/>
          <p:cNvGrpSpPr/>
          <p:nvPr/>
        </p:nvGrpSpPr>
        <p:grpSpPr>
          <a:xfrm>
            <a:off x="803275" y="4532313"/>
            <a:ext cx="7807325" cy="1920875"/>
            <a:chOff x="506" y="2855"/>
            <a:chExt cx="4918" cy="1210"/>
          </a:xfrm>
        </p:grpSpPr>
        <p:grpSp>
          <p:nvGrpSpPr>
            <p:cNvPr id="26884" name="Group 261"/>
            <p:cNvGrpSpPr/>
            <p:nvPr/>
          </p:nvGrpSpPr>
          <p:grpSpPr>
            <a:xfrm>
              <a:off x="551" y="2855"/>
              <a:ext cx="4049" cy="330"/>
              <a:chOff x="543" y="2807"/>
              <a:chExt cx="4049" cy="330"/>
            </a:xfrm>
          </p:grpSpPr>
          <p:sp>
            <p:nvSpPr>
              <p:cNvPr id="26885" name="WordArt 262"/>
              <p:cNvSpPr>
                <a:spLocks noTextEdit="1"/>
              </p:cNvSpPr>
              <p:nvPr/>
            </p:nvSpPr>
            <p:spPr>
              <a:xfrm>
                <a:off x="1802" y="2890"/>
                <a:ext cx="102" cy="13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6886" name="Group 263"/>
              <p:cNvGrpSpPr/>
              <p:nvPr/>
            </p:nvGrpSpPr>
            <p:grpSpPr>
              <a:xfrm>
                <a:off x="1120" y="2871"/>
                <a:ext cx="481" cy="150"/>
                <a:chOff x="1120" y="2871"/>
                <a:chExt cx="481" cy="150"/>
              </a:xfrm>
            </p:grpSpPr>
            <p:sp>
              <p:nvSpPr>
                <p:cNvPr id="26887" name="WordArt 264"/>
                <p:cNvSpPr>
                  <a:spLocks noTextEdit="1"/>
                </p:cNvSpPr>
                <p:nvPr/>
              </p:nvSpPr>
              <p:spPr>
                <a:xfrm>
                  <a:off x="1268" y="2898"/>
                  <a:ext cx="220" cy="11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6888" name="WordArt 265"/>
                <p:cNvSpPr>
                  <a:spLocks noTextEdit="1"/>
                </p:cNvSpPr>
                <p:nvPr/>
              </p:nvSpPr>
              <p:spPr>
                <a:xfrm>
                  <a:off x="1511" y="2882"/>
                  <a:ext cx="90" cy="13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26889" name="WordArt 266"/>
                <p:cNvSpPr>
                  <a:spLocks noTextEdit="1"/>
                </p:cNvSpPr>
                <p:nvPr/>
              </p:nvSpPr>
              <p:spPr>
                <a:xfrm>
                  <a:off x="1120" y="2871"/>
                  <a:ext cx="95" cy="140"/>
                </a:xfrm>
                <a:prstGeom prst="rect">
                  <a:avLst/>
                </a:prstGeom>
              </p:spPr>
              <p:txBody>
                <a:bodyPr wrap="none" fromWordArt="1">
                  <a:prstTxWarp prst="textPlain">
                    <a:avLst>
                      <a:gd name="adj" fmla="val 50000"/>
                    </a:avLst>
                  </a:prstTxWarp>
                  <a:normAutofit fontScale="85000" lnSpcReduction="20000"/>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grpSp>
          <p:grpSp>
            <p:nvGrpSpPr>
              <p:cNvPr id="26890" name="Group 267"/>
              <p:cNvGrpSpPr/>
              <p:nvPr/>
            </p:nvGrpSpPr>
            <p:grpSpPr>
              <a:xfrm rot="5400000">
                <a:off x="1673" y="2895"/>
                <a:ext cx="47" cy="118"/>
                <a:chOff x="2928" y="3216"/>
                <a:chExt cx="48" cy="240"/>
              </a:xfrm>
            </p:grpSpPr>
            <p:sp>
              <p:nvSpPr>
                <p:cNvPr id="26891" name="Line 268"/>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892" name="Line 269"/>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6893" name="WordArt 270"/>
              <p:cNvSpPr>
                <a:spLocks noTextEdit="1"/>
              </p:cNvSpPr>
              <p:nvPr/>
            </p:nvSpPr>
            <p:spPr>
              <a:xfrm>
                <a:off x="1915" y="2876"/>
                <a:ext cx="139" cy="157"/>
              </a:xfrm>
              <a:prstGeom prst="rect">
                <a:avLst/>
              </a:prstGeom>
            </p:spPr>
            <p:txBody>
              <a:bodyPr wrap="none" fromWordArt="1">
                <a:prstTxWarp prst="textPlain">
                  <a:avLst>
                    <a:gd name="adj" fmla="val 59412"/>
                  </a:avLst>
                </a:prstTxWarp>
                <a:normAutofit fontScale="32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grpSp>
            <p:nvGrpSpPr>
              <p:cNvPr id="26894" name="Group 271"/>
              <p:cNvGrpSpPr/>
              <p:nvPr/>
            </p:nvGrpSpPr>
            <p:grpSpPr>
              <a:xfrm>
                <a:off x="543" y="2879"/>
                <a:ext cx="224" cy="129"/>
                <a:chOff x="293" y="2568"/>
                <a:chExt cx="264" cy="145"/>
              </a:xfrm>
            </p:grpSpPr>
            <p:sp>
              <p:nvSpPr>
                <p:cNvPr id="26895" name="WordArt 272"/>
                <p:cNvSpPr>
                  <a:spLocks noTextEdit="1"/>
                </p:cNvSpPr>
                <p:nvPr/>
              </p:nvSpPr>
              <p:spPr>
                <a:xfrm>
                  <a:off x="383" y="2573"/>
                  <a:ext cx="87" cy="132"/>
                </a:xfrm>
                <a:prstGeom prst="rect">
                  <a:avLst/>
                </a:prstGeom>
              </p:spPr>
              <p:txBody>
                <a:bodyPr wrap="none" fromWordArt="1">
                  <a:prstTxWarp prst="textPlain">
                    <a:avLst>
                      <a:gd name="adj" fmla="val 50000"/>
                    </a:avLst>
                  </a:prstTxWarp>
                  <a:normAutofit fontScale="47500" lnSpcReduction="20000"/>
                </a:bodyPr>
                <a:lstStyle/>
                <a:p>
                  <a:pPr algn="ctr"/>
                  <a:r>
                    <a:rPr lang="zh-CN" altLang="en-US" sz="1400">
                      <a:ln w="9525" cap="flat" cmpd="sng">
                        <a:solidFill>
                          <a:schemeClr val="accent2"/>
                        </a:solidFill>
                        <a:prstDash val="solid"/>
                        <a:round/>
                        <a:headEnd type="none" w="med" len="med"/>
                        <a:tailEnd type="none" w="med" len="med"/>
                      </a:ln>
                      <a:solidFill>
                        <a:schemeClr val="accent2"/>
                      </a:solidFill>
                      <a:latin typeface="Times New Roman" panose="02020603050405020304" pitchFamily="18" charset="0"/>
                      <a:ea typeface="Times New Roman" panose="02020603050405020304" pitchFamily="18" charset="0"/>
                    </a:rPr>
                    <a:t>2</a:t>
                  </a:r>
                </a:p>
              </p:txBody>
            </p:sp>
            <p:sp>
              <p:nvSpPr>
                <p:cNvPr id="26896" name="WordArt 273"/>
                <p:cNvSpPr>
                  <a:spLocks noTextEdit="1"/>
                </p:cNvSpPr>
                <p:nvPr/>
              </p:nvSpPr>
              <p:spPr>
                <a:xfrm flipH="1">
                  <a:off x="502" y="2568"/>
                  <a:ext cx="55" cy="14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b="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rPr>
                    <a:t>(</a:t>
                  </a:r>
                </a:p>
              </p:txBody>
            </p:sp>
            <p:sp>
              <p:nvSpPr>
                <p:cNvPr id="26897" name="WordArt 274"/>
                <p:cNvSpPr>
                  <a:spLocks noTextEdit="1"/>
                </p:cNvSpPr>
                <p:nvPr/>
              </p:nvSpPr>
              <p:spPr>
                <a:xfrm>
                  <a:off x="293" y="2568"/>
                  <a:ext cx="55" cy="14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b="1">
                      <a:ln w="9525" cap="flat" cmpd="sng">
                        <a:solidFill>
                          <a:schemeClr val="accent2"/>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rPr>
                    <a:t>(</a:t>
                  </a:r>
                </a:p>
              </p:txBody>
            </p:sp>
          </p:grpSp>
          <p:sp>
            <p:nvSpPr>
              <p:cNvPr id="26898" name="WordArt 275"/>
              <p:cNvSpPr>
                <a:spLocks noTextEdit="1"/>
              </p:cNvSpPr>
              <p:nvPr/>
            </p:nvSpPr>
            <p:spPr>
              <a:xfrm>
                <a:off x="877" y="2881"/>
                <a:ext cx="142" cy="14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由</a:t>
                </a:r>
              </a:p>
            </p:txBody>
          </p:sp>
          <p:sp>
            <p:nvSpPr>
              <p:cNvPr id="26899" name="WordArt 276"/>
              <p:cNvSpPr>
                <a:spLocks noTextEdit="1"/>
              </p:cNvSpPr>
              <p:nvPr/>
            </p:nvSpPr>
            <p:spPr>
              <a:xfrm>
                <a:off x="2325" y="2889"/>
                <a:ext cx="142" cy="14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得</a:t>
                </a:r>
              </a:p>
            </p:txBody>
          </p:sp>
          <p:sp>
            <p:nvSpPr>
              <p:cNvPr id="26900" name="WordArt 277"/>
              <p:cNvSpPr>
                <a:spLocks noTextEdit="1"/>
              </p:cNvSpPr>
              <p:nvPr/>
            </p:nvSpPr>
            <p:spPr>
              <a:xfrm>
                <a:off x="2594" y="2898"/>
                <a:ext cx="102" cy="13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6901" name="Group 278"/>
              <p:cNvGrpSpPr/>
              <p:nvPr/>
            </p:nvGrpSpPr>
            <p:grpSpPr>
              <a:xfrm rot="5400000">
                <a:off x="2777" y="2911"/>
                <a:ext cx="47" cy="118"/>
                <a:chOff x="2928" y="3216"/>
                <a:chExt cx="48" cy="240"/>
              </a:xfrm>
            </p:grpSpPr>
            <p:sp>
              <p:nvSpPr>
                <p:cNvPr id="26902" name="Line 279"/>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903" name="Line 280"/>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26904" name="Group 281"/>
              <p:cNvGrpSpPr/>
              <p:nvPr/>
            </p:nvGrpSpPr>
            <p:grpSpPr>
              <a:xfrm>
                <a:off x="2976" y="2807"/>
                <a:ext cx="576" cy="330"/>
                <a:chOff x="2976" y="2807"/>
                <a:chExt cx="576" cy="330"/>
              </a:xfrm>
            </p:grpSpPr>
            <p:sp>
              <p:nvSpPr>
                <p:cNvPr id="26905" name="WordArt 282"/>
                <p:cNvSpPr>
                  <a:spLocks noTextEdit="1"/>
                </p:cNvSpPr>
                <p:nvPr/>
              </p:nvSpPr>
              <p:spPr>
                <a:xfrm>
                  <a:off x="3172" y="2818"/>
                  <a:ext cx="220" cy="112"/>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1"/>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sin</a:t>
                  </a:r>
                </a:p>
              </p:txBody>
            </p:sp>
            <p:sp>
              <p:nvSpPr>
                <p:cNvPr id="26906" name="WordArt 283"/>
                <p:cNvSpPr>
                  <a:spLocks noTextEdit="1"/>
                </p:cNvSpPr>
                <p:nvPr/>
              </p:nvSpPr>
              <p:spPr>
                <a:xfrm>
                  <a:off x="3423" y="2810"/>
                  <a:ext cx="90" cy="13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sp>
              <p:nvSpPr>
                <p:cNvPr id="26907" name="WordArt 284"/>
                <p:cNvSpPr>
                  <a:spLocks noTextEdit="1"/>
                </p:cNvSpPr>
                <p:nvPr/>
              </p:nvSpPr>
              <p:spPr>
                <a:xfrm>
                  <a:off x="3032" y="2807"/>
                  <a:ext cx="95" cy="140"/>
                </a:xfrm>
                <a:prstGeom prst="rect">
                  <a:avLst/>
                </a:prstGeom>
              </p:spPr>
              <p:txBody>
                <a:bodyPr wrap="none" fromWordArt="1">
                  <a:prstTxWarp prst="textPlain">
                    <a:avLst>
                      <a:gd name="adj" fmla="val 50000"/>
                    </a:avLst>
                  </a:prstTxWarp>
                  <a:normAutofit fontScale="85000" lnSpcReduction="20000"/>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sp>
              <p:nvSpPr>
                <p:cNvPr id="26908" name="Line 285"/>
                <p:cNvSpPr/>
                <p:nvPr/>
              </p:nvSpPr>
              <p:spPr>
                <a:xfrm>
                  <a:off x="2976" y="2984"/>
                  <a:ext cx="576" cy="0"/>
                </a:xfrm>
                <a:prstGeom prst="line">
                  <a:avLst/>
                </a:prstGeom>
                <a:ln w="28575" cap="flat" cmpd="sng">
                  <a:solidFill>
                    <a:schemeClr val="tx1"/>
                  </a:solidFill>
                  <a:prstDash val="solid"/>
                  <a:round/>
                  <a:headEnd type="none" w="med" len="med"/>
                  <a:tailEnd type="none" w="med" len="med"/>
                </a:ln>
              </p:spPr>
            </p:sp>
            <p:sp>
              <p:nvSpPr>
                <p:cNvPr id="26909" name="WordArt 286"/>
                <p:cNvSpPr>
                  <a:spLocks noTextEdit="1"/>
                </p:cNvSpPr>
                <p:nvPr/>
              </p:nvSpPr>
              <p:spPr>
                <a:xfrm>
                  <a:off x="3179" y="3012"/>
                  <a:ext cx="155" cy="125"/>
                </a:xfrm>
                <a:prstGeom prst="rect">
                  <a:avLst/>
                </a:prstGeom>
              </p:spPr>
              <p:txBody>
                <a:bodyPr wrap="none" fromWordArt="1">
                  <a:prstTxWarp prst="textPlain">
                    <a:avLst>
                      <a:gd name="adj" fmla="val 59412"/>
                    </a:avLst>
                  </a:prstTxWarp>
                  <a:normAutofit fontScale="2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grpSp>
          <p:sp>
            <p:nvSpPr>
              <p:cNvPr id="26910" name="WordArt 287"/>
              <p:cNvSpPr>
                <a:spLocks noTextEdit="1"/>
              </p:cNvSpPr>
              <p:nvPr/>
            </p:nvSpPr>
            <p:spPr>
              <a:xfrm>
                <a:off x="2149" y="2992"/>
                <a:ext cx="14"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911" name="WordArt 288"/>
              <p:cNvSpPr>
                <a:spLocks noTextEdit="1"/>
              </p:cNvSpPr>
              <p:nvPr/>
            </p:nvSpPr>
            <p:spPr>
              <a:xfrm>
                <a:off x="3677" y="2992"/>
                <a:ext cx="14"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6912" name="Group 289"/>
              <p:cNvGrpSpPr/>
              <p:nvPr/>
            </p:nvGrpSpPr>
            <p:grpSpPr>
              <a:xfrm>
                <a:off x="3861" y="2826"/>
                <a:ext cx="731" cy="274"/>
                <a:chOff x="3845" y="2834"/>
                <a:chExt cx="731" cy="274"/>
              </a:xfrm>
            </p:grpSpPr>
            <p:sp>
              <p:nvSpPr>
                <p:cNvPr id="26913" name="WordArt 290"/>
                <p:cNvSpPr>
                  <a:spLocks noTextEdit="1"/>
                </p:cNvSpPr>
                <p:nvPr/>
              </p:nvSpPr>
              <p:spPr>
                <a:xfrm>
                  <a:off x="3845" y="2881"/>
                  <a:ext cx="142" cy="14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令</a:t>
                  </a:r>
                </a:p>
              </p:txBody>
            </p:sp>
            <p:sp>
              <p:nvSpPr>
                <p:cNvPr id="26914" name="WordArt 291"/>
                <p:cNvSpPr>
                  <a:spLocks noTextEdit="1"/>
                </p:cNvSpPr>
                <p:nvPr/>
              </p:nvSpPr>
              <p:spPr>
                <a:xfrm>
                  <a:off x="4055" y="2898"/>
                  <a:ext cx="90" cy="139"/>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i="1">
                      <a:ln w="9525" cap="flat" cmpd="sng">
                        <a:solidFill>
                          <a:srgbClr val="008000"/>
                        </a:solidFill>
                        <a:prstDash val="solid"/>
                        <a:round/>
                        <a:headEnd type="none" w="med" len="med"/>
                        <a:tailEnd type="none" w="med" len="med"/>
                      </a:ln>
                      <a:solidFill>
                        <a:srgbClr val="006600"/>
                      </a:solidFill>
                      <a:latin typeface="Symbol" panose="05050102010706020507" charset="0"/>
                      <a:ea typeface="Symbol" panose="05050102010706020507" charset="0"/>
                    </a:rPr>
                    <a:t>q</a:t>
                  </a:r>
                </a:p>
              </p:txBody>
            </p:sp>
            <p:grpSp>
              <p:nvGrpSpPr>
                <p:cNvPr id="26915" name="Group 292"/>
                <p:cNvGrpSpPr/>
                <p:nvPr/>
              </p:nvGrpSpPr>
              <p:grpSpPr>
                <a:xfrm rot="5400000">
                  <a:off x="4217" y="2903"/>
                  <a:ext cx="47" cy="118"/>
                  <a:chOff x="2928" y="3216"/>
                  <a:chExt cx="48" cy="240"/>
                </a:xfrm>
              </p:grpSpPr>
              <p:sp>
                <p:nvSpPr>
                  <p:cNvPr id="26916" name="Line 293"/>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917" name="Line 294"/>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6918" name="WordArt 295"/>
                <p:cNvSpPr>
                  <a:spLocks noTextEdit="1"/>
                </p:cNvSpPr>
                <p:nvPr/>
              </p:nvSpPr>
              <p:spPr>
                <a:xfrm>
                  <a:off x="4442" y="3000"/>
                  <a:ext cx="74" cy="108"/>
                </a:xfrm>
                <a:prstGeom prst="rect">
                  <a:avLst/>
                </a:prstGeom>
              </p:spPr>
              <p:txBody>
                <a:bodyPr wrap="none" fromWordArt="1">
                  <a:prstTxWarp prst="textPlain">
                    <a:avLst>
                      <a:gd name="adj" fmla="val 50000"/>
                    </a:avLst>
                  </a:prstTxWarp>
                  <a:normAutofit fontScale="40000" lnSpcReduction="20000"/>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sp>
              <p:nvSpPr>
                <p:cNvPr id="26919" name="WordArt 296"/>
                <p:cNvSpPr>
                  <a:spLocks noTextEdit="1"/>
                </p:cNvSpPr>
                <p:nvPr/>
              </p:nvSpPr>
              <p:spPr>
                <a:xfrm>
                  <a:off x="4420" y="2834"/>
                  <a:ext cx="123" cy="92"/>
                </a:xfrm>
                <a:prstGeom prst="rect">
                  <a:avLst/>
                </a:prstGeom>
              </p:spPr>
              <p:txBody>
                <a:bodyPr wrap="none" fromWordArt="1">
                  <a:prstTxWarp prst="textPlain">
                    <a:avLst>
                      <a:gd name="adj" fmla="val 55556"/>
                    </a:avLst>
                  </a:prstTxWarp>
                  <a:normAutofit fontScale="32500" lnSpcReduction="20000"/>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Symbol" panose="05050102010706020507" charset="0"/>
                      <a:ea typeface="Symbol" panose="05050102010706020507" charset="0"/>
                    </a:rPr>
                    <a:t>p</a:t>
                  </a:r>
                </a:p>
              </p:txBody>
            </p:sp>
            <p:sp>
              <p:nvSpPr>
                <p:cNvPr id="26920" name="Line 297"/>
                <p:cNvSpPr/>
                <p:nvPr/>
              </p:nvSpPr>
              <p:spPr>
                <a:xfrm>
                  <a:off x="4384" y="2968"/>
                  <a:ext cx="192" cy="0"/>
                </a:xfrm>
                <a:prstGeom prst="line">
                  <a:avLst/>
                </a:prstGeom>
                <a:ln w="28575" cap="flat" cmpd="sng">
                  <a:solidFill>
                    <a:schemeClr val="tx1"/>
                  </a:solidFill>
                  <a:prstDash val="solid"/>
                  <a:round/>
                  <a:headEnd type="none" w="med" len="med"/>
                  <a:tailEnd type="none" w="med" len="med"/>
                </a:ln>
              </p:spPr>
            </p:sp>
          </p:grpSp>
        </p:grpSp>
        <p:grpSp>
          <p:nvGrpSpPr>
            <p:cNvPr id="26921" name="Group 298"/>
            <p:cNvGrpSpPr/>
            <p:nvPr/>
          </p:nvGrpSpPr>
          <p:grpSpPr>
            <a:xfrm>
              <a:off x="506" y="3335"/>
              <a:ext cx="4918" cy="362"/>
              <a:chOff x="530" y="3247"/>
              <a:chExt cx="4918" cy="362"/>
            </a:xfrm>
          </p:grpSpPr>
          <p:grpSp>
            <p:nvGrpSpPr>
              <p:cNvPr id="26922" name="Group 299"/>
              <p:cNvGrpSpPr/>
              <p:nvPr/>
            </p:nvGrpSpPr>
            <p:grpSpPr>
              <a:xfrm>
                <a:off x="530" y="3247"/>
                <a:ext cx="2430" cy="362"/>
                <a:chOff x="1074" y="3231"/>
                <a:chExt cx="2430" cy="362"/>
              </a:xfrm>
            </p:grpSpPr>
            <p:sp>
              <p:nvSpPr>
                <p:cNvPr id="26923" name="WordArt 300"/>
                <p:cNvSpPr>
                  <a:spLocks noTextEdit="1"/>
                </p:cNvSpPr>
                <p:nvPr/>
              </p:nvSpPr>
              <p:spPr>
                <a:xfrm>
                  <a:off x="1074" y="3322"/>
                  <a:ext cx="110" cy="152"/>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k</a:t>
                  </a:r>
                </a:p>
              </p:txBody>
            </p:sp>
            <p:grpSp>
              <p:nvGrpSpPr>
                <p:cNvPr id="26924" name="Group 301"/>
                <p:cNvGrpSpPr/>
                <p:nvPr/>
              </p:nvGrpSpPr>
              <p:grpSpPr>
                <a:xfrm rot="5400000">
                  <a:off x="1281" y="3367"/>
                  <a:ext cx="47" cy="118"/>
                  <a:chOff x="2928" y="3216"/>
                  <a:chExt cx="48" cy="240"/>
                </a:xfrm>
              </p:grpSpPr>
              <p:sp>
                <p:nvSpPr>
                  <p:cNvPr id="26925" name="Line 302"/>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926" name="Line 303"/>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6927" name="WordArt 304"/>
                <p:cNvSpPr>
                  <a:spLocks noTextEdit="1"/>
                </p:cNvSpPr>
                <p:nvPr/>
              </p:nvSpPr>
              <p:spPr>
                <a:xfrm>
                  <a:off x="1544" y="3231"/>
                  <a:ext cx="95" cy="140"/>
                </a:xfrm>
                <a:prstGeom prst="rect">
                  <a:avLst/>
                </a:prstGeom>
              </p:spPr>
              <p:txBody>
                <a:bodyPr wrap="none" fromWordArt="1">
                  <a:prstTxWarp prst="textPlain">
                    <a:avLst>
                      <a:gd name="adj" fmla="val 50000"/>
                    </a:avLst>
                  </a:prstTxWarp>
                  <a:normAutofit fontScale="85000" lnSpcReduction="20000"/>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d</a:t>
                  </a:r>
                </a:p>
              </p:txBody>
            </p:sp>
            <p:sp>
              <p:nvSpPr>
                <p:cNvPr id="26928" name="Line 305"/>
                <p:cNvSpPr/>
                <p:nvPr/>
              </p:nvSpPr>
              <p:spPr>
                <a:xfrm>
                  <a:off x="1440" y="3424"/>
                  <a:ext cx="288" cy="0"/>
                </a:xfrm>
                <a:prstGeom prst="line">
                  <a:avLst/>
                </a:prstGeom>
                <a:ln w="28575" cap="flat" cmpd="sng">
                  <a:solidFill>
                    <a:schemeClr val="tx1"/>
                  </a:solidFill>
                  <a:prstDash val="solid"/>
                  <a:round/>
                  <a:headEnd type="none" w="med" len="med"/>
                  <a:tailEnd type="none" w="med" len="med"/>
                </a:ln>
              </p:spPr>
            </p:sp>
            <p:sp>
              <p:nvSpPr>
                <p:cNvPr id="26929" name="WordArt 306"/>
                <p:cNvSpPr>
                  <a:spLocks noTextEdit="1"/>
                </p:cNvSpPr>
                <p:nvPr/>
              </p:nvSpPr>
              <p:spPr>
                <a:xfrm>
                  <a:off x="1499" y="3460"/>
                  <a:ext cx="155" cy="125"/>
                </a:xfrm>
                <a:prstGeom prst="rect">
                  <a:avLst/>
                </a:prstGeom>
              </p:spPr>
              <p:txBody>
                <a:bodyPr wrap="none" fromWordArt="1">
                  <a:prstTxWarp prst="textPlain">
                    <a:avLst>
                      <a:gd name="adj" fmla="val 59412"/>
                    </a:avLst>
                  </a:prstTxWarp>
                  <a:normAutofit fontScale="25000" lnSpcReduction="20000"/>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Symbol" panose="05050102010706020507" charset="0"/>
                      <a:ea typeface="Symbol" panose="05050102010706020507" charset="0"/>
                    </a:rPr>
                    <a:t>l</a:t>
                  </a:r>
                </a:p>
              </p:txBody>
            </p:sp>
            <p:grpSp>
              <p:nvGrpSpPr>
                <p:cNvPr id="26930" name="Group 307"/>
                <p:cNvGrpSpPr/>
                <p:nvPr/>
              </p:nvGrpSpPr>
              <p:grpSpPr>
                <a:xfrm rot="5400000">
                  <a:off x="1833" y="3367"/>
                  <a:ext cx="47" cy="118"/>
                  <a:chOff x="2928" y="3216"/>
                  <a:chExt cx="48" cy="240"/>
                </a:xfrm>
              </p:grpSpPr>
              <p:sp>
                <p:nvSpPr>
                  <p:cNvPr id="26931" name="Line 308"/>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932" name="Line 309"/>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6933" name="Line 310"/>
                <p:cNvSpPr/>
                <p:nvPr/>
              </p:nvSpPr>
              <p:spPr>
                <a:xfrm>
                  <a:off x="1992" y="3424"/>
                  <a:ext cx="1120" cy="0"/>
                </a:xfrm>
                <a:prstGeom prst="line">
                  <a:avLst/>
                </a:prstGeom>
                <a:ln w="28575" cap="flat" cmpd="sng">
                  <a:solidFill>
                    <a:schemeClr val="tx1"/>
                  </a:solidFill>
                  <a:prstDash val="solid"/>
                  <a:round/>
                  <a:headEnd type="none" w="med" len="med"/>
                  <a:tailEnd type="none" w="med" len="med"/>
                </a:ln>
              </p:spPr>
            </p:sp>
            <p:sp>
              <p:nvSpPr>
                <p:cNvPr id="26934" name="WordArt 311"/>
                <p:cNvSpPr>
                  <a:spLocks noTextEdit="1"/>
                </p:cNvSpPr>
                <p:nvPr/>
              </p:nvSpPr>
              <p:spPr>
                <a:xfrm>
                  <a:off x="2137" y="3481"/>
                  <a:ext cx="255" cy="108"/>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500</a:t>
                  </a:r>
                </a:p>
              </p:txBody>
            </p:sp>
            <p:grpSp>
              <p:nvGrpSpPr>
                <p:cNvPr id="26935" name="Group 312"/>
                <p:cNvGrpSpPr/>
                <p:nvPr/>
              </p:nvGrpSpPr>
              <p:grpSpPr>
                <a:xfrm>
                  <a:off x="2465" y="3497"/>
                  <a:ext cx="95" cy="84"/>
                  <a:chOff x="1781" y="2282"/>
                  <a:chExt cx="577" cy="577"/>
                </a:xfrm>
              </p:grpSpPr>
              <p:sp>
                <p:nvSpPr>
                  <p:cNvPr id="26936" name="Line 313"/>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6937" name="Line 314"/>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6938" name="WordArt 315"/>
                <p:cNvSpPr>
                  <a:spLocks noTextEdit="1"/>
                </p:cNvSpPr>
                <p:nvPr/>
              </p:nvSpPr>
              <p:spPr>
                <a:xfrm>
                  <a:off x="2614" y="3478"/>
                  <a:ext cx="147" cy="11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26939" name="WordArt 316"/>
                <p:cNvSpPr>
                  <a:spLocks noTextEdit="1"/>
                </p:cNvSpPr>
                <p:nvPr/>
              </p:nvSpPr>
              <p:spPr>
                <a:xfrm>
                  <a:off x="2875" y="3454"/>
                  <a:ext cx="50" cy="73"/>
                </a:xfrm>
                <a:prstGeom prst="rect">
                  <a:avLst/>
                </a:prstGeom>
              </p:spPr>
              <p:txBody>
                <a:bodyPr wrap="none" fromWordArt="1">
                  <a:prstTxWarp prst="textPlain">
                    <a:avLst>
                      <a:gd name="adj" fmla="val 50000"/>
                    </a:avLst>
                  </a:prstTxWarp>
                  <a:normAutofit fontScale="25000" lnSpcReduction="20000"/>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a:t>
                  </a:r>
                </a:p>
              </p:txBody>
            </p:sp>
            <p:sp>
              <p:nvSpPr>
                <p:cNvPr id="26940" name="Line 317"/>
                <p:cNvSpPr/>
                <p:nvPr/>
              </p:nvSpPr>
              <p:spPr>
                <a:xfrm>
                  <a:off x="2775" y="3487"/>
                  <a:ext cx="61" cy="0"/>
                </a:xfrm>
                <a:prstGeom prst="line">
                  <a:avLst/>
                </a:prstGeom>
                <a:ln w="28575" cap="flat" cmpd="sng">
                  <a:solidFill>
                    <a:schemeClr val="tx1"/>
                  </a:solidFill>
                  <a:prstDash val="solid"/>
                  <a:round/>
                  <a:headEnd type="none" w="med" len="med"/>
                  <a:tailEnd type="none" w="med" len="med"/>
                </a:ln>
              </p:spPr>
            </p:sp>
            <p:sp>
              <p:nvSpPr>
                <p:cNvPr id="26941" name="WordArt 318"/>
                <p:cNvSpPr>
                  <a:spLocks noTextEdit="1"/>
                </p:cNvSpPr>
                <p:nvPr/>
              </p:nvSpPr>
              <p:spPr>
                <a:xfrm>
                  <a:off x="2073" y="3273"/>
                  <a:ext cx="63" cy="116"/>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3</a:t>
                  </a:r>
                </a:p>
              </p:txBody>
            </p:sp>
            <p:grpSp>
              <p:nvGrpSpPr>
                <p:cNvPr id="26942" name="Group 319"/>
                <p:cNvGrpSpPr/>
                <p:nvPr/>
              </p:nvGrpSpPr>
              <p:grpSpPr>
                <a:xfrm>
                  <a:off x="2185" y="3246"/>
                  <a:ext cx="444" cy="147"/>
                  <a:chOff x="2137" y="3190"/>
                  <a:chExt cx="444" cy="147"/>
                </a:xfrm>
              </p:grpSpPr>
              <p:grpSp>
                <p:nvGrpSpPr>
                  <p:cNvPr id="26943" name="Group 320"/>
                  <p:cNvGrpSpPr/>
                  <p:nvPr/>
                </p:nvGrpSpPr>
                <p:grpSpPr>
                  <a:xfrm>
                    <a:off x="2137" y="3241"/>
                    <a:ext cx="95" cy="84"/>
                    <a:chOff x="1781" y="2282"/>
                    <a:chExt cx="577" cy="577"/>
                  </a:xfrm>
                </p:grpSpPr>
                <p:sp>
                  <p:nvSpPr>
                    <p:cNvPr id="26944" name="Line 321"/>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6945" name="Line 322"/>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6946" name="WordArt 323"/>
                  <p:cNvSpPr>
                    <a:spLocks noTextEdit="1"/>
                  </p:cNvSpPr>
                  <p:nvPr/>
                </p:nvSpPr>
                <p:spPr>
                  <a:xfrm>
                    <a:off x="2286" y="3222"/>
                    <a:ext cx="147" cy="11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26947" name="WordArt 324"/>
                  <p:cNvSpPr>
                    <a:spLocks noTextEdit="1"/>
                  </p:cNvSpPr>
                  <p:nvPr/>
                </p:nvSpPr>
                <p:spPr>
                  <a:xfrm>
                    <a:off x="2531" y="3190"/>
                    <a:ext cx="50" cy="73"/>
                  </a:xfrm>
                  <a:prstGeom prst="rect">
                    <a:avLst/>
                  </a:prstGeom>
                </p:spPr>
                <p:txBody>
                  <a:bodyPr wrap="none" fromWordArt="1">
                    <a:prstTxWarp prst="textPlain">
                      <a:avLst>
                        <a:gd name="adj" fmla="val 50000"/>
                      </a:avLst>
                    </a:prstTxWarp>
                    <a:normAutofit fontScale="25000" lnSpcReduction="20000"/>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6948" name="Line 325"/>
                  <p:cNvSpPr/>
                  <p:nvPr/>
                </p:nvSpPr>
                <p:spPr>
                  <a:xfrm>
                    <a:off x="2447" y="3231"/>
                    <a:ext cx="61" cy="0"/>
                  </a:xfrm>
                  <a:prstGeom prst="line">
                    <a:avLst/>
                  </a:prstGeom>
                  <a:ln w="28575" cap="flat" cmpd="sng">
                    <a:solidFill>
                      <a:schemeClr val="tx1"/>
                    </a:solidFill>
                    <a:prstDash val="solid"/>
                    <a:round/>
                    <a:headEnd type="none" w="med" len="med"/>
                    <a:tailEnd type="none" w="med" len="med"/>
                  </a:ln>
                </p:spPr>
              </p:sp>
            </p:grpSp>
            <p:grpSp>
              <p:nvGrpSpPr>
                <p:cNvPr id="26949" name="Group 326"/>
                <p:cNvGrpSpPr/>
                <p:nvPr/>
              </p:nvGrpSpPr>
              <p:grpSpPr>
                <a:xfrm>
                  <a:off x="2689" y="3246"/>
                  <a:ext cx="444" cy="147"/>
                  <a:chOff x="2137" y="3190"/>
                  <a:chExt cx="444" cy="147"/>
                </a:xfrm>
              </p:grpSpPr>
              <p:grpSp>
                <p:nvGrpSpPr>
                  <p:cNvPr id="26950" name="Group 327"/>
                  <p:cNvGrpSpPr/>
                  <p:nvPr/>
                </p:nvGrpSpPr>
                <p:grpSpPr>
                  <a:xfrm>
                    <a:off x="2137" y="3241"/>
                    <a:ext cx="95" cy="84"/>
                    <a:chOff x="1781" y="2282"/>
                    <a:chExt cx="577" cy="577"/>
                  </a:xfrm>
                </p:grpSpPr>
                <p:sp>
                  <p:nvSpPr>
                    <p:cNvPr id="26951" name="Line 328"/>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6952" name="Line 329"/>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6953" name="WordArt 330"/>
                  <p:cNvSpPr>
                    <a:spLocks noTextEdit="1"/>
                  </p:cNvSpPr>
                  <p:nvPr/>
                </p:nvSpPr>
                <p:spPr>
                  <a:xfrm>
                    <a:off x="2286" y="3222"/>
                    <a:ext cx="147" cy="115"/>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a:t>
                    </a:r>
                  </a:p>
                </p:txBody>
              </p:sp>
              <p:sp>
                <p:nvSpPr>
                  <p:cNvPr id="26954" name="WordArt 331"/>
                  <p:cNvSpPr>
                    <a:spLocks noTextEdit="1"/>
                  </p:cNvSpPr>
                  <p:nvPr/>
                </p:nvSpPr>
                <p:spPr>
                  <a:xfrm>
                    <a:off x="2531" y="3190"/>
                    <a:ext cx="50" cy="73"/>
                  </a:xfrm>
                  <a:prstGeom prst="rect">
                    <a:avLst/>
                  </a:prstGeom>
                </p:spPr>
                <p:txBody>
                  <a:bodyPr wrap="none" fromWordArt="1">
                    <a:prstTxWarp prst="textPlain">
                      <a:avLst>
                        <a:gd name="adj" fmla="val 50000"/>
                      </a:avLst>
                    </a:prstTxWarp>
                    <a:normAutofit fontScale="25000" lnSpcReduction="20000"/>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a:t>
                    </a:r>
                  </a:p>
                </p:txBody>
              </p:sp>
              <p:sp>
                <p:nvSpPr>
                  <p:cNvPr id="26955" name="Line 332"/>
                  <p:cNvSpPr/>
                  <p:nvPr/>
                </p:nvSpPr>
                <p:spPr>
                  <a:xfrm>
                    <a:off x="2447" y="3231"/>
                    <a:ext cx="61" cy="0"/>
                  </a:xfrm>
                  <a:prstGeom prst="line">
                    <a:avLst/>
                  </a:prstGeom>
                  <a:ln w="28575" cap="flat" cmpd="sng">
                    <a:solidFill>
                      <a:schemeClr val="tx1"/>
                    </a:solidFill>
                    <a:prstDash val="solid"/>
                    <a:round/>
                    <a:headEnd type="none" w="med" len="med"/>
                    <a:tailEnd type="none" w="med" len="med"/>
                  </a:ln>
                </p:spPr>
              </p:sp>
            </p:grpSp>
            <p:grpSp>
              <p:nvGrpSpPr>
                <p:cNvPr id="26956" name="Group 333"/>
                <p:cNvGrpSpPr/>
                <p:nvPr/>
              </p:nvGrpSpPr>
              <p:grpSpPr>
                <a:xfrm rot="5400000">
                  <a:off x="3233" y="3351"/>
                  <a:ext cx="47" cy="118"/>
                  <a:chOff x="2928" y="3216"/>
                  <a:chExt cx="48" cy="240"/>
                </a:xfrm>
              </p:grpSpPr>
              <p:sp>
                <p:nvSpPr>
                  <p:cNvPr id="26957" name="Line 334"/>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26958" name="Line 335"/>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26959" name="WordArt 336"/>
                <p:cNvSpPr>
                  <a:spLocks noTextEdit="1"/>
                </p:cNvSpPr>
                <p:nvPr/>
              </p:nvSpPr>
              <p:spPr>
                <a:xfrm>
                  <a:off x="3409" y="3321"/>
                  <a:ext cx="95" cy="172"/>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6</a:t>
                  </a:r>
                </a:p>
              </p:txBody>
            </p:sp>
          </p:grpSp>
          <p:sp>
            <p:nvSpPr>
              <p:cNvPr id="26960" name="WordArt 337"/>
              <p:cNvSpPr>
                <a:spLocks noTextEdit="1"/>
              </p:cNvSpPr>
              <p:nvPr/>
            </p:nvSpPr>
            <p:spPr>
              <a:xfrm>
                <a:off x="3115" y="3338"/>
                <a:ext cx="2333" cy="15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80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顶多看到第</a:t>
                </a:r>
                <a:r>
                  <a:rPr lang="en-US" altLang="zh-CN" sz="3600">
                    <a:ln w="9525" cap="flat" cmpd="sng">
                      <a:solidFill>
                        <a:srgbClr val="0080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5</a:t>
                </a:r>
                <a:r>
                  <a:rPr lang="zh-CN" altLang="en-US" sz="3600">
                    <a:ln w="9525" cap="flat" cmpd="sng">
                      <a:solidFill>
                        <a:srgbClr val="0080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级谱线,再考虑到缺级</a:t>
                </a:r>
              </a:p>
            </p:txBody>
          </p:sp>
        </p:grpSp>
        <p:grpSp>
          <p:nvGrpSpPr>
            <p:cNvPr id="26961" name="Group 338"/>
            <p:cNvGrpSpPr/>
            <p:nvPr/>
          </p:nvGrpSpPr>
          <p:grpSpPr>
            <a:xfrm>
              <a:off x="923" y="3890"/>
              <a:ext cx="4093" cy="175"/>
              <a:chOff x="547" y="3810"/>
              <a:chExt cx="4093" cy="175"/>
            </a:xfrm>
          </p:grpSpPr>
          <p:sp>
            <p:nvSpPr>
              <p:cNvPr id="26962" name="WordArt 339"/>
              <p:cNvSpPr>
                <a:spLocks noTextEdit="1"/>
              </p:cNvSpPr>
              <p:nvPr/>
            </p:nvSpPr>
            <p:spPr>
              <a:xfrm>
                <a:off x="547" y="3818"/>
                <a:ext cx="613" cy="167"/>
              </a:xfrm>
              <a:prstGeom prst="rect">
                <a:avLst/>
              </a:prstGeom>
            </p:spPr>
            <p:txBody>
              <a:bodyPr wrap="none" fromWordArt="1">
                <a:prstTxWarp prst="textPlain">
                  <a:avLst>
                    <a:gd name="adj" fmla="val 50000"/>
                  </a:avLst>
                </a:prstTxWarp>
                <a:normAutofit fontScale="40000" lnSpcReduction="20000"/>
              </a:bodyPr>
              <a:lstStyle/>
              <a:p>
                <a:pPr algn="ctr"/>
                <a:r>
                  <a:rPr lang="zh-CN" altLang="en-US" sz="3600">
                    <a:ln w="9525" cap="flat" cmpd="sng">
                      <a:solidFill>
                        <a:srgbClr val="0080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只能出现</a:t>
                </a:r>
              </a:p>
            </p:txBody>
          </p:sp>
          <p:grpSp>
            <p:nvGrpSpPr>
              <p:cNvPr id="26963" name="Group 340"/>
              <p:cNvGrpSpPr/>
              <p:nvPr/>
            </p:nvGrpSpPr>
            <p:grpSpPr>
              <a:xfrm>
                <a:off x="1606" y="3834"/>
                <a:ext cx="258" cy="122"/>
                <a:chOff x="1342" y="2506"/>
                <a:chExt cx="258" cy="122"/>
              </a:xfrm>
            </p:grpSpPr>
            <p:grpSp>
              <p:nvGrpSpPr>
                <p:cNvPr id="26964" name="Group 341"/>
                <p:cNvGrpSpPr/>
                <p:nvPr/>
              </p:nvGrpSpPr>
              <p:grpSpPr>
                <a:xfrm>
                  <a:off x="1342" y="2506"/>
                  <a:ext cx="107" cy="112"/>
                  <a:chOff x="1574" y="3522"/>
                  <a:chExt cx="83" cy="88"/>
                </a:xfrm>
              </p:grpSpPr>
              <p:sp>
                <p:nvSpPr>
                  <p:cNvPr id="26965" name="WordArt 342"/>
                  <p:cNvSpPr>
                    <a:spLocks noTextEdit="1"/>
                  </p:cNvSpPr>
                  <p:nvPr/>
                </p:nvSpPr>
                <p:spPr>
                  <a:xfrm>
                    <a:off x="1583" y="3522"/>
                    <a:ext cx="62" cy="5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966" name="Line 343"/>
                  <p:cNvSpPr/>
                  <p:nvPr/>
                </p:nvSpPr>
                <p:spPr>
                  <a:xfrm flipV="1">
                    <a:off x="1574" y="3608"/>
                    <a:ext cx="83" cy="2"/>
                  </a:xfrm>
                  <a:prstGeom prst="line">
                    <a:avLst/>
                  </a:prstGeom>
                  <a:ln w="28575" cap="flat" cmpd="sng">
                    <a:solidFill>
                      <a:schemeClr val="tx1"/>
                    </a:solidFill>
                    <a:prstDash val="solid"/>
                    <a:round/>
                    <a:headEnd type="none" w="med" len="med"/>
                    <a:tailEnd type="none" w="med" len="med"/>
                  </a:ln>
                </p:spPr>
              </p:sp>
            </p:grpSp>
            <p:sp>
              <p:nvSpPr>
                <p:cNvPr id="26967" name="WordArt 344"/>
                <p:cNvSpPr>
                  <a:spLocks noTextEdit="1"/>
                </p:cNvSpPr>
                <p:nvPr/>
              </p:nvSpPr>
              <p:spPr>
                <a:xfrm>
                  <a:off x="1516" y="2507"/>
                  <a:ext cx="84"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grpSp>
          <p:sp>
            <p:nvSpPr>
              <p:cNvPr id="26968" name="WordArt 345"/>
              <p:cNvSpPr>
                <a:spLocks noTextEdit="1"/>
              </p:cNvSpPr>
              <p:nvPr/>
            </p:nvSpPr>
            <p:spPr>
              <a:xfrm>
                <a:off x="1501" y="3936"/>
                <a:ext cx="14"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6969" name="Group 346"/>
              <p:cNvGrpSpPr/>
              <p:nvPr/>
            </p:nvGrpSpPr>
            <p:grpSpPr>
              <a:xfrm>
                <a:off x="2086" y="3842"/>
                <a:ext cx="258" cy="122"/>
                <a:chOff x="1342" y="2506"/>
                <a:chExt cx="258" cy="122"/>
              </a:xfrm>
            </p:grpSpPr>
            <p:grpSp>
              <p:nvGrpSpPr>
                <p:cNvPr id="26970" name="Group 347"/>
                <p:cNvGrpSpPr/>
                <p:nvPr/>
              </p:nvGrpSpPr>
              <p:grpSpPr>
                <a:xfrm>
                  <a:off x="1342" y="2506"/>
                  <a:ext cx="107" cy="112"/>
                  <a:chOff x="1574" y="3522"/>
                  <a:chExt cx="83" cy="88"/>
                </a:xfrm>
              </p:grpSpPr>
              <p:sp>
                <p:nvSpPr>
                  <p:cNvPr id="26971" name="WordArt 348"/>
                  <p:cNvSpPr>
                    <a:spLocks noTextEdit="1"/>
                  </p:cNvSpPr>
                  <p:nvPr/>
                </p:nvSpPr>
                <p:spPr>
                  <a:xfrm>
                    <a:off x="1583" y="3522"/>
                    <a:ext cx="62" cy="5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972" name="Line 349"/>
                  <p:cNvSpPr/>
                  <p:nvPr/>
                </p:nvSpPr>
                <p:spPr>
                  <a:xfrm flipV="1">
                    <a:off x="1574" y="3608"/>
                    <a:ext cx="83" cy="2"/>
                  </a:xfrm>
                  <a:prstGeom prst="line">
                    <a:avLst/>
                  </a:prstGeom>
                  <a:ln w="28575" cap="flat" cmpd="sng">
                    <a:solidFill>
                      <a:schemeClr val="tx1"/>
                    </a:solidFill>
                    <a:prstDash val="solid"/>
                    <a:round/>
                    <a:headEnd type="none" w="med" len="med"/>
                    <a:tailEnd type="none" w="med" len="med"/>
                  </a:ln>
                </p:spPr>
              </p:sp>
            </p:grpSp>
            <p:sp>
              <p:nvSpPr>
                <p:cNvPr id="26973" name="WordArt 350"/>
                <p:cNvSpPr>
                  <a:spLocks noTextEdit="1"/>
                </p:cNvSpPr>
                <p:nvPr/>
              </p:nvSpPr>
              <p:spPr>
                <a:xfrm>
                  <a:off x="1516" y="2507"/>
                  <a:ext cx="84"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grpSp>
          <p:sp>
            <p:nvSpPr>
              <p:cNvPr id="26974" name="WordArt 351"/>
              <p:cNvSpPr>
                <a:spLocks noTextEdit="1"/>
              </p:cNvSpPr>
              <p:nvPr/>
            </p:nvSpPr>
            <p:spPr>
              <a:xfrm>
                <a:off x="2429" y="3952"/>
                <a:ext cx="14"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6975" name="Group 352"/>
              <p:cNvGrpSpPr/>
              <p:nvPr/>
            </p:nvGrpSpPr>
            <p:grpSpPr>
              <a:xfrm>
                <a:off x="2534" y="3842"/>
                <a:ext cx="258" cy="122"/>
                <a:chOff x="1342" y="2506"/>
                <a:chExt cx="258" cy="122"/>
              </a:xfrm>
            </p:grpSpPr>
            <p:grpSp>
              <p:nvGrpSpPr>
                <p:cNvPr id="26976" name="Group 353"/>
                <p:cNvGrpSpPr/>
                <p:nvPr/>
              </p:nvGrpSpPr>
              <p:grpSpPr>
                <a:xfrm>
                  <a:off x="1342" y="2506"/>
                  <a:ext cx="107" cy="112"/>
                  <a:chOff x="1574" y="3522"/>
                  <a:chExt cx="83" cy="88"/>
                </a:xfrm>
              </p:grpSpPr>
              <p:sp>
                <p:nvSpPr>
                  <p:cNvPr id="26977" name="WordArt 354"/>
                  <p:cNvSpPr>
                    <a:spLocks noTextEdit="1"/>
                  </p:cNvSpPr>
                  <p:nvPr/>
                </p:nvSpPr>
                <p:spPr>
                  <a:xfrm>
                    <a:off x="1583" y="3522"/>
                    <a:ext cx="62" cy="5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978" name="Line 355"/>
                  <p:cNvSpPr/>
                  <p:nvPr/>
                </p:nvSpPr>
                <p:spPr>
                  <a:xfrm flipV="1">
                    <a:off x="1574" y="3608"/>
                    <a:ext cx="83" cy="2"/>
                  </a:xfrm>
                  <a:prstGeom prst="line">
                    <a:avLst/>
                  </a:prstGeom>
                  <a:ln w="28575" cap="flat" cmpd="sng">
                    <a:solidFill>
                      <a:schemeClr val="tx1"/>
                    </a:solidFill>
                    <a:prstDash val="solid"/>
                    <a:round/>
                    <a:headEnd type="none" w="med" len="med"/>
                    <a:tailEnd type="none" w="med" len="med"/>
                  </a:ln>
                </p:spPr>
              </p:sp>
            </p:grpSp>
            <p:sp>
              <p:nvSpPr>
                <p:cNvPr id="26979" name="WordArt 356"/>
                <p:cNvSpPr>
                  <a:spLocks noTextEdit="1"/>
                </p:cNvSpPr>
                <p:nvPr/>
              </p:nvSpPr>
              <p:spPr>
                <a:xfrm>
                  <a:off x="1516" y="2507"/>
                  <a:ext cx="84"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4</a:t>
                  </a:r>
                </a:p>
              </p:txBody>
            </p:sp>
          </p:grpSp>
          <p:sp>
            <p:nvSpPr>
              <p:cNvPr id="26980" name="WordArt 357"/>
              <p:cNvSpPr>
                <a:spLocks noTextEdit="1"/>
              </p:cNvSpPr>
              <p:nvPr/>
            </p:nvSpPr>
            <p:spPr>
              <a:xfrm>
                <a:off x="2853" y="3936"/>
                <a:ext cx="14"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981" name="WordArt 358"/>
              <p:cNvSpPr>
                <a:spLocks noTextEdit="1"/>
              </p:cNvSpPr>
              <p:nvPr/>
            </p:nvSpPr>
            <p:spPr>
              <a:xfrm>
                <a:off x="1340" y="3835"/>
                <a:ext cx="84"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0</a:t>
                </a:r>
              </a:p>
            </p:txBody>
          </p:sp>
          <p:sp>
            <p:nvSpPr>
              <p:cNvPr id="26982" name="WordArt 359"/>
              <p:cNvSpPr>
                <a:spLocks noTextEdit="1"/>
              </p:cNvSpPr>
              <p:nvPr/>
            </p:nvSpPr>
            <p:spPr>
              <a:xfrm>
                <a:off x="1949" y="3920"/>
                <a:ext cx="14" cy="3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grpSp>
            <p:nvGrpSpPr>
              <p:cNvPr id="26983" name="Group 360"/>
              <p:cNvGrpSpPr/>
              <p:nvPr/>
            </p:nvGrpSpPr>
            <p:grpSpPr>
              <a:xfrm>
                <a:off x="3006" y="3834"/>
                <a:ext cx="258" cy="122"/>
                <a:chOff x="1342" y="2506"/>
                <a:chExt cx="258" cy="122"/>
              </a:xfrm>
            </p:grpSpPr>
            <p:grpSp>
              <p:nvGrpSpPr>
                <p:cNvPr id="26984" name="Group 361"/>
                <p:cNvGrpSpPr/>
                <p:nvPr/>
              </p:nvGrpSpPr>
              <p:grpSpPr>
                <a:xfrm>
                  <a:off x="1342" y="2506"/>
                  <a:ext cx="107" cy="112"/>
                  <a:chOff x="1574" y="3522"/>
                  <a:chExt cx="83" cy="88"/>
                </a:xfrm>
              </p:grpSpPr>
              <p:sp>
                <p:nvSpPr>
                  <p:cNvPr id="26985" name="WordArt 362"/>
                  <p:cNvSpPr>
                    <a:spLocks noTextEdit="1"/>
                  </p:cNvSpPr>
                  <p:nvPr/>
                </p:nvSpPr>
                <p:spPr>
                  <a:xfrm>
                    <a:off x="1583" y="3522"/>
                    <a:ext cx="62" cy="57"/>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285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t>
                    </a:r>
                  </a:p>
                </p:txBody>
              </p:sp>
              <p:sp>
                <p:nvSpPr>
                  <p:cNvPr id="26986" name="Line 363"/>
                  <p:cNvSpPr/>
                  <p:nvPr/>
                </p:nvSpPr>
                <p:spPr>
                  <a:xfrm flipV="1">
                    <a:off x="1574" y="3608"/>
                    <a:ext cx="83" cy="2"/>
                  </a:xfrm>
                  <a:prstGeom prst="line">
                    <a:avLst/>
                  </a:prstGeom>
                  <a:ln w="28575" cap="flat" cmpd="sng">
                    <a:solidFill>
                      <a:schemeClr val="tx1"/>
                    </a:solidFill>
                    <a:prstDash val="solid"/>
                    <a:round/>
                    <a:headEnd type="none" w="med" len="med"/>
                    <a:tailEnd type="none" w="med" len="med"/>
                  </a:ln>
                </p:spPr>
              </p:sp>
            </p:grpSp>
            <p:sp>
              <p:nvSpPr>
                <p:cNvPr id="26987" name="WordArt 364"/>
                <p:cNvSpPr>
                  <a:spLocks noTextEdit="1"/>
                </p:cNvSpPr>
                <p:nvPr/>
              </p:nvSpPr>
              <p:spPr>
                <a:xfrm>
                  <a:off x="1516" y="2507"/>
                  <a:ext cx="84" cy="121"/>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5</a:t>
                  </a:r>
                </a:p>
              </p:txBody>
            </p:sp>
          </p:grpSp>
          <p:sp>
            <p:nvSpPr>
              <p:cNvPr id="26988" name="WordArt 365"/>
              <p:cNvSpPr>
                <a:spLocks noTextEdit="1"/>
              </p:cNvSpPr>
              <p:nvPr/>
            </p:nvSpPr>
            <p:spPr>
              <a:xfrm>
                <a:off x="3411" y="3810"/>
                <a:ext cx="197" cy="151"/>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0080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共</a:t>
                </a:r>
              </a:p>
            </p:txBody>
          </p:sp>
          <p:sp>
            <p:nvSpPr>
              <p:cNvPr id="26989" name="WordArt 366"/>
              <p:cNvSpPr>
                <a:spLocks noTextEdit="1"/>
              </p:cNvSpPr>
              <p:nvPr/>
            </p:nvSpPr>
            <p:spPr>
              <a:xfrm>
                <a:off x="3676" y="3811"/>
                <a:ext cx="116" cy="153"/>
              </a:xfrm>
              <a:prstGeom prst="rect">
                <a:avLst/>
              </a:prstGeom>
            </p:spPr>
            <p:txBody>
              <a:bodyPr wrap="none" fromWordArt="1">
                <a:prstTxWarp prst="textPlain">
                  <a:avLst>
                    <a:gd name="adj" fmla="val 50000"/>
                  </a:avLst>
                </a:prstTxWarp>
                <a:normAutofit fontScale="32500" lnSpcReduction="20000"/>
              </a:bodyPr>
              <a:lstStyle/>
              <a:p>
                <a:pPr algn="ctr"/>
                <a:r>
                  <a:rPr lang="zh-CN" altLang="en-US" sz="3600">
                    <a:ln w="9525" cap="flat" cmpd="sng">
                      <a:solidFill>
                        <a:srgbClr val="008000"/>
                      </a:solidFill>
                      <a:prstDash val="solid"/>
                      <a:round/>
                      <a:headEnd type="none" w="med" len="med"/>
                      <a:tailEnd type="none" w="med" len="med"/>
                    </a:ln>
                    <a:solidFill>
                      <a:srgbClr val="008000"/>
                    </a:solidFill>
                    <a:latin typeface="宋体" panose="02010600030101010101" pitchFamily="2" charset="-122"/>
                    <a:ea typeface="宋体" panose="02010600030101010101" pitchFamily="2" charset="-122"/>
                  </a:rPr>
                  <a:t>9</a:t>
                </a:r>
              </a:p>
            </p:txBody>
          </p:sp>
          <p:sp>
            <p:nvSpPr>
              <p:cNvPr id="26990" name="WordArt 367"/>
              <p:cNvSpPr>
                <a:spLocks noTextEdit="1"/>
              </p:cNvSpPr>
              <p:nvPr/>
            </p:nvSpPr>
            <p:spPr>
              <a:xfrm>
                <a:off x="3867" y="3818"/>
                <a:ext cx="773" cy="143"/>
              </a:xfrm>
              <a:prstGeom prst="rect">
                <a:avLst/>
              </a:prstGeom>
            </p:spPr>
            <p:txBody>
              <a:bodyPr wrap="none" fromWordArt="1">
                <a:prstTxWarp prst="textPlain">
                  <a:avLst>
                    <a:gd name="adj" fmla="val 50000"/>
                  </a:avLst>
                </a:prstTxWarp>
                <a:normAutofit fontScale="25000" lnSpcReduction="20000"/>
              </a:bodyPr>
              <a:lstStyle/>
              <a:p>
                <a:pPr algn="ctr"/>
                <a:r>
                  <a:rPr lang="zh-CN" altLang="en-US" sz="3600">
                    <a:ln w="9525" cap="flat" cmpd="sng">
                      <a:solidFill>
                        <a:srgbClr val="0080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条光谱线.</a:t>
                </a:r>
              </a:p>
            </p:txBody>
          </p:sp>
        </p:grpSp>
      </p:grpSp>
      <p:grpSp>
        <p:nvGrpSpPr>
          <p:cNvPr id="26991" name="Group 368"/>
          <p:cNvGrpSpPr/>
          <p:nvPr/>
        </p:nvGrpSpPr>
        <p:grpSpPr>
          <a:xfrm>
            <a:off x="0" y="1263650"/>
            <a:ext cx="698500" cy="390525"/>
            <a:chOff x="127" y="728"/>
            <a:chExt cx="437" cy="256"/>
          </a:xfrm>
        </p:grpSpPr>
        <p:sp>
          <p:nvSpPr>
            <p:cNvPr id="26992" name="Oval 369" descr="栎木"/>
            <p:cNvSpPr/>
            <p:nvPr/>
          </p:nvSpPr>
          <p:spPr>
            <a:xfrm>
              <a:off x="127" y="728"/>
              <a:ext cx="437" cy="256"/>
            </a:xfrm>
            <a:prstGeom prst="ellipse">
              <a:avLst/>
            </a:prstGeom>
            <a:blipFill rotWithShape="0">
              <a:blip r:embed="rId3"/>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993" name="WordArt 370"/>
            <p:cNvSpPr>
              <a:spLocks noTextEdit="1"/>
            </p:cNvSpPr>
            <p:nvPr/>
          </p:nvSpPr>
          <p:spPr>
            <a:xfrm>
              <a:off x="187" y="780"/>
              <a:ext cx="305" cy="147"/>
            </a:xfrm>
            <a:prstGeom prst="rect">
              <a:avLst/>
            </a:prstGeom>
          </p:spPr>
          <p:txBody>
            <a:bodyPr wrap="none" fromWordArt="1">
              <a:prstTxWarp prst="textPlain">
                <a:avLst>
                  <a:gd name="adj" fmla="val 50287"/>
                </a:avLst>
              </a:prstTxWarp>
              <a:normAutofit fontScale="25000" lnSpcReduction="20000"/>
            </a:bodyPr>
            <a:lstStyle/>
            <a:p>
              <a:pPr algn="ctr"/>
              <a:r>
                <a:rPr lang="zh-CN" altLang="en-US" sz="3600">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rPr>
                <a:t>例4</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98080"/>
                                        </p:tgtEl>
                                        <p:attrNameLst>
                                          <p:attrName>style.visibility</p:attrName>
                                        </p:attrNameLst>
                                      </p:cBhvr>
                                      <p:to>
                                        <p:strVal val="visible"/>
                                      </p:to>
                                    </p:set>
                                    <p:animEffect transition="in" filter="wipe(up)">
                                      <p:cBhvr>
                                        <p:cTn id="16" dur="500"/>
                                        <p:tgtEl>
                                          <p:spTgt spid="29808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98108"/>
                                        </p:tgtEl>
                                        <p:attrNameLst>
                                          <p:attrName>style.visibility</p:attrName>
                                        </p:attrNameLst>
                                      </p:cBhvr>
                                      <p:to>
                                        <p:strVal val="visible"/>
                                      </p:to>
                                    </p:set>
                                    <p:animEffect transition="in" filter="wipe(up)">
                                      <p:cBhvr>
                                        <p:cTn id="21" dur="500"/>
                                        <p:tgtEl>
                                          <p:spTgt spid="298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3" descr="IMAGE0004"/>
          <p:cNvPicPr>
            <a:picLocks noChangeAspect="1"/>
          </p:cNvPicPr>
          <p:nvPr/>
        </p:nvPicPr>
        <p:blipFill>
          <a:blip r:embed="rId2"/>
          <a:stretch>
            <a:fillRect/>
          </a:stretch>
        </p:blipFill>
        <p:spPr>
          <a:xfrm>
            <a:off x="206375" y="93663"/>
            <a:ext cx="8305800" cy="2184400"/>
          </a:xfrm>
          <a:prstGeom prst="rect">
            <a:avLst/>
          </a:prstGeom>
          <a:noFill/>
          <a:ln w="9525">
            <a:noFill/>
          </a:ln>
        </p:spPr>
      </p:pic>
      <p:grpSp>
        <p:nvGrpSpPr>
          <p:cNvPr id="27650" name="Group 368"/>
          <p:cNvGrpSpPr/>
          <p:nvPr/>
        </p:nvGrpSpPr>
        <p:grpSpPr>
          <a:xfrm>
            <a:off x="0" y="93663"/>
            <a:ext cx="698500" cy="390525"/>
            <a:chOff x="127" y="728"/>
            <a:chExt cx="437" cy="256"/>
          </a:xfrm>
        </p:grpSpPr>
        <p:sp>
          <p:nvSpPr>
            <p:cNvPr id="27651" name="Oval 369" descr="栎木"/>
            <p:cNvSpPr/>
            <p:nvPr/>
          </p:nvSpPr>
          <p:spPr>
            <a:xfrm>
              <a:off x="127" y="728"/>
              <a:ext cx="437" cy="256"/>
            </a:xfrm>
            <a:prstGeom prst="ellipse">
              <a:avLst/>
            </a:prstGeom>
            <a:blipFill rotWithShape="0">
              <a:blip r:embed="rId3"/>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993" name="WordArt 370"/>
            <p:cNvSpPr>
              <a:spLocks noTextEdit="1"/>
            </p:cNvSpPr>
            <p:nvPr/>
          </p:nvSpPr>
          <p:spPr>
            <a:xfrm>
              <a:off x="187" y="780"/>
              <a:ext cx="305" cy="147"/>
            </a:xfrm>
            <a:prstGeom prst="rect">
              <a:avLst/>
            </a:prstGeom>
          </p:spPr>
          <p:txBody>
            <a:bodyPr wrap="none" fromWordArt="1">
              <a:prstTxWarp prst="textPlain">
                <a:avLst>
                  <a:gd name="adj" fmla="val 50287"/>
                </a:avLst>
              </a:prstTxWarp>
              <a:normAutofit fontScale="25000" lnSpcReduction="10000"/>
            </a:bodyPr>
            <a:lstStyle/>
            <a:p>
              <a:pPr algn="ctr" fontAlgn="base"/>
              <a:r>
                <a:rPr lang="zh-CN" altLang="en-US"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例</a:t>
              </a:r>
              <a:r>
                <a:rPr lang="en-US" altLang="zh-CN"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5</a:t>
              </a:r>
              <a:endParaRPr lang="en-US" altLang="zh-CN"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endParaRPr>
            </a:p>
          </p:txBody>
        </p:sp>
      </p:grpSp>
      <p:pic>
        <p:nvPicPr>
          <p:cNvPr id="27653" name="Picture 3" descr="IMAGE0013"/>
          <p:cNvPicPr>
            <a:picLocks noChangeAspect="1"/>
          </p:cNvPicPr>
          <p:nvPr/>
        </p:nvPicPr>
        <p:blipFill>
          <a:blip r:embed="rId4"/>
          <a:stretch>
            <a:fillRect/>
          </a:stretch>
        </p:blipFill>
        <p:spPr>
          <a:xfrm>
            <a:off x="206375" y="2134235"/>
            <a:ext cx="6720205" cy="3588385"/>
          </a:xfrm>
          <a:prstGeom prst="rect">
            <a:avLst/>
          </a:prstGeom>
          <a:noFill/>
          <a:ln w="9525">
            <a:noFill/>
          </a:ln>
        </p:spPr>
      </p:pic>
      <p:pic>
        <p:nvPicPr>
          <p:cNvPr id="30724" name="Picture 4" descr="IMAGE0014"/>
          <p:cNvPicPr>
            <a:picLocks noChangeAspect="1"/>
          </p:cNvPicPr>
          <p:nvPr/>
        </p:nvPicPr>
        <p:blipFill>
          <a:blip r:embed="rId5"/>
          <a:srcRect t="20827"/>
          <a:stretch>
            <a:fillRect/>
          </a:stretch>
        </p:blipFill>
        <p:spPr>
          <a:xfrm>
            <a:off x="317500" y="5655945"/>
            <a:ext cx="7086600" cy="72961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3" descr="IMAGE0005"/>
          <p:cNvPicPr>
            <a:picLocks noChangeAspect="1"/>
          </p:cNvPicPr>
          <p:nvPr/>
        </p:nvPicPr>
        <p:blipFill>
          <a:blip r:embed="rId2"/>
          <a:stretch>
            <a:fillRect/>
          </a:stretch>
        </p:blipFill>
        <p:spPr>
          <a:xfrm>
            <a:off x="457200" y="425450"/>
            <a:ext cx="8229600" cy="1897063"/>
          </a:xfrm>
          <a:prstGeom prst="rect">
            <a:avLst/>
          </a:prstGeom>
          <a:noFill/>
          <a:ln w="9525">
            <a:noFill/>
          </a:ln>
        </p:spPr>
      </p:pic>
      <p:pic>
        <p:nvPicPr>
          <p:cNvPr id="28674" name="Picture 4" descr="IMAGE0015"/>
          <p:cNvPicPr>
            <a:picLocks noChangeAspect="1"/>
          </p:cNvPicPr>
          <p:nvPr/>
        </p:nvPicPr>
        <p:blipFill>
          <a:blip r:embed="rId3"/>
          <a:stretch>
            <a:fillRect/>
          </a:stretch>
        </p:blipFill>
        <p:spPr>
          <a:xfrm>
            <a:off x="346075" y="2676525"/>
            <a:ext cx="8229600" cy="3063875"/>
          </a:xfrm>
          <a:prstGeom prst="rect">
            <a:avLst/>
          </a:prstGeom>
          <a:noFill/>
          <a:ln w="9525">
            <a:noFill/>
          </a:ln>
        </p:spPr>
      </p:pic>
      <p:grpSp>
        <p:nvGrpSpPr>
          <p:cNvPr id="28675" name="Group 368"/>
          <p:cNvGrpSpPr/>
          <p:nvPr/>
        </p:nvGrpSpPr>
        <p:grpSpPr>
          <a:xfrm>
            <a:off x="266700" y="425450"/>
            <a:ext cx="698500" cy="390525"/>
            <a:chOff x="127" y="728"/>
            <a:chExt cx="437" cy="256"/>
          </a:xfrm>
        </p:grpSpPr>
        <p:sp>
          <p:nvSpPr>
            <p:cNvPr id="28676" name="Oval 369" descr="栎木"/>
            <p:cNvSpPr/>
            <p:nvPr/>
          </p:nvSpPr>
          <p:spPr>
            <a:xfrm>
              <a:off x="127" y="728"/>
              <a:ext cx="437" cy="256"/>
            </a:xfrm>
            <a:prstGeom prst="ellipse">
              <a:avLst/>
            </a:prstGeom>
            <a:blipFill rotWithShape="0">
              <a:blip r:embed="rId4"/>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993" name="WordArt 370"/>
            <p:cNvSpPr>
              <a:spLocks noTextEdit="1"/>
            </p:cNvSpPr>
            <p:nvPr/>
          </p:nvSpPr>
          <p:spPr>
            <a:xfrm>
              <a:off x="187" y="780"/>
              <a:ext cx="305" cy="147"/>
            </a:xfrm>
            <a:prstGeom prst="rect">
              <a:avLst/>
            </a:prstGeom>
          </p:spPr>
          <p:txBody>
            <a:bodyPr wrap="none" fromWordArt="1">
              <a:prstTxWarp prst="textPlain">
                <a:avLst>
                  <a:gd name="adj" fmla="val 50287"/>
                </a:avLst>
              </a:prstTxWarp>
              <a:normAutofit fontScale="25000" lnSpcReduction="10000"/>
            </a:bodyPr>
            <a:lstStyle/>
            <a:p>
              <a:pPr algn="ctr" fontAlgn="base"/>
              <a:r>
                <a:rPr lang="zh-CN" altLang="en-US"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例</a:t>
              </a:r>
              <a:r>
                <a:rPr lang="en-US" altLang="zh-CN"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6</a:t>
              </a:r>
              <a:endParaRPr lang="en-US" altLang="zh-CN"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3" descr="IMAGE0007"/>
          <p:cNvPicPr>
            <a:picLocks noChangeAspect="1"/>
          </p:cNvPicPr>
          <p:nvPr/>
        </p:nvPicPr>
        <p:blipFill>
          <a:blip r:embed="rId2"/>
          <a:stretch>
            <a:fillRect/>
          </a:stretch>
        </p:blipFill>
        <p:spPr>
          <a:xfrm>
            <a:off x="457200" y="227013"/>
            <a:ext cx="8229600" cy="2630487"/>
          </a:xfrm>
          <a:prstGeom prst="rect">
            <a:avLst/>
          </a:prstGeom>
          <a:noFill/>
          <a:ln w="9525">
            <a:noFill/>
          </a:ln>
        </p:spPr>
      </p:pic>
      <p:grpSp>
        <p:nvGrpSpPr>
          <p:cNvPr id="30722" name="Group 368"/>
          <p:cNvGrpSpPr/>
          <p:nvPr/>
        </p:nvGrpSpPr>
        <p:grpSpPr>
          <a:xfrm>
            <a:off x="166688" y="227013"/>
            <a:ext cx="698500" cy="390525"/>
            <a:chOff x="127" y="728"/>
            <a:chExt cx="437" cy="256"/>
          </a:xfrm>
        </p:grpSpPr>
        <p:sp>
          <p:nvSpPr>
            <p:cNvPr id="30723" name="Oval 369" descr="栎木"/>
            <p:cNvSpPr/>
            <p:nvPr/>
          </p:nvSpPr>
          <p:spPr>
            <a:xfrm>
              <a:off x="127" y="728"/>
              <a:ext cx="437" cy="256"/>
            </a:xfrm>
            <a:prstGeom prst="ellipse">
              <a:avLst/>
            </a:prstGeom>
            <a:blipFill rotWithShape="0">
              <a:blip r:embed="rId3"/>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993" name="WordArt 370"/>
            <p:cNvSpPr>
              <a:spLocks noTextEdit="1"/>
            </p:cNvSpPr>
            <p:nvPr/>
          </p:nvSpPr>
          <p:spPr>
            <a:xfrm>
              <a:off x="187" y="780"/>
              <a:ext cx="305" cy="147"/>
            </a:xfrm>
            <a:prstGeom prst="rect">
              <a:avLst/>
            </a:prstGeom>
          </p:spPr>
          <p:txBody>
            <a:bodyPr wrap="none" fromWordArt="1">
              <a:prstTxWarp prst="textPlain">
                <a:avLst>
                  <a:gd name="adj" fmla="val 50287"/>
                </a:avLst>
              </a:prstTxWarp>
              <a:normAutofit fontScale="25000" lnSpcReduction="10000"/>
            </a:bodyPr>
            <a:lstStyle/>
            <a:p>
              <a:pPr algn="ctr" fontAlgn="base"/>
              <a:r>
                <a:rPr lang="zh-CN" altLang="en-US"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例</a:t>
              </a:r>
              <a:r>
                <a:rPr lang="en-US" altLang="zh-CN"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7</a:t>
              </a:r>
            </a:p>
          </p:txBody>
        </p:sp>
      </p:grpSp>
      <p:pic>
        <p:nvPicPr>
          <p:cNvPr id="30725" name="Picture 3" descr="IMAGE0017"/>
          <p:cNvPicPr>
            <a:picLocks noChangeAspect="1"/>
          </p:cNvPicPr>
          <p:nvPr/>
        </p:nvPicPr>
        <p:blipFill>
          <a:blip r:embed="rId4"/>
          <a:stretch>
            <a:fillRect/>
          </a:stretch>
        </p:blipFill>
        <p:spPr>
          <a:xfrm>
            <a:off x="457200" y="2705100"/>
            <a:ext cx="5899150" cy="41227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3" descr="IMAGE0006"/>
          <p:cNvPicPr>
            <a:picLocks noChangeAspect="1"/>
          </p:cNvPicPr>
          <p:nvPr/>
        </p:nvPicPr>
        <p:blipFill>
          <a:blip r:embed="rId2"/>
          <a:stretch>
            <a:fillRect/>
          </a:stretch>
        </p:blipFill>
        <p:spPr>
          <a:xfrm>
            <a:off x="457200" y="303213"/>
            <a:ext cx="8229600" cy="2630487"/>
          </a:xfrm>
          <a:prstGeom prst="rect">
            <a:avLst/>
          </a:prstGeom>
          <a:noFill/>
          <a:ln w="9525">
            <a:noFill/>
          </a:ln>
        </p:spPr>
      </p:pic>
      <p:pic>
        <p:nvPicPr>
          <p:cNvPr id="29698" name="Picture 4" descr="IMAGE0016"/>
          <p:cNvPicPr>
            <a:picLocks noChangeAspect="1"/>
          </p:cNvPicPr>
          <p:nvPr/>
        </p:nvPicPr>
        <p:blipFill>
          <a:blip r:embed="rId3"/>
          <a:srcRect t="9949"/>
          <a:stretch>
            <a:fillRect/>
          </a:stretch>
        </p:blipFill>
        <p:spPr>
          <a:xfrm>
            <a:off x="262573" y="3451225"/>
            <a:ext cx="8229600" cy="2759075"/>
          </a:xfrm>
          <a:prstGeom prst="rect">
            <a:avLst/>
          </a:prstGeom>
          <a:noFill/>
          <a:ln w="9525">
            <a:noFill/>
          </a:ln>
        </p:spPr>
      </p:pic>
      <p:grpSp>
        <p:nvGrpSpPr>
          <p:cNvPr id="29699" name="Group 368"/>
          <p:cNvGrpSpPr/>
          <p:nvPr/>
        </p:nvGrpSpPr>
        <p:grpSpPr>
          <a:xfrm>
            <a:off x="166688" y="369888"/>
            <a:ext cx="698500" cy="390525"/>
            <a:chOff x="127" y="728"/>
            <a:chExt cx="437" cy="256"/>
          </a:xfrm>
        </p:grpSpPr>
        <p:sp>
          <p:nvSpPr>
            <p:cNvPr id="29700" name="Oval 369" descr="栎木"/>
            <p:cNvSpPr/>
            <p:nvPr/>
          </p:nvSpPr>
          <p:spPr>
            <a:xfrm>
              <a:off x="127" y="728"/>
              <a:ext cx="437" cy="256"/>
            </a:xfrm>
            <a:prstGeom prst="ellipse">
              <a:avLst/>
            </a:prstGeom>
            <a:blipFill rotWithShape="0">
              <a:blip r:embed="rId4"/>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993" name="WordArt 370"/>
            <p:cNvSpPr>
              <a:spLocks noTextEdit="1"/>
            </p:cNvSpPr>
            <p:nvPr/>
          </p:nvSpPr>
          <p:spPr>
            <a:xfrm>
              <a:off x="187" y="780"/>
              <a:ext cx="305" cy="147"/>
            </a:xfrm>
            <a:prstGeom prst="rect">
              <a:avLst/>
            </a:prstGeom>
          </p:spPr>
          <p:txBody>
            <a:bodyPr wrap="none" fromWordArt="1">
              <a:prstTxWarp prst="textPlain">
                <a:avLst>
                  <a:gd name="adj" fmla="val 50287"/>
                </a:avLst>
              </a:prstTxWarp>
              <a:normAutofit fontScale="25000" lnSpcReduction="10000"/>
            </a:bodyPr>
            <a:lstStyle/>
            <a:p>
              <a:pPr algn="ctr" fontAlgn="base"/>
              <a:r>
                <a:rPr lang="zh-CN" altLang="en-US"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例</a:t>
              </a:r>
              <a:r>
                <a:rPr lang="en-US" altLang="zh-CN"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8</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386080" y="414655"/>
            <a:ext cx="8416925" cy="2880995"/>
          </a:xfrm>
          <a:prstGeom prst="rect">
            <a:avLst/>
          </a:prstGeom>
          <a:ln>
            <a:miter lim="800000"/>
          </a:ln>
        </p:spPr>
        <p:txBody>
          <a:bodyPr lIns="0" tIns="0" rIns="0" bIns="0"/>
          <a:lstStyle/>
          <a:p>
            <a:pPr eaLnBrk="1" hangingPunct="1">
              <a:lnSpc>
                <a:spcPct val="150000"/>
              </a:lnSpc>
              <a:defRPr/>
            </a:pPr>
            <a:r>
              <a:rPr kumimoji="0" lang="zh-CN" altLang="en-US" sz="2400" b="1" dirty="0">
                <a:solidFill>
                  <a:srgbClr val="CC0000"/>
                </a:solidFill>
                <a:latin typeface="+mn-ea"/>
                <a:ea typeface="+mn-ea"/>
              </a:rPr>
              <a:t>例</a:t>
            </a:r>
            <a:r>
              <a:rPr kumimoji="0" lang="en-US" altLang="zh-CN" sz="2400" b="1" dirty="0">
                <a:solidFill>
                  <a:srgbClr val="CC0000"/>
                </a:solidFill>
                <a:latin typeface="+mn-ea"/>
                <a:ea typeface="+mn-ea"/>
              </a:rPr>
              <a:t>9  </a:t>
            </a:r>
            <a:r>
              <a:rPr kumimoji="0" lang="zh-CN" altLang="en-US" sz="2400" b="1" dirty="0">
                <a:latin typeface="+mn-ea"/>
                <a:ea typeface="+mn-ea"/>
              </a:rPr>
              <a:t>已知</a:t>
            </a:r>
            <a:r>
              <a:rPr lang="zh-CN" altLang="en-US" sz="2400" b="1" dirty="0"/>
              <a:t>衍射光栅每厘米有</a:t>
            </a:r>
            <a:r>
              <a:rPr lang="en-US" sz="2400" b="1" dirty="0"/>
              <a:t>400</a:t>
            </a:r>
            <a:r>
              <a:rPr lang="zh-CN" altLang="en-US" sz="2400" b="1" dirty="0"/>
              <a:t>条缝，其中</a:t>
            </a:r>
            <a:r>
              <a:rPr lang="en-US" sz="2400" b="1" i="1" dirty="0"/>
              <a:t>a=</a:t>
            </a:r>
            <a:r>
              <a:rPr lang="en-US" sz="2400" b="1" dirty="0"/>
              <a:t>10</a:t>
            </a:r>
            <a:r>
              <a:rPr lang="el-GR" sz="2400" b="1" dirty="0"/>
              <a:t> μ </a:t>
            </a:r>
            <a:r>
              <a:rPr lang="en-US" altLang="zh-CN" sz="2400" b="1" dirty="0">
                <a:sym typeface="Symbol Tiger Expert" panose="05050102010706020507"/>
              </a:rPr>
              <a:t>m</a:t>
            </a:r>
            <a:r>
              <a:rPr lang="zh-CN" altLang="en-US" sz="2400" b="1" dirty="0"/>
              <a:t>，在光栅后放一焦距 </a:t>
            </a:r>
            <a:r>
              <a:rPr lang="en-US" sz="2400" b="1" i="1" dirty="0"/>
              <a:t>f=</a:t>
            </a:r>
            <a:r>
              <a:rPr lang="en-US" sz="2400" b="1" dirty="0"/>
              <a:t>50</a:t>
            </a:r>
            <a:r>
              <a:rPr lang="en-US" altLang="zh-CN" sz="2400" b="1" dirty="0"/>
              <a:t>c</a:t>
            </a:r>
            <a:r>
              <a:rPr lang="en-US" sz="2400" b="1" dirty="0"/>
              <a:t>m</a:t>
            </a:r>
            <a:r>
              <a:rPr lang="zh-CN" altLang="en-US" sz="2400" b="1" dirty="0"/>
              <a:t>的凸透镜，现以</a:t>
            </a:r>
            <a:r>
              <a:rPr lang="en-US" sz="2400" b="1" i="1" dirty="0">
                <a:sym typeface="Symbol" panose="05050102010706020507"/>
              </a:rPr>
              <a:t></a:t>
            </a:r>
            <a:r>
              <a:rPr lang="en-US" sz="2400" b="1" i="1" dirty="0"/>
              <a:t>=</a:t>
            </a:r>
            <a:r>
              <a:rPr lang="en-US" sz="2400" b="1" dirty="0"/>
              <a:t>600 nm </a:t>
            </a:r>
            <a:r>
              <a:rPr lang="zh-CN" altLang="en-US" sz="2400" b="1" dirty="0"/>
              <a:t>的单色平行光垂直照射光栅，求： </a:t>
            </a:r>
          </a:p>
          <a:p>
            <a:pPr eaLnBrk="1" hangingPunct="1">
              <a:lnSpc>
                <a:spcPct val="150000"/>
              </a:lnSpc>
              <a:defRPr/>
            </a:pPr>
            <a:r>
              <a:rPr lang="en-US" sz="2400" b="1" dirty="0"/>
              <a:t>    (1) </a:t>
            </a:r>
            <a:r>
              <a:rPr lang="zh-CN" altLang="en-US" sz="2400" b="1" dirty="0"/>
              <a:t>透光缝</a:t>
            </a:r>
            <a:r>
              <a:rPr lang="en-US" sz="2400" b="1" i="1" dirty="0"/>
              <a:t>a</a:t>
            </a:r>
            <a:r>
              <a:rPr lang="zh-CN" altLang="en-US" sz="2400" b="1" dirty="0"/>
              <a:t>的单缝衍射中央明条纹宽度为多少？</a:t>
            </a:r>
            <a:r>
              <a:rPr lang="en-US" sz="2400" b="1" dirty="0"/>
              <a:t>  </a:t>
            </a:r>
            <a:endParaRPr lang="zh-CN" altLang="en-US" sz="2400" b="1" dirty="0"/>
          </a:p>
          <a:p>
            <a:pPr eaLnBrk="1" hangingPunct="1">
              <a:lnSpc>
                <a:spcPct val="150000"/>
              </a:lnSpc>
              <a:defRPr/>
            </a:pPr>
            <a:r>
              <a:rPr lang="en-US" sz="2400" b="1" dirty="0"/>
              <a:t>    (2) </a:t>
            </a:r>
            <a:r>
              <a:rPr lang="zh-CN" altLang="en-US" sz="2400" b="1" dirty="0"/>
              <a:t>在该宽度内，有几个光栅衍射主极大？</a:t>
            </a:r>
          </a:p>
        </p:txBody>
      </p:sp>
      <p:sp>
        <p:nvSpPr>
          <p:cNvPr id="3" name="Text Box 5"/>
          <p:cNvSpPr txBox="1">
            <a:spLocks noChangeArrowheads="1"/>
          </p:cNvSpPr>
          <p:nvPr/>
        </p:nvSpPr>
        <p:spPr bwMode="auto">
          <a:xfrm>
            <a:off x="393700" y="3704913"/>
            <a:ext cx="5453560" cy="460375"/>
          </a:xfrm>
          <a:prstGeom prst="rect">
            <a:avLst/>
          </a:prstGeom>
          <a:noFill/>
          <a:ln w="9525">
            <a:noFill/>
            <a:miter lim="800000"/>
          </a:ln>
        </p:spPr>
        <p:txBody>
          <a:bodyPr wrap="square">
            <a:spAutoFit/>
          </a:bodyPr>
          <a:lstStyle/>
          <a:p>
            <a:pPr eaLnBrk="1" hangingPunct="1">
              <a:spcBef>
                <a:spcPct val="50000"/>
              </a:spcBef>
              <a:defRPr/>
            </a:pPr>
            <a:r>
              <a:rPr lang="zh-CN" altLang="en-US" sz="2400" b="1" dirty="0">
                <a:solidFill>
                  <a:srgbClr val="CC0000"/>
                </a:solidFill>
                <a:latin typeface="+mn-ea"/>
                <a:ea typeface="+mn-ea"/>
              </a:rPr>
              <a:t>解：</a:t>
            </a:r>
            <a:r>
              <a:rPr lang="zh-CN" altLang="en-US" sz="2400" b="1" dirty="0">
                <a:solidFill>
                  <a:srgbClr val="000000"/>
                </a:solidFill>
                <a:latin typeface="+mn-ea"/>
                <a:ea typeface="+mn-ea"/>
              </a:rPr>
              <a:t>（</a:t>
            </a:r>
            <a:r>
              <a:rPr lang="en-US" altLang="zh-CN" sz="2400" b="1" dirty="0">
                <a:solidFill>
                  <a:srgbClr val="000000"/>
                </a:solidFill>
                <a:latin typeface="+mn-ea"/>
                <a:ea typeface="+mn-ea"/>
              </a:rPr>
              <a:t>1</a:t>
            </a:r>
            <a:r>
              <a:rPr lang="zh-CN" altLang="en-US" sz="2400" b="1" dirty="0">
                <a:solidFill>
                  <a:srgbClr val="000000"/>
                </a:solidFill>
                <a:latin typeface="+mn-ea"/>
                <a:ea typeface="+mn-ea"/>
              </a:rPr>
              <a:t>）单缝衍射第一极小</a:t>
            </a:r>
          </a:p>
        </p:txBody>
      </p:sp>
      <p:graphicFrame>
        <p:nvGraphicFramePr>
          <p:cNvPr id="140296" name="Object 2"/>
          <p:cNvGraphicFramePr>
            <a:graphicFrameLocks noGrp="1" noChangeAspect="1"/>
          </p:cNvGraphicFramePr>
          <p:nvPr/>
        </p:nvGraphicFramePr>
        <p:xfrm>
          <a:off x="1022985" y="4335145"/>
          <a:ext cx="1757680" cy="448310"/>
        </p:xfrm>
        <a:graphic>
          <a:graphicData uri="http://schemas.openxmlformats.org/presentationml/2006/ole">
            <mc:AlternateContent xmlns:mc="http://schemas.openxmlformats.org/markup-compatibility/2006">
              <mc:Choice xmlns:v="urn:schemas-microsoft-com:vml" Requires="v">
                <p:oleObj name="公式" r:id="rId2" imgW="889000" imgH="241300" progId="Equation.3">
                  <p:embed/>
                </p:oleObj>
              </mc:Choice>
              <mc:Fallback>
                <p:oleObj name="公式" r:id="rId2" imgW="889000" imgH="241300" progId="Equation.3">
                  <p:embed/>
                  <p:pic>
                    <p:nvPicPr>
                      <p:cNvPr id="0" name="Object 2"/>
                      <p:cNvPicPr>
                        <a:picLocks noGrp="1" noChangeAspect="1" noChangeArrowheads="1"/>
                      </p:cNvPicPr>
                      <p:nvPr/>
                    </p:nvPicPr>
                    <p:blipFill>
                      <a:blip r:embed="rId3"/>
                      <a:srcRect/>
                      <a:stretch>
                        <a:fillRect/>
                      </a:stretch>
                    </p:blipFill>
                    <p:spPr bwMode="auto">
                      <a:xfrm>
                        <a:off x="1022985" y="4335145"/>
                        <a:ext cx="1757680" cy="448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组合 6"/>
          <p:cNvGrpSpPr/>
          <p:nvPr/>
        </p:nvGrpSpPr>
        <p:grpSpPr>
          <a:xfrm>
            <a:off x="5102225" y="3493770"/>
            <a:ext cx="3796030" cy="2176145"/>
            <a:chOff x="1549400" y="3409950"/>
            <a:chExt cx="5911850" cy="2908300"/>
          </a:xfrm>
        </p:grpSpPr>
        <p:pic>
          <p:nvPicPr>
            <p:cNvPr id="8" name="Picture 6" descr="其"/>
            <p:cNvPicPr>
              <a:picLocks noChangeAspect="1" noChangeArrowheads="1"/>
            </p:cNvPicPr>
            <p:nvPr/>
          </p:nvPicPr>
          <p:blipFill>
            <a:blip r:embed="rId4"/>
            <a:srcRect/>
            <a:stretch>
              <a:fillRect/>
            </a:stretch>
          </p:blipFill>
          <p:spPr bwMode="auto">
            <a:xfrm>
              <a:off x="5224463" y="3417888"/>
              <a:ext cx="1511300" cy="2890837"/>
            </a:xfrm>
            <a:prstGeom prst="rect">
              <a:avLst/>
            </a:prstGeom>
            <a:noFill/>
            <a:ln w="9525">
              <a:noFill/>
              <a:miter lim="800000"/>
              <a:headEnd/>
              <a:tailEnd/>
            </a:ln>
          </p:spPr>
        </p:pic>
        <p:grpSp>
          <p:nvGrpSpPr>
            <p:cNvPr id="9" name="Group 25"/>
            <p:cNvGrpSpPr/>
            <p:nvPr/>
          </p:nvGrpSpPr>
          <p:grpSpPr bwMode="auto">
            <a:xfrm>
              <a:off x="2336800" y="4179888"/>
              <a:ext cx="0" cy="1428750"/>
              <a:chOff x="2336800" y="4179888"/>
              <a:chExt cx="0" cy="1428750"/>
            </a:xfrm>
          </p:grpSpPr>
          <p:sp>
            <p:nvSpPr>
              <p:cNvPr id="44" name="Line 26"/>
              <p:cNvSpPr>
                <a:spLocks noChangeShapeType="1"/>
              </p:cNvSpPr>
              <p:nvPr/>
            </p:nvSpPr>
            <p:spPr bwMode="auto">
              <a:xfrm>
                <a:off x="832" y="1253"/>
                <a:ext cx="0" cy="300"/>
              </a:xfrm>
              <a:prstGeom prst="line">
                <a:avLst/>
              </a:prstGeom>
              <a:noFill/>
              <a:ln w="57150">
                <a:solidFill>
                  <a:srgbClr val="66FFFF"/>
                </a:solidFill>
                <a:round/>
              </a:ln>
            </p:spPr>
            <p:txBody>
              <a:bodyPr/>
              <a:lstStyle/>
              <a:p>
                <a:endParaRPr lang="zh-CN" altLang="en-US"/>
              </a:p>
            </p:txBody>
          </p:sp>
          <p:sp>
            <p:nvSpPr>
              <p:cNvPr id="45" name="Line 27"/>
              <p:cNvSpPr>
                <a:spLocks noChangeShapeType="1"/>
              </p:cNvSpPr>
              <p:nvPr/>
            </p:nvSpPr>
            <p:spPr bwMode="auto">
              <a:xfrm flipH="1">
                <a:off x="832" y="1827"/>
                <a:ext cx="0" cy="326"/>
              </a:xfrm>
              <a:prstGeom prst="line">
                <a:avLst/>
              </a:prstGeom>
              <a:noFill/>
              <a:ln w="57150">
                <a:solidFill>
                  <a:srgbClr val="66FFFF"/>
                </a:solidFill>
                <a:round/>
              </a:ln>
            </p:spPr>
            <p:txBody>
              <a:bodyPr/>
              <a:lstStyle/>
              <a:p>
                <a:endParaRPr lang="zh-CN" altLang="en-US"/>
              </a:p>
            </p:txBody>
          </p:sp>
        </p:grpSp>
        <p:grpSp>
          <p:nvGrpSpPr>
            <p:cNvPr id="10" name="Group 28"/>
            <p:cNvGrpSpPr/>
            <p:nvPr/>
          </p:nvGrpSpPr>
          <p:grpSpPr bwMode="auto">
            <a:xfrm>
              <a:off x="1549400" y="4640263"/>
              <a:ext cx="755650" cy="460375"/>
              <a:chOff x="336" y="1553"/>
              <a:chExt cx="476" cy="300"/>
            </a:xfrm>
          </p:grpSpPr>
          <p:sp>
            <p:nvSpPr>
              <p:cNvPr id="39" name="Line 29"/>
              <p:cNvSpPr>
                <a:spLocks noChangeShapeType="1"/>
              </p:cNvSpPr>
              <p:nvPr/>
            </p:nvSpPr>
            <p:spPr bwMode="auto">
              <a:xfrm>
                <a:off x="336" y="1553"/>
                <a:ext cx="476" cy="0"/>
              </a:xfrm>
              <a:prstGeom prst="line">
                <a:avLst/>
              </a:prstGeom>
              <a:noFill/>
              <a:ln w="12700">
                <a:solidFill>
                  <a:srgbClr val="0000CC"/>
                </a:solidFill>
                <a:round/>
                <a:tailEnd type="triangle" w="sm" len="lg"/>
              </a:ln>
            </p:spPr>
            <p:txBody>
              <a:bodyPr/>
              <a:lstStyle/>
              <a:p>
                <a:endParaRPr lang="zh-CN" altLang="en-US"/>
              </a:p>
            </p:txBody>
          </p:sp>
          <p:sp>
            <p:nvSpPr>
              <p:cNvPr id="40" name="Line 30"/>
              <p:cNvSpPr>
                <a:spLocks noChangeShapeType="1"/>
              </p:cNvSpPr>
              <p:nvPr/>
            </p:nvSpPr>
            <p:spPr bwMode="auto">
              <a:xfrm>
                <a:off x="336" y="1632"/>
                <a:ext cx="476" cy="0"/>
              </a:xfrm>
              <a:prstGeom prst="line">
                <a:avLst/>
              </a:prstGeom>
              <a:noFill/>
              <a:ln w="12700">
                <a:solidFill>
                  <a:srgbClr val="0000CC"/>
                </a:solidFill>
                <a:round/>
                <a:tailEnd type="triangle" w="sm" len="lg"/>
              </a:ln>
            </p:spPr>
            <p:txBody>
              <a:bodyPr/>
              <a:lstStyle/>
              <a:p>
                <a:endParaRPr lang="zh-CN" altLang="en-US"/>
              </a:p>
            </p:txBody>
          </p:sp>
          <p:sp>
            <p:nvSpPr>
              <p:cNvPr id="41" name="Line 31"/>
              <p:cNvSpPr>
                <a:spLocks noChangeShapeType="1"/>
              </p:cNvSpPr>
              <p:nvPr/>
            </p:nvSpPr>
            <p:spPr bwMode="auto">
              <a:xfrm>
                <a:off x="336" y="1706"/>
                <a:ext cx="476" cy="0"/>
              </a:xfrm>
              <a:prstGeom prst="line">
                <a:avLst/>
              </a:prstGeom>
              <a:noFill/>
              <a:ln w="12700">
                <a:solidFill>
                  <a:srgbClr val="0000CC"/>
                </a:solidFill>
                <a:round/>
                <a:tailEnd type="triangle" w="sm" len="lg"/>
              </a:ln>
            </p:spPr>
            <p:txBody>
              <a:bodyPr/>
              <a:lstStyle/>
              <a:p>
                <a:endParaRPr lang="zh-CN" altLang="en-US"/>
              </a:p>
            </p:txBody>
          </p:sp>
          <p:sp>
            <p:nvSpPr>
              <p:cNvPr id="42" name="Line 32"/>
              <p:cNvSpPr>
                <a:spLocks noChangeShapeType="1"/>
              </p:cNvSpPr>
              <p:nvPr/>
            </p:nvSpPr>
            <p:spPr bwMode="auto">
              <a:xfrm>
                <a:off x="336" y="1774"/>
                <a:ext cx="476" cy="0"/>
              </a:xfrm>
              <a:prstGeom prst="line">
                <a:avLst/>
              </a:prstGeom>
              <a:noFill/>
              <a:ln w="12700">
                <a:solidFill>
                  <a:srgbClr val="0000CC"/>
                </a:solidFill>
                <a:round/>
                <a:tailEnd type="triangle" w="sm" len="lg"/>
              </a:ln>
            </p:spPr>
            <p:txBody>
              <a:bodyPr/>
              <a:lstStyle/>
              <a:p>
                <a:endParaRPr lang="zh-CN" altLang="en-US"/>
              </a:p>
            </p:txBody>
          </p:sp>
          <p:sp>
            <p:nvSpPr>
              <p:cNvPr id="43" name="Line 33"/>
              <p:cNvSpPr>
                <a:spLocks noChangeShapeType="1"/>
              </p:cNvSpPr>
              <p:nvPr/>
            </p:nvSpPr>
            <p:spPr bwMode="auto">
              <a:xfrm>
                <a:off x="336" y="1853"/>
                <a:ext cx="476" cy="0"/>
              </a:xfrm>
              <a:prstGeom prst="line">
                <a:avLst/>
              </a:prstGeom>
              <a:noFill/>
              <a:ln w="12700">
                <a:solidFill>
                  <a:srgbClr val="0000CC"/>
                </a:solidFill>
                <a:round/>
                <a:tailEnd type="triangle" w="sm" len="lg"/>
              </a:ln>
            </p:spPr>
            <p:txBody>
              <a:bodyPr/>
              <a:lstStyle/>
              <a:p>
                <a:endParaRPr lang="zh-CN" altLang="en-US"/>
              </a:p>
            </p:txBody>
          </p:sp>
        </p:grpSp>
        <p:grpSp>
          <p:nvGrpSpPr>
            <p:cNvPr id="11" name="组合 69"/>
            <p:cNvGrpSpPr/>
            <p:nvPr/>
          </p:nvGrpSpPr>
          <p:grpSpPr bwMode="auto">
            <a:xfrm>
              <a:off x="5202070" y="4452938"/>
              <a:ext cx="1991108" cy="785812"/>
              <a:chOff x="5202073" y="4452938"/>
              <a:chExt cx="1990890" cy="785812"/>
            </a:xfrm>
          </p:grpSpPr>
          <p:sp>
            <p:nvSpPr>
              <p:cNvPr id="37" name="Line 40"/>
              <p:cNvSpPr>
                <a:spLocks noChangeShapeType="1"/>
              </p:cNvSpPr>
              <p:nvPr/>
            </p:nvSpPr>
            <p:spPr bwMode="auto">
              <a:xfrm>
                <a:off x="5202073" y="5238750"/>
                <a:ext cx="1979783" cy="0"/>
              </a:xfrm>
              <a:prstGeom prst="line">
                <a:avLst/>
              </a:prstGeom>
              <a:noFill/>
              <a:ln w="28575">
                <a:solidFill>
                  <a:srgbClr val="FFC000"/>
                </a:solidFill>
                <a:prstDash val="dash"/>
                <a:round/>
              </a:ln>
            </p:spPr>
            <p:txBody>
              <a:bodyPr lIns="90000" tIns="46800" rIns="90000" bIns="46800"/>
              <a:lstStyle/>
              <a:p>
                <a:endParaRPr lang="zh-CN" altLang="en-US"/>
              </a:p>
            </p:txBody>
          </p:sp>
          <p:sp>
            <p:nvSpPr>
              <p:cNvPr id="38" name="Line 42"/>
              <p:cNvSpPr>
                <a:spLocks noChangeShapeType="1"/>
              </p:cNvSpPr>
              <p:nvPr/>
            </p:nvSpPr>
            <p:spPr bwMode="auto">
              <a:xfrm flipV="1">
                <a:off x="5219700" y="4452938"/>
                <a:ext cx="1973263" cy="19050"/>
              </a:xfrm>
              <a:prstGeom prst="line">
                <a:avLst/>
              </a:prstGeom>
              <a:noFill/>
              <a:ln w="28575">
                <a:solidFill>
                  <a:srgbClr val="FFC000"/>
                </a:solidFill>
                <a:prstDash val="dash"/>
                <a:round/>
              </a:ln>
            </p:spPr>
            <p:txBody>
              <a:bodyPr lIns="90000" tIns="46800" rIns="90000" bIns="46800"/>
              <a:lstStyle/>
              <a:p>
                <a:endParaRPr lang="zh-CN" altLang="en-US"/>
              </a:p>
            </p:txBody>
          </p:sp>
        </p:grpSp>
        <p:grpSp>
          <p:nvGrpSpPr>
            <p:cNvPr id="12" name="Group 46"/>
            <p:cNvGrpSpPr/>
            <p:nvPr/>
          </p:nvGrpSpPr>
          <p:grpSpPr bwMode="auto">
            <a:xfrm>
              <a:off x="5172075" y="3409950"/>
              <a:ext cx="76200" cy="2895600"/>
              <a:chOff x="3648" y="1008"/>
              <a:chExt cx="48" cy="1344"/>
            </a:xfrm>
          </p:grpSpPr>
          <p:sp>
            <p:nvSpPr>
              <p:cNvPr id="35" name="Rectangle 47"/>
              <p:cNvSpPr>
                <a:spLocks noChangeArrowheads="1"/>
              </p:cNvSpPr>
              <p:nvPr/>
            </p:nvSpPr>
            <p:spPr bwMode="auto">
              <a:xfrm>
                <a:off x="3648" y="1008"/>
                <a:ext cx="48" cy="1344"/>
              </a:xfrm>
              <a:prstGeom prst="rect">
                <a:avLst/>
              </a:prstGeom>
              <a:solidFill>
                <a:srgbClr val="CCFF99"/>
              </a:solidFill>
              <a:ln w="9525">
                <a:noFill/>
                <a:miter lim="800000"/>
              </a:ln>
            </p:spPr>
            <p:txBody>
              <a:bodyPr wrap="none" lIns="90000" tIns="46800" rIns="90000" bIns="46800" anchor="ctr"/>
              <a:lstStyle/>
              <a:p>
                <a:endParaRPr lang="zh-CN" altLang="en-US"/>
              </a:p>
            </p:txBody>
          </p:sp>
          <p:sp>
            <p:nvSpPr>
              <p:cNvPr id="36" name="Line 48"/>
              <p:cNvSpPr>
                <a:spLocks noChangeShapeType="1"/>
              </p:cNvSpPr>
              <p:nvPr/>
            </p:nvSpPr>
            <p:spPr bwMode="auto">
              <a:xfrm>
                <a:off x="3648" y="1008"/>
                <a:ext cx="0" cy="1344"/>
              </a:xfrm>
              <a:prstGeom prst="line">
                <a:avLst/>
              </a:prstGeom>
              <a:noFill/>
              <a:ln w="38100">
                <a:solidFill>
                  <a:srgbClr val="0066CC"/>
                </a:solidFill>
                <a:round/>
              </a:ln>
            </p:spPr>
            <p:txBody>
              <a:bodyPr wrap="none" lIns="90000" tIns="46800" rIns="90000" bIns="46800" anchor="ctr"/>
              <a:lstStyle/>
              <a:p>
                <a:endParaRPr lang="zh-CN" altLang="en-US"/>
              </a:p>
            </p:txBody>
          </p:sp>
        </p:grpSp>
        <p:sp>
          <p:nvSpPr>
            <p:cNvPr id="13" name="Oval 59"/>
            <p:cNvSpPr>
              <a:spLocks noChangeArrowheads="1"/>
            </p:cNvSpPr>
            <p:nvPr/>
          </p:nvSpPr>
          <p:spPr bwMode="auto">
            <a:xfrm>
              <a:off x="2576513" y="4129088"/>
              <a:ext cx="177800" cy="1450975"/>
            </a:xfrm>
            <a:prstGeom prst="ellipse">
              <a:avLst/>
            </a:prstGeom>
            <a:solidFill>
              <a:srgbClr val="009999">
                <a:alpha val="36862"/>
              </a:srgbClr>
            </a:solidFill>
            <a:ln w="9525">
              <a:solidFill>
                <a:schemeClr val="tx1"/>
              </a:solidFill>
              <a:round/>
            </a:ln>
          </p:spPr>
          <p:txBody>
            <a:bodyPr wrap="none" anchor="ctr"/>
            <a:lstStyle/>
            <a:p>
              <a:pPr>
                <a:defRPr/>
              </a:pPr>
              <a:endParaRPr lang="zh-CN" altLang="en-US">
                <a:latin typeface="+mn-ea"/>
                <a:ea typeface="+mn-ea"/>
              </a:endParaRPr>
            </a:p>
          </p:txBody>
        </p:sp>
        <p:grpSp>
          <p:nvGrpSpPr>
            <p:cNvPr id="14" name="组合 52"/>
            <p:cNvGrpSpPr/>
            <p:nvPr/>
          </p:nvGrpSpPr>
          <p:grpSpPr bwMode="auto">
            <a:xfrm>
              <a:off x="6911975" y="4462463"/>
              <a:ext cx="549275" cy="776287"/>
              <a:chOff x="6911975" y="4462463"/>
              <a:chExt cx="549275" cy="776287"/>
            </a:xfrm>
          </p:grpSpPr>
          <p:sp>
            <p:nvSpPr>
              <p:cNvPr id="33" name="Line 44"/>
              <p:cNvSpPr>
                <a:spLocks noChangeShapeType="1"/>
              </p:cNvSpPr>
              <p:nvPr/>
            </p:nvSpPr>
            <p:spPr bwMode="auto">
              <a:xfrm>
                <a:off x="6911975" y="4462463"/>
                <a:ext cx="0" cy="776287"/>
              </a:xfrm>
              <a:prstGeom prst="line">
                <a:avLst/>
              </a:prstGeom>
              <a:noFill/>
              <a:ln w="19050">
                <a:solidFill>
                  <a:schemeClr val="tx1"/>
                </a:solidFill>
                <a:round/>
                <a:headEnd type="triangle" w="sm" len="lg"/>
                <a:tailEnd type="triangle" w="sm" len="lg"/>
              </a:ln>
            </p:spPr>
            <p:txBody>
              <a:bodyPr lIns="90000" tIns="46800" rIns="90000" bIns="46800"/>
              <a:lstStyle/>
              <a:p>
                <a:endParaRPr lang="zh-CN" altLang="en-US"/>
              </a:p>
            </p:txBody>
          </p:sp>
          <p:graphicFrame>
            <p:nvGraphicFramePr>
              <p:cNvPr id="34" name="Object 52"/>
              <p:cNvGraphicFramePr>
                <a:graphicFrameLocks noChangeAspect="1"/>
              </p:cNvGraphicFramePr>
              <p:nvPr/>
            </p:nvGraphicFramePr>
            <p:xfrm>
              <a:off x="6972300" y="4673600"/>
              <a:ext cx="488950" cy="440055"/>
            </p:xfrm>
            <a:graphic>
              <a:graphicData uri="http://schemas.openxmlformats.org/presentationml/2006/ole">
                <mc:AlternateContent xmlns:mc="http://schemas.openxmlformats.org/markup-compatibility/2006">
                  <mc:Choice xmlns:v="urn:schemas-microsoft-com:vml" Requires="v">
                    <p:oleObj name="公式" r:id="rId5" imgW="6096000" imgH="5486400" progId="Equation.3">
                      <p:embed/>
                    </p:oleObj>
                  </mc:Choice>
                  <mc:Fallback>
                    <p:oleObj name="公式" r:id="rId5" imgW="6096000" imgH="5486400" progId="Equation.3">
                      <p:embed/>
                      <p:pic>
                        <p:nvPicPr>
                          <p:cNvPr id="0" name="图片 330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72300" y="4673600"/>
                            <a:ext cx="488950" cy="44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5" name="组合 58"/>
            <p:cNvGrpSpPr/>
            <p:nvPr/>
          </p:nvGrpSpPr>
          <p:grpSpPr bwMode="auto">
            <a:xfrm>
              <a:off x="4046538" y="4533900"/>
              <a:ext cx="481012" cy="349250"/>
              <a:chOff x="4046538" y="4533900"/>
              <a:chExt cx="481012" cy="348762"/>
            </a:xfrm>
          </p:grpSpPr>
          <p:sp>
            <p:nvSpPr>
              <p:cNvPr id="31" name="Arc 7"/>
              <p:cNvSpPr/>
              <p:nvPr/>
            </p:nvSpPr>
            <p:spPr bwMode="auto">
              <a:xfrm rot="2700000">
                <a:off x="4047332" y="4683919"/>
                <a:ext cx="150812" cy="152400"/>
              </a:xfrm>
              <a:custGeom>
                <a:avLst/>
                <a:gdLst>
                  <a:gd name="T0" fmla="*/ 0 w 21309"/>
                  <a:gd name="T1" fmla="*/ 0 h 21600"/>
                  <a:gd name="T2" fmla="*/ 378378952 w 21309"/>
                  <a:gd name="T3" fmla="*/ 315843241 h 21600"/>
                  <a:gd name="T4" fmla="*/ 0 w 21309"/>
                  <a:gd name="T5" fmla="*/ 377667496 h 21600"/>
                  <a:gd name="T6" fmla="*/ 0 60000 65536"/>
                  <a:gd name="T7" fmla="*/ 0 60000 65536"/>
                  <a:gd name="T8" fmla="*/ 0 60000 65536"/>
                  <a:gd name="T9" fmla="*/ 0 w 21309"/>
                  <a:gd name="T10" fmla="*/ 0 h 21600"/>
                  <a:gd name="T11" fmla="*/ 21309 w 21309"/>
                  <a:gd name="T12" fmla="*/ 21600 h 21600"/>
                </a:gdLst>
                <a:ahLst/>
                <a:cxnLst>
                  <a:cxn ang="T6">
                    <a:pos x="T0" y="T1"/>
                  </a:cxn>
                  <a:cxn ang="T7">
                    <a:pos x="T2" y="T3"/>
                  </a:cxn>
                  <a:cxn ang="T8">
                    <a:pos x="T4" y="T5"/>
                  </a:cxn>
                </a:cxnLst>
                <a:rect l="T9" t="T10" r="T11" b="T12"/>
                <a:pathLst>
                  <a:path w="21309" h="21600" fill="none" extrusionOk="0">
                    <a:moveTo>
                      <a:pt x="-1" y="0"/>
                    </a:moveTo>
                    <a:cubicBezTo>
                      <a:pt x="10564" y="0"/>
                      <a:pt x="19579" y="7641"/>
                      <a:pt x="21308" y="18064"/>
                    </a:cubicBezTo>
                  </a:path>
                  <a:path w="21309" h="21600" stroke="0" extrusionOk="0">
                    <a:moveTo>
                      <a:pt x="-1" y="0"/>
                    </a:moveTo>
                    <a:cubicBezTo>
                      <a:pt x="10564" y="0"/>
                      <a:pt x="19579" y="7641"/>
                      <a:pt x="21308" y="18064"/>
                    </a:cubicBezTo>
                    <a:lnTo>
                      <a:pt x="0" y="21600"/>
                    </a:lnTo>
                    <a:close/>
                  </a:path>
                </a:pathLst>
              </a:custGeom>
              <a:noFill/>
              <a:ln w="19050">
                <a:solidFill>
                  <a:schemeClr val="tx1"/>
                </a:solidFill>
                <a:round/>
              </a:ln>
            </p:spPr>
            <p:txBody>
              <a:bodyPr wrap="none" lIns="90000" tIns="46800" rIns="90000" bIns="46800" anchor="ctr"/>
              <a:lstStyle/>
              <a:p>
                <a:endParaRPr lang="zh-CN" altLang="en-US"/>
              </a:p>
            </p:txBody>
          </p:sp>
          <p:graphicFrame>
            <p:nvGraphicFramePr>
              <p:cNvPr id="32" name="Object 55"/>
              <p:cNvGraphicFramePr>
                <a:graphicFrameLocks noChangeAspect="1"/>
              </p:cNvGraphicFramePr>
              <p:nvPr/>
            </p:nvGraphicFramePr>
            <p:xfrm>
              <a:off x="4260850" y="4533900"/>
              <a:ext cx="266700" cy="348762"/>
            </p:xfrm>
            <a:graphic>
              <a:graphicData uri="http://schemas.openxmlformats.org/presentationml/2006/ole">
                <mc:AlternateContent xmlns:mc="http://schemas.openxmlformats.org/markup-compatibility/2006">
                  <mc:Choice xmlns:v="urn:schemas-microsoft-com:vml" Requires="v">
                    <p:oleObj name="公式" r:id="rId7" imgW="3962400" imgH="5181600" progId="Equation.3">
                      <p:embed/>
                    </p:oleObj>
                  </mc:Choice>
                  <mc:Fallback>
                    <p:oleObj name="公式" r:id="rId7" imgW="3962400" imgH="5181600" progId="Equation.3">
                      <p:embed/>
                      <p:pic>
                        <p:nvPicPr>
                          <p:cNvPr id="0" name="图片 330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0850" y="4533900"/>
                            <a:ext cx="266700" cy="34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6" name="组合 60"/>
            <p:cNvGrpSpPr/>
            <p:nvPr/>
          </p:nvGrpSpPr>
          <p:grpSpPr bwMode="auto">
            <a:xfrm>
              <a:off x="3282950" y="4745038"/>
              <a:ext cx="520700" cy="754062"/>
              <a:chOff x="3282950" y="4745038"/>
              <a:chExt cx="519994" cy="754062"/>
            </a:xfrm>
          </p:grpSpPr>
          <p:sp>
            <p:nvSpPr>
              <p:cNvPr id="29" name="Arc 55"/>
              <p:cNvSpPr/>
              <p:nvPr/>
            </p:nvSpPr>
            <p:spPr bwMode="auto">
              <a:xfrm rot="-8007370">
                <a:off x="3567907" y="4758531"/>
                <a:ext cx="246062" cy="219075"/>
              </a:xfrm>
              <a:custGeom>
                <a:avLst/>
                <a:gdLst>
                  <a:gd name="T0" fmla="*/ 2147483647 w 21600"/>
                  <a:gd name="T1" fmla="*/ 1617663281 h 23633"/>
                  <a:gd name="T2" fmla="*/ 21101728 w 21600"/>
                  <a:gd name="T3" fmla="*/ 0 h 23633"/>
                  <a:gd name="T4" fmla="*/ 2147483647 w 21600"/>
                  <a:gd name="T5" fmla="*/ 148877399 h 23633"/>
                  <a:gd name="T6" fmla="*/ 0 60000 65536"/>
                  <a:gd name="T7" fmla="*/ 0 60000 65536"/>
                  <a:gd name="T8" fmla="*/ 0 60000 65536"/>
                  <a:gd name="T9" fmla="*/ 0 w 21600"/>
                  <a:gd name="T10" fmla="*/ 0 h 23633"/>
                  <a:gd name="T11" fmla="*/ 21600 w 21600"/>
                  <a:gd name="T12" fmla="*/ 23633 h 23633"/>
                </a:gdLst>
                <a:ahLst/>
                <a:cxnLst>
                  <a:cxn ang="T6">
                    <a:pos x="T0" y="T1"/>
                  </a:cxn>
                  <a:cxn ang="T7">
                    <a:pos x="T2" y="T3"/>
                  </a:cxn>
                  <a:cxn ang="T8">
                    <a:pos x="T4" y="T5"/>
                  </a:cxn>
                </a:cxnLst>
                <a:rect l="T9" t="T10" r="T11" b="T12"/>
                <a:pathLst>
                  <a:path w="21600" h="23633" fill="none" extrusionOk="0">
                    <a:moveTo>
                      <a:pt x="19126" y="23632"/>
                    </a:moveTo>
                    <a:cubicBezTo>
                      <a:pt x="8226" y="22376"/>
                      <a:pt x="0" y="13147"/>
                      <a:pt x="0" y="2175"/>
                    </a:cubicBezTo>
                    <a:cubicBezTo>
                      <a:pt x="-1" y="1448"/>
                      <a:pt x="36" y="722"/>
                      <a:pt x="109" y="-1"/>
                    </a:cubicBezTo>
                  </a:path>
                  <a:path w="21600" h="23633" stroke="0" extrusionOk="0">
                    <a:moveTo>
                      <a:pt x="19126" y="23632"/>
                    </a:moveTo>
                    <a:cubicBezTo>
                      <a:pt x="8226" y="22376"/>
                      <a:pt x="0" y="13147"/>
                      <a:pt x="0" y="2175"/>
                    </a:cubicBezTo>
                    <a:cubicBezTo>
                      <a:pt x="-1" y="1448"/>
                      <a:pt x="36" y="722"/>
                      <a:pt x="109" y="-1"/>
                    </a:cubicBezTo>
                    <a:lnTo>
                      <a:pt x="21600" y="2175"/>
                    </a:lnTo>
                    <a:close/>
                  </a:path>
                </a:pathLst>
              </a:custGeom>
              <a:noFill/>
              <a:ln w="19050">
                <a:solidFill>
                  <a:schemeClr val="tx1"/>
                </a:solidFill>
                <a:round/>
              </a:ln>
            </p:spPr>
            <p:txBody>
              <a:bodyPr wrap="none" lIns="90000" tIns="46800" rIns="90000" bIns="46800" anchor="ctr"/>
              <a:lstStyle/>
              <a:p>
                <a:endParaRPr lang="zh-CN" altLang="en-US"/>
              </a:p>
            </p:txBody>
          </p:sp>
          <p:graphicFrame>
            <p:nvGraphicFramePr>
              <p:cNvPr id="30" name="Object 56"/>
              <p:cNvGraphicFramePr>
                <a:graphicFrameLocks noChangeAspect="1"/>
              </p:cNvGraphicFramePr>
              <p:nvPr/>
            </p:nvGraphicFramePr>
            <p:xfrm>
              <a:off x="3282950" y="5073650"/>
              <a:ext cx="519994" cy="425450"/>
            </p:xfrm>
            <a:graphic>
              <a:graphicData uri="http://schemas.openxmlformats.org/presentationml/2006/ole">
                <mc:AlternateContent xmlns:mc="http://schemas.openxmlformats.org/markup-compatibility/2006">
                  <mc:Choice xmlns:v="urn:schemas-microsoft-com:vml" Requires="v">
                    <p:oleObj name="公式" r:id="rId9" imgW="6705600" imgH="5486400" progId="Equation.3">
                      <p:embed/>
                    </p:oleObj>
                  </mc:Choice>
                  <mc:Fallback>
                    <p:oleObj name="公式" r:id="rId9" imgW="6705600" imgH="5486400" progId="Equation.3">
                      <p:embed/>
                      <p:pic>
                        <p:nvPicPr>
                          <p:cNvPr id="0" name="图片 330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2950" y="5073650"/>
                            <a:ext cx="519994"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7" name="组合 62"/>
            <p:cNvGrpSpPr/>
            <p:nvPr/>
          </p:nvGrpSpPr>
          <p:grpSpPr bwMode="auto">
            <a:xfrm>
              <a:off x="2705100" y="4851400"/>
              <a:ext cx="2466975" cy="760413"/>
              <a:chOff x="2705100" y="4851400"/>
              <a:chExt cx="2466975" cy="759883"/>
            </a:xfrm>
          </p:grpSpPr>
          <p:sp>
            <p:nvSpPr>
              <p:cNvPr id="27" name="Line 11"/>
              <p:cNvSpPr>
                <a:spLocks noChangeShapeType="1"/>
              </p:cNvSpPr>
              <p:nvPr/>
            </p:nvSpPr>
            <p:spPr bwMode="auto">
              <a:xfrm>
                <a:off x="2705100" y="4851400"/>
                <a:ext cx="2466975" cy="387350"/>
              </a:xfrm>
              <a:prstGeom prst="line">
                <a:avLst/>
              </a:prstGeom>
              <a:noFill/>
              <a:ln w="28575">
                <a:solidFill>
                  <a:srgbClr val="C00000"/>
                </a:solidFill>
                <a:round/>
              </a:ln>
            </p:spPr>
            <p:txBody>
              <a:bodyPr/>
              <a:lstStyle/>
              <a:p>
                <a:endParaRPr lang="zh-CN" altLang="en-US"/>
              </a:p>
            </p:txBody>
          </p:sp>
          <p:graphicFrame>
            <p:nvGraphicFramePr>
              <p:cNvPr id="28" name="Object 57"/>
              <p:cNvGraphicFramePr>
                <a:graphicFrameLocks noChangeAspect="1"/>
              </p:cNvGraphicFramePr>
              <p:nvPr/>
            </p:nvGraphicFramePr>
            <p:xfrm>
              <a:off x="4660900" y="5251450"/>
              <a:ext cx="444500" cy="359833"/>
            </p:xfrm>
            <a:graphic>
              <a:graphicData uri="http://schemas.openxmlformats.org/presentationml/2006/ole">
                <mc:AlternateContent xmlns:mc="http://schemas.openxmlformats.org/markup-compatibility/2006">
                  <mc:Choice xmlns:v="urn:schemas-microsoft-com:vml" Requires="v">
                    <p:oleObj name="公式" r:id="rId11" imgW="6400800" imgH="5181600" progId="Equation.3">
                      <p:embed/>
                    </p:oleObj>
                  </mc:Choice>
                  <mc:Fallback>
                    <p:oleObj name="公式" r:id="rId11" imgW="6400800" imgH="5181600" progId="Equation.3">
                      <p:embed/>
                      <p:pic>
                        <p:nvPicPr>
                          <p:cNvPr id="0" name="图片 330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60900" y="5251450"/>
                            <a:ext cx="444500" cy="359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8" name="Line 10"/>
            <p:cNvSpPr>
              <a:spLocks noChangeShapeType="1"/>
            </p:cNvSpPr>
            <p:nvPr/>
          </p:nvSpPr>
          <p:spPr bwMode="auto">
            <a:xfrm flipV="1">
              <a:off x="2705100" y="4476750"/>
              <a:ext cx="2466975" cy="374650"/>
            </a:xfrm>
            <a:prstGeom prst="line">
              <a:avLst/>
            </a:prstGeom>
            <a:noFill/>
            <a:ln w="28575">
              <a:solidFill>
                <a:srgbClr val="CC0000"/>
              </a:solidFill>
              <a:round/>
            </a:ln>
          </p:spPr>
          <p:txBody>
            <a:bodyPr/>
            <a:lstStyle/>
            <a:p>
              <a:endParaRPr lang="zh-CN" altLang="en-US"/>
            </a:p>
          </p:txBody>
        </p:sp>
        <p:grpSp>
          <p:nvGrpSpPr>
            <p:cNvPr id="19" name="组合 68"/>
            <p:cNvGrpSpPr/>
            <p:nvPr/>
          </p:nvGrpSpPr>
          <p:grpSpPr bwMode="auto">
            <a:xfrm>
              <a:off x="2352675" y="4584700"/>
              <a:ext cx="4402138" cy="292100"/>
              <a:chOff x="2352675" y="4584700"/>
              <a:chExt cx="4402138" cy="292100"/>
            </a:xfrm>
          </p:grpSpPr>
          <p:sp>
            <p:nvSpPr>
              <p:cNvPr id="25" name="Line 9"/>
              <p:cNvSpPr>
                <a:spLocks noChangeShapeType="1"/>
              </p:cNvSpPr>
              <p:nvPr/>
            </p:nvSpPr>
            <p:spPr bwMode="auto">
              <a:xfrm flipV="1">
                <a:off x="2352675" y="4856163"/>
                <a:ext cx="4402138" cy="0"/>
              </a:xfrm>
              <a:prstGeom prst="line">
                <a:avLst/>
              </a:prstGeom>
              <a:noFill/>
              <a:ln w="28575">
                <a:solidFill>
                  <a:schemeClr val="tx1"/>
                </a:solidFill>
                <a:prstDash val="dash"/>
                <a:round/>
              </a:ln>
            </p:spPr>
            <p:txBody>
              <a:bodyPr wrap="none" lIns="90000" tIns="46800" rIns="90000" bIns="46800" anchor="ctr"/>
              <a:lstStyle/>
              <a:p>
                <a:endParaRPr lang="zh-CN" altLang="en-US"/>
              </a:p>
            </p:txBody>
          </p:sp>
          <p:graphicFrame>
            <p:nvGraphicFramePr>
              <p:cNvPr id="26" name="Object 60"/>
              <p:cNvGraphicFramePr>
                <a:graphicFrameLocks noChangeAspect="1"/>
              </p:cNvGraphicFramePr>
              <p:nvPr/>
            </p:nvGraphicFramePr>
            <p:xfrm>
              <a:off x="4883150" y="4584700"/>
              <a:ext cx="265545" cy="292100"/>
            </p:xfrm>
            <a:graphic>
              <a:graphicData uri="http://schemas.openxmlformats.org/presentationml/2006/ole">
                <mc:AlternateContent xmlns:mc="http://schemas.openxmlformats.org/markup-compatibility/2006">
                  <mc:Choice xmlns:v="urn:schemas-microsoft-com:vml" Requires="v">
                    <p:oleObj name="公式" r:id="rId13" imgW="3048000" imgH="3352800" progId="Equation.3">
                      <p:embed/>
                    </p:oleObj>
                  </mc:Choice>
                  <mc:Fallback>
                    <p:oleObj name="公式" r:id="rId13" imgW="3048000" imgH="3352800" progId="Equation.3">
                      <p:embed/>
                      <p:pic>
                        <p:nvPicPr>
                          <p:cNvPr id="0" name="图片 3305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83150" y="4584700"/>
                            <a:ext cx="265545"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0" name="组合 72"/>
            <p:cNvGrpSpPr/>
            <p:nvPr/>
          </p:nvGrpSpPr>
          <p:grpSpPr bwMode="auto">
            <a:xfrm>
              <a:off x="2720975" y="5697538"/>
              <a:ext cx="2444750" cy="620712"/>
              <a:chOff x="2720975" y="5697538"/>
              <a:chExt cx="2444750" cy="620712"/>
            </a:xfrm>
          </p:grpSpPr>
          <p:sp>
            <p:nvSpPr>
              <p:cNvPr id="21" name="Line 16"/>
              <p:cNvSpPr>
                <a:spLocks noChangeShapeType="1"/>
              </p:cNvSpPr>
              <p:nvPr/>
            </p:nvSpPr>
            <p:spPr bwMode="auto">
              <a:xfrm flipH="1">
                <a:off x="2720975" y="5697538"/>
                <a:ext cx="0" cy="620712"/>
              </a:xfrm>
              <a:prstGeom prst="line">
                <a:avLst/>
              </a:prstGeom>
              <a:noFill/>
              <a:ln w="19050">
                <a:solidFill>
                  <a:schemeClr val="tx1"/>
                </a:solidFill>
                <a:round/>
              </a:ln>
            </p:spPr>
            <p:txBody>
              <a:bodyPr/>
              <a:lstStyle/>
              <a:p>
                <a:endParaRPr lang="zh-CN" altLang="en-US"/>
              </a:p>
            </p:txBody>
          </p:sp>
          <p:sp>
            <p:nvSpPr>
              <p:cNvPr id="22" name="Line 17"/>
              <p:cNvSpPr>
                <a:spLocks noChangeShapeType="1"/>
              </p:cNvSpPr>
              <p:nvPr/>
            </p:nvSpPr>
            <p:spPr bwMode="auto">
              <a:xfrm>
                <a:off x="4297363" y="6122988"/>
                <a:ext cx="868362" cy="0"/>
              </a:xfrm>
              <a:prstGeom prst="line">
                <a:avLst/>
              </a:prstGeom>
              <a:noFill/>
              <a:ln w="19050">
                <a:solidFill>
                  <a:schemeClr val="tx1"/>
                </a:solidFill>
                <a:round/>
                <a:tailEnd type="triangle" w="sm" len="lg"/>
              </a:ln>
            </p:spPr>
            <p:txBody>
              <a:bodyPr/>
              <a:lstStyle/>
              <a:p>
                <a:endParaRPr lang="zh-CN" altLang="en-US"/>
              </a:p>
            </p:txBody>
          </p:sp>
          <p:sp>
            <p:nvSpPr>
              <p:cNvPr id="23" name="Line 18"/>
              <p:cNvSpPr>
                <a:spLocks noChangeShapeType="1"/>
              </p:cNvSpPr>
              <p:nvPr/>
            </p:nvSpPr>
            <p:spPr bwMode="auto">
              <a:xfrm flipH="1">
                <a:off x="2724150" y="6122988"/>
                <a:ext cx="1023938" cy="0"/>
              </a:xfrm>
              <a:prstGeom prst="line">
                <a:avLst/>
              </a:prstGeom>
              <a:noFill/>
              <a:ln w="19050">
                <a:solidFill>
                  <a:schemeClr val="tx1"/>
                </a:solidFill>
                <a:round/>
                <a:tailEnd type="triangle" w="sm" len="lg"/>
              </a:ln>
            </p:spPr>
            <p:txBody>
              <a:bodyPr lIns="90000" tIns="46800" rIns="90000" bIns="46800"/>
              <a:lstStyle/>
              <a:p>
                <a:endParaRPr lang="zh-CN" altLang="en-US"/>
              </a:p>
            </p:txBody>
          </p:sp>
          <p:graphicFrame>
            <p:nvGraphicFramePr>
              <p:cNvPr id="24" name="Object 61"/>
              <p:cNvGraphicFramePr>
                <a:graphicFrameLocks noChangeAspect="1"/>
              </p:cNvGraphicFramePr>
              <p:nvPr/>
            </p:nvGraphicFramePr>
            <p:xfrm>
              <a:off x="3860800" y="5962650"/>
              <a:ext cx="254000" cy="338667"/>
            </p:xfrm>
            <a:graphic>
              <a:graphicData uri="http://schemas.openxmlformats.org/presentationml/2006/ole">
                <mc:AlternateContent xmlns:mc="http://schemas.openxmlformats.org/markup-compatibility/2006">
                  <mc:Choice xmlns:v="urn:schemas-microsoft-com:vml" Requires="v">
                    <p:oleObj name="公式" r:id="rId15" imgW="3657600" imgH="4876800" progId="Equation.3">
                      <p:embed/>
                    </p:oleObj>
                  </mc:Choice>
                  <mc:Fallback>
                    <p:oleObj name="公式" r:id="rId15" imgW="3657600" imgH="4876800" progId="Equation.3">
                      <p:embed/>
                      <p:pic>
                        <p:nvPicPr>
                          <p:cNvPr id="0" name="图片 3305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60800" y="5962650"/>
                            <a:ext cx="254000" cy="338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46" name="Text Box 5"/>
          <p:cNvSpPr txBox="1">
            <a:spLocks noChangeArrowheads="1"/>
          </p:cNvSpPr>
          <p:nvPr/>
        </p:nvSpPr>
        <p:spPr bwMode="auto">
          <a:xfrm>
            <a:off x="737445" y="4953455"/>
            <a:ext cx="3010665" cy="460375"/>
          </a:xfrm>
          <a:prstGeom prst="rect">
            <a:avLst/>
          </a:prstGeom>
          <a:noFill/>
          <a:ln w="9525">
            <a:noFill/>
            <a:miter lim="800000"/>
          </a:ln>
        </p:spPr>
        <p:txBody>
          <a:bodyPr wrap="square">
            <a:spAutoFit/>
          </a:bodyPr>
          <a:lstStyle/>
          <a:p>
            <a:pPr eaLnBrk="1" hangingPunct="1">
              <a:spcBef>
                <a:spcPct val="50000"/>
              </a:spcBef>
              <a:defRPr/>
            </a:pPr>
            <a:r>
              <a:rPr lang="zh-CN" altLang="en-US" sz="2400" b="1" dirty="0">
                <a:solidFill>
                  <a:srgbClr val="000000"/>
                </a:solidFill>
                <a:latin typeface="+mn-ea"/>
                <a:ea typeface="+mn-ea"/>
              </a:rPr>
              <a:t>中央明纹宽度</a:t>
            </a:r>
          </a:p>
        </p:txBody>
      </p:sp>
      <p:graphicFrame>
        <p:nvGraphicFramePr>
          <p:cNvPr id="47" name="Object 14"/>
          <p:cNvGraphicFramePr>
            <a:graphicFrameLocks noChangeAspect="1"/>
          </p:cNvGraphicFramePr>
          <p:nvPr/>
        </p:nvGraphicFramePr>
        <p:xfrm>
          <a:off x="794385" y="5507990"/>
          <a:ext cx="4657725" cy="690880"/>
        </p:xfrm>
        <a:graphic>
          <a:graphicData uri="http://schemas.openxmlformats.org/presentationml/2006/ole">
            <mc:AlternateContent xmlns:mc="http://schemas.openxmlformats.org/markup-compatibility/2006">
              <mc:Choice xmlns:v="urn:schemas-microsoft-com:vml" Requires="v">
                <p:oleObj name="公式" r:id="rId17" imgW="2768600" imgH="405765" progId="Equation.3">
                  <p:embed/>
                </p:oleObj>
              </mc:Choice>
              <mc:Fallback>
                <p:oleObj name="公式" r:id="rId17" imgW="2768600" imgH="405765" progId="Equation.3">
                  <p:embed/>
                  <p:pic>
                    <p:nvPicPr>
                      <p:cNvPr id="0" name="图片 33054"/>
                      <p:cNvPicPr>
                        <a:picLocks noChangeAspect="1" noChangeArrowheads="1"/>
                      </p:cNvPicPr>
                      <p:nvPr/>
                    </p:nvPicPr>
                    <p:blipFill>
                      <a:blip r:embed="rId18"/>
                      <a:srcRect/>
                      <a:stretch>
                        <a:fillRect/>
                      </a:stretch>
                    </p:blipFill>
                    <p:spPr bwMode="auto">
                      <a:xfrm>
                        <a:off x="794385" y="5507990"/>
                        <a:ext cx="4657725" cy="690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29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6"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1"/>
          <p:cNvGrpSpPr/>
          <p:nvPr/>
        </p:nvGrpSpPr>
        <p:grpSpPr bwMode="auto">
          <a:xfrm>
            <a:off x="1312113" y="308885"/>
            <a:ext cx="6459267" cy="1882443"/>
            <a:chOff x="257" y="1369"/>
            <a:chExt cx="5301" cy="1939"/>
          </a:xfrm>
        </p:grpSpPr>
        <p:sp>
          <p:nvSpPr>
            <p:cNvPr id="3" name="Line 82"/>
            <p:cNvSpPr>
              <a:spLocks noChangeShapeType="1"/>
            </p:cNvSpPr>
            <p:nvPr/>
          </p:nvSpPr>
          <p:spPr bwMode="auto">
            <a:xfrm>
              <a:off x="2912" y="1369"/>
              <a:ext cx="2" cy="1267"/>
            </a:xfrm>
            <a:prstGeom prst="line">
              <a:avLst/>
            </a:prstGeom>
            <a:noFill/>
            <a:ln w="9525">
              <a:solidFill>
                <a:schemeClr val="tx1"/>
              </a:solidFill>
              <a:round/>
            </a:ln>
          </p:spPr>
          <p:txBody>
            <a:bodyPr/>
            <a:lstStyle/>
            <a:p>
              <a:endParaRPr lang="zh-CN" altLang="en-US"/>
            </a:p>
          </p:txBody>
        </p:sp>
        <p:sp>
          <p:nvSpPr>
            <p:cNvPr id="4" name="Line 83"/>
            <p:cNvSpPr>
              <a:spLocks noChangeShapeType="1"/>
            </p:cNvSpPr>
            <p:nvPr/>
          </p:nvSpPr>
          <p:spPr bwMode="auto">
            <a:xfrm>
              <a:off x="767" y="2619"/>
              <a:ext cx="4296" cy="0"/>
            </a:xfrm>
            <a:prstGeom prst="line">
              <a:avLst/>
            </a:prstGeom>
            <a:noFill/>
            <a:ln w="9525">
              <a:solidFill>
                <a:schemeClr val="tx1"/>
              </a:solidFill>
              <a:round/>
            </a:ln>
          </p:spPr>
          <p:txBody>
            <a:bodyPr/>
            <a:lstStyle/>
            <a:p>
              <a:endParaRPr lang="zh-CN" altLang="en-US"/>
            </a:p>
          </p:txBody>
        </p:sp>
        <p:grpSp>
          <p:nvGrpSpPr>
            <p:cNvPr id="5" name="Group 84"/>
            <p:cNvGrpSpPr/>
            <p:nvPr/>
          </p:nvGrpSpPr>
          <p:grpSpPr bwMode="auto">
            <a:xfrm>
              <a:off x="641" y="1529"/>
              <a:ext cx="2251" cy="1089"/>
              <a:chOff x="11" y="2112"/>
              <a:chExt cx="2835" cy="1231"/>
            </a:xfrm>
          </p:grpSpPr>
          <p:sp>
            <p:nvSpPr>
              <p:cNvPr id="69" name="Freeform 85"/>
              <p:cNvSpPr/>
              <p:nvPr/>
            </p:nvSpPr>
            <p:spPr bwMode="auto">
              <a:xfrm>
                <a:off x="1355" y="2112"/>
                <a:ext cx="1491" cy="1220"/>
              </a:xfrm>
              <a:custGeom>
                <a:avLst/>
                <a:gdLst>
                  <a:gd name="T0" fmla="*/ 0 w 1491"/>
                  <a:gd name="T1" fmla="*/ 1220 h 1220"/>
                  <a:gd name="T2" fmla="*/ 350 w 1491"/>
                  <a:gd name="T3" fmla="*/ 937 h 1220"/>
                  <a:gd name="T4" fmla="*/ 599 w 1491"/>
                  <a:gd name="T5" fmla="*/ 655 h 1220"/>
                  <a:gd name="T6" fmla="*/ 836 w 1491"/>
                  <a:gd name="T7" fmla="*/ 339 h 1220"/>
                  <a:gd name="T8" fmla="*/ 1017 w 1491"/>
                  <a:gd name="T9" fmla="*/ 158 h 1220"/>
                  <a:gd name="T10" fmla="*/ 1231 w 1491"/>
                  <a:gd name="T11" fmla="*/ 45 h 1220"/>
                  <a:gd name="T12" fmla="*/ 1491 w 1491"/>
                  <a:gd name="T13" fmla="*/ 0 h 1220"/>
                  <a:gd name="T14" fmla="*/ 0 60000 65536"/>
                  <a:gd name="T15" fmla="*/ 0 60000 65536"/>
                  <a:gd name="T16" fmla="*/ 0 60000 65536"/>
                  <a:gd name="T17" fmla="*/ 0 60000 65536"/>
                  <a:gd name="T18" fmla="*/ 0 60000 65536"/>
                  <a:gd name="T19" fmla="*/ 0 60000 65536"/>
                  <a:gd name="T20" fmla="*/ 0 60000 65536"/>
                  <a:gd name="T21" fmla="*/ 0 w 1491"/>
                  <a:gd name="T22" fmla="*/ 0 h 1220"/>
                  <a:gd name="T23" fmla="*/ 1491 w 1491"/>
                  <a:gd name="T24" fmla="*/ 1220 h 12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91" h="1220">
                    <a:moveTo>
                      <a:pt x="0" y="1220"/>
                    </a:moveTo>
                    <a:lnTo>
                      <a:pt x="350" y="937"/>
                    </a:lnTo>
                    <a:lnTo>
                      <a:pt x="599" y="655"/>
                    </a:lnTo>
                    <a:lnTo>
                      <a:pt x="836" y="339"/>
                    </a:lnTo>
                    <a:lnTo>
                      <a:pt x="1017" y="158"/>
                    </a:lnTo>
                    <a:lnTo>
                      <a:pt x="1231" y="45"/>
                    </a:lnTo>
                    <a:lnTo>
                      <a:pt x="1491" y="0"/>
                    </a:lnTo>
                  </a:path>
                </a:pathLst>
              </a:custGeom>
              <a:noFill/>
              <a:ln w="57150">
                <a:solidFill>
                  <a:srgbClr val="0000FF"/>
                </a:solidFill>
                <a:prstDash val="sysDot"/>
                <a:round/>
              </a:ln>
            </p:spPr>
            <p:txBody>
              <a:bodyPr/>
              <a:lstStyle/>
              <a:p>
                <a:endParaRPr lang="zh-CN" altLang="en-US"/>
              </a:p>
            </p:txBody>
          </p:sp>
          <p:sp>
            <p:nvSpPr>
              <p:cNvPr id="70" name="Freeform 86"/>
              <p:cNvSpPr/>
              <p:nvPr/>
            </p:nvSpPr>
            <p:spPr bwMode="auto">
              <a:xfrm>
                <a:off x="11" y="3174"/>
                <a:ext cx="1389" cy="169"/>
              </a:xfrm>
              <a:custGeom>
                <a:avLst/>
                <a:gdLst>
                  <a:gd name="T0" fmla="*/ 0 w 1389"/>
                  <a:gd name="T1" fmla="*/ 101 h 169"/>
                  <a:gd name="T2" fmla="*/ 215 w 1389"/>
                  <a:gd name="T3" fmla="*/ 56 h 169"/>
                  <a:gd name="T4" fmla="*/ 475 w 1389"/>
                  <a:gd name="T5" fmla="*/ 11 h 169"/>
                  <a:gd name="T6" fmla="*/ 655 w 1389"/>
                  <a:gd name="T7" fmla="*/ 0 h 169"/>
                  <a:gd name="T8" fmla="*/ 847 w 1389"/>
                  <a:gd name="T9" fmla="*/ 22 h 169"/>
                  <a:gd name="T10" fmla="*/ 972 w 1389"/>
                  <a:gd name="T11" fmla="*/ 90 h 169"/>
                  <a:gd name="T12" fmla="*/ 1096 w 1389"/>
                  <a:gd name="T13" fmla="*/ 146 h 169"/>
                  <a:gd name="T14" fmla="*/ 1288 w 1389"/>
                  <a:gd name="T15" fmla="*/ 169 h 169"/>
                  <a:gd name="T16" fmla="*/ 1389 w 1389"/>
                  <a:gd name="T17" fmla="*/ 124 h 1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89"/>
                  <a:gd name="T28" fmla="*/ 0 h 169"/>
                  <a:gd name="T29" fmla="*/ 1389 w 1389"/>
                  <a:gd name="T30" fmla="*/ 169 h 1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89" h="169">
                    <a:moveTo>
                      <a:pt x="0" y="101"/>
                    </a:moveTo>
                    <a:lnTo>
                      <a:pt x="215" y="56"/>
                    </a:lnTo>
                    <a:lnTo>
                      <a:pt x="475" y="11"/>
                    </a:lnTo>
                    <a:lnTo>
                      <a:pt x="655" y="0"/>
                    </a:lnTo>
                    <a:lnTo>
                      <a:pt x="847" y="22"/>
                    </a:lnTo>
                    <a:lnTo>
                      <a:pt x="972" y="90"/>
                    </a:lnTo>
                    <a:lnTo>
                      <a:pt x="1096" y="146"/>
                    </a:lnTo>
                    <a:lnTo>
                      <a:pt x="1288" y="169"/>
                    </a:lnTo>
                    <a:lnTo>
                      <a:pt x="1389" y="124"/>
                    </a:lnTo>
                  </a:path>
                </a:pathLst>
              </a:custGeom>
              <a:noFill/>
              <a:ln w="57150">
                <a:solidFill>
                  <a:srgbClr val="0000FF"/>
                </a:solidFill>
                <a:prstDash val="sysDot"/>
                <a:round/>
              </a:ln>
            </p:spPr>
            <p:txBody>
              <a:bodyPr/>
              <a:lstStyle/>
              <a:p>
                <a:endParaRPr lang="zh-CN" altLang="en-US"/>
              </a:p>
            </p:txBody>
          </p:sp>
        </p:grpSp>
        <p:sp>
          <p:nvSpPr>
            <p:cNvPr id="6" name="Freeform 87"/>
            <p:cNvSpPr/>
            <p:nvPr/>
          </p:nvSpPr>
          <p:spPr bwMode="auto">
            <a:xfrm flipH="1">
              <a:off x="2897" y="1524"/>
              <a:ext cx="1184" cy="1079"/>
            </a:xfrm>
            <a:custGeom>
              <a:avLst/>
              <a:gdLst>
                <a:gd name="T0" fmla="*/ 0 w 1491"/>
                <a:gd name="T1" fmla="*/ 746 h 1220"/>
                <a:gd name="T2" fmla="*/ 139 w 1491"/>
                <a:gd name="T3" fmla="*/ 573 h 1220"/>
                <a:gd name="T4" fmla="*/ 238 w 1491"/>
                <a:gd name="T5" fmla="*/ 401 h 1220"/>
                <a:gd name="T6" fmla="*/ 332 w 1491"/>
                <a:gd name="T7" fmla="*/ 207 h 1220"/>
                <a:gd name="T8" fmla="*/ 405 w 1491"/>
                <a:gd name="T9" fmla="*/ 97 h 1220"/>
                <a:gd name="T10" fmla="*/ 490 w 1491"/>
                <a:gd name="T11" fmla="*/ 27 h 1220"/>
                <a:gd name="T12" fmla="*/ 592 w 1491"/>
                <a:gd name="T13" fmla="*/ 0 h 1220"/>
                <a:gd name="T14" fmla="*/ 0 60000 65536"/>
                <a:gd name="T15" fmla="*/ 0 60000 65536"/>
                <a:gd name="T16" fmla="*/ 0 60000 65536"/>
                <a:gd name="T17" fmla="*/ 0 60000 65536"/>
                <a:gd name="T18" fmla="*/ 0 60000 65536"/>
                <a:gd name="T19" fmla="*/ 0 60000 65536"/>
                <a:gd name="T20" fmla="*/ 0 60000 65536"/>
                <a:gd name="T21" fmla="*/ 0 w 1491"/>
                <a:gd name="T22" fmla="*/ 0 h 1220"/>
                <a:gd name="T23" fmla="*/ 1491 w 1491"/>
                <a:gd name="T24" fmla="*/ 1220 h 12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91" h="1220">
                  <a:moveTo>
                    <a:pt x="0" y="1220"/>
                  </a:moveTo>
                  <a:lnTo>
                    <a:pt x="350" y="937"/>
                  </a:lnTo>
                  <a:lnTo>
                    <a:pt x="599" y="655"/>
                  </a:lnTo>
                  <a:lnTo>
                    <a:pt x="836" y="339"/>
                  </a:lnTo>
                  <a:lnTo>
                    <a:pt x="1017" y="158"/>
                  </a:lnTo>
                  <a:lnTo>
                    <a:pt x="1231" y="45"/>
                  </a:lnTo>
                  <a:lnTo>
                    <a:pt x="1491" y="0"/>
                  </a:lnTo>
                </a:path>
              </a:pathLst>
            </a:custGeom>
            <a:noFill/>
            <a:ln w="57150">
              <a:solidFill>
                <a:srgbClr val="0000FF"/>
              </a:solidFill>
              <a:prstDash val="sysDot"/>
              <a:round/>
            </a:ln>
          </p:spPr>
          <p:txBody>
            <a:bodyPr/>
            <a:lstStyle/>
            <a:p>
              <a:endParaRPr lang="zh-CN" altLang="en-US"/>
            </a:p>
          </p:txBody>
        </p:sp>
        <p:sp>
          <p:nvSpPr>
            <p:cNvPr id="7" name="Freeform 88"/>
            <p:cNvSpPr/>
            <p:nvPr/>
          </p:nvSpPr>
          <p:spPr bwMode="auto">
            <a:xfrm flipH="1">
              <a:off x="4045" y="2463"/>
              <a:ext cx="1102" cy="150"/>
            </a:xfrm>
            <a:custGeom>
              <a:avLst/>
              <a:gdLst>
                <a:gd name="T0" fmla="*/ 0 w 1389"/>
                <a:gd name="T1" fmla="*/ 63 h 169"/>
                <a:gd name="T2" fmla="*/ 86 w 1389"/>
                <a:gd name="T3" fmla="*/ 35 h 169"/>
                <a:gd name="T4" fmla="*/ 188 w 1389"/>
                <a:gd name="T5" fmla="*/ 7 h 169"/>
                <a:gd name="T6" fmla="*/ 260 w 1389"/>
                <a:gd name="T7" fmla="*/ 0 h 169"/>
                <a:gd name="T8" fmla="*/ 336 w 1389"/>
                <a:gd name="T9" fmla="*/ 14 h 169"/>
                <a:gd name="T10" fmla="*/ 386 w 1389"/>
                <a:gd name="T11" fmla="*/ 56 h 169"/>
                <a:gd name="T12" fmla="*/ 434 w 1389"/>
                <a:gd name="T13" fmla="*/ 91 h 169"/>
                <a:gd name="T14" fmla="*/ 510 w 1389"/>
                <a:gd name="T15" fmla="*/ 105 h 169"/>
                <a:gd name="T16" fmla="*/ 550 w 1389"/>
                <a:gd name="T17" fmla="*/ 77 h 1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89"/>
                <a:gd name="T28" fmla="*/ 0 h 169"/>
                <a:gd name="T29" fmla="*/ 1389 w 1389"/>
                <a:gd name="T30" fmla="*/ 169 h 1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89" h="169">
                  <a:moveTo>
                    <a:pt x="0" y="101"/>
                  </a:moveTo>
                  <a:lnTo>
                    <a:pt x="215" y="56"/>
                  </a:lnTo>
                  <a:lnTo>
                    <a:pt x="475" y="11"/>
                  </a:lnTo>
                  <a:lnTo>
                    <a:pt x="655" y="0"/>
                  </a:lnTo>
                  <a:lnTo>
                    <a:pt x="847" y="22"/>
                  </a:lnTo>
                  <a:lnTo>
                    <a:pt x="972" y="90"/>
                  </a:lnTo>
                  <a:lnTo>
                    <a:pt x="1096" y="146"/>
                  </a:lnTo>
                  <a:lnTo>
                    <a:pt x="1288" y="169"/>
                  </a:lnTo>
                  <a:lnTo>
                    <a:pt x="1389" y="124"/>
                  </a:lnTo>
                </a:path>
              </a:pathLst>
            </a:custGeom>
            <a:noFill/>
            <a:ln w="57150">
              <a:solidFill>
                <a:srgbClr val="0000FF"/>
              </a:solidFill>
              <a:prstDash val="sysDot"/>
              <a:round/>
            </a:ln>
          </p:spPr>
          <p:txBody>
            <a:bodyPr/>
            <a:lstStyle/>
            <a:p>
              <a:endParaRPr lang="zh-CN" altLang="en-US"/>
            </a:p>
          </p:txBody>
        </p:sp>
        <p:sp>
          <p:nvSpPr>
            <p:cNvPr id="8" name="Arc 89"/>
            <p:cNvSpPr/>
            <p:nvPr/>
          </p:nvSpPr>
          <p:spPr bwMode="auto">
            <a:xfrm>
              <a:off x="2863" y="1539"/>
              <a:ext cx="103" cy="1089"/>
            </a:xfrm>
            <a:custGeom>
              <a:avLst/>
              <a:gdLst>
                <a:gd name="T0" fmla="*/ 0 w 43177"/>
                <a:gd name="T1" fmla="*/ 0 h 21600"/>
                <a:gd name="T2" fmla="*/ 0 w 43177"/>
                <a:gd name="T3" fmla="*/ 0 h 21600"/>
                <a:gd name="T4" fmla="*/ 0 w 43177"/>
                <a:gd name="T5" fmla="*/ 0 h 21600"/>
                <a:gd name="T6" fmla="*/ 0 60000 65536"/>
                <a:gd name="T7" fmla="*/ 0 60000 65536"/>
                <a:gd name="T8" fmla="*/ 0 60000 65536"/>
                <a:gd name="T9" fmla="*/ 0 w 43177"/>
                <a:gd name="T10" fmla="*/ 0 h 21600"/>
                <a:gd name="T11" fmla="*/ 43177 w 43177"/>
                <a:gd name="T12" fmla="*/ 21600 h 21600"/>
              </a:gdLst>
              <a:ahLst/>
              <a:cxnLst>
                <a:cxn ang="T6">
                  <a:pos x="T0" y="T1"/>
                </a:cxn>
                <a:cxn ang="T7">
                  <a:pos x="T2" y="T3"/>
                </a:cxn>
                <a:cxn ang="T8">
                  <a:pos x="T4" y="T5"/>
                </a:cxn>
              </a:cxnLst>
              <a:rect l="T9" t="T10" r="T11" b="T12"/>
              <a:pathLst>
                <a:path w="43177" h="21600" fill="none" extrusionOk="0">
                  <a:moveTo>
                    <a:pt x="0" y="20645"/>
                  </a:moveTo>
                  <a:cubicBezTo>
                    <a:pt x="511" y="9098"/>
                    <a:pt x="10021" y="-1"/>
                    <a:pt x="21579" y="0"/>
                  </a:cubicBezTo>
                  <a:cubicBezTo>
                    <a:pt x="33390" y="0"/>
                    <a:pt x="43011" y="9487"/>
                    <a:pt x="43176" y="21298"/>
                  </a:cubicBezTo>
                </a:path>
                <a:path w="43177" h="21600" stroke="0" extrusionOk="0">
                  <a:moveTo>
                    <a:pt x="0" y="20645"/>
                  </a:moveTo>
                  <a:cubicBezTo>
                    <a:pt x="511" y="9098"/>
                    <a:pt x="10021" y="-1"/>
                    <a:pt x="21579" y="0"/>
                  </a:cubicBezTo>
                  <a:cubicBezTo>
                    <a:pt x="33390" y="0"/>
                    <a:pt x="43011" y="9487"/>
                    <a:pt x="43176" y="21298"/>
                  </a:cubicBezTo>
                  <a:lnTo>
                    <a:pt x="21579" y="21600"/>
                  </a:lnTo>
                  <a:lnTo>
                    <a:pt x="0" y="20645"/>
                  </a:lnTo>
                  <a:close/>
                </a:path>
              </a:pathLst>
            </a:custGeom>
            <a:noFill/>
            <a:ln w="38100">
              <a:solidFill>
                <a:srgbClr val="FF3300"/>
              </a:solidFill>
              <a:round/>
            </a:ln>
          </p:spPr>
          <p:txBody>
            <a:bodyPr wrap="none" anchor="ctr"/>
            <a:lstStyle/>
            <a:p>
              <a:endParaRPr lang="zh-CN" altLang="en-US"/>
            </a:p>
          </p:txBody>
        </p:sp>
        <p:sp>
          <p:nvSpPr>
            <p:cNvPr id="9" name="Arc 90"/>
            <p:cNvSpPr/>
            <p:nvPr/>
          </p:nvSpPr>
          <p:spPr bwMode="auto">
            <a:xfrm>
              <a:off x="3382" y="1839"/>
              <a:ext cx="94" cy="779"/>
            </a:xfrm>
            <a:custGeom>
              <a:avLst/>
              <a:gdLst>
                <a:gd name="T0" fmla="*/ 0 w 43177"/>
                <a:gd name="T1" fmla="*/ 0 h 21600"/>
                <a:gd name="T2" fmla="*/ 0 w 43177"/>
                <a:gd name="T3" fmla="*/ 0 h 21600"/>
                <a:gd name="T4" fmla="*/ 0 w 43177"/>
                <a:gd name="T5" fmla="*/ 0 h 21600"/>
                <a:gd name="T6" fmla="*/ 0 60000 65536"/>
                <a:gd name="T7" fmla="*/ 0 60000 65536"/>
                <a:gd name="T8" fmla="*/ 0 60000 65536"/>
                <a:gd name="T9" fmla="*/ 0 w 43177"/>
                <a:gd name="T10" fmla="*/ 0 h 21600"/>
                <a:gd name="T11" fmla="*/ 43177 w 43177"/>
                <a:gd name="T12" fmla="*/ 21600 h 21600"/>
              </a:gdLst>
              <a:ahLst/>
              <a:cxnLst>
                <a:cxn ang="T6">
                  <a:pos x="T0" y="T1"/>
                </a:cxn>
                <a:cxn ang="T7">
                  <a:pos x="T2" y="T3"/>
                </a:cxn>
                <a:cxn ang="T8">
                  <a:pos x="T4" y="T5"/>
                </a:cxn>
              </a:cxnLst>
              <a:rect l="T9" t="T10" r="T11" b="T12"/>
              <a:pathLst>
                <a:path w="43177" h="21600" fill="none" extrusionOk="0">
                  <a:moveTo>
                    <a:pt x="0" y="20645"/>
                  </a:moveTo>
                  <a:cubicBezTo>
                    <a:pt x="511" y="9098"/>
                    <a:pt x="10021" y="-1"/>
                    <a:pt x="21579" y="0"/>
                  </a:cubicBezTo>
                  <a:cubicBezTo>
                    <a:pt x="33390" y="0"/>
                    <a:pt x="43011" y="9487"/>
                    <a:pt x="43176" y="21298"/>
                  </a:cubicBezTo>
                </a:path>
                <a:path w="43177" h="21600" stroke="0" extrusionOk="0">
                  <a:moveTo>
                    <a:pt x="0" y="20645"/>
                  </a:moveTo>
                  <a:cubicBezTo>
                    <a:pt x="511" y="9098"/>
                    <a:pt x="10021" y="-1"/>
                    <a:pt x="21579" y="0"/>
                  </a:cubicBezTo>
                  <a:cubicBezTo>
                    <a:pt x="33390" y="0"/>
                    <a:pt x="43011" y="9487"/>
                    <a:pt x="43176" y="21298"/>
                  </a:cubicBezTo>
                  <a:lnTo>
                    <a:pt x="21579" y="21600"/>
                  </a:lnTo>
                  <a:lnTo>
                    <a:pt x="0" y="20645"/>
                  </a:lnTo>
                  <a:close/>
                </a:path>
              </a:pathLst>
            </a:custGeom>
            <a:noFill/>
            <a:ln w="38100">
              <a:solidFill>
                <a:srgbClr val="FF3300"/>
              </a:solidFill>
              <a:round/>
            </a:ln>
          </p:spPr>
          <p:txBody>
            <a:bodyPr wrap="none" anchor="ctr"/>
            <a:lstStyle/>
            <a:p>
              <a:endParaRPr lang="zh-CN" altLang="en-US"/>
            </a:p>
          </p:txBody>
        </p:sp>
        <p:sp>
          <p:nvSpPr>
            <p:cNvPr id="10" name="Arc 91"/>
            <p:cNvSpPr/>
            <p:nvPr/>
          </p:nvSpPr>
          <p:spPr bwMode="auto">
            <a:xfrm>
              <a:off x="2359" y="1783"/>
              <a:ext cx="93" cy="816"/>
            </a:xfrm>
            <a:custGeom>
              <a:avLst/>
              <a:gdLst>
                <a:gd name="T0" fmla="*/ 0 w 43177"/>
                <a:gd name="T1" fmla="*/ 0 h 21600"/>
                <a:gd name="T2" fmla="*/ 0 w 43177"/>
                <a:gd name="T3" fmla="*/ 0 h 21600"/>
                <a:gd name="T4" fmla="*/ 0 w 43177"/>
                <a:gd name="T5" fmla="*/ 0 h 21600"/>
                <a:gd name="T6" fmla="*/ 0 60000 65536"/>
                <a:gd name="T7" fmla="*/ 0 60000 65536"/>
                <a:gd name="T8" fmla="*/ 0 60000 65536"/>
                <a:gd name="T9" fmla="*/ 0 w 43177"/>
                <a:gd name="T10" fmla="*/ 0 h 21600"/>
                <a:gd name="T11" fmla="*/ 43177 w 43177"/>
                <a:gd name="T12" fmla="*/ 21600 h 21600"/>
              </a:gdLst>
              <a:ahLst/>
              <a:cxnLst>
                <a:cxn ang="T6">
                  <a:pos x="T0" y="T1"/>
                </a:cxn>
                <a:cxn ang="T7">
                  <a:pos x="T2" y="T3"/>
                </a:cxn>
                <a:cxn ang="T8">
                  <a:pos x="T4" y="T5"/>
                </a:cxn>
              </a:cxnLst>
              <a:rect l="T9" t="T10" r="T11" b="T12"/>
              <a:pathLst>
                <a:path w="43177" h="21600" fill="none" extrusionOk="0">
                  <a:moveTo>
                    <a:pt x="0" y="20645"/>
                  </a:moveTo>
                  <a:cubicBezTo>
                    <a:pt x="511" y="9098"/>
                    <a:pt x="10021" y="-1"/>
                    <a:pt x="21579" y="0"/>
                  </a:cubicBezTo>
                  <a:cubicBezTo>
                    <a:pt x="33390" y="0"/>
                    <a:pt x="43011" y="9487"/>
                    <a:pt x="43176" y="21298"/>
                  </a:cubicBezTo>
                </a:path>
                <a:path w="43177" h="21600" stroke="0" extrusionOk="0">
                  <a:moveTo>
                    <a:pt x="0" y="20645"/>
                  </a:moveTo>
                  <a:cubicBezTo>
                    <a:pt x="511" y="9098"/>
                    <a:pt x="10021" y="-1"/>
                    <a:pt x="21579" y="0"/>
                  </a:cubicBezTo>
                  <a:cubicBezTo>
                    <a:pt x="33390" y="0"/>
                    <a:pt x="43011" y="9487"/>
                    <a:pt x="43176" y="21298"/>
                  </a:cubicBezTo>
                  <a:lnTo>
                    <a:pt x="21579" y="21600"/>
                  </a:lnTo>
                  <a:lnTo>
                    <a:pt x="0" y="20645"/>
                  </a:lnTo>
                  <a:close/>
                </a:path>
              </a:pathLst>
            </a:custGeom>
            <a:noFill/>
            <a:ln w="38100">
              <a:solidFill>
                <a:srgbClr val="FF3300"/>
              </a:solidFill>
              <a:round/>
            </a:ln>
          </p:spPr>
          <p:txBody>
            <a:bodyPr wrap="none" anchor="ctr"/>
            <a:lstStyle/>
            <a:p>
              <a:endParaRPr lang="zh-CN" altLang="en-US"/>
            </a:p>
          </p:txBody>
        </p:sp>
        <p:sp>
          <p:nvSpPr>
            <p:cNvPr id="11" name="Arc 92"/>
            <p:cNvSpPr/>
            <p:nvPr/>
          </p:nvSpPr>
          <p:spPr bwMode="auto">
            <a:xfrm>
              <a:off x="1935" y="2380"/>
              <a:ext cx="59" cy="260"/>
            </a:xfrm>
            <a:custGeom>
              <a:avLst/>
              <a:gdLst>
                <a:gd name="T0" fmla="*/ 0 w 43177"/>
                <a:gd name="T1" fmla="*/ 0 h 21600"/>
                <a:gd name="T2" fmla="*/ 0 w 43177"/>
                <a:gd name="T3" fmla="*/ 0 h 21600"/>
                <a:gd name="T4" fmla="*/ 0 w 43177"/>
                <a:gd name="T5" fmla="*/ 0 h 21600"/>
                <a:gd name="T6" fmla="*/ 0 60000 65536"/>
                <a:gd name="T7" fmla="*/ 0 60000 65536"/>
                <a:gd name="T8" fmla="*/ 0 60000 65536"/>
                <a:gd name="T9" fmla="*/ 0 w 43177"/>
                <a:gd name="T10" fmla="*/ 0 h 21600"/>
                <a:gd name="T11" fmla="*/ 43177 w 43177"/>
                <a:gd name="T12" fmla="*/ 21600 h 21600"/>
              </a:gdLst>
              <a:ahLst/>
              <a:cxnLst>
                <a:cxn ang="T6">
                  <a:pos x="T0" y="T1"/>
                </a:cxn>
                <a:cxn ang="T7">
                  <a:pos x="T2" y="T3"/>
                </a:cxn>
                <a:cxn ang="T8">
                  <a:pos x="T4" y="T5"/>
                </a:cxn>
              </a:cxnLst>
              <a:rect l="T9" t="T10" r="T11" b="T12"/>
              <a:pathLst>
                <a:path w="43177" h="21600" fill="none" extrusionOk="0">
                  <a:moveTo>
                    <a:pt x="0" y="20645"/>
                  </a:moveTo>
                  <a:cubicBezTo>
                    <a:pt x="511" y="9098"/>
                    <a:pt x="10021" y="-1"/>
                    <a:pt x="21579" y="0"/>
                  </a:cubicBezTo>
                  <a:cubicBezTo>
                    <a:pt x="33390" y="0"/>
                    <a:pt x="43011" y="9487"/>
                    <a:pt x="43176" y="21298"/>
                  </a:cubicBezTo>
                </a:path>
                <a:path w="43177" h="21600" stroke="0" extrusionOk="0">
                  <a:moveTo>
                    <a:pt x="0" y="20645"/>
                  </a:moveTo>
                  <a:cubicBezTo>
                    <a:pt x="511" y="9098"/>
                    <a:pt x="10021" y="-1"/>
                    <a:pt x="21579" y="0"/>
                  </a:cubicBezTo>
                  <a:cubicBezTo>
                    <a:pt x="33390" y="0"/>
                    <a:pt x="43011" y="9487"/>
                    <a:pt x="43176" y="21298"/>
                  </a:cubicBezTo>
                  <a:lnTo>
                    <a:pt x="21579" y="21600"/>
                  </a:lnTo>
                  <a:lnTo>
                    <a:pt x="0" y="20645"/>
                  </a:lnTo>
                  <a:close/>
                </a:path>
              </a:pathLst>
            </a:custGeom>
            <a:noFill/>
            <a:ln w="38100">
              <a:solidFill>
                <a:srgbClr val="FF3300"/>
              </a:solidFill>
              <a:round/>
            </a:ln>
          </p:spPr>
          <p:txBody>
            <a:bodyPr wrap="none" anchor="ctr"/>
            <a:lstStyle/>
            <a:p>
              <a:endParaRPr lang="zh-CN" altLang="en-US"/>
            </a:p>
          </p:txBody>
        </p:sp>
        <p:sp>
          <p:nvSpPr>
            <p:cNvPr id="12" name="Arc 93"/>
            <p:cNvSpPr/>
            <p:nvPr/>
          </p:nvSpPr>
          <p:spPr bwMode="auto">
            <a:xfrm>
              <a:off x="3810" y="2380"/>
              <a:ext cx="59" cy="260"/>
            </a:xfrm>
            <a:custGeom>
              <a:avLst/>
              <a:gdLst>
                <a:gd name="T0" fmla="*/ 0 w 43177"/>
                <a:gd name="T1" fmla="*/ 0 h 21600"/>
                <a:gd name="T2" fmla="*/ 0 w 43177"/>
                <a:gd name="T3" fmla="*/ 0 h 21600"/>
                <a:gd name="T4" fmla="*/ 0 w 43177"/>
                <a:gd name="T5" fmla="*/ 0 h 21600"/>
                <a:gd name="T6" fmla="*/ 0 60000 65536"/>
                <a:gd name="T7" fmla="*/ 0 60000 65536"/>
                <a:gd name="T8" fmla="*/ 0 60000 65536"/>
                <a:gd name="T9" fmla="*/ 0 w 43177"/>
                <a:gd name="T10" fmla="*/ 0 h 21600"/>
                <a:gd name="T11" fmla="*/ 43177 w 43177"/>
                <a:gd name="T12" fmla="*/ 21600 h 21600"/>
              </a:gdLst>
              <a:ahLst/>
              <a:cxnLst>
                <a:cxn ang="T6">
                  <a:pos x="T0" y="T1"/>
                </a:cxn>
                <a:cxn ang="T7">
                  <a:pos x="T2" y="T3"/>
                </a:cxn>
                <a:cxn ang="T8">
                  <a:pos x="T4" y="T5"/>
                </a:cxn>
              </a:cxnLst>
              <a:rect l="T9" t="T10" r="T11" b="T12"/>
              <a:pathLst>
                <a:path w="43177" h="21600" fill="none" extrusionOk="0">
                  <a:moveTo>
                    <a:pt x="0" y="20645"/>
                  </a:moveTo>
                  <a:cubicBezTo>
                    <a:pt x="511" y="9098"/>
                    <a:pt x="10021" y="-1"/>
                    <a:pt x="21579" y="0"/>
                  </a:cubicBezTo>
                  <a:cubicBezTo>
                    <a:pt x="33390" y="0"/>
                    <a:pt x="43011" y="9487"/>
                    <a:pt x="43176" y="21298"/>
                  </a:cubicBezTo>
                </a:path>
                <a:path w="43177" h="21600" stroke="0" extrusionOk="0">
                  <a:moveTo>
                    <a:pt x="0" y="20645"/>
                  </a:moveTo>
                  <a:cubicBezTo>
                    <a:pt x="511" y="9098"/>
                    <a:pt x="10021" y="-1"/>
                    <a:pt x="21579" y="0"/>
                  </a:cubicBezTo>
                  <a:cubicBezTo>
                    <a:pt x="33390" y="0"/>
                    <a:pt x="43011" y="9487"/>
                    <a:pt x="43176" y="21298"/>
                  </a:cubicBezTo>
                  <a:lnTo>
                    <a:pt x="21579" y="21600"/>
                  </a:lnTo>
                  <a:lnTo>
                    <a:pt x="0" y="20645"/>
                  </a:lnTo>
                  <a:close/>
                </a:path>
              </a:pathLst>
            </a:custGeom>
            <a:noFill/>
            <a:ln w="38100">
              <a:solidFill>
                <a:srgbClr val="FF3300"/>
              </a:solidFill>
              <a:round/>
            </a:ln>
          </p:spPr>
          <p:txBody>
            <a:bodyPr wrap="none" anchor="ctr"/>
            <a:lstStyle/>
            <a:p>
              <a:endParaRPr lang="zh-CN" altLang="en-US"/>
            </a:p>
          </p:txBody>
        </p:sp>
        <p:sp>
          <p:nvSpPr>
            <p:cNvPr id="13" name="Line 94"/>
            <p:cNvSpPr>
              <a:spLocks noChangeShapeType="1"/>
            </p:cNvSpPr>
            <p:nvPr/>
          </p:nvSpPr>
          <p:spPr bwMode="auto">
            <a:xfrm flipH="1">
              <a:off x="2859" y="2541"/>
              <a:ext cx="2" cy="75"/>
            </a:xfrm>
            <a:prstGeom prst="line">
              <a:avLst/>
            </a:prstGeom>
            <a:noFill/>
            <a:ln w="38100">
              <a:solidFill>
                <a:srgbClr val="FF3300"/>
              </a:solidFill>
              <a:round/>
            </a:ln>
          </p:spPr>
          <p:txBody>
            <a:bodyPr/>
            <a:lstStyle/>
            <a:p>
              <a:endParaRPr lang="zh-CN" altLang="en-US"/>
            </a:p>
          </p:txBody>
        </p:sp>
        <p:sp>
          <p:nvSpPr>
            <p:cNvPr id="14" name="Arc 95"/>
            <p:cNvSpPr/>
            <p:nvPr/>
          </p:nvSpPr>
          <p:spPr bwMode="auto">
            <a:xfrm>
              <a:off x="1325" y="2476"/>
              <a:ext cx="93" cy="158"/>
            </a:xfrm>
            <a:custGeom>
              <a:avLst/>
              <a:gdLst>
                <a:gd name="T0" fmla="*/ 0 w 43177"/>
                <a:gd name="T1" fmla="*/ 0 h 21600"/>
                <a:gd name="T2" fmla="*/ 0 w 43177"/>
                <a:gd name="T3" fmla="*/ 0 h 21600"/>
                <a:gd name="T4" fmla="*/ 0 w 43177"/>
                <a:gd name="T5" fmla="*/ 0 h 21600"/>
                <a:gd name="T6" fmla="*/ 0 60000 65536"/>
                <a:gd name="T7" fmla="*/ 0 60000 65536"/>
                <a:gd name="T8" fmla="*/ 0 60000 65536"/>
                <a:gd name="T9" fmla="*/ 0 w 43177"/>
                <a:gd name="T10" fmla="*/ 0 h 21600"/>
                <a:gd name="T11" fmla="*/ 43177 w 43177"/>
                <a:gd name="T12" fmla="*/ 21600 h 21600"/>
              </a:gdLst>
              <a:ahLst/>
              <a:cxnLst>
                <a:cxn ang="T6">
                  <a:pos x="T0" y="T1"/>
                </a:cxn>
                <a:cxn ang="T7">
                  <a:pos x="T2" y="T3"/>
                </a:cxn>
                <a:cxn ang="T8">
                  <a:pos x="T4" y="T5"/>
                </a:cxn>
              </a:cxnLst>
              <a:rect l="T9" t="T10" r="T11" b="T12"/>
              <a:pathLst>
                <a:path w="43177" h="21600" fill="none" extrusionOk="0">
                  <a:moveTo>
                    <a:pt x="0" y="20645"/>
                  </a:moveTo>
                  <a:cubicBezTo>
                    <a:pt x="511" y="9098"/>
                    <a:pt x="10021" y="-1"/>
                    <a:pt x="21579" y="0"/>
                  </a:cubicBezTo>
                  <a:cubicBezTo>
                    <a:pt x="33390" y="0"/>
                    <a:pt x="43011" y="9487"/>
                    <a:pt x="43176" y="21298"/>
                  </a:cubicBezTo>
                </a:path>
                <a:path w="43177" h="21600" stroke="0" extrusionOk="0">
                  <a:moveTo>
                    <a:pt x="0" y="20645"/>
                  </a:moveTo>
                  <a:cubicBezTo>
                    <a:pt x="511" y="9098"/>
                    <a:pt x="10021" y="-1"/>
                    <a:pt x="21579" y="0"/>
                  </a:cubicBezTo>
                  <a:cubicBezTo>
                    <a:pt x="33390" y="0"/>
                    <a:pt x="43011" y="9487"/>
                    <a:pt x="43176" y="21298"/>
                  </a:cubicBezTo>
                  <a:lnTo>
                    <a:pt x="21579" y="21600"/>
                  </a:lnTo>
                  <a:lnTo>
                    <a:pt x="0" y="20645"/>
                  </a:lnTo>
                  <a:close/>
                </a:path>
              </a:pathLst>
            </a:custGeom>
            <a:noFill/>
            <a:ln w="38100">
              <a:solidFill>
                <a:srgbClr val="FF3300"/>
              </a:solidFill>
              <a:round/>
            </a:ln>
          </p:spPr>
          <p:txBody>
            <a:bodyPr wrap="none" anchor="ctr"/>
            <a:lstStyle/>
            <a:p>
              <a:endParaRPr lang="zh-CN" altLang="en-US"/>
            </a:p>
          </p:txBody>
        </p:sp>
        <p:sp>
          <p:nvSpPr>
            <p:cNvPr id="15" name="Arc 96"/>
            <p:cNvSpPr/>
            <p:nvPr/>
          </p:nvSpPr>
          <p:spPr bwMode="auto">
            <a:xfrm>
              <a:off x="4299" y="2488"/>
              <a:ext cx="94" cy="148"/>
            </a:xfrm>
            <a:custGeom>
              <a:avLst/>
              <a:gdLst>
                <a:gd name="T0" fmla="*/ 0 w 43177"/>
                <a:gd name="T1" fmla="*/ 0 h 21600"/>
                <a:gd name="T2" fmla="*/ 0 w 43177"/>
                <a:gd name="T3" fmla="*/ 0 h 21600"/>
                <a:gd name="T4" fmla="*/ 0 w 43177"/>
                <a:gd name="T5" fmla="*/ 0 h 21600"/>
                <a:gd name="T6" fmla="*/ 0 60000 65536"/>
                <a:gd name="T7" fmla="*/ 0 60000 65536"/>
                <a:gd name="T8" fmla="*/ 0 60000 65536"/>
                <a:gd name="T9" fmla="*/ 0 w 43177"/>
                <a:gd name="T10" fmla="*/ 0 h 21600"/>
                <a:gd name="T11" fmla="*/ 43177 w 43177"/>
                <a:gd name="T12" fmla="*/ 21600 h 21600"/>
              </a:gdLst>
              <a:ahLst/>
              <a:cxnLst>
                <a:cxn ang="T6">
                  <a:pos x="T0" y="T1"/>
                </a:cxn>
                <a:cxn ang="T7">
                  <a:pos x="T2" y="T3"/>
                </a:cxn>
                <a:cxn ang="T8">
                  <a:pos x="T4" y="T5"/>
                </a:cxn>
              </a:cxnLst>
              <a:rect l="T9" t="T10" r="T11" b="T12"/>
              <a:pathLst>
                <a:path w="43177" h="21600" fill="none" extrusionOk="0">
                  <a:moveTo>
                    <a:pt x="0" y="20645"/>
                  </a:moveTo>
                  <a:cubicBezTo>
                    <a:pt x="511" y="9098"/>
                    <a:pt x="10021" y="-1"/>
                    <a:pt x="21579" y="0"/>
                  </a:cubicBezTo>
                  <a:cubicBezTo>
                    <a:pt x="33390" y="0"/>
                    <a:pt x="43011" y="9487"/>
                    <a:pt x="43176" y="21298"/>
                  </a:cubicBezTo>
                </a:path>
                <a:path w="43177" h="21600" stroke="0" extrusionOk="0">
                  <a:moveTo>
                    <a:pt x="0" y="20645"/>
                  </a:moveTo>
                  <a:cubicBezTo>
                    <a:pt x="511" y="9098"/>
                    <a:pt x="10021" y="-1"/>
                    <a:pt x="21579" y="0"/>
                  </a:cubicBezTo>
                  <a:cubicBezTo>
                    <a:pt x="33390" y="0"/>
                    <a:pt x="43011" y="9487"/>
                    <a:pt x="43176" y="21298"/>
                  </a:cubicBezTo>
                  <a:lnTo>
                    <a:pt x="21579" y="21600"/>
                  </a:lnTo>
                  <a:lnTo>
                    <a:pt x="0" y="20645"/>
                  </a:lnTo>
                  <a:close/>
                </a:path>
              </a:pathLst>
            </a:custGeom>
            <a:noFill/>
            <a:ln w="38100">
              <a:solidFill>
                <a:srgbClr val="FF3300"/>
              </a:solidFill>
              <a:round/>
            </a:ln>
          </p:spPr>
          <p:txBody>
            <a:bodyPr wrap="none" anchor="ctr"/>
            <a:lstStyle/>
            <a:p>
              <a:endParaRPr lang="zh-CN" altLang="en-US"/>
            </a:p>
          </p:txBody>
        </p:sp>
        <p:sp>
          <p:nvSpPr>
            <p:cNvPr id="16" name="Arc 97"/>
            <p:cNvSpPr/>
            <p:nvPr/>
          </p:nvSpPr>
          <p:spPr bwMode="auto">
            <a:xfrm>
              <a:off x="785" y="2529"/>
              <a:ext cx="104" cy="98"/>
            </a:xfrm>
            <a:custGeom>
              <a:avLst/>
              <a:gdLst>
                <a:gd name="T0" fmla="*/ 0 w 43177"/>
                <a:gd name="T1" fmla="*/ 0 h 21600"/>
                <a:gd name="T2" fmla="*/ 0 w 43177"/>
                <a:gd name="T3" fmla="*/ 0 h 21600"/>
                <a:gd name="T4" fmla="*/ 0 w 43177"/>
                <a:gd name="T5" fmla="*/ 0 h 21600"/>
                <a:gd name="T6" fmla="*/ 0 60000 65536"/>
                <a:gd name="T7" fmla="*/ 0 60000 65536"/>
                <a:gd name="T8" fmla="*/ 0 60000 65536"/>
                <a:gd name="T9" fmla="*/ 0 w 43177"/>
                <a:gd name="T10" fmla="*/ 0 h 21600"/>
                <a:gd name="T11" fmla="*/ 43177 w 43177"/>
                <a:gd name="T12" fmla="*/ 21600 h 21600"/>
              </a:gdLst>
              <a:ahLst/>
              <a:cxnLst>
                <a:cxn ang="T6">
                  <a:pos x="T0" y="T1"/>
                </a:cxn>
                <a:cxn ang="T7">
                  <a:pos x="T2" y="T3"/>
                </a:cxn>
                <a:cxn ang="T8">
                  <a:pos x="T4" y="T5"/>
                </a:cxn>
              </a:cxnLst>
              <a:rect l="T9" t="T10" r="T11" b="T12"/>
              <a:pathLst>
                <a:path w="43177" h="21600" fill="none" extrusionOk="0">
                  <a:moveTo>
                    <a:pt x="0" y="20645"/>
                  </a:moveTo>
                  <a:cubicBezTo>
                    <a:pt x="511" y="9098"/>
                    <a:pt x="10021" y="-1"/>
                    <a:pt x="21579" y="0"/>
                  </a:cubicBezTo>
                  <a:cubicBezTo>
                    <a:pt x="33390" y="0"/>
                    <a:pt x="43011" y="9487"/>
                    <a:pt x="43176" y="21298"/>
                  </a:cubicBezTo>
                </a:path>
                <a:path w="43177" h="21600" stroke="0" extrusionOk="0">
                  <a:moveTo>
                    <a:pt x="0" y="20645"/>
                  </a:moveTo>
                  <a:cubicBezTo>
                    <a:pt x="511" y="9098"/>
                    <a:pt x="10021" y="-1"/>
                    <a:pt x="21579" y="0"/>
                  </a:cubicBezTo>
                  <a:cubicBezTo>
                    <a:pt x="33390" y="0"/>
                    <a:pt x="43011" y="9487"/>
                    <a:pt x="43176" y="21298"/>
                  </a:cubicBezTo>
                  <a:lnTo>
                    <a:pt x="21579" y="21600"/>
                  </a:lnTo>
                  <a:lnTo>
                    <a:pt x="0" y="20645"/>
                  </a:lnTo>
                  <a:close/>
                </a:path>
              </a:pathLst>
            </a:custGeom>
            <a:noFill/>
            <a:ln w="38100">
              <a:solidFill>
                <a:srgbClr val="FF3300"/>
              </a:solidFill>
              <a:round/>
            </a:ln>
          </p:spPr>
          <p:txBody>
            <a:bodyPr wrap="none" anchor="ctr"/>
            <a:lstStyle/>
            <a:p>
              <a:endParaRPr lang="zh-CN" altLang="en-US"/>
            </a:p>
          </p:txBody>
        </p:sp>
        <p:sp>
          <p:nvSpPr>
            <p:cNvPr id="17" name="Arc 98"/>
            <p:cNvSpPr/>
            <p:nvPr/>
          </p:nvSpPr>
          <p:spPr bwMode="auto">
            <a:xfrm>
              <a:off x="4816" y="2526"/>
              <a:ext cx="105" cy="98"/>
            </a:xfrm>
            <a:custGeom>
              <a:avLst/>
              <a:gdLst>
                <a:gd name="T0" fmla="*/ 0 w 43177"/>
                <a:gd name="T1" fmla="*/ 0 h 21600"/>
                <a:gd name="T2" fmla="*/ 0 w 43177"/>
                <a:gd name="T3" fmla="*/ 0 h 21600"/>
                <a:gd name="T4" fmla="*/ 0 w 43177"/>
                <a:gd name="T5" fmla="*/ 0 h 21600"/>
                <a:gd name="T6" fmla="*/ 0 60000 65536"/>
                <a:gd name="T7" fmla="*/ 0 60000 65536"/>
                <a:gd name="T8" fmla="*/ 0 60000 65536"/>
                <a:gd name="T9" fmla="*/ 0 w 43177"/>
                <a:gd name="T10" fmla="*/ 0 h 21600"/>
                <a:gd name="T11" fmla="*/ 43177 w 43177"/>
                <a:gd name="T12" fmla="*/ 21600 h 21600"/>
              </a:gdLst>
              <a:ahLst/>
              <a:cxnLst>
                <a:cxn ang="T6">
                  <a:pos x="T0" y="T1"/>
                </a:cxn>
                <a:cxn ang="T7">
                  <a:pos x="T2" y="T3"/>
                </a:cxn>
                <a:cxn ang="T8">
                  <a:pos x="T4" y="T5"/>
                </a:cxn>
              </a:cxnLst>
              <a:rect l="T9" t="T10" r="T11" b="T12"/>
              <a:pathLst>
                <a:path w="43177" h="21600" fill="none" extrusionOk="0">
                  <a:moveTo>
                    <a:pt x="0" y="20645"/>
                  </a:moveTo>
                  <a:cubicBezTo>
                    <a:pt x="511" y="9098"/>
                    <a:pt x="10021" y="-1"/>
                    <a:pt x="21579" y="0"/>
                  </a:cubicBezTo>
                  <a:cubicBezTo>
                    <a:pt x="33390" y="0"/>
                    <a:pt x="43011" y="9487"/>
                    <a:pt x="43176" y="21298"/>
                  </a:cubicBezTo>
                </a:path>
                <a:path w="43177" h="21600" stroke="0" extrusionOk="0">
                  <a:moveTo>
                    <a:pt x="0" y="20645"/>
                  </a:moveTo>
                  <a:cubicBezTo>
                    <a:pt x="511" y="9098"/>
                    <a:pt x="10021" y="-1"/>
                    <a:pt x="21579" y="0"/>
                  </a:cubicBezTo>
                  <a:cubicBezTo>
                    <a:pt x="33390" y="0"/>
                    <a:pt x="43011" y="9487"/>
                    <a:pt x="43176" y="21298"/>
                  </a:cubicBezTo>
                  <a:lnTo>
                    <a:pt x="21579" y="21600"/>
                  </a:lnTo>
                  <a:lnTo>
                    <a:pt x="0" y="20645"/>
                  </a:lnTo>
                  <a:close/>
                </a:path>
              </a:pathLst>
            </a:custGeom>
            <a:noFill/>
            <a:ln w="38100">
              <a:solidFill>
                <a:srgbClr val="FF3300"/>
              </a:solidFill>
              <a:round/>
            </a:ln>
          </p:spPr>
          <p:txBody>
            <a:bodyPr wrap="none" anchor="ctr"/>
            <a:lstStyle/>
            <a:p>
              <a:endParaRPr lang="zh-CN" altLang="en-US"/>
            </a:p>
          </p:txBody>
        </p:sp>
        <p:sp>
          <p:nvSpPr>
            <p:cNvPr id="18" name="Line 99"/>
            <p:cNvSpPr>
              <a:spLocks noChangeShapeType="1"/>
            </p:cNvSpPr>
            <p:nvPr/>
          </p:nvSpPr>
          <p:spPr bwMode="auto">
            <a:xfrm>
              <a:off x="257" y="2618"/>
              <a:ext cx="5297" cy="0"/>
            </a:xfrm>
            <a:prstGeom prst="line">
              <a:avLst/>
            </a:prstGeom>
            <a:noFill/>
            <a:ln w="38100">
              <a:solidFill>
                <a:schemeClr val="tx1"/>
              </a:solidFill>
              <a:round/>
            </a:ln>
          </p:spPr>
          <p:txBody>
            <a:bodyPr/>
            <a:lstStyle/>
            <a:p>
              <a:endParaRPr lang="zh-CN" altLang="en-US"/>
            </a:p>
          </p:txBody>
        </p:sp>
        <p:sp>
          <p:nvSpPr>
            <p:cNvPr id="19" name="Line 100"/>
            <p:cNvSpPr>
              <a:spLocks noChangeShapeType="1"/>
            </p:cNvSpPr>
            <p:nvPr/>
          </p:nvSpPr>
          <p:spPr bwMode="auto">
            <a:xfrm>
              <a:off x="2415" y="2568"/>
              <a:ext cx="0" cy="210"/>
            </a:xfrm>
            <a:prstGeom prst="line">
              <a:avLst/>
            </a:prstGeom>
            <a:noFill/>
            <a:ln w="9525">
              <a:solidFill>
                <a:schemeClr val="tx1"/>
              </a:solidFill>
              <a:round/>
            </a:ln>
          </p:spPr>
          <p:txBody>
            <a:bodyPr/>
            <a:lstStyle/>
            <a:p>
              <a:endParaRPr lang="zh-CN" altLang="en-US"/>
            </a:p>
          </p:txBody>
        </p:sp>
        <p:sp>
          <p:nvSpPr>
            <p:cNvPr id="20" name="Line 101"/>
            <p:cNvSpPr>
              <a:spLocks noChangeShapeType="1"/>
            </p:cNvSpPr>
            <p:nvPr/>
          </p:nvSpPr>
          <p:spPr bwMode="auto">
            <a:xfrm>
              <a:off x="3841" y="2572"/>
              <a:ext cx="0" cy="210"/>
            </a:xfrm>
            <a:prstGeom prst="line">
              <a:avLst/>
            </a:prstGeom>
            <a:noFill/>
            <a:ln w="9525">
              <a:solidFill>
                <a:schemeClr val="tx1"/>
              </a:solidFill>
              <a:round/>
            </a:ln>
          </p:spPr>
          <p:txBody>
            <a:bodyPr/>
            <a:lstStyle/>
            <a:p>
              <a:endParaRPr lang="zh-CN" altLang="en-US"/>
            </a:p>
          </p:txBody>
        </p:sp>
        <p:sp>
          <p:nvSpPr>
            <p:cNvPr id="21" name="Line 102"/>
            <p:cNvSpPr>
              <a:spLocks noChangeShapeType="1"/>
            </p:cNvSpPr>
            <p:nvPr/>
          </p:nvSpPr>
          <p:spPr bwMode="auto">
            <a:xfrm>
              <a:off x="3426" y="2566"/>
              <a:ext cx="0" cy="210"/>
            </a:xfrm>
            <a:prstGeom prst="line">
              <a:avLst/>
            </a:prstGeom>
            <a:noFill/>
            <a:ln w="9525">
              <a:solidFill>
                <a:schemeClr val="tx1"/>
              </a:solidFill>
              <a:round/>
            </a:ln>
          </p:spPr>
          <p:txBody>
            <a:bodyPr/>
            <a:lstStyle/>
            <a:p>
              <a:endParaRPr lang="zh-CN" altLang="en-US"/>
            </a:p>
          </p:txBody>
        </p:sp>
        <p:sp>
          <p:nvSpPr>
            <p:cNvPr id="22" name="Line 103"/>
            <p:cNvSpPr>
              <a:spLocks noChangeShapeType="1"/>
            </p:cNvSpPr>
            <p:nvPr/>
          </p:nvSpPr>
          <p:spPr bwMode="auto">
            <a:xfrm>
              <a:off x="2912" y="2577"/>
              <a:ext cx="0" cy="210"/>
            </a:xfrm>
            <a:prstGeom prst="line">
              <a:avLst/>
            </a:prstGeom>
            <a:noFill/>
            <a:ln w="9525">
              <a:solidFill>
                <a:schemeClr val="tx1"/>
              </a:solidFill>
              <a:round/>
            </a:ln>
          </p:spPr>
          <p:txBody>
            <a:bodyPr/>
            <a:lstStyle/>
            <a:p>
              <a:endParaRPr lang="zh-CN" altLang="en-US"/>
            </a:p>
          </p:txBody>
        </p:sp>
        <p:sp>
          <p:nvSpPr>
            <p:cNvPr id="23" name="Line 104"/>
            <p:cNvSpPr>
              <a:spLocks noChangeShapeType="1"/>
            </p:cNvSpPr>
            <p:nvPr/>
          </p:nvSpPr>
          <p:spPr bwMode="auto">
            <a:xfrm>
              <a:off x="4159" y="2580"/>
              <a:ext cx="0" cy="210"/>
            </a:xfrm>
            <a:prstGeom prst="line">
              <a:avLst/>
            </a:prstGeom>
            <a:noFill/>
            <a:ln w="9525">
              <a:solidFill>
                <a:schemeClr val="tx1"/>
              </a:solidFill>
              <a:round/>
            </a:ln>
          </p:spPr>
          <p:txBody>
            <a:bodyPr/>
            <a:lstStyle/>
            <a:p>
              <a:endParaRPr lang="zh-CN" altLang="en-US"/>
            </a:p>
          </p:txBody>
        </p:sp>
        <p:sp>
          <p:nvSpPr>
            <p:cNvPr id="24" name="Line 105"/>
            <p:cNvSpPr>
              <a:spLocks noChangeShapeType="1"/>
            </p:cNvSpPr>
            <p:nvPr/>
          </p:nvSpPr>
          <p:spPr bwMode="auto">
            <a:xfrm>
              <a:off x="4336" y="2558"/>
              <a:ext cx="0" cy="210"/>
            </a:xfrm>
            <a:prstGeom prst="line">
              <a:avLst/>
            </a:prstGeom>
            <a:noFill/>
            <a:ln w="9525">
              <a:solidFill>
                <a:schemeClr val="tx1"/>
              </a:solidFill>
              <a:round/>
            </a:ln>
          </p:spPr>
          <p:txBody>
            <a:bodyPr/>
            <a:lstStyle/>
            <a:p>
              <a:endParaRPr lang="zh-CN" altLang="en-US"/>
            </a:p>
          </p:txBody>
        </p:sp>
        <p:sp>
          <p:nvSpPr>
            <p:cNvPr id="25" name="Line 106"/>
            <p:cNvSpPr>
              <a:spLocks noChangeShapeType="1"/>
            </p:cNvSpPr>
            <p:nvPr/>
          </p:nvSpPr>
          <p:spPr bwMode="auto">
            <a:xfrm>
              <a:off x="1370" y="2563"/>
              <a:ext cx="0" cy="210"/>
            </a:xfrm>
            <a:prstGeom prst="line">
              <a:avLst/>
            </a:prstGeom>
            <a:noFill/>
            <a:ln w="9525">
              <a:solidFill>
                <a:schemeClr val="tx1"/>
              </a:solidFill>
              <a:round/>
            </a:ln>
          </p:spPr>
          <p:txBody>
            <a:bodyPr/>
            <a:lstStyle/>
            <a:p>
              <a:endParaRPr lang="zh-CN" altLang="en-US"/>
            </a:p>
          </p:txBody>
        </p:sp>
        <p:sp>
          <p:nvSpPr>
            <p:cNvPr id="26" name="Line 107"/>
            <p:cNvSpPr>
              <a:spLocks noChangeShapeType="1"/>
            </p:cNvSpPr>
            <p:nvPr/>
          </p:nvSpPr>
          <p:spPr bwMode="auto">
            <a:xfrm>
              <a:off x="1656" y="2579"/>
              <a:ext cx="0" cy="210"/>
            </a:xfrm>
            <a:prstGeom prst="line">
              <a:avLst/>
            </a:prstGeom>
            <a:noFill/>
            <a:ln w="9525">
              <a:solidFill>
                <a:schemeClr val="tx1"/>
              </a:solidFill>
              <a:round/>
            </a:ln>
          </p:spPr>
          <p:txBody>
            <a:bodyPr/>
            <a:lstStyle/>
            <a:p>
              <a:endParaRPr lang="zh-CN" altLang="en-US"/>
            </a:p>
          </p:txBody>
        </p:sp>
        <p:sp>
          <p:nvSpPr>
            <p:cNvPr id="27" name="Line 108"/>
            <p:cNvSpPr>
              <a:spLocks noChangeShapeType="1"/>
            </p:cNvSpPr>
            <p:nvPr/>
          </p:nvSpPr>
          <p:spPr bwMode="auto">
            <a:xfrm>
              <a:off x="1972" y="2573"/>
              <a:ext cx="0" cy="210"/>
            </a:xfrm>
            <a:prstGeom prst="line">
              <a:avLst/>
            </a:prstGeom>
            <a:noFill/>
            <a:ln w="9525">
              <a:solidFill>
                <a:schemeClr val="tx1"/>
              </a:solidFill>
              <a:round/>
            </a:ln>
          </p:spPr>
          <p:txBody>
            <a:bodyPr/>
            <a:lstStyle/>
            <a:p>
              <a:endParaRPr lang="zh-CN" altLang="en-US"/>
            </a:p>
          </p:txBody>
        </p:sp>
        <p:sp>
          <p:nvSpPr>
            <p:cNvPr id="28" name="Line 109"/>
            <p:cNvSpPr>
              <a:spLocks noChangeShapeType="1"/>
            </p:cNvSpPr>
            <p:nvPr/>
          </p:nvSpPr>
          <p:spPr bwMode="auto">
            <a:xfrm>
              <a:off x="424" y="2568"/>
              <a:ext cx="0" cy="210"/>
            </a:xfrm>
            <a:prstGeom prst="line">
              <a:avLst/>
            </a:prstGeom>
            <a:noFill/>
            <a:ln w="9525">
              <a:solidFill>
                <a:schemeClr val="tx1"/>
              </a:solidFill>
              <a:round/>
            </a:ln>
          </p:spPr>
          <p:txBody>
            <a:bodyPr/>
            <a:lstStyle/>
            <a:p>
              <a:endParaRPr lang="zh-CN" altLang="en-US"/>
            </a:p>
          </p:txBody>
        </p:sp>
        <p:sp>
          <p:nvSpPr>
            <p:cNvPr id="29" name="Line 110"/>
            <p:cNvSpPr>
              <a:spLocks noChangeShapeType="1"/>
            </p:cNvSpPr>
            <p:nvPr/>
          </p:nvSpPr>
          <p:spPr bwMode="auto">
            <a:xfrm>
              <a:off x="4853" y="2563"/>
              <a:ext cx="0" cy="210"/>
            </a:xfrm>
            <a:prstGeom prst="line">
              <a:avLst/>
            </a:prstGeom>
            <a:noFill/>
            <a:ln w="9525">
              <a:solidFill>
                <a:schemeClr val="tx1"/>
              </a:solidFill>
              <a:round/>
            </a:ln>
          </p:spPr>
          <p:txBody>
            <a:bodyPr/>
            <a:lstStyle/>
            <a:p>
              <a:endParaRPr lang="zh-CN" altLang="en-US"/>
            </a:p>
          </p:txBody>
        </p:sp>
        <p:sp>
          <p:nvSpPr>
            <p:cNvPr id="30" name="Line 111"/>
            <p:cNvSpPr>
              <a:spLocks noChangeShapeType="1"/>
            </p:cNvSpPr>
            <p:nvPr/>
          </p:nvSpPr>
          <p:spPr bwMode="auto">
            <a:xfrm>
              <a:off x="837" y="2561"/>
              <a:ext cx="0" cy="210"/>
            </a:xfrm>
            <a:prstGeom prst="line">
              <a:avLst/>
            </a:prstGeom>
            <a:noFill/>
            <a:ln w="9525">
              <a:solidFill>
                <a:schemeClr val="tx1"/>
              </a:solidFill>
              <a:round/>
            </a:ln>
          </p:spPr>
          <p:txBody>
            <a:bodyPr/>
            <a:lstStyle/>
            <a:p>
              <a:endParaRPr lang="zh-CN" altLang="en-US"/>
            </a:p>
          </p:txBody>
        </p:sp>
        <p:sp>
          <p:nvSpPr>
            <p:cNvPr id="31" name="Line 112"/>
            <p:cNvSpPr>
              <a:spLocks noChangeShapeType="1"/>
            </p:cNvSpPr>
            <p:nvPr/>
          </p:nvSpPr>
          <p:spPr bwMode="auto">
            <a:xfrm>
              <a:off x="5398" y="2574"/>
              <a:ext cx="0" cy="210"/>
            </a:xfrm>
            <a:prstGeom prst="line">
              <a:avLst/>
            </a:prstGeom>
            <a:noFill/>
            <a:ln w="9525">
              <a:solidFill>
                <a:schemeClr val="tx1"/>
              </a:solidFill>
              <a:round/>
            </a:ln>
          </p:spPr>
          <p:txBody>
            <a:bodyPr/>
            <a:lstStyle/>
            <a:p>
              <a:endParaRPr lang="zh-CN" altLang="en-US"/>
            </a:p>
          </p:txBody>
        </p:sp>
        <p:sp>
          <p:nvSpPr>
            <p:cNvPr id="32" name="Rectangle 113"/>
            <p:cNvSpPr>
              <a:spLocks noChangeArrowheads="1"/>
            </p:cNvSpPr>
            <p:nvPr/>
          </p:nvSpPr>
          <p:spPr bwMode="auto">
            <a:xfrm>
              <a:off x="279" y="2704"/>
              <a:ext cx="5279" cy="389"/>
            </a:xfrm>
            <a:prstGeom prst="rect">
              <a:avLst/>
            </a:prstGeom>
            <a:solidFill>
              <a:srgbClr val="FFC000"/>
            </a:solidFill>
            <a:ln w="9525">
              <a:solidFill>
                <a:schemeClr val="tx1"/>
              </a:solidFill>
              <a:miter lim="800000"/>
            </a:ln>
          </p:spPr>
          <p:txBody>
            <a:bodyPr wrap="none" anchor="ctr"/>
            <a:lstStyle/>
            <a:p>
              <a:pPr eaLnBrk="1" hangingPunct="1"/>
              <a:endParaRPr lang="zh-CN" altLang="en-US"/>
            </a:p>
          </p:txBody>
        </p:sp>
        <p:sp>
          <p:nvSpPr>
            <p:cNvPr id="33" name="Rectangle 114"/>
            <p:cNvSpPr>
              <a:spLocks noChangeArrowheads="1"/>
            </p:cNvSpPr>
            <p:nvPr/>
          </p:nvSpPr>
          <p:spPr bwMode="auto">
            <a:xfrm>
              <a:off x="2876" y="2705"/>
              <a:ext cx="73" cy="389"/>
            </a:xfrm>
            <a:prstGeom prst="rect">
              <a:avLst/>
            </a:prstGeom>
            <a:gradFill rotWithShape="0">
              <a:gsLst>
                <a:gs pos="0">
                  <a:srgbClr val="000000"/>
                </a:gs>
                <a:gs pos="50000">
                  <a:srgbClr val="FF6600"/>
                </a:gs>
                <a:gs pos="100000">
                  <a:srgbClr val="000000"/>
                </a:gs>
              </a:gsLst>
              <a:lin ang="0" scaled="1"/>
            </a:gradFill>
            <a:ln w="9525">
              <a:solidFill>
                <a:schemeClr val="tx1"/>
              </a:solidFill>
              <a:miter lim="800000"/>
            </a:ln>
          </p:spPr>
          <p:txBody>
            <a:bodyPr wrap="none" anchor="ctr"/>
            <a:lstStyle/>
            <a:p>
              <a:pPr eaLnBrk="1" hangingPunct="1"/>
              <a:endParaRPr lang="zh-CN" altLang="en-US"/>
            </a:p>
          </p:txBody>
        </p:sp>
        <p:sp>
          <p:nvSpPr>
            <p:cNvPr id="34" name="Rectangle 115"/>
            <p:cNvSpPr>
              <a:spLocks noChangeArrowheads="1"/>
            </p:cNvSpPr>
            <p:nvPr/>
          </p:nvSpPr>
          <p:spPr bwMode="auto">
            <a:xfrm>
              <a:off x="3392" y="2704"/>
              <a:ext cx="73" cy="389"/>
            </a:xfrm>
            <a:prstGeom prst="rect">
              <a:avLst/>
            </a:prstGeom>
            <a:gradFill rotWithShape="0">
              <a:gsLst>
                <a:gs pos="0">
                  <a:srgbClr val="000000"/>
                </a:gs>
                <a:gs pos="50000">
                  <a:srgbClr val="FF572F"/>
                </a:gs>
                <a:gs pos="100000">
                  <a:srgbClr val="000000"/>
                </a:gs>
              </a:gsLst>
              <a:lin ang="0" scaled="1"/>
            </a:gradFill>
            <a:ln w="9525">
              <a:solidFill>
                <a:schemeClr val="tx1"/>
              </a:solidFill>
              <a:miter lim="800000"/>
            </a:ln>
          </p:spPr>
          <p:txBody>
            <a:bodyPr wrap="none" anchor="ctr"/>
            <a:lstStyle/>
            <a:p>
              <a:pPr eaLnBrk="1" hangingPunct="1"/>
              <a:endParaRPr lang="zh-CN" altLang="en-US"/>
            </a:p>
          </p:txBody>
        </p:sp>
        <p:sp>
          <p:nvSpPr>
            <p:cNvPr id="35" name="Rectangle 116"/>
            <p:cNvSpPr>
              <a:spLocks noChangeArrowheads="1"/>
            </p:cNvSpPr>
            <p:nvPr/>
          </p:nvSpPr>
          <p:spPr bwMode="auto">
            <a:xfrm>
              <a:off x="2341" y="2704"/>
              <a:ext cx="72" cy="389"/>
            </a:xfrm>
            <a:prstGeom prst="rect">
              <a:avLst/>
            </a:prstGeom>
            <a:gradFill rotWithShape="0">
              <a:gsLst>
                <a:gs pos="0">
                  <a:srgbClr val="000000"/>
                </a:gs>
                <a:gs pos="50000">
                  <a:srgbClr val="FF572F"/>
                </a:gs>
                <a:gs pos="100000">
                  <a:srgbClr val="000000"/>
                </a:gs>
              </a:gsLst>
              <a:lin ang="0" scaled="1"/>
            </a:gradFill>
            <a:ln w="9525">
              <a:solidFill>
                <a:schemeClr val="tx1"/>
              </a:solidFill>
              <a:miter lim="800000"/>
            </a:ln>
          </p:spPr>
          <p:txBody>
            <a:bodyPr wrap="none" anchor="ctr"/>
            <a:lstStyle/>
            <a:p>
              <a:pPr eaLnBrk="1" hangingPunct="1"/>
              <a:endParaRPr lang="zh-CN" altLang="en-US"/>
            </a:p>
          </p:txBody>
        </p:sp>
        <p:sp>
          <p:nvSpPr>
            <p:cNvPr id="36" name="Rectangle 117"/>
            <p:cNvSpPr>
              <a:spLocks noChangeArrowheads="1"/>
            </p:cNvSpPr>
            <p:nvPr/>
          </p:nvSpPr>
          <p:spPr bwMode="auto">
            <a:xfrm>
              <a:off x="4816" y="2705"/>
              <a:ext cx="72" cy="389"/>
            </a:xfrm>
            <a:prstGeom prst="rect">
              <a:avLst/>
            </a:prstGeom>
            <a:gradFill rotWithShape="0">
              <a:gsLst>
                <a:gs pos="0">
                  <a:srgbClr val="000000"/>
                </a:gs>
                <a:gs pos="50000">
                  <a:srgbClr val="DA2A00"/>
                </a:gs>
                <a:gs pos="100000">
                  <a:srgbClr val="000000"/>
                </a:gs>
              </a:gsLst>
              <a:lin ang="0" scaled="1"/>
            </a:gradFill>
            <a:ln w="9525">
              <a:solidFill>
                <a:schemeClr val="tx1"/>
              </a:solidFill>
              <a:miter lim="800000"/>
            </a:ln>
          </p:spPr>
          <p:txBody>
            <a:bodyPr wrap="none" anchor="ctr"/>
            <a:lstStyle/>
            <a:p>
              <a:pPr eaLnBrk="1" hangingPunct="1"/>
              <a:endParaRPr lang="zh-CN" altLang="en-US"/>
            </a:p>
          </p:txBody>
        </p:sp>
        <p:sp>
          <p:nvSpPr>
            <p:cNvPr id="37" name="Rectangle 118"/>
            <p:cNvSpPr>
              <a:spLocks noChangeArrowheads="1"/>
            </p:cNvSpPr>
            <p:nvPr/>
          </p:nvSpPr>
          <p:spPr bwMode="auto">
            <a:xfrm>
              <a:off x="4299" y="2709"/>
              <a:ext cx="72" cy="389"/>
            </a:xfrm>
            <a:prstGeom prst="rect">
              <a:avLst/>
            </a:prstGeom>
            <a:gradFill rotWithShape="0">
              <a:gsLst>
                <a:gs pos="0">
                  <a:srgbClr val="000000"/>
                </a:gs>
                <a:gs pos="50000">
                  <a:srgbClr val="FF572F"/>
                </a:gs>
                <a:gs pos="100000">
                  <a:srgbClr val="000000"/>
                </a:gs>
              </a:gsLst>
              <a:lin ang="0" scaled="1"/>
            </a:gradFill>
            <a:ln w="9525">
              <a:solidFill>
                <a:schemeClr val="tx1"/>
              </a:solidFill>
              <a:miter lim="800000"/>
            </a:ln>
          </p:spPr>
          <p:txBody>
            <a:bodyPr wrap="none" anchor="ctr"/>
            <a:lstStyle/>
            <a:p>
              <a:pPr eaLnBrk="1" hangingPunct="1"/>
              <a:endParaRPr lang="zh-CN" altLang="en-US"/>
            </a:p>
          </p:txBody>
        </p:sp>
        <p:sp>
          <p:nvSpPr>
            <p:cNvPr id="38" name="Rectangle 119"/>
            <p:cNvSpPr>
              <a:spLocks noChangeArrowheads="1"/>
            </p:cNvSpPr>
            <p:nvPr/>
          </p:nvSpPr>
          <p:spPr bwMode="auto">
            <a:xfrm>
              <a:off x="3800" y="2704"/>
              <a:ext cx="72" cy="389"/>
            </a:xfrm>
            <a:prstGeom prst="rect">
              <a:avLst/>
            </a:prstGeom>
            <a:gradFill rotWithShape="0">
              <a:gsLst>
                <a:gs pos="0">
                  <a:srgbClr val="000000"/>
                </a:gs>
                <a:gs pos="50000">
                  <a:srgbClr val="FF5A33"/>
                </a:gs>
                <a:gs pos="100000">
                  <a:srgbClr val="000000"/>
                </a:gs>
              </a:gsLst>
              <a:lin ang="0" scaled="1"/>
            </a:gradFill>
            <a:ln w="9525">
              <a:solidFill>
                <a:schemeClr val="tx1"/>
              </a:solidFill>
              <a:miter lim="800000"/>
            </a:ln>
          </p:spPr>
          <p:txBody>
            <a:bodyPr wrap="none" anchor="ctr"/>
            <a:lstStyle/>
            <a:p>
              <a:pPr eaLnBrk="1" hangingPunct="1"/>
              <a:endParaRPr lang="zh-CN" altLang="en-US"/>
            </a:p>
          </p:txBody>
        </p:sp>
        <p:sp>
          <p:nvSpPr>
            <p:cNvPr id="39" name="WordArt 120"/>
            <p:cNvSpPr>
              <a:spLocks noChangeArrowheads="1" noChangeShapeType="1" noTextEdit="1"/>
            </p:cNvSpPr>
            <p:nvPr/>
          </p:nvSpPr>
          <p:spPr bwMode="auto">
            <a:xfrm>
              <a:off x="2885" y="3145"/>
              <a:ext cx="109" cy="125"/>
            </a:xfrm>
            <a:prstGeom prst="rect">
              <a:avLst/>
            </a:prstGeom>
          </p:spPr>
          <p:txBody>
            <a:bodyPr wrap="none" fromWordArt="1">
              <a:prstTxWarp prst="textPlain">
                <a:avLst>
                  <a:gd name="adj" fmla="val 50000"/>
                </a:avLst>
              </a:prstTxWarp>
            </a:bodyPr>
            <a:lstStyle/>
            <a:p>
              <a:pPr algn="ctr"/>
              <a:r>
                <a:rPr lang="en-US" altLang="zh-CN" sz="3600" b="1" kern="10">
                  <a:ln w="3175">
                    <a:solidFill>
                      <a:srgbClr val="FF3300"/>
                    </a:solidFill>
                    <a:round/>
                  </a:ln>
                  <a:solidFill>
                    <a:srgbClr val="FF3300"/>
                  </a:solidFill>
                  <a:latin typeface="华文中宋" panose="02010600040101010101" charset="-122"/>
                  <a:ea typeface="华文中宋" panose="02010600040101010101" charset="-122"/>
                </a:rPr>
                <a:t>0</a:t>
              </a:r>
              <a:endParaRPr lang="zh-CN" altLang="en-US" sz="3600" b="1" kern="10">
                <a:ln w="3175">
                  <a:solidFill>
                    <a:srgbClr val="FF3300"/>
                  </a:solidFill>
                  <a:round/>
                </a:ln>
                <a:solidFill>
                  <a:srgbClr val="FF3300"/>
                </a:solidFill>
                <a:latin typeface="华文中宋" panose="02010600040101010101" charset="-122"/>
                <a:ea typeface="华文中宋" panose="02010600040101010101" charset="-122"/>
              </a:endParaRPr>
            </a:p>
          </p:txBody>
        </p:sp>
        <p:grpSp>
          <p:nvGrpSpPr>
            <p:cNvPr id="41" name="Group 124"/>
            <p:cNvGrpSpPr/>
            <p:nvPr/>
          </p:nvGrpSpPr>
          <p:grpSpPr bwMode="auto">
            <a:xfrm>
              <a:off x="1787" y="3162"/>
              <a:ext cx="187" cy="146"/>
              <a:chOff x="1777" y="3335"/>
              <a:chExt cx="187" cy="146"/>
            </a:xfrm>
          </p:grpSpPr>
          <p:sp>
            <p:nvSpPr>
              <p:cNvPr id="65" name="WordArt 125"/>
              <p:cNvSpPr>
                <a:spLocks noChangeArrowheads="1" noChangeShapeType="1" noTextEdit="1"/>
              </p:cNvSpPr>
              <p:nvPr/>
            </p:nvSpPr>
            <p:spPr bwMode="auto">
              <a:xfrm>
                <a:off x="1884" y="3335"/>
                <a:ext cx="80" cy="146"/>
              </a:xfrm>
              <a:prstGeom prst="rect">
                <a:avLst/>
              </a:prstGeom>
            </p:spPr>
            <p:txBody>
              <a:bodyPr wrap="none" fromWordArt="1">
                <a:prstTxWarp prst="textPlain">
                  <a:avLst>
                    <a:gd name="adj" fmla="val 50000"/>
                  </a:avLst>
                </a:prstTxWarp>
              </a:bodyPr>
              <a:lstStyle/>
              <a:p>
                <a:pPr algn="ctr"/>
                <a:r>
                  <a:rPr lang="en-US" altLang="zh-CN" sz="3600" kern="10" dirty="0">
                    <a:ln w="9525">
                      <a:solidFill>
                        <a:srgbClr val="FF3300"/>
                      </a:solidFill>
                      <a:round/>
                    </a:ln>
                    <a:solidFill>
                      <a:srgbClr val="FF3300"/>
                    </a:solidFill>
                    <a:latin typeface="宋体" panose="02010600030101010101" pitchFamily="2" charset="-122"/>
                    <a:ea typeface="宋体" panose="02010600030101010101" pitchFamily="2" charset="-122"/>
                  </a:rPr>
                  <a:t>2</a:t>
                </a:r>
                <a:endParaRPr lang="zh-CN" altLang="en-US" sz="3600" kern="10" dirty="0">
                  <a:ln w="9525">
                    <a:solidFill>
                      <a:srgbClr val="FF3300"/>
                    </a:solidFill>
                    <a:round/>
                  </a:ln>
                  <a:solidFill>
                    <a:srgbClr val="FF3300"/>
                  </a:solidFill>
                  <a:latin typeface="宋体" panose="02010600030101010101" pitchFamily="2" charset="-122"/>
                  <a:ea typeface="宋体" panose="02010600030101010101" pitchFamily="2" charset="-122"/>
                </a:endParaRPr>
              </a:p>
            </p:txBody>
          </p:sp>
          <p:sp>
            <p:nvSpPr>
              <p:cNvPr id="66" name="Line 126"/>
              <p:cNvSpPr>
                <a:spLocks noChangeShapeType="1"/>
              </p:cNvSpPr>
              <p:nvPr/>
            </p:nvSpPr>
            <p:spPr bwMode="auto">
              <a:xfrm>
                <a:off x="1777" y="3413"/>
                <a:ext cx="83" cy="0"/>
              </a:xfrm>
              <a:prstGeom prst="line">
                <a:avLst/>
              </a:prstGeom>
              <a:noFill/>
              <a:ln w="38100">
                <a:solidFill>
                  <a:srgbClr val="FF3300"/>
                </a:solidFill>
                <a:round/>
              </a:ln>
            </p:spPr>
            <p:txBody>
              <a:bodyPr/>
              <a:lstStyle/>
              <a:p>
                <a:endParaRPr lang="zh-CN" altLang="en-US"/>
              </a:p>
            </p:txBody>
          </p:sp>
        </p:grpSp>
        <p:sp>
          <p:nvSpPr>
            <p:cNvPr id="44" name="WordArt 133"/>
            <p:cNvSpPr>
              <a:spLocks noChangeArrowheads="1" noChangeShapeType="1" noTextEdit="1"/>
            </p:cNvSpPr>
            <p:nvPr/>
          </p:nvSpPr>
          <p:spPr bwMode="auto">
            <a:xfrm>
              <a:off x="3798" y="3149"/>
              <a:ext cx="80" cy="146"/>
            </a:xfrm>
            <a:prstGeom prst="rect">
              <a:avLst/>
            </a:prstGeom>
          </p:spPr>
          <p:txBody>
            <a:bodyPr wrap="none" fromWordArt="1">
              <a:prstTxWarp prst="textPlain">
                <a:avLst>
                  <a:gd name="adj" fmla="val 50000"/>
                </a:avLst>
              </a:prstTxWarp>
            </a:bodyPr>
            <a:lstStyle/>
            <a:p>
              <a:pPr algn="ctr"/>
              <a:r>
                <a:rPr lang="en-US" altLang="zh-CN" sz="3600" kern="10">
                  <a:ln w="9525">
                    <a:solidFill>
                      <a:srgbClr val="FF3300"/>
                    </a:solidFill>
                    <a:round/>
                  </a:ln>
                  <a:solidFill>
                    <a:srgbClr val="FF3300"/>
                  </a:solidFill>
                  <a:latin typeface="宋体" panose="02010600030101010101" pitchFamily="2" charset="-122"/>
                  <a:ea typeface="宋体" panose="02010600030101010101" pitchFamily="2" charset="-122"/>
                </a:rPr>
                <a:t>2</a:t>
              </a:r>
              <a:endParaRPr lang="zh-CN" altLang="en-US" sz="3600" kern="10">
                <a:ln w="9525">
                  <a:solidFill>
                    <a:srgbClr val="FF3300"/>
                  </a:solidFill>
                  <a:round/>
                </a:ln>
                <a:solidFill>
                  <a:srgbClr val="FF3300"/>
                </a:solidFill>
                <a:latin typeface="宋体" panose="02010600030101010101" pitchFamily="2" charset="-122"/>
                <a:ea typeface="宋体" panose="02010600030101010101" pitchFamily="2" charset="-122"/>
              </a:endParaRPr>
            </a:p>
          </p:txBody>
        </p:sp>
        <p:sp>
          <p:nvSpPr>
            <p:cNvPr id="48" name="Freeform 137"/>
            <p:cNvSpPr/>
            <p:nvPr/>
          </p:nvSpPr>
          <p:spPr bwMode="auto">
            <a:xfrm>
              <a:off x="285" y="2561"/>
              <a:ext cx="352" cy="59"/>
            </a:xfrm>
            <a:custGeom>
              <a:avLst/>
              <a:gdLst>
                <a:gd name="T0" fmla="*/ 271 w 384"/>
                <a:gd name="T1" fmla="*/ 0 h 67"/>
                <a:gd name="T2" fmla="*/ 99 w 384"/>
                <a:gd name="T3" fmla="*/ 41 h 67"/>
                <a:gd name="T4" fmla="*/ 37 w 384"/>
                <a:gd name="T5" fmla="*/ 27 h 67"/>
                <a:gd name="T6" fmla="*/ 0 w 384"/>
                <a:gd name="T7" fmla="*/ 18 h 67"/>
                <a:gd name="T8" fmla="*/ 0 60000 65536"/>
                <a:gd name="T9" fmla="*/ 0 60000 65536"/>
                <a:gd name="T10" fmla="*/ 0 60000 65536"/>
                <a:gd name="T11" fmla="*/ 0 60000 65536"/>
                <a:gd name="T12" fmla="*/ 0 w 384"/>
                <a:gd name="T13" fmla="*/ 0 h 67"/>
                <a:gd name="T14" fmla="*/ 384 w 384"/>
                <a:gd name="T15" fmla="*/ 67 h 67"/>
              </a:gdLst>
              <a:ahLst/>
              <a:cxnLst>
                <a:cxn ang="T8">
                  <a:pos x="T0" y="T1"/>
                </a:cxn>
                <a:cxn ang="T9">
                  <a:pos x="T2" y="T3"/>
                </a:cxn>
                <a:cxn ang="T10">
                  <a:pos x="T4" y="T5"/>
                </a:cxn>
                <a:cxn ang="T11">
                  <a:pos x="T6" y="T7"/>
                </a:cxn>
              </a:cxnLst>
              <a:rect l="T12" t="T13" r="T14" b="T15"/>
              <a:pathLst>
                <a:path w="384" h="67">
                  <a:moveTo>
                    <a:pt x="384" y="0"/>
                  </a:moveTo>
                  <a:lnTo>
                    <a:pt x="141" y="67"/>
                  </a:lnTo>
                  <a:lnTo>
                    <a:pt x="52" y="45"/>
                  </a:lnTo>
                  <a:lnTo>
                    <a:pt x="0" y="30"/>
                  </a:lnTo>
                </a:path>
              </a:pathLst>
            </a:custGeom>
            <a:noFill/>
            <a:ln w="57150">
              <a:solidFill>
                <a:srgbClr val="0000FF"/>
              </a:solidFill>
              <a:prstDash val="sysDot"/>
              <a:round/>
            </a:ln>
          </p:spPr>
          <p:txBody>
            <a:bodyPr/>
            <a:lstStyle/>
            <a:p>
              <a:endParaRPr lang="zh-CN" altLang="en-US"/>
            </a:p>
          </p:txBody>
        </p:sp>
        <p:sp>
          <p:nvSpPr>
            <p:cNvPr id="49" name="Freeform 138"/>
            <p:cNvSpPr/>
            <p:nvPr/>
          </p:nvSpPr>
          <p:spPr bwMode="auto">
            <a:xfrm>
              <a:off x="5132" y="2547"/>
              <a:ext cx="420" cy="66"/>
            </a:xfrm>
            <a:custGeom>
              <a:avLst/>
              <a:gdLst>
                <a:gd name="T0" fmla="*/ 0 w 458"/>
                <a:gd name="T1" fmla="*/ 0 h 74"/>
                <a:gd name="T2" fmla="*/ 204 w 458"/>
                <a:gd name="T3" fmla="*/ 47 h 74"/>
                <a:gd name="T4" fmla="*/ 324 w 458"/>
                <a:gd name="T5" fmla="*/ 10 h 74"/>
                <a:gd name="T6" fmla="*/ 0 60000 65536"/>
                <a:gd name="T7" fmla="*/ 0 60000 65536"/>
                <a:gd name="T8" fmla="*/ 0 60000 65536"/>
                <a:gd name="T9" fmla="*/ 0 w 458"/>
                <a:gd name="T10" fmla="*/ 0 h 74"/>
                <a:gd name="T11" fmla="*/ 458 w 458"/>
                <a:gd name="T12" fmla="*/ 74 h 74"/>
              </a:gdLst>
              <a:ahLst/>
              <a:cxnLst>
                <a:cxn ang="T6">
                  <a:pos x="T0" y="T1"/>
                </a:cxn>
                <a:cxn ang="T7">
                  <a:pos x="T2" y="T3"/>
                </a:cxn>
                <a:cxn ang="T8">
                  <a:pos x="T4" y="T5"/>
                </a:cxn>
              </a:cxnLst>
              <a:rect l="T9" t="T10" r="T11" b="T12"/>
              <a:pathLst>
                <a:path w="458" h="74">
                  <a:moveTo>
                    <a:pt x="0" y="0"/>
                  </a:moveTo>
                  <a:lnTo>
                    <a:pt x="288" y="74"/>
                  </a:lnTo>
                  <a:lnTo>
                    <a:pt x="458" y="15"/>
                  </a:lnTo>
                </a:path>
              </a:pathLst>
            </a:custGeom>
            <a:noFill/>
            <a:ln w="57150">
              <a:solidFill>
                <a:srgbClr val="0000FF"/>
              </a:solidFill>
              <a:prstDash val="sysDot"/>
              <a:round/>
            </a:ln>
          </p:spPr>
          <p:txBody>
            <a:bodyPr/>
            <a:lstStyle/>
            <a:p>
              <a:endParaRPr lang="zh-CN" altLang="en-US"/>
            </a:p>
          </p:txBody>
        </p:sp>
        <p:grpSp>
          <p:nvGrpSpPr>
            <p:cNvPr id="52" name="Group 143"/>
            <p:cNvGrpSpPr/>
            <p:nvPr/>
          </p:nvGrpSpPr>
          <p:grpSpPr bwMode="auto">
            <a:xfrm>
              <a:off x="2231" y="3149"/>
              <a:ext cx="204" cy="146"/>
              <a:chOff x="2194" y="3324"/>
              <a:chExt cx="204" cy="146"/>
            </a:xfrm>
          </p:grpSpPr>
          <p:sp>
            <p:nvSpPr>
              <p:cNvPr id="57" name="Line 144"/>
              <p:cNvSpPr>
                <a:spLocks noChangeShapeType="1"/>
              </p:cNvSpPr>
              <p:nvPr/>
            </p:nvSpPr>
            <p:spPr bwMode="auto">
              <a:xfrm>
                <a:off x="2194" y="3404"/>
                <a:ext cx="82" cy="0"/>
              </a:xfrm>
              <a:prstGeom prst="line">
                <a:avLst/>
              </a:prstGeom>
              <a:noFill/>
              <a:ln w="38100">
                <a:solidFill>
                  <a:srgbClr val="FF3300"/>
                </a:solidFill>
                <a:round/>
              </a:ln>
            </p:spPr>
            <p:txBody>
              <a:bodyPr/>
              <a:lstStyle/>
              <a:p>
                <a:endParaRPr lang="zh-CN" altLang="en-US"/>
              </a:p>
            </p:txBody>
          </p:sp>
          <p:sp>
            <p:nvSpPr>
              <p:cNvPr id="58" name="WordArt 145"/>
              <p:cNvSpPr>
                <a:spLocks noChangeArrowheads="1" noChangeShapeType="1" noTextEdit="1"/>
              </p:cNvSpPr>
              <p:nvPr/>
            </p:nvSpPr>
            <p:spPr bwMode="auto">
              <a:xfrm>
                <a:off x="2318" y="3324"/>
                <a:ext cx="80" cy="146"/>
              </a:xfrm>
              <a:prstGeom prst="rect">
                <a:avLst/>
              </a:prstGeom>
            </p:spPr>
            <p:txBody>
              <a:bodyPr wrap="none" fromWordArt="1">
                <a:prstTxWarp prst="textPlain">
                  <a:avLst>
                    <a:gd name="adj" fmla="val 50000"/>
                  </a:avLst>
                </a:prstTxWarp>
              </a:bodyPr>
              <a:lstStyle/>
              <a:p>
                <a:pPr algn="ctr"/>
                <a:r>
                  <a:rPr lang="en-US" altLang="zh-CN" sz="3600" kern="10">
                    <a:ln w="9525">
                      <a:solidFill>
                        <a:srgbClr val="FF3300"/>
                      </a:solidFill>
                      <a:round/>
                    </a:ln>
                    <a:solidFill>
                      <a:srgbClr val="FF3300"/>
                    </a:solidFill>
                    <a:latin typeface="宋体" panose="02010600030101010101" pitchFamily="2" charset="-122"/>
                    <a:ea typeface="宋体" panose="02010600030101010101" pitchFamily="2" charset="-122"/>
                  </a:rPr>
                  <a:t>1</a:t>
                </a:r>
                <a:endParaRPr lang="zh-CN" altLang="en-US" sz="3600" kern="10">
                  <a:ln w="9525">
                    <a:solidFill>
                      <a:srgbClr val="FF3300"/>
                    </a:solidFill>
                    <a:round/>
                  </a:ln>
                  <a:solidFill>
                    <a:srgbClr val="FF3300"/>
                  </a:solidFill>
                  <a:latin typeface="宋体" panose="02010600030101010101" pitchFamily="2" charset="-122"/>
                  <a:ea typeface="宋体" panose="02010600030101010101" pitchFamily="2" charset="-122"/>
                </a:endParaRPr>
              </a:p>
            </p:txBody>
          </p:sp>
        </p:grpSp>
        <p:sp>
          <p:nvSpPr>
            <p:cNvPr id="53" name="WordArt 146"/>
            <p:cNvSpPr>
              <a:spLocks noChangeArrowheads="1" noChangeShapeType="1" noTextEdit="1"/>
            </p:cNvSpPr>
            <p:nvPr/>
          </p:nvSpPr>
          <p:spPr bwMode="auto">
            <a:xfrm>
              <a:off x="3406" y="3149"/>
              <a:ext cx="80" cy="146"/>
            </a:xfrm>
            <a:prstGeom prst="rect">
              <a:avLst/>
            </a:prstGeom>
          </p:spPr>
          <p:txBody>
            <a:bodyPr wrap="none" fromWordArt="1">
              <a:prstTxWarp prst="textPlain">
                <a:avLst>
                  <a:gd name="adj" fmla="val 50000"/>
                </a:avLst>
              </a:prstTxWarp>
            </a:bodyPr>
            <a:lstStyle/>
            <a:p>
              <a:pPr algn="ctr"/>
              <a:r>
                <a:rPr lang="en-US" altLang="zh-CN" sz="3600" kern="10">
                  <a:ln w="9525">
                    <a:solidFill>
                      <a:srgbClr val="FF3300"/>
                    </a:solidFill>
                    <a:round/>
                  </a:ln>
                  <a:solidFill>
                    <a:srgbClr val="FF3300"/>
                  </a:solidFill>
                  <a:latin typeface="宋体" panose="02010600030101010101" pitchFamily="2" charset="-122"/>
                  <a:ea typeface="宋体" panose="02010600030101010101" pitchFamily="2" charset="-122"/>
                </a:rPr>
                <a:t>1</a:t>
              </a:r>
              <a:endParaRPr lang="zh-CN" altLang="en-US" sz="3600" kern="10">
                <a:ln w="9525">
                  <a:solidFill>
                    <a:srgbClr val="FF3300"/>
                  </a:solidFill>
                  <a:round/>
                </a:ln>
                <a:solidFill>
                  <a:srgbClr val="FF3300"/>
                </a:solidFill>
                <a:latin typeface="宋体" panose="02010600030101010101" pitchFamily="2" charset="-122"/>
                <a:ea typeface="宋体" panose="02010600030101010101" pitchFamily="2" charset="-122"/>
              </a:endParaRPr>
            </a:p>
          </p:txBody>
        </p:sp>
        <p:sp>
          <p:nvSpPr>
            <p:cNvPr id="54" name="Rectangle 147"/>
            <p:cNvSpPr>
              <a:spLocks noChangeArrowheads="1"/>
            </p:cNvSpPr>
            <p:nvPr/>
          </p:nvSpPr>
          <p:spPr bwMode="auto">
            <a:xfrm>
              <a:off x="1937" y="2705"/>
              <a:ext cx="72" cy="389"/>
            </a:xfrm>
            <a:prstGeom prst="rect">
              <a:avLst/>
            </a:prstGeom>
            <a:gradFill rotWithShape="0">
              <a:gsLst>
                <a:gs pos="0">
                  <a:srgbClr val="000000"/>
                </a:gs>
                <a:gs pos="50000">
                  <a:srgbClr val="FF5A33"/>
                </a:gs>
                <a:gs pos="100000">
                  <a:srgbClr val="000000"/>
                </a:gs>
              </a:gsLst>
              <a:lin ang="0" scaled="1"/>
            </a:gradFill>
            <a:ln w="9525">
              <a:solidFill>
                <a:schemeClr val="tx1"/>
              </a:solidFill>
              <a:miter lim="800000"/>
            </a:ln>
          </p:spPr>
          <p:txBody>
            <a:bodyPr wrap="none" anchor="ctr"/>
            <a:lstStyle/>
            <a:p>
              <a:pPr eaLnBrk="1" hangingPunct="1"/>
              <a:endParaRPr lang="zh-CN" altLang="en-US"/>
            </a:p>
          </p:txBody>
        </p:sp>
        <p:sp>
          <p:nvSpPr>
            <p:cNvPr id="55" name="Rectangle 148"/>
            <p:cNvSpPr>
              <a:spLocks noChangeArrowheads="1"/>
            </p:cNvSpPr>
            <p:nvPr/>
          </p:nvSpPr>
          <p:spPr bwMode="auto">
            <a:xfrm>
              <a:off x="1338" y="2705"/>
              <a:ext cx="72" cy="389"/>
            </a:xfrm>
            <a:prstGeom prst="rect">
              <a:avLst/>
            </a:prstGeom>
            <a:gradFill rotWithShape="0">
              <a:gsLst>
                <a:gs pos="0">
                  <a:srgbClr val="000000"/>
                </a:gs>
                <a:gs pos="50000">
                  <a:srgbClr val="FF572F"/>
                </a:gs>
                <a:gs pos="100000">
                  <a:srgbClr val="000000"/>
                </a:gs>
              </a:gsLst>
              <a:lin ang="0" scaled="1"/>
            </a:gradFill>
            <a:ln w="9525">
              <a:solidFill>
                <a:schemeClr val="tx1"/>
              </a:solidFill>
              <a:miter lim="800000"/>
            </a:ln>
          </p:spPr>
          <p:txBody>
            <a:bodyPr wrap="none" anchor="ctr"/>
            <a:lstStyle/>
            <a:p>
              <a:pPr eaLnBrk="1" hangingPunct="1"/>
              <a:endParaRPr lang="zh-CN" altLang="en-US"/>
            </a:p>
          </p:txBody>
        </p:sp>
        <p:sp>
          <p:nvSpPr>
            <p:cNvPr id="56" name="Rectangle 149"/>
            <p:cNvSpPr>
              <a:spLocks noChangeArrowheads="1"/>
            </p:cNvSpPr>
            <p:nvPr/>
          </p:nvSpPr>
          <p:spPr bwMode="auto">
            <a:xfrm>
              <a:off x="803" y="2700"/>
              <a:ext cx="72" cy="389"/>
            </a:xfrm>
            <a:prstGeom prst="rect">
              <a:avLst/>
            </a:prstGeom>
            <a:gradFill rotWithShape="0">
              <a:gsLst>
                <a:gs pos="0">
                  <a:srgbClr val="000000"/>
                </a:gs>
                <a:gs pos="50000">
                  <a:srgbClr val="DA2A00"/>
                </a:gs>
                <a:gs pos="100000">
                  <a:srgbClr val="000000"/>
                </a:gs>
              </a:gsLst>
              <a:lin ang="0" scaled="1"/>
            </a:gradFill>
            <a:ln w="9525">
              <a:solidFill>
                <a:schemeClr val="tx1"/>
              </a:solidFill>
              <a:miter lim="800000"/>
            </a:ln>
          </p:spPr>
          <p:txBody>
            <a:bodyPr wrap="none" anchor="ctr"/>
            <a:lstStyle/>
            <a:p>
              <a:pPr eaLnBrk="1" hangingPunct="1"/>
              <a:endParaRPr lang="zh-CN" altLang="en-US"/>
            </a:p>
          </p:txBody>
        </p:sp>
      </p:grpSp>
      <p:sp>
        <p:nvSpPr>
          <p:cNvPr id="71" name="Text Box 5"/>
          <p:cNvSpPr txBox="1">
            <a:spLocks noChangeArrowheads="1"/>
          </p:cNvSpPr>
          <p:nvPr/>
        </p:nvSpPr>
        <p:spPr bwMode="auto">
          <a:xfrm>
            <a:off x="133134" y="2417370"/>
            <a:ext cx="5894388" cy="460375"/>
          </a:xfrm>
          <a:prstGeom prst="rect">
            <a:avLst/>
          </a:prstGeom>
          <a:noFill/>
          <a:ln w="9525">
            <a:noFill/>
            <a:miter lim="800000"/>
          </a:ln>
        </p:spPr>
        <p:txBody>
          <a:bodyPr>
            <a:spAutoFit/>
          </a:bodyPr>
          <a:lstStyle/>
          <a:p>
            <a:pPr eaLnBrk="1" hangingPunct="1">
              <a:spcBef>
                <a:spcPct val="50000"/>
              </a:spcBef>
              <a:defRPr/>
            </a:pPr>
            <a:r>
              <a:rPr lang="zh-CN" altLang="en-US" sz="2400" b="1" dirty="0">
                <a:solidFill>
                  <a:srgbClr val="000000"/>
                </a:solidFill>
                <a:latin typeface="+mn-ea"/>
                <a:ea typeface="+mn-ea"/>
              </a:rPr>
              <a:t>（</a:t>
            </a:r>
            <a:r>
              <a:rPr lang="en-US" altLang="zh-CN" sz="2400" b="1" dirty="0">
                <a:solidFill>
                  <a:srgbClr val="000000"/>
                </a:solidFill>
                <a:latin typeface="+mn-ea"/>
                <a:ea typeface="+mn-ea"/>
              </a:rPr>
              <a:t>2</a:t>
            </a:r>
            <a:r>
              <a:rPr lang="zh-CN" altLang="en-US" sz="2400" b="1" dirty="0">
                <a:solidFill>
                  <a:srgbClr val="000000"/>
                </a:solidFill>
                <a:latin typeface="+mn-ea"/>
                <a:ea typeface="+mn-ea"/>
              </a:rPr>
              <a:t>）单缝衍射第一暗纹的衍射角</a:t>
            </a:r>
          </a:p>
        </p:txBody>
      </p:sp>
      <p:graphicFrame>
        <p:nvGraphicFramePr>
          <p:cNvPr id="72" name="Object 2"/>
          <p:cNvGraphicFramePr>
            <a:graphicFrameLocks noGrp="1" noChangeAspect="1"/>
          </p:cNvGraphicFramePr>
          <p:nvPr/>
        </p:nvGraphicFramePr>
        <p:xfrm>
          <a:off x="4963160" y="2417445"/>
          <a:ext cx="2153920" cy="480695"/>
        </p:xfrm>
        <a:graphic>
          <a:graphicData uri="http://schemas.openxmlformats.org/presentationml/2006/ole">
            <mc:AlternateContent xmlns:mc="http://schemas.openxmlformats.org/markup-compatibility/2006">
              <mc:Choice xmlns:v="urn:schemas-microsoft-com:vml" Requires="v">
                <p:oleObj name="公式" r:id="rId2" imgW="1028700" imgH="241300" progId="Equation.3">
                  <p:embed/>
                </p:oleObj>
              </mc:Choice>
              <mc:Fallback>
                <p:oleObj name="公式" r:id="rId2" imgW="1028700" imgH="241300" progId="Equation.3">
                  <p:embed/>
                  <p:pic>
                    <p:nvPicPr>
                      <p:cNvPr id="0" name="图片 49340"/>
                      <p:cNvPicPr>
                        <a:picLocks noGrp="1" noChangeAspect="1" noChangeArrowheads="1"/>
                      </p:cNvPicPr>
                      <p:nvPr/>
                    </p:nvPicPr>
                    <p:blipFill>
                      <a:blip r:embed="rId3"/>
                      <a:srcRect/>
                      <a:stretch>
                        <a:fillRect/>
                      </a:stretch>
                    </p:blipFill>
                    <p:spPr bwMode="auto">
                      <a:xfrm>
                        <a:off x="4963160" y="2417445"/>
                        <a:ext cx="2153920" cy="480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 name="Text Box 5"/>
          <p:cNvSpPr txBox="1">
            <a:spLocks noChangeArrowheads="1"/>
          </p:cNvSpPr>
          <p:nvPr/>
        </p:nvSpPr>
        <p:spPr bwMode="auto">
          <a:xfrm>
            <a:off x="487545" y="2956966"/>
            <a:ext cx="5894388" cy="460375"/>
          </a:xfrm>
          <a:prstGeom prst="rect">
            <a:avLst/>
          </a:prstGeom>
          <a:noFill/>
          <a:ln w="9525">
            <a:noFill/>
            <a:miter lim="800000"/>
          </a:ln>
        </p:spPr>
        <p:txBody>
          <a:bodyPr>
            <a:spAutoFit/>
          </a:bodyPr>
          <a:lstStyle/>
          <a:p>
            <a:pPr eaLnBrk="1" hangingPunct="1">
              <a:spcBef>
                <a:spcPct val="50000"/>
              </a:spcBef>
              <a:defRPr/>
            </a:pPr>
            <a:r>
              <a:rPr lang="zh-CN" altLang="en-US" sz="2400" b="1" i="1" dirty="0">
                <a:solidFill>
                  <a:srgbClr val="000000"/>
                </a:solidFill>
                <a:ea typeface="+mn-ea"/>
                <a:cs typeface="Times New Roman" panose="02020603050405020304" pitchFamily="18" charset="0"/>
                <a:sym typeface="Symbol" panose="05050102010706020507"/>
              </a:rPr>
              <a:t>θ</a:t>
            </a:r>
            <a:r>
              <a:rPr lang="en-US" altLang="zh-CN" sz="2400" b="1" baseline="-25000" dirty="0">
                <a:solidFill>
                  <a:srgbClr val="000000"/>
                </a:solidFill>
                <a:latin typeface="+mn-ea"/>
                <a:ea typeface="+mn-ea"/>
                <a:sym typeface="Symbol" panose="05050102010706020507"/>
              </a:rPr>
              <a:t>1</a:t>
            </a:r>
            <a:r>
              <a:rPr lang="zh-CN" altLang="en-US" sz="2400" b="1" dirty="0">
                <a:solidFill>
                  <a:srgbClr val="000000"/>
                </a:solidFill>
                <a:latin typeface="+mn-ea"/>
                <a:ea typeface="+mn-ea"/>
                <a:sym typeface="Symbol" panose="05050102010706020507"/>
              </a:rPr>
              <a:t>对应</a:t>
            </a:r>
            <a:r>
              <a:rPr lang="zh-CN" altLang="en-US" sz="2400" b="1" dirty="0">
                <a:solidFill>
                  <a:srgbClr val="000000"/>
                </a:solidFill>
                <a:latin typeface="+mn-ea"/>
                <a:ea typeface="+mn-ea"/>
              </a:rPr>
              <a:t>光栅明纹的级数</a:t>
            </a:r>
            <a:r>
              <a:rPr lang="en-US" altLang="zh-CN" sz="2400" b="1" dirty="0">
                <a:solidFill>
                  <a:srgbClr val="000000"/>
                </a:solidFill>
                <a:latin typeface="+mn-ea"/>
                <a:ea typeface="+mn-ea"/>
              </a:rPr>
              <a:t>k</a:t>
            </a:r>
          </a:p>
        </p:txBody>
      </p:sp>
      <p:graphicFrame>
        <p:nvGraphicFramePr>
          <p:cNvPr id="74" name="Object 3"/>
          <p:cNvGraphicFramePr>
            <a:graphicFrameLocks noGrp="1" noChangeAspect="1"/>
          </p:cNvGraphicFramePr>
          <p:nvPr/>
        </p:nvGraphicFramePr>
        <p:xfrm>
          <a:off x="4658360" y="3006725"/>
          <a:ext cx="2763520" cy="472440"/>
        </p:xfrm>
        <a:graphic>
          <a:graphicData uri="http://schemas.openxmlformats.org/presentationml/2006/ole">
            <mc:AlternateContent xmlns:mc="http://schemas.openxmlformats.org/markup-compatibility/2006">
              <mc:Choice xmlns:v="urn:schemas-microsoft-com:vml" Requires="v">
                <p:oleObj name="公式" r:id="rId4" imgW="1346200" imgH="241300" progId="Equation.3">
                  <p:embed/>
                </p:oleObj>
              </mc:Choice>
              <mc:Fallback>
                <p:oleObj name="公式" r:id="rId4" imgW="1346200" imgH="241300" progId="Equation.3">
                  <p:embed/>
                  <p:pic>
                    <p:nvPicPr>
                      <p:cNvPr id="0" name="图片 49341"/>
                      <p:cNvPicPr>
                        <a:picLocks noGrp="1" noChangeAspect="1" noChangeArrowheads="1"/>
                      </p:cNvPicPr>
                      <p:nvPr/>
                    </p:nvPicPr>
                    <p:blipFill>
                      <a:blip r:embed="rId5"/>
                      <a:srcRect/>
                      <a:stretch>
                        <a:fillRect/>
                      </a:stretch>
                    </p:blipFill>
                    <p:spPr bwMode="auto">
                      <a:xfrm>
                        <a:off x="4658360" y="3006725"/>
                        <a:ext cx="2763520" cy="472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 name="对象 74"/>
          <p:cNvGraphicFramePr>
            <a:graphicFrameLocks noGrp="1" noChangeAspect="1"/>
          </p:cNvGraphicFramePr>
          <p:nvPr/>
        </p:nvGraphicFramePr>
        <p:xfrm>
          <a:off x="2392045" y="3479165"/>
          <a:ext cx="2570480" cy="901700"/>
        </p:xfrm>
        <a:graphic>
          <a:graphicData uri="http://schemas.openxmlformats.org/presentationml/2006/ole">
            <mc:AlternateContent xmlns:mc="http://schemas.openxmlformats.org/markup-compatibility/2006">
              <mc:Choice xmlns:v="urn:schemas-microsoft-com:vml" Requires="v">
                <p:oleObj name="公式" r:id="rId6" imgW="1270000" imgH="419100" progId="Equation.3">
                  <p:embed/>
                </p:oleObj>
              </mc:Choice>
              <mc:Fallback>
                <p:oleObj name="公式" r:id="rId6" imgW="1270000" imgH="419100" progId="Equation.3">
                  <p:embed/>
                  <p:pic>
                    <p:nvPicPr>
                      <p:cNvPr id="0" name="Object 4"/>
                      <p:cNvPicPr>
                        <a:picLocks noGrp="1" noChangeAspect="1" noChangeArrowheads="1"/>
                      </p:cNvPicPr>
                      <p:nvPr/>
                    </p:nvPicPr>
                    <p:blipFill>
                      <a:blip r:embed="rId7"/>
                      <a:srcRect/>
                      <a:stretch>
                        <a:fillRect/>
                      </a:stretch>
                    </p:blipFill>
                    <p:spPr bwMode="auto">
                      <a:xfrm>
                        <a:off x="2392045" y="3479165"/>
                        <a:ext cx="2570480" cy="901700"/>
                      </a:xfrm>
                      <a:prstGeom prst="rect">
                        <a:avLst/>
                      </a:prstGeom>
                      <a:noFill/>
                      <a:ln>
                        <a:noFill/>
                      </a:ln>
                      <a:effectLst/>
                    </p:spPr>
                  </p:pic>
                </p:oleObj>
              </mc:Fallback>
            </mc:AlternateContent>
          </a:graphicData>
        </a:graphic>
      </p:graphicFrame>
      <p:graphicFrame>
        <p:nvGraphicFramePr>
          <p:cNvPr id="76" name="对象 75"/>
          <p:cNvGraphicFramePr>
            <a:graphicFrameLocks noChangeAspect="1"/>
          </p:cNvGraphicFramePr>
          <p:nvPr/>
        </p:nvGraphicFramePr>
        <p:xfrm>
          <a:off x="6066498" y="4126006"/>
          <a:ext cx="1803400" cy="915987"/>
        </p:xfrm>
        <a:graphic>
          <a:graphicData uri="http://schemas.openxmlformats.org/presentationml/2006/ole">
            <mc:AlternateContent xmlns:mc="http://schemas.openxmlformats.org/markup-compatibility/2006">
              <mc:Choice xmlns:v="urn:schemas-microsoft-com:vml" Requires="v">
                <p:oleObj name="公式" r:id="rId8" imgW="18592800" imgH="9448800" progId="Equation.3">
                  <p:embed/>
                </p:oleObj>
              </mc:Choice>
              <mc:Fallback>
                <p:oleObj name="公式" r:id="rId8" imgW="18592800" imgH="9448800" progId="Equation.3">
                  <p:embed/>
                  <p:pic>
                    <p:nvPicPr>
                      <p:cNvPr id="0" name="图片 49343"/>
                      <p:cNvPicPr/>
                      <p:nvPr/>
                    </p:nvPicPr>
                    <p:blipFill>
                      <a:blip r:embed="rId9"/>
                      <a:stretch>
                        <a:fillRect/>
                      </a:stretch>
                    </p:blipFill>
                    <p:spPr>
                      <a:xfrm>
                        <a:off x="6066498" y="4126006"/>
                        <a:ext cx="1803400" cy="915987"/>
                      </a:xfrm>
                      <a:prstGeom prst="rect">
                        <a:avLst/>
                      </a:prstGeom>
                    </p:spPr>
                  </p:pic>
                </p:oleObj>
              </mc:Fallback>
            </mc:AlternateContent>
          </a:graphicData>
        </a:graphic>
      </p:graphicFrame>
      <p:sp>
        <p:nvSpPr>
          <p:cNvPr id="77" name="Text Box 5"/>
          <p:cNvSpPr txBox="1">
            <a:spLocks noChangeArrowheads="1"/>
          </p:cNvSpPr>
          <p:nvPr/>
        </p:nvSpPr>
        <p:spPr bwMode="auto">
          <a:xfrm>
            <a:off x="487680" y="4458970"/>
            <a:ext cx="2099945" cy="460375"/>
          </a:xfrm>
          <a:prstGeom prst="rect">
            <a:avLst/>
          </a:prstGeom>
          <a:noFill/>
          <a:ln w="9525">
            <a:noFill/>
            <a:miter lim="800000"/>
          </a:ln>
        </p:spPr>
        <p:txBody>
          <a:bodyPr wrap="square">
            <a:spAutoFit/>
          </a:bodyPr>
          <a:lstStyle/>
          <a:p>
            <a:pPr eaLnBrk="1" hangingPunct="1">
              <a:spcBef>
                <a:spcPct val="50000"/>
              </a:spcBef>
              <a:defRPr/>
            </a:pPr>
            <a:r>
              <a:rPr lang="zh-CN" altLang="en-US" sz="2400" b="1" dirty="0">
                <a:solidFill>
                  <a:srgbClr val="000000"/>
                </a:solidFill>
                <a:latin typeface="+mn-ea"/>
                <a:ea typeface="+mn-ea"/>
              </a:rPr>
              <a:t>光栅衍射常数</a:t>
            </a:r>
          </a:p>
        </p:txBody>
      </p:sp>
      <p:graphicFrame>
        <p:nvGraphicFramePr>
          <p:cNvPr id="78" name="Object 6"/>
          <p:cNvGraphicFramePr>
            <a:graphicFrameLocks noGrp="1" noChangeAspect="1"/>
          </p:cNvGraphicFramePr>
          <p:nvPr/>
        </p:nvGraphicFramePr>
        <p:xfrm>
          <a:off x="2508814" y="4468207"/>
          <a:ext cx="3352800" cy="450850"/>
        </p:xfrm>
        <a:graphic>
          <a:graphicData uri="http://schemas.openxmlformats.org/presentationml/2006/ole">
            <mc:AlternateContent xmlns:mc="http://schemas.openxmlformats.org/markup-compatibility/2006">
              <mc:Choice xmlns:v="urn:schemas-microsoft-com:vml" Requires="v">
                <p:oleObj name="公式" r:id="rId10" imgW="34747200" imgH="4876800" progId="Equation.3">
                  <p:embed/>
                </p:oleObj>
              </mc:Choice>
              <mc:Fallback>
                <p:oleObj name="公式" r:id="rId10" imgW="34747200" imgH="4876800" progId="Equation.3">
                  <p:embed/>
                  <p:pic>
                    <p:nvPicPr>
                      <p:cNvPr id="0" name="图片 49344"/>
                      <p:cNvPicPr>
                        <a:picLocks noGrp="1" noChangeAspect="1" noChangeArrowheads="1"/>
                      </p:cNvPicPr>
                      <p:nvPr/>
                    </p:nvPicPr>
                    <p:blipFill>
                      <a:blip r:embed="rId11"/>
                      <a:srcRect/>
                      <a:stretch>
                        <a:fillRect/>
                      </a:stretch>
                    </p:blipFill>
                    <p:spPr bwMode="auto">
                      <a:xfrm>
                        <a:off x="2508814" y="4468207"/>
                        <a:ext cx="3352800" cy="450850"/>
                      </a:xfrm>
                      <a:prstGeom prst="rect">
                        <a:avLst/>
                      </a:prstGeom>
                      <a:noFill/>
                      <a:ln>
                        <a:noFill/>
                      </a:ln>
                      <a:effectLst/>
                    </p:spPr>
                  </p:pic>
                </p:oleObj>
              </mc:Fallback>
            </mc:AlternateContent>
          </a:graphicData>
        </a:graphic>
      </p:graphicFrame>
      <p:sp>
        <p:nvSpPr>
          <p:cNvPr id="79" name="Text Box 5"/>
          <p:cNvSpPr txBox="1">
            <a:spLocks noChangeArrowheads="1"/>
          </p:cNvSpPr>
          <p:nvPr/>
        </p:nvSpPr>
        <p:spPr bwMode="auto">
          <a:xfrm>
            <a:off x="482149" y="5274205"/>
            <a:ext cx="8001000" cy="460375"/>
          </a:xfrm>
          <a:prstGeom prst="rect">
            <a:avLst/>
          </a:prstGeom>
          <a:noFill/>
          <a:ln w="9525">
            <a:noFill/>
            <a:miter lim="800000"/>
          </a:ln>
        </p:spPr>
        <p:txBody>
          <a:bodyPr>
            <a:spAutoFit/>
          </a:bodyPr>
          <a:lstStyle/>
          <a:p>
            <a:pPr eaLnBrk="1" hangingPunct="1">
              <a:spcBef>
                <a:spcPct val="50000"/>
              </a:spcBef>
              <a:defRPr/>
            </a:pPr>
            <a:r>
              <a:rPr lang="zh-CN" altLang="en-US" sz="2400" b="1" dirty="0">
                <a:solidFill>
                  <a:srgbClr val="000000"/>
                </a:solidFill>
                <a:latin typeface="+mn-ea"/>
                <a:ea typeface="+mn-ea"/>
              </a:rPr>
              <a:t>单缝衍射中央明纹范围内，光栅衍射的主明纹</a:t>
            </a:r>
          </a:p>
        </p:txBody>
      </p:sp>
      <p:graphicFrame>
        <p:nvGraphicFramePr>
          <p:cNvPr id="80" name="Object 5"/>
          <p:cNvGraphicFramePr>
            <a:graphicFrameLocks noGrp="1" noChangeAspect="1"/>
          </p:cNvGraphicFramePr>
          <p:nvPr/>
        </p:nvGraphicFramePr>
        <p:xfrm>
          <a:off x="3629660" y="5904230"/>
          <a:ext cx="1901825" cy="475615"/>
        </p:xfrm>
        <a:graphic>
          <a:graphicData uri="http://schemas.openxmlformats.org/presentationml/2006/ole">
            <mc:AlternateContent xmlns:mc="http://schemas.openxmlformats.org/markup-compatibility/2006">
              <mc:Choice xmlns:v="urn:schemas-microsoft-com:vml" Requires="v">
                <p:oleObj name="公式" r:id="rId12" imgW="19812000" imgH="5181600" progId="Equation.3">
                  <p:embed/>
                </p:oleObj>
              </mc:Choice>
              <mc:Fallback>
                <p:oleObj name="公式" r:id="rId12" imgW="19812000" imgH="5181600" progId="Equation.3">
                  <p:embed/>
                  <p:pic>
                    <p:nvPicPr>
                      <p:cNvPr id="0" name="图片 49345"/>
                      <p:cNvPicPr>
                        <a:picLocks noGrp="1"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29660" y="5904230"/>
                        <a:ext cx="1901825" cy="475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7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3" grpId="0"/>
      <p:bldP spid="77" grpId="0"/>
      <p:bldP spid="79"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Picture 3" descr="IMAGE0008"/>
          <p:cNvPicPr>
            <a:picLocks noChangeAspect="1"/>
          </p:cNvPicPr>
          <p:nvPr/>
        </p:nvPicPr>
        <p:blipFill>
          <a:blip r:embed="rId2"/>
          <a:stretch>
            <a:fillRect/>
          </a:stretch>
        </p:blipFill>
        <p:spPr>
          <a:xfrm>
            <a:off x="261938" y="104775"/>
            <a:ext cx="8229600" cy="2397125"/>
          </a:xfrm>
          <a:prstGeom prst="rect">
            <a:avLst/>
          </a:prstGeom>
          <a:noFill/>
          <a:ln w="9525">
            <a:noFill/>
          </a:ln>
        </p:spPr>
      </p:pic>
      <p:grpSp>
        <p:nvGrpSpPr>
          <p:cNvPr id="32770" name="Group 368"/>
          <p:cNvGrpSpPr/>
          <p:nvPr/>
        </p:nvGrpSpPr>
        <p:grpSpPr>
          <a:xfrm>
            <a:off x="166688" y="104775"/>
            <a:ext cx="698500" cy="390525"/>
            <a:chOff x="127" y="728"/>
            <a:chExt cx="437" cy="256"/>
          </a:xfrm>
        </p:grpSpPr>
        <p:sp>
          <p:nvSpPr>
            <p:cNvPr id="32771" name="Oval 369" descr="栎木"/>
            <p:cNvSpPr/>
            <p:nvPr/>
          </p:nvSpPr>
          <p:spPr>
            <a:xfrm>
              <a:off x="127" y="728"/>
              <a:ext cx="437" cy="256"/>
            </a:xfrm>
            <a:prstGeom prst="ellipse">
              <a:avLst/>
            </a:prstGeom>
            <a:blipFill rotWithShape="0">
              <a:blip r:embed="rId3"/>
            </a:blipFill>
            <a:ln w="38100" cap="flat" cmpd="sng">
              <a:solidFill>
                <a:srgbClr val="00CC99"/>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26993" name="WordArt 370"/>
            <p:cNvSpPr>
              <a:spLocks noTextEdit="1"/>
            </p:cNvSpPr>
            <p:nvPr/>
          </p:nvSpPr>
          <p:spPr>
            <a:xfrm>
              <a:off x="187" y="780"/>
              <a:ext cx="305" cy="147"/>
            </a:xfrm>
            <a:prstGeom prst="rect">
              <a:avLst/>
            </a:prstGeom>
          </p:spPr>
          <p:txBody>
            <a:bodyPr wrap="none" fromWordArt="1">
              <a:prstTxWarp prst="textPlain">
                <a:avLst>
                  <a:gd name="adj" fmla="val 50287"/>
                </a:avLst>
              </a:prstTxWarp>
              <a:normAutofit fontScale="25000" lnSpcReduction="10000"/>
            </a:bodyPr>
            <a:lstStyle/>
            <a:p>
              <a:pPr algn="ctr" fontAlgn="base"/>
              <a:r>
                <a:rPr lang="zh-CN" altLang="en-US"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例</a:t>
              </a:r>
              <a:r>
                <a:rPr lang="en-US" altLang="zh-CN"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cs typeface="+mn-cs"/>
                </a:rPr>
                <a:t>10</a:t>
              </a:r>
              <a:endParaRPr lang="en-US" altLang="zh-CN" sz="3600" strike="noStrike" noProof="1">
                <a:ln w="19050" cap="flat" cmpd="sng">
                  <a:solidFill>
                    <a:schemeClr val="bg1"/>
                  </a:solidFill>
                  <a:prstDash val="solid"/>
                  <a:round/>
                  <a:headEnd type="none" w="med" len="med"/>
                  <a:tailEnd type="none" w="med" len="med"/>
                </a:ln>
                <a:solidFill>
                  <a:schemeClr val="bg1"/>
                </a:solidFill>
                <a:effectLst>
                  <a:outerShdw dist="35921" dir="2699999" algn="ctr" rotWithShape="0">
                    <a:schemeClr val="tx1"/>
                  </a:outerShdw>
                </a:effectLst>
                <a:latin typeface="宋体" panose="02010600030101010101" pitchFamily="2" charset="-122"/>
                <a:ea typeface="宋体" panose="02010600030101010101" pitchFamily="2" charset="-122"/>
              </a:endParaRPr>
            </a:p>
          </p:txBody>
        </p:sp>
      </p:grpSp>
      <p:pic>
        <p:nvPicPr>
          <p:cNvPr id="32773" name="Picture 2" descr="IMAGE0018"/>
          <p:cNvPicPr>
            <a:picLocks noChangeAspect="1"/>
          </p:cNvPicPr>
          <p:nvPr/>
        </p:nvPicPr>
        <p:blipFill>
          <a:blip r:embed="rId4"/>
          <a:stretch>
            <a:fillRect/>
          </a:stretch>
        </p:blipFill>
        <p:spPr>
          <a:xfrm>
            <a:off x="261938" y="2400300"/>
            <a:ext cx="5881687" cy="2057400"/>
          </a:xfrm>
          <a:prstGeom prst="rect">
            <a:avLst/>
          </a:prstGeom>
          <a:noFill/>
          <a:ln w="9525">
            <a:noFill/>
          </a:ln>
        </p:spPr>
      </p:pic>
      <p:pic>
        <p:nvPicPr>
          <p:cNvPr id="32774" name="Picture 3" descr="IMAGE0019"/>
          <p:cNvPicPr>
            <a:picLocks noChangeAspect="1"/>
          </p:cNvPicPr>
          <p:nvPr/>
        </p:nvPicPr>
        <p:blipFill>
          <a:blip r:embed="rId5"/>
          <a:srcRect l="2907" t="4070"/>
          <a:stretch>
            <a:fillRect/>
          </a:stretch>
        </p:blipFill>
        <p:spPr>
          <a:xfrm>
            <a:off x="361950" y="4370388"/>
            <a:ext cx="5457825" cy="24876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3" descr="IMAGE0015"/>
          <p:cNvPicPr>
            <a:picLocks noChangeAspect="1"/>
          </p:cNvPicPr>
          <p:nvPr/>
        </p:nvPicPr>
        <p:blipFill>
          <a:blip r:embed="rId2"/>
          <a:stretch>
            <a:fillRect/>
          </a:stretch>
        </p:blipFill>
        <p:spPr>
          <a:xfrm>
            <a:off x="314325" y="812800"/>
            <a:ext cx="8153400" cy="2501900"/>
          </a:xfrm>
          <a:prstGeom prst="rect">
            <a:avLst/>
          </a:prstGeom>
          <a:noFill/>
          <a:ln w="9525">
            <a:noFill/>
          </a:ln>
        </p:spPr>
      </p:pic>
      <p:pic>
        <p:nvPicPr>
          <p:cNvPr id="34818" name="Picture 3" descr="IMAGE0018"/>
          <p:cNvPicPr>
            <a:picLocks noChangeAspect="1"/>
          </p:cNvPicPr>
          <p:nvPr/>
        </p:nvPicPr>
        <p:blipFill>
          <a:blip r:embed="rId3"/>
          <a:stretch>
            <a:fillRect/>
          </a:stretch>
        </p:blipFill>
        <p:spPr>
          <a:xfrm>
            <a:off x="314325" y="3171825"/>
            <a:ext cx="8229600" cy="1576388"/>
          </a:xfrm>
          <a:prstGeom prst="rect">
            <a:avLst/>
          </a:prstGeom>
          <a:noFill/>
          <a:ln w="9525">
            <a:noFill/>
          </a:ln>
        </p:spPr>
      </p:pic>
      <p:pic>
        <p:nvPicPr>
          <p:cNvPr id="34819" name="Picture 3" descr="IMAGE0019"/>
          <p:cNvPicPr>
            <a:picLocks noChangeAspect="1"/>
          </p:cNvPicPr>
          <p:nvPr/>
        </p:nvPicPr>
        <p:blipFill>
          <a:blip r:embed="rId4"/>
          <a:stretch>
            <a:fillRect/>
          </a:stretch>
        </p:blipFill>
        <p:spPr>
          <a:xfrm>
            <a:off x="125413" y="4816475"/>
            <a:ext cx="8229600" cy="1576388"/>
          </a:xfrm>
          <a:prstGeom prst="rect">
            <a:avLst/>
          </a:prstGeom>
          <a:noFill/>
          <a:ln w="9525">
            <a:noFill/>
          </a:ln>
        </p:spPr>
      </p:pic>
      <p:sp>
        <p:nvSpPr>
          <p:cNvPr id="34820" name="Rectangle 2"/>
          <p:cNvSpPr>
            <a:spLocks noGrp="1"/>
          </p:cNvSpPr>
          <p:nvPr>
            <p:ph type="title"/>
          </p:nvPr>
        </p:nvSpPr>
        <p:spPr>
          <a:xfrm>
            <a:off x="3515360" y="192405"/>
            <a:ext cx="2113280" cy="509270"/>
          </a:xfrm>
        </p:spPr>
        <p:txBody>
          <a:bodyPr vert="horz" wrap="square" lIns="91440" tIns="45720" rIns="91440" bIns="45720" anchor="ctr" anchorCtr="0"/>
          <a:lstStyle/>
          <a:p>
            <a:pPr eaLnBrk="1" hangingPunct="1"/>
            <a:r>
              <a:rPr lang="zh-CN" altLang="en-US" sz="3200" b="1" dirty="0">
                <a:solidFill>
                  <a:srgbClr val="FF0000"/>
                </a:solidFill>
              </a:rPr>
              <a:t>练习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Picture 3" descr="IMAGE0017"/>
          <p:cNvPicPr>
            <a:picLocks noChangeAspect="1"/>
          </p:cNvPicPr>
          <p:nvPr/>
        </p:nvPicPr>
        <p:blipFill>
          <a:blip r:embed="rId2"/>
          <a:stretch>
            <a:fillRect/>
          </a:stretch>
        </p:blipFill>
        <p:spPr>
          <a:xfrm>
            <a:off x="346075" y="2049463"/>
            <a:ext cx="8229600" cy="2144712"/>
          </a:xfrm>
          <a:prstGeom prst="rect">
            <a:avLst/>
          </a:prstGeom>
          <a:noFill/>
          <a:ln w="9525">
            <a:noFill/>
          </a:ln>
        </p:spPr>
      </p:pic>
      <p:pic>
        <p:nvPicPr>
          <p:cNvPr id="35842" name="Picture 3" descr="IMAGE0018"/>
          <p:cNvPicPr>
            <a:picLocks noChangeAspect="1"/>
          </p:cNvPicPr>
          <p:nvPr/>
        </p:nvPicPr>
        <p:blipFill>
          <a:blip r:embed="rId3"/>
          <a:stretch>
            <a:fillRect/>
          </a:stretch>
        </p:blipFill>
        <p:spPr>
          <a:xfrm>
            <a:off x="346075" y="3887788"/>
            <a:ext cx="8229600" cy="2824162"/>
          </a:xfrm>
          <a:prstGeom prst="rect">
            <a:avLst/>
          </a:prstGeom>
          <a:noFill/>
          <a:ln w="9525">
            <a:noFill/>
          </a:ln>
        </p:spPr>
      </p:pic>
      <p:pic>
        <p:nvPicPr>
          <p:cNvPr id="35843" name="Picture 4" descr="IMAGE0003"/>
          <p:cNvPicPr>
            <a:picLocks noChangeAspect="1"/>
          </p:cNvPicPr>
          <p:nvPr/>
        </p:nvPicPr>
        <p:blipFill>
          <a:blip r:embed="rId4"/>
          <a:stretch>
            <a:fillRect/>
          </a:stretch>
        </p:blipFill>
        <p:spPr>
          <a:xfrm>
            <a:off x="346075" y="168275"/>
            <a:ext cx="8229600" cy="194786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5" name="Picture 3" descr="IMAGE0016"/>
          <p:cNvPicPr>
            <a:picLocks noChangeAspect="1"/>
          </p:cNvPicPr>
          <p:nvPr/>
        </p:nvPicPr>
        <p:blipFill>
          <a:blip r:embed="rId2"/>
          <a:stretch>
            <a:fillRect/>
          </a:stretch>
        </p:blipFill>
        <p:spPr>
          <a:xfrm>
            <a:off x="346075" y="498475"/>
            <a:ext cx="8229600" cy="1619250"/>
          </a:xfrm>
          <a:prstGeom prst="rect">
            <a:avLst/>
          </a:prstGeom>
          <a:noFill/>
          <a:ln w="9525">
            <a:noFill/>
          </a:ln>
        </p:spPr>
      </p:pic>
      <p:pic>
        <p:nvPicPr>
          <p:cNvPr id="36866" name="Picture 3" descr="IMAGE0017"/>
          <p:cNvPicPr>
            <a:picLocks noChangeAspect="1"/>
          </p:cNvPicPr>
          <p:nvPr/>
        </p:nvPicPr>
        <p:blipFill>
          <a:blip r:embed="rId3"/>
          <a:stretch>
            <a:fillRect/>
          </a:stretch>
        </p:blipFill>
        <p:spPr>
          <a:xfrm>
            <a:off x="346075" y="2476500"/>
            <a:ext cx="8229600" cy="177006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3" descr="IMAGE0005"/>
          <p:cNvPicPr>
            <a:picLocks noChangeAspect="1"/>
          </p:cNvPicPr>
          <p:nvPr/>
        </p:nvPicPr>
        <p:blipFill>
          <a:blip r:embed="rId2"/>
          <a:stretch>
            <a:fillRect/>
          </a:stretch>
        </p:blipFill>
        <p:spPr>
          <a:xfrm>
            <a:off x="314325" y="1055688"/>
            <a:ext cx="8229600" cy="1150937"/>
          </a:xfrm>
          <a:prstGeom prst="rect">
            <a:avLst/>
          </a:prstGeom>
          <a:noFill/>
          <a:ln w="9525">
            <a:noFill/>
          </a:ln>
        </p:spPr>
      </p:pic>
      <p:pic>
        <p:nvPicPr>
          <p:cNvPr id="37890" name="Picture 4" descr="IMAGE0014"/>
          <p:cNvPicPr>
            <a:picLocks noChangeAspect="1"/>
          </p:cNvPicPr>
          <p:nvPr/>
        </p:nvPicPr>
        <p:blipFill>
          <a:blip r:embed="rId3"/>
          <a:stretch>
            <a:fillRect/>
          </a:stretch>
        </p:blipFill>
        <p:spPr>
          <a:xfrm>
            <a:off x="236538" y="2584450"/>
            <a:ext cx="8229600" cy="22066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文本框 4"/>
          <p:cNvSpPr txBox="1"/>
          <p:nvPr>
            <p:custDataLst>
              <p:tags r:id="rId1"/>
            </p:custDataLst>
          </p:nvPr>
        </p:nvSpPr>
        <p:spPr>
          <a:xfrm>
            <a:off x="466725" y="1844675"/>
            <a:ext cx="7659688" cy="1568450"/>
          </a:xfrm>
          <a:prstGeom prst="rect">
            <a:avLst/>
          </a:prstGeom>
          <a:noFill/>
          <a:ln w="9525">
            <a:noFill/>
          </a:ln>
        </p:spPr>
        <p:txBody>
          <a:bodyPr wrap="square" anchor="t" anchorCtr="0">
            <a:spAutoFit/>
          </a:bodyPr>
          <a:lstStyle/>
          <a:p>
            <a:r>
              <a:rPr lang="zh-CN" altLang="zh-CN" sz="2400">
                <a:solidFill>
                  <a:srgbClr val="FF0000"/>
                </a:solidFill>
                <a:latin typeface="Arial" panose="020B0604020202020204" pitchFamily="34" charset="0"/>
                <a:ea typeface="宋体" panose="02010600030101010101" pitchFamily="2" charset="-122"/>
              </a:rPr>
              <a:t>课件例</a:t>
            </a:r>
            <a:r>
              <a:rPr lang="en-US" altLang="zh-CN" sz="2400">
                <a:solidFill>
                  <a:srgbClr val="FF0000"/>
                </a:solidFill>
                <a:latin typeface="Arial" panose="020B0604020202020204" pitchFamily="34" charset="0"/>
                <a:ea typeface="宋体" panose="02010600030101010101" pitchFamily="2" charset="-122"/>
              </a:rPr>
              <a:t>1~</a:t>
            </a:r>
            <a:r>
              <a:rPr lang="zh-CN" altLang="en-US" sz="2400">
                <a:solidFill>
                  <a:srgbClr val="FF0000"/>
                </a:solidFill>
                <a:latin typeface="Arial" panose="020B0604020202020204" pitchFamily="34" charset="0"/>
                <a:ea typeface="宋体" panose="02010600030101010101" pitchFamily="2" charset="-122"/>
              </a:rPr>
              <a:t>例</a:t>
            </a:r>
            <a:r>
              <a:rPr lang="en-US" altLang="zh-CN" sz="2400">
                <a:solidFill>
                  <a:srgbClr val="FF0000"/>
                </a:solidFill>
                <a:latin typeface="Arial" panose="020B0604020202020204" pitchFamily="34" charset="0"/>
                <a:ea typeface="宋体" panose="02010600030101010101" pitchFamily="2" charset="-122"/>
              </a:rPr>
              <a:t>10</a:t>
            </a:r>
            <a:r>
              <a:rPr lang="zh-CN" altLang="en-US" sz="2400">
                <a:solidFill>
                  <a:srgbClr val="FF0000"/>
                </a:solidFill>
                <a:latin typeface="Arial" panose="020B0604020202020204" pitchFamily="34" charset="0"/>
                <a:ea typeface="宋体" panose="02010600030101010101" pitchFamily="2" charset="-122"/>
              </a:rPr>
              <a:t>，课件课前测、讨论题、图片题</a:t>
            </a:r>
          </a:p>
          <a:p>
            <a:endParaRPr lang="en-US" altLang="zh-CN" sz="2400">
              <a:solidFill>
                <a:srgbClr val="FF0000"/>
              </a:solidFill>
              <a:latin typeface="Arial" panose="020B0604020202020204" pitchFamily="34" charset="0"/>
              <a:ea typeface="宋体" panose="02010600030101010101" pitchFamily="2" charset="-122"/>
            </a:endParaRPr>
          </a:p>
          <a:p>
            <a:r>
              <a:rPr lang="zh-CN" altLang="en-US" sz="2400">
                <a:solidFill>
                  <a:srgbClr val="FF0000"/>
                </a:solidFill>
                <a:latin typeface="Arial" panose="020B0604020202020204" pitchFamily="34" charset="0"/>
                <a:ea typeface="宋体" panose="02010600030101010101" pitchFamily="2" charset="-122"/>
              </a:rPr>
              <a:t>惯例：</a:t>
            </a:r>
            <a:r>
              <a:rPr lang="en-US" altLang="zh-CN" sz="2400">
                <a:solidFill>
                  <a:srgbClr val="FF0000"/>
                </a:solidFill>
                <a:latin typeface="Arial" panose="020B0604020202020204" pitchFamily="34" charset="0"/>
                <a:ea typeface="宋体" panose="02010600030101010101" pitchFamily="2" charset="-122"/>
              </a:rPr>
              <a:t>10</a:t>
            </a:r>
            <a:r>
              <a:rPr lang="zh-CN" altLang="en-US" sz="2400">
                <a:solidFill>
                  <a:srgbClr val="FF0000"/>
                </a:solidFill>
                <a:latin typeface="Arial" panose="020B0604020202020204" pitchFamily="34" charset="0"/>
                <a:ea typeface="宋体" panose="02010600030101010101" pitchFamily="2" charset="-122"/>
              </a:rPr>
              <a:t>分计算题。</a:t>
            </a:r>
            <a:r>
              <a:rPr lang="zh-CN" altLang="zh-CN" sz="2400">
                <a:solidFill>
                  <a:srgbClr val="FF0000"/>
                </a:solidFill>
                <a:latin typeface="Arial" panose="020B0604020202020204" pitchFamily="34" charset="0"/>
                <a:ea typeface="宋体" panose="02010600030101010101" pitchFamily="2" charset="-122"/>
              </a:rPr>
              <a:t>课件例</a:t>
            </a:r>
            <a:r>
              <a:rPr lang="en-US" altLang="zh-CN" sz="2400">
                <a:solidFill>
                  <a:srgbClr val="FF0000"/>
                </a:solidFill>
                <a:latin typeface="Arial" panose="020B0604020202020204" pitchFamily="34" charset="0"/>
                <a:ea typeface="宋体" panose="02010600030101010101" pitchFamily="2" charset="-122"/>
              </a:rPr>
              <a:t>1~</a:t>
            </a:r>
            <a:r>
              <a:rPr lang="zh-CN" altLang="en-US" sz="2400">
                <a:solidFill>
                  <a:srgbClr val="FF0000"/>
                </a:solidFill>
                <a:latin typeface="Arial" panose="020B0604020202020204" pitchFamily="34" charset="0"/>
                <a:ea typeface="宋体" panose="02010600030101010101" pitchFamily="2" charset="-122"/>
              </a:rPr>
              <a:t>例</a:t>
            </a:r>
            <a:r>
              <a:rPr lang="en-US" altLang="zh-CN" sz="2400">
                <a:solidFill>
                  <a:srgbClr val="FF0000"/>
                </a:solidFill>
                <a:latin typeface="Arial" panose="020B0604020202020204" pitchFamily="34" charset="0"/>
                <a:ea typeface="宋体" panose="02010600030101010101" pitchFamily="2" charset="-122"/>
              </a:rPr>
              <a:t>10</a:t>
            </a:r>
            <a:r>
              <a:rPr lang="zh-CN" altLang="en-US" sz="2400">
                <a:solidFill>
                  <a:srgbClr val="FF0000"/>
                </a:solidFill>
                <a:latin typeface="Arial" panose="020B0604020202020204" pitchFamily="34" charset="0"/>
                <a:ea typeface="宋体" panose="02010600030101010101" pitchFamily="2" charset="-122"/>
              </a:rPr>
              <a:t>会了，</a:t>
            </a:r>
            <a:r>
              <a:rPr lang="en-US" altLang="zh-CN" sz="2400">
                <a:solidFill>
                  <a:srgbClr val="FF0000"/>
                </a:solidFill>
                <a:latin typeface="Arial" panose="020B0604020202020204" pitchFamily="34" charset="0"/>
                <a:ea typeface="宋体" panose="02010600030101010101" pitchFamily="2" charset="-122"/>
              </a:rPr>
              <a:t>10</a:t>
            </a:r>
            <a:r>
              <a:rPr lang="zh-CN" altLang="en-US" sz="2400">
                <a:solidFill>
                  <a:srgbClr val="FF0000"/>
                </a:solidFill>
                <a:latin typeface="Arial" panose="020B0604020202020204" pitchFamily="34" charset="0"/>
                <a:ea typeface="宋体" panose="02010600030101010101" pitchFamily="2" charset="-122"/>
              </a:rPr>
              <a:t>分计算题就会了</a:t>
            </a:r>
          </a:p>
        </p:txBody>
      </p:sp>
      <p:sp>
        <p:nvSpPr>
          <p:cNvPr id="52226" name="文本框 5"/>
          <p:cNvSpPr txBox="1"/>
          <p:nvPr>
            <p:custDataLst>
              <p:tags r:id="rId2"/>
            </p:custDataLst>
          </p:nvPr>
        </p:nvSpPr>
        <p:spPr>
          <a:xfrm>
            <a:off x="2339975" y="836613"/>
            <a:ext cx="4710113" cy="522287"/>
          </a:xfrm>
          <a:prstGeom prst="rect">
            <a:avLst/>
          </a:prstGeom>
          <a:noFill/>
          <a:ln w="9525">
            <a:noFill/>
          </a:ln>
        </p:spPr>
        <p:txBody>
          <a:bodyPr wrap="square" anchor="t" anchorCtr="0">
            <a:spAutoFit/>
          </a:bodyPr>
          <a:lstStyle/>
          <a:p>
            <a:r>
              <a:rPr lang="zh-CN" altLang="en-US" sz="2800">
                <a:solidFill>
                  <a:srgbClr val="FF0000"/>
                </a:solidFill>
                <a:latin typeface="Arial" panose="020B0604020202020204" pitchFamily="34" charset="0"/>
                <a:ea typeface="宋体" panose="02010600030101010101" pitchFamily="2" charset="-122"/>
              </a:rPr>
              <a:t>光栅衍射课件复习重点</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4" descr="羊皮纸"/>
          <p:cNvSpPr/>
          <p:nvPr/>
        </p:nvSpPr>
        <p:spPr>
          <a:xfrm>
            <a:off x="0" y="0"/>
            <a:ext cx="9144000" cy="908050"/>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9218" name="WordArt 3"/>
          <p:cNvSpPr>
            <a:spLocks noTextEdit="1"/>
          </p:cNvSpPr>
          <p:nvPr/>
        </p:nvSpPr>
        <p:spPr>
          <a:xfrm>
            <a:off x="431800" y="404813"/>
            <a:ext cx="6480175" cy="323850"/>
          </a:xfrm>
          <a:prstGeom prst="rect">
            <a:avLst/>
          </a:prstGeom>
        </p:spPr>
        <p:txBody>
          <a:bodyPr wrap="none" fromWordArt="1">
            <a:prstTxWarp prst="textPlain">
              <a:avLst>
                <a:gd name="adj" fmla="val 50000"/>
              </a:avLst>
            </a:prstTxWarp>
            <a:normAutofit fontScale="40000"/>
          </a:bodyPr>
          <a:lstStyle/>
          <a:p>
            <a:pPr algn="ctr" fontAlgn="base"/>
            <a:r>
              <a:rPr lang="zh-CN" altLang="en-US" sz="3600" strike="noStrike" noProof="1">
                <a:ln w="9525" cap="flat" cmpd="sng">
                  <a:solidFill>
                    <a:srgbClr val="CC0000"/>
                  </a:solidFill>
                  <a:prstDash val="solid"/>
                  <a:round/>
                  <a:headEnd type="none" w="med" len="med"/>
                  <a:tailEnd type="none" w="med" len="med"/>
                </a:ln>
                <a:solidFill>
                  <a:srgbClr val="CC0000"/>
                </a:solidFill>
                <a:latin typeface="华文中宋" panose="02010600040101010101" charset="-122"/>
                <a:ea typeface="华文中宋" panose="02010600040101010101" charset="-122"/>
                <a:cs typeface="+mn-cs"/>
              </a:rPr>
              <a:t>起偏和检偏（</a:t>
            </a:r>
            <a:r>
              <a:rPr lang="en-US" altLang="zh-CN" sz="3600" strike="noStrike" noProof="1">
                <a:ln w="9525" cap="flat" cmpd="sng">
                  <a:solidFill>
                    <a:srgbClr val="CC0000"/>
                  </a:solidFill>
                  <a:prstDash val="solid"/>
                  <a:round/>
                  <a:headEnd type="none" w="med" len="med"/>
                  <a:tailEnd type="none" w="med" len="med"/>
                </a:ln>
                <a:solidFill>
                  <a:srgbClr val="CC0000"/>
                </a:solidFill>
                <a:latin typeface="华文中宋" panose="02010600040101010101" charset="-122"/>
                <a:ea typeface="华文中宋" panose="02010600040101010101" charset="-122"/>
                <a:cs typeface="+mn-cs"/>
              </a:rPr>
              <a:t>0</a:t>
            </a:r>
            <a:r>
              <a:rPr lang="zh-CN" altLang="en-US" sz="3600" strike="noStrike" noProof="1">
                <a:ln w="9525" cap="flat" cmpd="sng">
                  <a:solidFill>
                    <a:srgbClr val="CC0000"/>
                  </a:solidFill>
                  <a:prstDash val="solid"/>
                  <a:round/>
                  <a:headEnd type="none" w="med" len="med"/>
                  <a:tailEnd type="none" w="med" len="med"/>
                </a:ln>
                <a:solidFill>
                  <a:srgbClr val="CC0000"/>
                </a:solidFill>
                <a:latin typeface="华文中宋" panose="02010600040101010101" charset="-122"/>
                <a:ea typeface="华文中宋" panose="02010600040101010101" charset="-122"/>
                <a:cs typeface="+mn-cs"/>
              </a:rPr>
              <a:t>分或</a:t>
            </a:r>
            <a:r>
              <a:rPr lang="en-US" altLang="zh-CN" sz="3600" strike="noStrike" noProof="1">
                <a:ln w="9525" cap="flat" cmpd="sng">
                  <a:solidFill>
                    <a:srgbClr val="CC0000"/>
                  </a:solidFill>
                  <a:prstDash val="solid"/>
                  <a:round/>
                  <a:headEnd type="none" w="med" len="med"/>
                  <a:tailEnd type="none" w="med" len="med"/>
                </a:ln>
                <a:solidFill>
                  <a:srgbClr val="CC0000"/>
                </a:solidFill>
                <a:latin typeface="华文中宋" panose="02010600040101010101" charset="-122"/>
                <a:ea typeface="华文中宋" panose="02010600040101010101" charset="-122"/>
                <a:cs typeface="+mn-cs"/>
              </a:rPr>
              <a:t>3</a:t>
            </a:r>
            <a:r>
              <a:rPr lang="zh-CN" altLang="en-US" sz="3600" strike="noStrike" noProof="1">
                <a:ln w="9525" cap="flat" cmpd="sng">
                  <a:solidFill>
                    <a:srgbClr val="CC0000"/>
                  </a:solidFill>
                  <a:prstDash val="solid"/>
                  <a:round/>
                  <a:headEnd type="none" w="med" len="med"/>
                  <a:tailEnd type="none" w="med" len="med"/>
                </a:ln>
                <a:solidFill>
                  <a:srgbClr val="CC0000"/>
                </a:solidFill>
                <a:latin typeface="华文中宋" panose="02010600040101010101" charset="-122"/>
                <a:ea typeface="华文中宋" panose="02010600040101010101" charset="-122"/>
                <a:cs typeface="+mn-cs"/>
              </a:rPr>
              <a:t>分）</a:t>
            </a:r>
            <a:endParaRPr lang="zh-CN" altLang="en-US" sz="3600" strike="noStrike" noProof="1">
              <a:ln w="9525" cap="flat" cmpd="sng">
                <a:solidFill>
                  <a:srgbClr val="CC0000"/>
                </a:solidFill>
                <a:prstDash val="solid"/>
                <a:round/>
                <a:headEnd type="none" w="med" len="med"/>
                <a:tailEnd type="none" w="med" len="med"/>
              </a:ln>
              <a:solidFill>
                <a:srgbClr val="CC0000"/>
              </a:solidFill>
              <a:latin typeface="华文中宋" panose="02010600040101010101" charset="-122"/>
              <a:ea typeface="华文中宋" panose="02010600040101010101" charset="-122"/>
            </a:endParaRPr>
          </a:p>
        </p:txBody>
      </p:sp>
      <p:sp>
        <p:nvSpPr>
          <p:cNvPr id="53251" name="Rectangle 5" descr="羊皮纸"/>
          <p:cNvSpPr/>
          <p:nvPr/>
        </p:nvSpPr>
        <p:spPr>
          <a:xfrm>
            <a:off x="0" y="6489700"/>
            <a:ext cx="9144000" cy="368300"/>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53252" name="Rectangle 23" descr="羊皮纸"/>
          <p:cNvSpPr/>
          <p:nvPr/>
        </p:nvSpPr>
        <p:spPr>
          <a:xfrm>
            <a:off x="4521200" y="1147763"/>
            <a:ext cx="101600" cy="5427662"/>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2" name="Group 118"/>
          <p:cNvGrpSpPr/>
          <p:nvPr/>
        </p:nvGrpSpPr>
        <p:grpSpPr>
          <a:xfrm>
            <a:off x="531813" y="4678363"/>
            <a:ext cx="3822700" cy="1533525"/>
            <a:chOff x="335" y="2947"/>
            <a:chExt cx="2408" cy="966"/>
          </a:xfrm>
        </p:grpSpPr>
        <p:sp>
          <p:nvSpPr>
            <p:cNvPr id="53254" name="WordArt 30"/>
            <p:cNvSpPr>
              <a:spLocks noTextEdit="1"/>
            </p:cNvSpPr>
            <p:nvPr/>
          </p:nvSpPr>
          <p:spPr>
            <a:xfrm>
              <a:off x="335" y="2947"/>
              <a:ext cx="887" cy="25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入射自然光</a:t>
              </a:r>
            </a:p>
          </p:txBody>
        </p:sp>
        <p:sp>
          <p:nvSpPr>
            <p:cNvPr id="53255" name="WordArt 31"/>
            <p:cNvSpPr>
              <a:spLocks noTextEdit="1"/>
            </p:cNvSpPr>
            <p:nvPr/>
          </p:nvSpPr>
          <p:spPr>
            <a:xfrm>
              <a:off x="614" y="3273"/>
              <a:ext cx="337" cy="23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光强</a:t>
              </a:r>
            </a:p>
          </p:txBody>
        </p:sp>
        <p:grpSp>
          <p:nvGrpSpPr>
            <p:cNvPr id="53256" name="Group 32"/>
            <p:cNvGrpSpPr/>
            <p:nvPr/>
          </p:nvGrpSpPr>
          <p:grpSpPr>
            <a:xfrm>
              <a:off x="1789" y="2956"/>
              <a:ext cx="943" cy="528"/>
              <a:chOff x="1789" y="2956"/>
              <a:chExt cx="943" cy="528"/>
            </a:xfrm>
          </p:grpSpPr>
          <p:sp>
            <p:nvSpPr>
              <p:cNvPr id="53257" name="WordArt 33"/>
              <p:cNvSpPr>
                <a:spLocks noTextEdit="1"/>
              </p:cNvSpPr>
              <p:nvPr/>
            </p:nvSpPr>
            <p:spPr>
              <a:xfrm>
                <a:off x="1789" y="2956"/>
                <a:ext cx="943" cy="23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出射线偏振光</a:t>
                </a:r>
              </a:p>
            </p:txBody>
          </p:sp>
          <p:sp>
            <p:nvSpPr>
              <p:cNvPr id="53258" name="WordArt 34"/>
              <p:cNvSpPr>
                <a:spLocks noTextEdit="1"/>
              </p:cNvSpPr>
              <p:nvPr/>
            </p:nvSpPr>
            <p:spPr>
              <a:xfrm>
                <a:off x="2089" y="3250"/>
                <a:ext cx="337" cy="23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光强</a:t>
                </a:r>
              </a:p>
            </p:txBody>
          </p:sp>
        </p:grpSp>
        <p:grpSp>
          <p:nvGrpSpPr>
            <p:cNvPr id="53259" name="Group 35"/>
            <p:cNvGrpSpPr/>
            <p:nvPr/>
          </p:nvGrpSpPr>
          <p:grpSpPr>
            <a:xfrm rot="5400000">
              <a:off x="2022" y="3675"/>
              <a:ext cx="59" cy="166"/>
              <a:chOff x="2928" y="3216"/>
              <a:chExt cx="48" cy="240"/>
            </a:xfrm>
          </p:grpSpPr>
          <p:sp>
            <p:nvSpPr>
              <p:cNvPr id="53260" name="Line 36"/>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53261" name="Line 37"/>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53262" name="WordArt 38"/>
            <p:cNvSpPr>
              <a:spLocks noTextEdit="1"/>
            </p:cNvSpPr>
            <p:nvPr/>
          </p:nvSpPr>
          <p:spPr>
            <a:xfrm>
              <a:off x="2616" y="3707"/>
              <a:ext cx="127" cy="18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sp>
          <p:nvSpPr>
            <p:cNvPr id="53263" name="Line 39"/>
            <p:cNvSpPr/>
            <p:nvPr/>
          </p:nvSpPr>
          <p:spPr>
            <a:xfrm flipH="1">
              <a:off x="2444" y="3620"/>
              <a:ext cx="163" cy="293"/>
            </a:xfrm>
            <a:prstGeom prst="line">
              <a:avLst/>
            </a:prstGeom>
            <a:ln w="57150" cap="flat" cmpd="sng">
              <a:solidFill>
                <a:schemeClr val="tx1"/>
              </a:solidFill>
              <a:prstDash val="solid"/>
              <a:round/>
              <a:headEnd type="none" w="med" len="med"/>
              <a:tailEnd type="none" w="med" len="med"/>
            </a:ln>
          </p:spPr>
        </p:sp>
        <p:grpSp>
          <p:nvGrpSpPr>
            <p:cNvPr id="53264" name="Group 58"/>
            <p:cNvGrpSpPr/>
            <p:nvPr/>
          </p:nvGrpSpPr>
          <p:grpSpPr>
            <a:xfrm>
              <a:off x="731" y="3669"/>
              <a:ext cx="229" cy="216"/>
              <a:chOff x="690" y="2422"/>
              <a:chExt cx="229" cy="216"/>
            </a:xfrm>
          </p:grpSpPr>
          <p:sp>
            <p:nvSpPr>
              <p:cNvPr id="53265" name="WordArt 59"/>
              <p:cNvSpPr>
                <a:spLocks noTextEdit="1"/>
              </p:cNvSpPr>
              <p:nvPr/>
            </p:nvSpPr>
            <p:spPr>
              <a:xfrm>
                <a:off x="822" y="2535"/>
                <a:ext cx="97" cy="10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53266" name="WordArt 60"/>
              <p:cNvSpPr>
                <a:spLocks noTextEdit="1"/>
              </p:cNvSpPr>
              <p:nvPr/>
            </p:nvSpPr>
            <p:spPr>
              <a:xfrm>
                <a:off x="690" y="2422"/>
                <a:ext cx="169" cy="2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I</a:t>
                </a:r>
              </a:p>
            </p:txBody>
          </p:sp>
        </p:grpSp>
        <p:grpSp>
          <p:nvGrpSpPr>
            <p:cNvPr id="53267" name="Group 61"/>
            <p:cNvGrpSpPr/>
            <p:nvPr/>
          </p:nvGrpSpPr>
          <p:grpSpPr>
            <a:xfrm>
              <a:off x="1706" y="3660"/>
              <a:ext cx="214" cy="219"/>
              <a:chOff x="2230" y="2412"/>
              <a:chExt cx="214" cy="219"/>
            </a:xfrm>
          </p:grpSpPr>
          <p:sp>
            <p:nvSpPr>
              <p:cNvPr id="53268" name="WordArt 62"/>
              <p:cNvSpPr>
                <a:spLocks noTextEdit="1"/>
              </p:cNvSpPr>
              <p:nvPr/>
            </p:nvSpPr>
            <p:spPr>
              <a:xfrm>
                <a:off x="2230" y="2412"/>
                <a:ext cx="168" cy="20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53269" name="WordArt 63"/>
              <p:cNvSpPr>
                <a:spLocks noTextEdit="1"/>
              </p:cNvSpPr>
              <p:nvPr/>
            </p:nvSpPr>
            <p:spPr>
              <a:xfrm>
                <a:off x="2380" y="2518"/>
                <a:ext cx="64" cy="11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grpSp>
          <p:nvGrpSpPr>
            <p:cNvPr id="53270" name="Group 64"/>
            <p:cNvGrpSpPr/>
            <p:nvPr/>
          </p:nvGrpSpPr>
          <p:grpSpPr>
            <a:xfrm>
              <a:off x="2186" y="3656"/>
              <a:ext cx="229" cy="216"/>
              <a:chOff x="690" y="2422"/>
              <a:chExt cx="229" cy="216"/>
            </a:xfrm>
          </p:grpSpPr>
          <p:sp>
            <p:nvSpPr>
              <p:cNvPr id="53271" name="WordArt 65"/>
              <p:cNvSpPr>
                <a:spLocks noTextEdit="1"/>
              </p:cNvSpPr>
              <p:nvPr/>
            </p:nvSpPr>
            <p:spPr>
              <a:xfrm>
                <a:off x="822" y="2535"/>
                <a:ext cx="97" cy="10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53272" name="WordArt 66"/>
              <p:cNvSpPr>
                <a:spLocks noTextEdit="1"/>
              </p:cNvSpPr>
              <p:nvPr/>
            </p:nvSpPr>
            <p:spPr>
              <a:xfrm>
                <a:off x="690" y="2422"/>
                <a:ext cx="169" cy="2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I</a:t>
                </a:r>
              </a:p>
            </p:txBody>
          </p:sp>
        </p:grpSp>
      </p:grpSp>
      <p:grpSp>
        <p:nvGrpSpPr>
          <p:cNvPr id="8" name="Group 119"/>
          <p:cNvGrpSpPr/>
          <p:nvPr/>
        </p:nvGrpSpPr>
        <p:grpSpPr>
          <a:xfrm>
            <a:off x="4672013" y="1155700"/>
            <a:ext cx="4011612" cy="3724275"/>
            <a:chOff x="2943" y="728"/>
            <a:chExt cx="2527" cy="2346"/>
          </a:xfrm>
        </p:grpSpPr>
        <p:grpSp>
          <p:nvGrpSpPr>
            <p:cNvPr id="53274" name="Group 68"/>
            <p:cNvGrpSpPr/>
            <p:nvPr/>
          </p:nvGrpSpPr>
          <p:grpSpPr>
            <a:xfrm>
              <a:off x="2943" y="2121"/>
              <a:ext cx="1173" cy="210"/>
              <a:chOff x="1859" y="1894"/>
              <a:chExt cx="1173" cy="210"/>
            </a:xfrm>
          </p:grpSpPr>
          <p:sp>
            <p:nvSpPr>
              <p:cNvPr id="53275" name="Line 69"/>
              <p:cNvSpPr/>
              <p:nvPr/>
            </p:nvSpPr>
            <p:spPr>
              <a:xfrm>
                <a:off x="1859" y="2001"/>
                <a:ext cx="1173" cy="0"/>
              </a:xfrm>
              <a:prstGeom prst="line">
                <a:avLst/>
              </a:prstGeom>
              <a:ln w="28575" cap="flat" cmpd="sng">
                <a:solidFill>
                  <a:schemeClr val="tx1"/>
                </a:solidFill>
                <a:prstDash val="solid"/>
                <a:round/>
                <a:headEnd type="none" w="med" len="med"/>
                <a:tailEnd type="triangle" w="med" len="lg"/>
              </a:ln>
            </p:spPr>
          </p:sp>
          <p:grpSp>
            <p:nvGrpSpPr>
              <p:cNvPr id="53276" name="Group 70"/>
              <p:cNvGrpSpPr/>
              <p:nvPr/>
            </p:nvGrpSpPr>
            <p:grpSpPr>
              <a:xfrm>
                <a:off x="1971" y="1894"/>
                <a:ext cx="801" cy="210"/>
                <a:chOff x="2231" y="1731"/>
                <a:chExt cx="790" cy="210"/>
              </a:xfrm>
            </p:grpSpPr>
            <p:sp>
              <p:nvSpPr>
                <p:cNvPr id="53277" name="Line 71"/>
                <p:cNvSpPr/>
                <p:nvPr/>
              </p:nvSpPr>
              <p:spPr>
                <a:xfrm>
                  <a:off x="2231" y="1734"/>
                  <a:ext cx="0" cy="204"/>
                </a:xfrm>
                <a:prstGeom prst="line">
                  <a:avLst/>
                </a:prstGeom>
                <a:ln w="38100" cap="flat" cmpd="sng">
                  <a:solidFill>
                    <a:schemeClr val="tx1"/>
                  </a:solidFill>
                  <a:prstDash val="solid"/>
                  <a:round/>
                  <a:headEnd type="none" w="med" len="med"/>
                  <a:tailEnd type="none" w="med" len="med"/>
                </a:ln>
              </p:spPr>
            </p:sp>
            <p:sp>
              <p:nvSpPr>
                <p:cNvPr id="53278" name="Line 72"/>
                <p:cNvSpPr/>
                <p:nvPr/>
              </p:nvSpPr>
              <p:spPr>
                <a:xfrm>
                  <a:off x="2756" y="1736"/>
                  <a:ext cx="0" cy="197"/>
                </a:xfrm>
                <a:prstGeom prst="line">
                  <a:avLst/>
                </a:prstGeom>
                <a:ln w="38100" cap="flat" cmpd="sng">
                  <a:solidFill>
                    <a:schemeClr val="tx1"/>
                  </a:solidFill>
                  <a:prstDash val="solid"/>
                  <a:round/>
                  <a:headEnd type="none" w="med" len="med"/>
                  <a:tailEnd type="none" w="med" len="med"/>
                </a:ln>
              </p:spPr>
            </p:sp>
            <p:sp>
              <p:nvSpPr>
                <p:cNvPr id="53279" name="Line 73"/>
                <p:cNvSpPr/>
                <p:nvPr/>
              </p:nvSpPr>
              <p:spPr>
                <a:xfrm>
                  <a:off x="2494" y="1736"/>
                  <a:ext cx="0" cy="205"/>
                </a:xfrm>
                <a:prstGeom prst="line">
                  <a:avLst/>
                </a:prstGeom>
                <a:ln w="38100" cap="flat" cmpd="sng">
                  <a:solidFill>
                    <a:schemeClr val="tx1"/>
                  </a:solidFill>
                  <a:prstDash val="solid"/>
                  <a:round/>
                  <a:headEnd type="none" w="med" len="med"/>
                  <a:tailEnd type="none" w="med" len="med"/>
                </a:ln>
              </p:spPr>
            </p:sp>
            <p:sp>
              <p:nvSpPr>
                <p:cNvPr id="53280" name="Line 74"/>
                <p:cNvSpPr/>
                <p:nvPr/>
              </p:nvSpPr>
              <p:spPr>
                <a:xfrm>
                  <a:off x="3021" y="1731"/>
                  <a:ext cx="0" cy="205"/>
                </a:xfrm>
                <a:prstGeom prst="line">
                  <a:avLst/>
                </a:prstGeom>
                <a:ln w="38100" cap="flat" cmpd="sng">
                  <a:solidFill>
                    <a:schemeClr val="tx1"/>
                  </a:solidFill>
                  <a:prstDash val="solid"/>
                  <a:round/>
                  <a:headEnd type="none" w="med" len="med"/>
                  <a:tailEnd type="none" w="med" len="med"/>
                </a:ln>
              </p:spPr>
            </p:sp>
          </p:grpSp>
        </p:grpSp>
        <p:sp>
          <p:nvSpPr>
            <p:cNvPr id="53281" name="WordArt 75"/>
            <p:cNvSpPr>
              <a:spLocks noTextEdit="1"/>
            </p:cNvSpPr>
            <p:nvPr/>
          </p:nvSpPr>
          <p:spPr>
            <a:xfrm>
              <a:off x="3085" y="1797"/>
              <a:ext cx="691" cy="14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线偏振光</a:t>
              </a:r>
            </a:p>
          </p:txBody>
        </p:sp>
        <p:grpSp>
          <p:nvGrpSpPr>
            <p:cNvPr id="53282" name="Group 76"/>
            <p:cNvGrpSpPr/>
            <p:nvPr/>
          </p:nvGrpSpPr>
          <p:grpSpPr>
            <a:xfrm>
              <a:off x="3954" y="1551"/>
              <a:ext cx="693" cy="1338"/>
              <a:chOff x="4258" y="1301"/>
              <a:chExt cx="693" cy="1338"/>
            </a:xfrm>
          </p:grpSpPr>
          <p:sp>
            <p:nvSpPr>
              <p:cNvPr id="53283" name="Oval 77"/>
              <p:cNvSpPr/>
              <p:nvPr/>
            </p:nvSpPr>
            <p:spPr>
              <a:xfrm>
                <a:off x="4258" y="1302"/>
                <a:ext cx="673" cy="1337"/>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53284" name="Oval 78"/>
              <p:cNvSpPr/>
              <p:nvPr/>
            </p:nvSpPr>
            <p:spPr>
              <a:xfrm>
                <a:off x="4278" y="1301"/>
                <a:ext cx="673" cy="1337"/>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53285" name="WordArt 79"/>
            <p:cNvSpPr>
              <a:spLocks noTextEdit="1"/>
            </p:cNvSpPr>
            <p:nvPr/>
          </p:nvSpPr>
          <p:spPr>
            <a:xfrm>
              <a:off x="4733" y="1784"/>
              <a:ext cx="607" cy="15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线偏振光</a:t>
              </a:r>
            </a:p>
          </p:txBody>
        </p:sp>
        <p:grpSp>
          <p:nvGrpSpPr>
            <p:cNvPr id="53286" name="Group 80"/>
            <p:cNvGrpSpPr/>
            <p:nvPr/>
          </p:nvGrpSpPr>
          <p:grpSpPr>
            <a:xfrm>
              <a:off x="3751" y="1277"/>
              <a:ext cx="801" cy="171"/>
              <a:chOff x="3160" y="1392"/>
              <a:chExt cx="945" cy="201"/>
            </a:xfrm>
          </p:grpSpPr>
          <p:grpSp>
            <p:nvGrpSpPr>
              <p:cNvPr id="53287" name="Group 81"/>
              <p:cNvGrpSpPr/>
              <p:nvPr/>
            </p:nvGrpSpPr>
            <p:grpSpPr>
              <a:xfrm>
                <a:off x="3880" y="1401"/>
                <a:ext cx="225" cy="180"/>
                <a:chOff x="2641" y="2585"/>
                <a:chExt cx="246" cy="181"/>
              </a:xfrm>
            </p:grpSpPr>
            <p:sp>
              <p:nvSpPr>
                <p:cNvPr id="53288" name="WordArt 82"/>
                <p:cNvSpPr>
                  <a:spLocks noTextEdit="1"/>
                </p:cNvSpPr>
                <p:nvPr/>
              </p:nvSpPr>
              <p:spPr>
                <a:xfrm>
                  <a:off x="2772" y="2697"/>
                  <a:ext cx="115" cy="69"/>
                </a:xfrm>
                <a:prstGeom prst="rect">
                  <a:avLst/>
                </a:prstGeom>
              </p:spPr>
              <p:txBody>
                <a:bodyPr wrap="none" fromWordArt="1">
                  <a:prstTxWarp prst="textPlain">
                    <a:avLst>
                      <a:gd name="adj" fmla="val 55991"/>
                    </a:avLst>
                  </a:prstTxWarp>
                  <a:normAutofit/>
                </a:bodyPr>
                <a:lstStyle/>
                <a:p>
                  <a:pPr algn="ctr"/>
                  <a:r>
                    <a:rPr lang="zh-CN" altLang="en-US" sz="800" i="1">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B</a:t>
                  </a:r>
                </a:p>
              </p:txBody>
            </p:sp>
            <p:sp>
              <p:nvSpPr>
                <p:cNvPr id="53289" name="WordArt 83"/>
                <p:cNvSpPr>
                  <a:spLocks noTextEdit="1"/>
                </p:cNvSpPr>
                <p:nvPr/>
              </p:nvSpPr>
              <p:spPr>
                <a:xfrm>
                  <a:off x="2641" y="2585"/>
                  <a:ext cx="204" cy="172"/>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grpSp>
          <p:sp>
            <p:nvSpPr>
              <p:cNvPr id="53290" name="WordArt 84"/>
              <p:cNvSpPr>
                <a:spLocks noTextEdit="1"/>
              </p:cNvSpPr>
              <p:nvPr/>
            </p:nvSpPr>
            <p:spPr>
              <a:xfrm>
                <a:off x="3160" y="1392"/>
                <a:ext cx="697" cy="20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检偏振器</a:t>
                </a:r>
              </a:p>
            </p:txBody>
          </p:sp>
        </p:grpSp>
        <p:sp>
          <p:nvSpPr>
            <p:cNvPr id="53291" name="WordArt 85"/>
            <p:cNvSpPr>
              <a:spLocks noTextEdit="1"/>
            </p:cNvSpPr>
            <p:nvPr/>
          </p:nvSpPr>
          <p:spPr>
            <a:xfrm>
              <a:off x="4700" y="1287"/>
              <a:ext cx="667" cy="14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透振方向</a:t>
              </a:r>
            </a:p>
          </p:txBody>
        </p:sp>
        <p:sp>
          <p:nvSpPr>
            <p:cNvPr id="53292" name="WordArt 88"/>
            <p:cNvSpPr>
              <a:spLocks noTextEdit="1"/>
            </p:cNvSpPr>
            <p:nvPr/>
          </p:nvSpPr>
          <p:spPr>
            <a:xfrm>
              <a:off x="4943" y="2396"/>
              <a:ext cx="168" cy="20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grpSp>
          <p:nvGrpSpPr>
            <p:cNvPr id="53293" name="Group 93"/>
            <p:cNvGrpSpPr/>
            <p:nvPr/>
          </p:nvGrpSpPr>
          <p:grpSpPr>
            <a:xfrm>
              <a:off x="3128" y="728"/>
              <a:ext cx="2326" cy="302"/>
              <a:chOff x="3128" y="728"/>
              <a:chExt cx="2326" cy="302"/>
            </a:xfrm>
          </p:grpSpPr>
          <p:sp>
            <p:nvSpPr>
              <p:cNvPr id="53294" name="Line 94"/>
              <p:cNvSpPr/>
              <p:nvPr/>
            </p:nvSpPr>
            <p:spPr>
              <a:xfrm flipV="1">
                <a:off x="3128" y="1030"/>
                <a:ext cx="2326" cy="0"/>
              </a:xfrm>
              <a:prstGeom prst="line">
                <a:avLst/>
              </a:prstGeom>
              <a:ln w="57150" cap="flat" cmpd="sng">
                <a:solidFill>
                  <a:srgbClr val="CC0000"/>
                </a:solidFill>
                <a:prstDash val="solid"/>
                <a:round/>
                <a:headEnd type="none" w="med" len="med"/>
                <a:tailEnd type="none" w="med" len="med"/>
              </a:ln>
            </p:spPr>
          </p:sp>
          <p:sp>
            <p:nvSpPr>
              <p:cNvPr id="53295" name="WordArt 95"/>
              <p:cNvSpPr>
                <a:spLocks noTextEdit="1"/>
              </p:cNvSpPr>
              <p:nvPr/>
            </p:nvSpPr>
            <p:spPr>
              <a:xfrm>
                <a:off x="3204" y="728"/>
                <a:ext cx="2140" cy="24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8000"/>
                      </a:solidFill>
                      <a:prstDash val="solid"/>
                      <a:round/>
                      <a:headEnd type="none" w="med" len="med"/>
                      <a:tailEnd type="none" w="med" len="med"/>
                    </a:ln>
                    <a:solidFill>
                      <a:srgbClr val="008000"/>
                    </a:solidFill>
                    <a:latin typeface="幼圆" panose="02010509060101010101" charset="-122"/>
                    <a:ea typeface="幼圆" panose="02010509060101010101" charset="-122"/>
                  </a:rPr>
                  <a:t>检偏振过程（检偏）</a:t>
                </a:r>
              </a:p>
            </p:txBody>
          </p:sp>
        </p:grpSp>
        <p:sp>
          <p:nvSpPr>
            <p:cNvPr id="53296" name="Line 96"/>
            <p:cNvSpPr/>
            <p:nvPr/>
          </p:nvSpPr>
          <p:spPr>
            <a:xfrm flipH="1">
              <a:off x="4097" y="1576"/>
              <a:ext cx="305" cy="1130"/>
            </a:xfrm>
            <a:prstGeom prst="line">
              <a:avLst/>
            </a:prstGeom>
            <a:ln w="19050" cap="flat" cmpd="sng">
              <a:solidFill>
                <a:schemeClr val="bg1"/>
              </a:solidFill>
              <a:prstDash val="solid"/>
              <a:round/>
              <a:headEnd type="none" w="med" len="med"/>
              <a:tailEnd type="none" w="med" len="med"/>
            </a:ln>
          </p:spPr>
        </p:sp>
        <p:sp>
          <p:nvSpPr>
            <p:cNvPr id="53297" name="Line 97"/>
            <p:cNvSpPr/>
            <p:nvPr/>
          </p:nvSpPr>
          <p:spPr>
            <a:xfrm flipH="1">
              <a:off x="4009" y="1574"/>
              <a:ext cx="250" cy="930"/>
            </a:xfrm>
            <a:prstGeom prst="line">
              <a:avLst/>
            </a:prstGeom>
            <a:ln w="19050" cap="flat" cmpd="sng">
              <a:solidFill>
                <a:schemeClr val="bg1"/>
              </a:solidFill>
              <a:prstDash val="solid"/>
              <a:round/>
              <a:headEnd type="none" w="med" len="med"/>
              <a:tailEnd type="none" w="med" len="med"/>
            </a:ln>
          </p:spPr>
        </p:sp>
        <p:sp>
          <p:nvSpPr>
            <p:cNvPr id="53298" name="Line 98"/>
            <p:cNvSpPr/>
            <p:nvPr/>
          </p:nvSpPr>
          <p:spPr>
            <a:xfrm flipH="1">
              <a:off x="4205" y="1672"/>
              <a:ext cx="305" cy="1130"/>
            </a:xfrm>
            <a:prstGeom prst="line">
              <a:avLst/>
            </a:prstGeom>
            <a:ln w="19050" cap="flat" cmpd="sng">
              <a:solidFill>
                <a:schemeClr val="bg1"/>
              </a:solidFill>
              <a:prstDash val="solid"/>
              <a:round/>
              <a:headEnd type="none" w="med" len="med"/>
              <a:tailEnd type="none" w="med" len="med"/>
            </a:ln>
          </p:spPr>
        </p:sp>
        <p:sp>
          <p:nvSpPr>
            <p:cNvPr id="53299" name="Line 99"/>
            <p:cNvSpPr/>
            <p:nvPr/>
          </p:nvSpPr>
          <p:spPr>
            <a:xfrm flipH="1">
              <a:off x="4143" y="1286"/>
              <a:ext cx="482" cy="1788"/>
            </a:xfrm>
            <a:prstGeom prst="line">
              <a:avLst/>
            </a:prstGeom>
            <a:ln w="28575" cap="flat" cmpd="sng">
              <a:solidFill>
                <a:srgbClr val="FF00FF"/>
              </a:solidFill>
              <a:prstDash val="solid"/>
              <a:round/>
              <a:headEnd type="none" w="med" len="med"/>
              <a:tailEnd type="none" w="med" len="med"/>
            </a:ln>
          </p:spPr>
        </p:sp>
        <p:sp>
          <p:nvSpPr>
            <p:cNvPr id="53300" name="Line 100"/>
            <p:cNvSpPr/>
            <p:nvPr/>
          </p:nvSpPr>
          <p:spPr>
            <a:xfrm flipH="1">
              <a:off x="4313" y="1864"/>
              <a:ext cx="275" cy="1022"/>
            </a:xfrm>
            <a:prstGeom prst="line">
              <a:avLst/>
            </a:prstGeom>
            <a:ln w="19050" cap="flat" cmpd="sng">
              <a:solidFill>
                <a:schemeClr val="bg1"/>
              </a:solidFill>
              <a:prstDash val="solid"/>
              <a:round/>
              <a:headEnd type="none" w="med" len="med"/>
              <a:tailEnd type="none" w="med" len="med"/>
            </a:ln>
          </p:spPr>
        </p:sp>
        <p:sp>
          <p:nvSpPr>
            <p:cNvPr id="53301" name="Line 101"/>
            <p:cNvSpPr/>
            <p:nvPr/>
          </p:nvSpPr>
          <p:spPr>
            <a:xfrm flipH="1">
              <a:off x="4481" y="2134"/>
              <a:ext cx="167" cy="680"/>
            </a:xfrm>
            <a:prstGeom prst="line">
              <a:avLst/>
            </a:prstGeom>
            <a:ln w="19050" cap="flat" cmpd="sng">
              <a:solidFill>
                <a:schemeClr val="bg1"/>
              </a:solidFill>
              <a:prstDash val="solid"/>
              <a:round/>
              <a:headEnd type="none" w="med" len="med"/>
              <a:tailEnd type="none" w="med" len="med"/>
            </a:ln>
          </p:spPr>
        </p:sp>
        <p:sp>
          <p:nvSpPr>
            <p:cNvPr id="53302" name="Line 102"/>
            <p:cNvSpPr/>
            <p:nvPr/>
          </p:nvSpPr>
          <p:spPr>
            <a:xfrm flipV="1">
              <a:off x="4348" y="2096"/>
              <a:ext cx="57" cy="201"/>
            </a:xfrm>
            <a:prstGeom prst="line">
              <a:avLst/>
            </a:prstGeom>
            <a:ln w="38100" cap="flat" cmpd="sng">
              <a:solidFill>
                <a:schemeClr val="tx1"/>
              </a:solidFill>
              <a:prstDash val="solid"/>
              <a:round/>
              <a:headEnd type="none" w="med" len="med"/>
              <a:tailEnd type="none" w="med" len="med"/>
            </a:ln>
          </p:spPr>
        </p:sp>
        <p:sp>
          <p:nvSpPr>
            <p:cNvPr id="53303" name="Line 103"/>
            <p:cNvSpPr/>
            <p:nvPr/>
          </p:nvSpPr>
          <p:spPr>
            <a:xfrm flipV="1">
              <a:off x="4564" y="2108"/>
              <a:ext cx="57" cy="201"/>
            </a:xfrm>
            <a:prstGeom prst="line">
              <a:avLst/>
            </a:prstGeom>
            <a:ln w="38100" cap="flat" cmpd="sng">
              <a:solidFill>
                <a:schemeClr val="tx1"/>
              </a:solidFill>
              <a:prstDash val="solid"/>
              <a:round/>
              <a:headEnd type="none" w="med" len="med"/>
              <a:tailEnd type="none" w="med" len="med"/>
            </a:ln>
          </p:spPr>
        </p:sp>
        <p:sp>
          <p:nvSpPr>
            <p:cNvPr id="53304" name="Line 104"/>
            <p:cNvSpPr/>
            <p:nvPr/>
          </p:nvSpPr>
          <p:spPr>
            <a:xfrm flipV="1">
              <a:off x="4792" y="2114"/>
              <a:ext cx="57" cy="201"/>
            </a:xfrm>
            <a:prstGeom prst="line">
              <a:avLst/>
            </a:prstGeom>
            <a:ln w="38100" cap="flat" cmpd="sng">
              <a:solidFill>
                <a:schemeClr val="tx1"/>
              </a:solidFill>
              <a:prstDash val="solid"/>
              <a:round/>
              <a:headEnd type="none" w="med" len="med"/>
              <a:tailEnd type="none" w="med" len="med"/>
            </a:ln>
          </p:spPr>
        </p:sp>
        <p:sp>
          <p:nvSpPr>
            <p:cNvPr id="53305" name="Line 105"/>
            <p:cNvSpPr/>
            <p:nvPr/>
          </p:nvSpPr>
          <p:spPr>
            <a:xfrm flipV="1">
              <a:off x="5020" y="2126"/>
              <a:ext cx="57" cy="201"/>
            </a:xfrm>
            <a:prstGeom prst="line">
              <a:avLst/>
            </a:prstGeom>
            <a:ln w="38100" cap="flat" cmpd="sng">
              <a:solidFill>
                <a:schemeClr val="tx1"/>
              </a:solidFill>
              <a:prstDash val="solid"/>
              <a:round/>
              <a:headEnd type="none" w="med" len="med"/>
              <a:tailEnd type="none" w="med" len="med"/>
            </a:ln>
          </p:spPr>
        </p:sp>
        <p:sp>
          <p:nvSpPr>
            <p:cNvPr id="53306" name="Line 106"/>
            <p:cNvSpPr/>
            <p:nvPr/>
          </p:nvSpPr>
          <p:spPr>
            <a:xfrm>
              <a:off x="4351" y="2225"/>
              <a:ext cx="1119" cy="0"/>
            </a:xfrm>
            <a:prstGeom prst="line">
              <a:avLst/>
            </a:prstGeom>
            <a:ln w="28575" cap="flat" cmpd="sng">
              <a:solidFill>
                <a:schemeClr val="tx1"/>
              </a:solidFill>
              <a:prstDash val="solid"/>
              <a:round/>
              <a:headEnd type="none" w="med" len="med"/>
              <a:tailEnd type="triangle" w="med" len="lg"/>
            </a:ln>
          </p:spPr>
        </p:sp>
        <p:grpSp>
          <p:nvGrpSpPr>
            <p:cNvPr id="53307" name="Group 107"/>
            <p:cNvGrpSpPr/>
            <p:nvPr/>
          </p:nvGrpSpPr>
          <p:grpSpPr>
            <a:xfrm>
              <a:off x="3434" y="2388"/>
              <a:ext cx="214" cy="219"/>
              <a:chOff x="2230" y="2412"/>
              <a:chExt cx="214" cy="219"/>
            </a:xfrm>
          </p:grpSpPr>
          <p:sp>
            <p:nvSpPr>
              <p:cNvPr id="53308" name="WordArt 108"/>
              <p:cNvSpPr>
                <a:spLocks noTextEdit="1"/>
              </p:cNvSpPr>
              <p:nvPr/>
            </p:nvSpPr>
            <p:spPr>
              <a:xfrm>
                <a:off x="2230" y="2412"/>
                <a:ext cx="168" cy="20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53309" name="WordArt 109"/>
              <p:cNvSpPr>
                <a:spLocks noTextEdit="1"/>
              </p:cNvSpPr>
              <p:nvPr/>
            </p:nvSpPr>
            <p:spPr>
              <a:xfrm>
                <a:off x="2380" y="2518"/>
                <a:ext cx="64" cy="11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grpSp>
      <p:grpSp>
        <p:nvGrpSpPr>
          <p:cNvPr id="16" name="Group 120"/>
          <p:cNvGrpSpPr/>
          <p:nvPr/>
        </p:nvGrpSpPr>
        <p:grpSpPr>
          <a:xfrm>
            <a:off x="4803775" y="4713288"/>
            <a:ext cx="3919538" cy="1425575"/>
            <a:chOff x="3026" y="2969"/>
            <a:chExt cx="2469" cy="898"/>
          </a:xfrm>
        </p:grpSpPr>
        <p:sp>
          <p:nvSpPr>
            <p:cNvPr id="53311" name="WordArt 86"/>
            <p:cNvSpPr>
              <a:spLocks noTextEdit="1"/>
            </p:cNvSpPr>
            <p:nvPr/>
          </p:nvSpPr>
          <p:spPr>
            <a:xfrm>
              <a:off x="3026" y="2976"/>
              <a:ext cx="943" cy="23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入射线偏振光</a:t>
              </a:r>
            </a:p>
          </p:txBody>
        </p:sp>
        <p:sp>
          <p:nvSpPr>
            <p:cNvPr id="53312" name="WordArt 87"/>
            <p:cNvSpPr>
              <a:spLocks noTextEdit="1"/>
            </p:cNvSpPr>
            <p:nvPr/>
          </p:nvSpPr>
          <p:spPr>
            <a:xfrm>
              <a:off x="3327" y="3270"/>
              <a:ext cx="337" cy="23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光强</a:t>
              </a:r>
            </a:p>
          </p:txBody>
        </p:sp>
        <p:grpSp>
          <p:nvGrpSpPr>
            <p:cNvPr id="53313" name="Group 89"/>
            <p:cNvGrpSpPr/>
            <p:nvPr/>
          </p:nvGrpSpPr>
          <p:grpSpPr>
            <a:xfrm>
              <a:off x="4552" y="2969"/>
              <a:ext cx="943" cy="557"/>
              <a:chOff x="1783" y="2927"/>
              <a:chExt cx="943" cy="557"/>
            </a:xfrm>
          </p:grpSpPr>
          <p:sp>
            <p:nvSpPr>
              <p:cNvPr id="53314" name="WordArt 90"/>
              <p:cNvSpPr>
                <a:spLocks noTextEdit="1"/>
              </p:cNvSpPr>
              <p:nvPr/>
            </p:nvSpPr>
            <p:spPr>
              <a:xfrm>
                <a:off x="1783" y="2927"/>
                <a:ext cx="943" cy="23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出射线偏振光</a:t>
                </a:r>
              </a:p>
            </p:txBody>
          </p:sp>
          <p:sp>
            <p:nvSpPr>
              <p:cNvPr id="53315" name="WordArt 91"/>
              <p:cNvSpPr>
                <a:spLocks noTextEdit="1"/>
              </p:cNvSpPr>
              <p:nvPr/>
            </p:nvSpPr>
            <p:spPr>
              <a:xfrm>
                <a:off x="2089" y="3250"/>
                <a:ext cx="337" cy="23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光强</a:t>
                </a:r>
              </a:p>
            </p:txBody>
          </p:sp>
        </p:grpSp>
        <p:grpSp>
          <p:nvGrpSpPr>
            <p:cNvPr id="53316" name="Group 110"/>
            <p:cNvGrpSpPr/>
            <p:nvPr/>
          </p:nvGrpSpPr>
          <p:grpSpPr>
            <a:xfrm>
              <a:off x="3454" y="3648"/>
              <a:ext cx="214" cy="219"/>
              <a:chOff x="2230" y="2412"/>
              <a:chExt cx="214" cy="219"/>
            </a:xfrm>
          </p:grpSpPr>
          <p:sp>
            <p:nvSpPr>
              <p:cNvPr id="53317" name="WordArt 111"/>
              <p:cNvSpPr>
                <a:spLocks noTextEdit="1"/>
              </p:cNvSpPr>
              <p:nvPr/>
            </p:nvSpPr>
            <p:spPr>
              <a:xfrm>
                <a:off x="2230" y="2412"/>
                <a:ext cx="168" cy="20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53318" name="WordArt 112"/>
              <p:cNvSpPr>
                <a:spLocks noTextEdit="1"/>
              </p:cNvSpPr>
              <p:nvPr/>
            </p:nvSpPr>
            <p:spPr>
              <a:xfrm>
                <a:off x="2380" y="2518"/>
                <a:ext cx="64" cy="11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grpSp>
      <p:grpSp>
        <p:nvGrpSpPr>
          <p:cNvPr id="53319" name="Group 117"/>
          <p:cNvGrpSpPr/>
          <p:nvPr/>
        </p:nvGrpSpPr>
        <p:grpSpPr>
          <a:xfrm>
            <a:off x="296863" y="1158875"/>
            <a:ext cx="4151312" cy="3690938"/>
            <a:chOff x="187" y="730"/>
            <a:chExt cx="2615" cy="2325"/>
          </a:xfrm>
        </p:grpSpPr>
        <p:grpSp>
          <p:nvGrpSpPr>
            <p:cNvPr id="53320" name="Group 116"/>
            <p:cNvGrpSpPr/>
            <p:nvPr/>
          </p:nvGrpSpPr>
          <p:grpSpPr>
            <a:xfrm>
              <a:off x="187" y="730"/>
              <a:ext cx="2615" cy="2171"/>
              <a:chOff x="187" y="730"/>
              <a:chExt cx="2615" cy="2171"/>
            </a:xfrm>
          </p:grpSpPr>
          <p:sp>
            <p:nvSpPr>
              <p:cNvPr id="53321" name="Line 7"/>
              <p:cNvSpPr/>
              <p:nvPr/>
            </p:nvSpPr>
            <p:spPr>
              <a:xfrm>
                <a:off x="187" y="2233"/>
                <a:ext cx="1185" cy="0"/>
              </a:xfrm>
              <a:prstGeom prst="line">
                <a:avLst/>
              </a:prstGeom>
              <a:ln w="28575" cap="flat" cmpd="sng">
                <a:solidFill>
                  <a:schemeClr val="tx1"/>
                </a:solidFill>
                <a:prstDash val="solid"/>
                <a:round/>
                <a:headEnd type="none" w="med" len="med"/>
                <a:tailEnd type="none" w="med" len="med"/>
              </a:ln>
            </p:spPr>
          </p:sp>
          <p:sp>
            <p:nvSpPr>
              <p:cNvPr id="53322" name="Line 8"/>
              <p:cNvSpPr/>
              <p:nvPr/>
            </p:nvSpPr>
            <p:spPr>
              <a:xfrm>
                <a:off x="285" y="2131"/>
                <a:ext cx="0" cy="204"/>
              </a:xfrm>
              <a:prstGeom prst="line">
                <a:avLst/>
              </a:prstGeom>
              <a:ln w="38100" cap="flat" cmpd="sng">
                <a:solidFill>
                  <a:schemeClr val="tx1"/>
                </a:solidFill>
                <a:prstDash val="solid"/>
                <a:round/>
                <a:headEnd type="none" w="med" len="med"/>
                <a:tailEnd type="none" w="med" len="med"/>
              </a:ln>
            </p:spPr>
          </p:sp>
          <p:sp>
            <p:nvSpPr>
              <p:cNvPr id="53323" name="Line 9"/>
              <p:cNvSpPr/>
              <p:nvPr/>
            </p:nvSpPr>
            <p:spPr>
              <a:xfrm>
                <a:off x="810" y="2133"/>
                <a:ext cx="0" cy="197"/>
              </a:xfrm>
              <a:prstGeom prst="line">
                <a:avLst/>
              </a:prstGeom>
              <a:ln w="38100" cap="flat" cmpd="sng">
                <a:solidFill>
                  <a:schemeClr val="tx1"/>
                </a:solidFill>
                <a:prstDash val="solid"/>
                <a:round/>
                <a:headEnd type="none" w="med" len="med"/>
                <a:tailEnd type="none" w="med" len="med"/>
              </a:ln>
            </p:spPr>
          </p:sp>
          <p:sp>
            <p:nvSpPr>
              <p:cNvPr id="53324" name="Line 10"/>
              <p:cNvSpPr/>
              <p:nvPr/>
            </p:nvSpPr>
            <p:spPr>
              <a:xfrm>
                <a:off x="548" y="2133"/>
                <a:ext cx="0" cy="205"/>
              </a:xfrm>
              <a:prstGeom prst="line">
                <a:avLst/>
              </a:prstGeom>
              <a:ln w="38100" cap="flat" cmpd="sng">
                <a:solidFill>
                  <a:schemeClr val="tx1"/>
                </a:solidFill>
                <a:prstDash val="solid"/>
                <a:round/>
                <a:headEnd type="none" w="med" len="med"/>
                <a:tailEnd type="none" w="med" len="med"/>
              </a:ln>
            </p:spPr>
          </p:sp>
          <p:sp>
            <p:nvSpPr>
              <p:cNvPr id="53325" name="Line 11"/>
              <p:cNvSpPr/>
              <p:nvPr/>
            </p:nvSpPr>
            <p:spPr>
              <a:xfrm>
                <a:off x="1075" y="2128"/>
                <a:ext cx="0" cy="205"/>
              </a:xfrm>
              <a:prstGeom prst="line">
                <a:avLst/>
              </a:prstGeom>
              <a:ln w="38100" cap="flat" cmpd="sng">
                <a:solidFill>
                  <a:schemeClr val="tx1"/>
                </a:solidFill>
                <a:prstDash val="solid"/>
                <a:round/>
                <a:headEnd type="none" w="med" len="med"/>
                <a:tailEnd type="none" w="med" len="med"/>
              </a:ln>
            </p:spPr>
          </p:sp>
          <p:sp>
            <p:nvSpPr>
              <p:cNvPr id="53326" name="Oval 12"/>
              <p:cNvSpPr/>
              <p:nvPr/>
            </p:nvSpPr>
            <p:spPr>
              <a:xfrm>
                <a:off x="907" y="2197"/>
                <a:ext cx="66" cy="7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53327" name="Oval 13"/>
              <p:cNvSpPr/>
              <p:nvPr/>
            </p:nvSpPr>
            <p:spPr>
              <a:xfrm>
                <a:off x="644" y="2199"/>
                <a:ext cx="65" cy="71"/>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53328" name="Oval 14"/>
              <p:cNvSpPr/>
              <p:nvPr/>
            </p:nvSpPr>
            <p:spPr>
              <a:xfrm>
                <a:off x="380" y="2194"/>
                <a:ext cx="66" cy="71"/>
              </a:xfrm>
              <a:prstGeom prst="ellipse">
                <a:avLst/>
              </a:prstGeom>
              <a:solidFill>
                <a:schemeClr val="tx1"/>
              </a:solidFill>
              <a:ln w="38100"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53329" name="Oval 15"/>
              <p:cNvSpPr/>
              <p:nvPr/>
            </p:nvSpPr>
            <p:spPr>
              <a:xfrm>
                <a:off x="1170" y="2197"/>
                <a:ext cx="66" cy="7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53330" name="WordArt 16"/>
              <p:cNvSpPr>
                <a:spLocks noTextEdit="1"/>
              </p:cNvSpPr>
              <p:nvPr/>
            </p:nvSpPr>
            <p:spPr>
              <a:xfrm>
                <a:off x="451" y="1767"/>
                <a:ext cx="553" cy="12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自然光</a:t>
                </a:r>
              </a:p>
            </p:txBody>
          </p:sp>
          <p:grpSp>
            <p:nvGrpSpPr>
              <p:cNvPr id="53331" name="Group 17"/>
              <p:cNvGrpSpPr/>
              <p:nvPr/>
            </p:nvGrpSpPr>
            <p:grpSpPr>
              <a:xfrm>
                <a:off x="1293" y="1563"/>
                <a:ext cx="693" cy="1338"/>
                <a:chOff x="1804" y="2053"/>
                <a:chExt cx="693" cy="1338"/>
              </a:xfrm>
            </p:grpSpPr>
            <p:sp>
              <p:nvSpPr>
                <p:cNvPr id="53332" name="Oval 18"/>
                <p:cNvSpPr/>
                <p:nvPr/>
              </p:nvSpPr>
              <p:spPr>
                <a:xfrm>
                  <a:off x="1804" y="2054"/>
                  <a:ext cx="673" cy="1337"/>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53333" name="Oval 19"/>
                <p:cNvSpPr/>
                <p:nvPr/>
              </p:nvSpPr>
              <p:spPr>
                <a:xfrm>
                  <a:off x="1824" y="2053"/>
                  <a:ext cx="673" cy="1337"/>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53334" name="WordArt 20"/>
              <p:cNvSpPr>
                <a:spLocks noTextEdit="1"/>
              </p:cNvSpPr>
              <p:nvPr/>
            </p:nvSpPr>
            <p:spPr>
              <a:xfrm>
                <a:off x="2025" y="1788"/>
                <a:ext cx="715" cy="12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线偏振光</a:t>
                </a:r>
              </a:p>
            </p:txBody>
          </p:sp>
          <p:sp>
            <p:nvSpPr>
              <p:cNvPr id="53335" name="Line 21"/>
              <p:cNvSpPr/>
              <p:nvPr/>
            </p:nvSpPr>
            <p:spPr>
              <a:xfrm>
                <a:off x="2196" y="2127"/>
                <a:ext cx="0" cy="197"/>
              </a:xfrm>
              <a:prstGeom prst="line">
                <a:avLst/>
              </a:prstGeom>
              <a:ln w="38100" cap="flat" cmpd="sng">
                <a:solidFill>
                  <a:schemeClr val="tx1"/>
                </a:solidFill>
                <a:prstDash val="solid"/>
                <a:round/>
                <a:headEnd type="none" w="med" len="med"/>
                <a:tailEnd type="none" w="med" len="med"/>
              </a:ln>
            </p:spPr>
          </p:sp>
          <p:sp>
            <p:nvSpPr>
              <p:cNvPr id="53336" name="Line 22"/>
              <p:cNvSpPr/>
              <p:nvPr/>
            </p:nvSpPr>
            <p:spPr>
              <a:xfrm>
                <a:off x="2465" y="2122"/>
                <a:ext cx="0" cy="205"/>
              </a:xfrm>
              <a:prstGeom prst="line">
                <a:avLst/>
              </a:prstGeom>
              <a:ln w="38100" cap="flat" cmpd="sng">
                <a:solidFill>
                  <a:schemeClr val="tx1"/>
                </a:solidFill>
                <a:prstDash val="solid"/>
                <a:round/>
                <a:headEnd type="none" w="med" len="med"/>
                <a:tailEnd type="none" w="med" len="med"/>
              </a:ln>
            </p:spPr>
          </p:sp>
          <p:grpSp>
            <p:nvGrpSpPr>
              <p:cNvPr id="53337" name="Group 24"/>
              <p:cNvGrpSpPr/>
              <p:nvPr/>
            </p:nvGrpSpPr>
            <p:grpSpPr>
              <a:xfrm>
                <a:off x="712" y="1229"/>
                <a:ext cx="884" cy="155"/>
                <a:chOff x="533" y="1408"/>
                <a:chExt cx="926" cy="209"/>
              </a:xfrm>
            </p:grpSpPr>
            <p:grpSp>
              <p:nvGrpSpPr>
                <p:cNvPr id="53338" name="Group 25"/>
                <p:cNvGrpSpPr/>
                <p:nvPr/>
              </p:nvGrpSpPr>
              <p:grpSpPr>
                <a:xfrm>
                  <a:off x="1242" y="1408"/>
                  <a:ext cx="217" cy="186"/>
                  <a:chOff x="2100" y="2573"/>
                  <a:chExt cx="229" cy="185"/>
                </a:xfrm>
              </p:grpSpPr>
              <p:sp>
                <p:nvSpPr>
                  <p:cNvPr id="53339" name="WordArt 26"/>
                  <p:cNvSpPr>
                    <a:spLocks noTextEdit="1"/>
                  </p:cNvSpPr>
                  <p:nvPr/>
                </p:nvSpPr>
                <p:spPr>
                  <a:xfrm>
                    <a:off x="2100" y="2573"/>
                    <a:ext cx="204" cy="172"/>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53340" name="WordArt 27"/>
                  <p:cNvSpPr>
                    <a:spLocks noTextEdit="1"/>
                  </p:cNvSpPr>
                  <p:nvPr/>
                </p:nvSpPr>
                <p:spPr>
                  <a:xfrm>
                    <a:off x="2238" y="2679"/>
                    <a:ext cx="91" cy="79"/>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A</a:t>
                    </a:r>
                  </a:p>
                </p:txBody>
              </p:sp>
            </p:grpSp>
            <p:sp>
              <p:nvSpPr>
                <p:cNvPr id="53341" name="WordArt 28"/>
                <p:cNvSpPr>
                  <a:spLocks noTextEdit="1"/>
                </p:cNvSpPr>
                <p:nvPr/>
              </p:nvSpPr>
              <p:spPr>
                <a:xfrm>
                  <a:off x="533" y="1416"/>
                  <a:ext cx="697" cy="20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起偏振器</a:t>
                  </a:r>
                </a:p>
              </p:txBody>
            </p:sp>
          </p:grpSp>
          <p:sp>
            <p:nvSpPr>
              <p:cNvPr id="53342" name="WordArt 29"/>
              <p:cNvSpPr>
                <a:spLocks noTextEdit="1"/>
              </p:cNvSpPr>
              <p:nvPr/>
            </p:nvSpPr>
            <p:spPr>
              <a:xfrm>
                <a:off x="1718" y="1296"/>
                <a:ext cx="649" cy="14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透振方向</a:t>
                </a:r>
              </a:p>
            </p:txBody>
          </p:sp>
          <p:grpSp>
            <p:nvGrpSpPr>
              <p:cNvPr id="53343" name="Group 40"/>
              <p:cNvGrpSpPr/>
              <p:nvPr/>
            </p:nvGrpSpPr>
            <p:grpSpPr>
              <a:xfrm>
                <a:off x="690" y="2422"/>
                <a:ext cx="229" cy="216"/>
                <a:chOff x="690" y="2422"/>
                <a:chExt cx="229" cy="216"/>
              </a:xfrm>
            </p:grpSpPr>
            <p:sp>
              <p:nvSpPr>
                <p:cNvPr id="53344" name="WordArt 41"/>
                <p:cNvSpPr>
                  <a:spLocks noTextEdit="1"/>
                </p:cNvSpPr>
                <p:nvPr/>
              </p:nvSpPr>
              <p:spPr>
                <a:xfrm>
                  <a:off x="822" y="2535"/>
                  <a:ext cx="97" cy="10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53345" name="WordArt 42"/>
                <p:cNvSpPr>
                  <a:spLocks noTextEdit="1"/>
                </p:cNvSpPr>
                <p:nvPr/>
              </p:nvSpPr>
              <p:spPr>
                <a:xfrm>
                  <a:off x="690" y="2422"/>
                  <a:ext cx="169" cy="2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I</a:t>
                  </a:r>
                </a:p>
              </p:txBody>
            </p:sp>
          </p:grpSp>
          <p:grpSp>
            <p:nvGrpSpPr>
              <p:cNvPr id="53346" name="Group 43"/>
              <p:cNvGrpSpPr/>
              <p:nvPr/>
            </p:nvGrpSpPr>
            <p:grpSpPr>
              <a:xfrm>
                <a:off x="2230" y="2412"/>
                <a:ext cx="214" cy="219"/>
                <a:chOff x="2230" y="2412"/>
                <a:chExt cx="214" cy="219"/>
              </a:xfrm>
            </p:grpSpPr>
            <p:sp>
              <p:nvSpPr>
                <p:cNvPr id="53347" name="WordArt 44"/>
                <p:cNvSpPr>
                  <a:spLocks noTextEdit="1"/>
                </p:cNvSpPr>
                <p:nvPr/>
              </p:nvSpPr>
              <p:spPr>
                <a:xfrm>
                  <a:off x="2230" y="2412"/>
                  <a:ext cx="168" cy="20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53348" name="WordArt 45"/>
                <p:cNvSpPr>
                  <a:spLocks noTextEdit="1"/>
                </p:cNvSpPr>
                <p:nvPr/>
              </p:nvSpPr>
              <p:spPr>
                <a:xfrm>
                  <a:off x="2380" y="2518"/>
                  <a:ext cx="64" cy="11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grpSp>
            <p:nvGrpSpPr>
              <p:cNvPr id="53349" name="Group 46"/>
              <p:cNvGrpSpPr/>
              <p:nvPr/>
            </p:nvGrpSpPr>
            <p:grpSpPr>
              <a:xfrm>
                <a:off x="326" y="730"/>
                <a:ext cx="2315" cy="302"/>
                <a:chOff x="326" y="730"/>
                <a:chExt cx="2315" cy="302"/>
              </a:xfrm>
            </p:grpSpPr>
            <p:sp>
              <p:nvSpPr>
                <p:cNvPr id="53350" name="WordArt 47"/>
                <p:cNvSpPr>
                  <a:spLocks noTextEdit="1"/>
                </p:cNvSpPr>
                <p:nvPr/>
              </p:nvSpPr>
              <p:spPr>
                <a:xfrm>
                  <a:off x="382" y="730"/>
                  <a:ext cx="2140" cy="24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8000"/>
                        </a:solidFill>
                        <a:prstDash val="solid"/>
                        <a:round/>
                        <a:headEnd type="none" w="med" len="med"/>
                        <a:tailEnd type="none" w="med" len="med"/>
                      </a:ln>
                      <a:solidFill>
                        <a:srgbClr val="008000"/>
                      </a:solidFill>
                      <a:latin typeface="幼圆" panose="02010509060101010101" charset="-122"/>
                      <a:ea typeface="幼圆" panose="02010509060101010101" charset="-122"/>
                    </a:rPr>
                    <a:t>起偏振过程（起偏）</a:t>
                  </a:r>
                </a:p>
              </p:txBody>
            </p:sp>
            <p:sp>
              <p:nvSpPr>
                <p:cNvPr id="53351" name="Line 48"/>
                <p:cNvSpPr/>
                <p:nvPr/>
              </p:nvSpPr>
              <p:spPr>
                <a:xfrm flipV="1">
                  <a:off x="326" y="1032"/>
                  <a:ext cx="2315" cy="0"/>
                </a:xfrm>
                <a:prstGeom prst="line">
                  <a:avLst/>
                </a:prstGeom>
                <a:ln w="57150" cap="flat" cmpd="sng">
                  <a:solidFill>
                    <a:srgbClr val="CC0000"/>
                  </a:solidFill>
                  <a:prstDash val="solid"/>
                  <a:round/>
                  <a:headEnd type="none" w="med" len="med"/>
                  <a:tailEnd type="none" w="med" len="med"/>
                </a:ln>
              </p:spPr>
            </p:sp>
          </p:grpSp>
          <p:sp>
            <p:nvSpPr>
              <p:cNvPr id="53352" name="Line 49"/>
              <p:cNvSpPr/>
              <p:nvPr/>
            </p:nvSpPr>
            <p:spPr>
              <a:xfrm>
                <a:off x="1530" y="1638"/>
                <a:ext cx="0" cy="1188"/>
              </a:xfrm>
              <a:prstGeom prst="line">
                <a:avLst/>
              </a:prstGeom>
              <a:ln w="19050" cap="flat" cmpd="sng">
                <a:solidFill>
                  <a:schemeClr val="bg1"/>
                </a:solidFill>
                <a:prstDash val="solid"/>
                <a:round/>
                <a:headEnd type="none" w="med" len="med"/>
                <a:tailEnd type="none" w="med" len="med"/>
              </a:ln>
            </p:spPr>
          </p:sp>
          <p:sp>
            <p:nvSpPr>
              <p:cNvPr id="53353" name="Line 50"/>
              <p:cNvSpPr/>
              <p:nvPr/>
            </p:nvSpPr>
            <p:spPr>
              <a:xfrm>
                <a:off x="1404" y="1806"/>
                <a:ext cx="0" cy="882"/>
              </a:xfrm>
              <a:prstGeom prst="line">
                <a:avLst/>
              </a:prstGeom>
              <a:ln w="19050" cap="flat" cmpd="sng">
                <a:solidFill>
                  <a:schemeClr val="bg1"/>
                </a:solidFill>
                <a:prstDash val="solid"/>
                <a:round/>
                <a:headEnd type="none" w="med" len="med"/>
                <a:tailEnd type="none" w="med" len="med"/>
              </a:ln>
            </p:spPr>
          </p:sp>
          <p:sp>
            <p:nvSpPr>
              <p:cNvPr id="53354" name="Line 51"/>
              <p:cNvSpPr/>
              <p:nvPr/>
            </p:nvSpPr>
            <p:spPr>
              <a:xfrm>
                <a:off x="1656" y="1554"/>
                <a:ext cx="0" cy="1338"/>
              </a:xfrm>
              <a:prstGeom prst="line">
                <a:avLst/>
              </a:prstGeom>
              <a:ln w="19050" cap="flat" cmpd="sng">
                <a:solidFill>
                  <a:schemeClr val="bg1"/>
                </a:solidFill>
                <a:prstDash val="solid"/>
                <a:round/>
                <a:headEnd type="none" w="med" len="med"/>
                <a:tailEnd type="none" w="med" len="med"/>
              </a:ln>
            </p:spPr>
          </p:sp>
          <p:sp>
            <p:nvSpPr>
              <p:cNvPr id="53355" name="Line 53"/>
              <p:cNvSpPr/>
              <p:nvPr/>
            </p:nvSpPr>
            <p:spPr>
              <a:xfrm>
                <a:off x="1664" y="2125"/>
                <a:ext cx="0" cy="204"/>
              </a:xfrm>
              <a:prstGeom prst="line">
                <a:avLst/>
              </a:prstGeom>
              <a:ln w="38100" cap="flat" cmpd="sng">
                <a:solidFill>
                  <a:schemeClr val="tx1"/>
                </a:solidFill>
                <a:prstDash val="solid"/>
                <a:round/>
                <a:headEnd type="none" w="med" len="med"/>
                <a:tailEnd type="none" w="med" len="med"/>
              </a:ln>
            </p:spPr>
          </p:sp>
          <p:sp>
            <p:nvSpPr>
              <p:cNvPr id="53356" name="Line 54"/>
              <p:cNvSpPr/>
              <p:nvPr/>
            </p:nvSpPr>
            <p:spPr>
              <a:xfrm>
                <a:off x="1931" y="2127"/>
                <a:ext cx="0" cy="205"/>
              </a:xfrm>
              <a:prstGeom prst="line">
                <a:avLst/>
              </a:prstGeom>
              <a:ln w="38100" cap="flat" cmpd="sng">
                <a:solidFill>
                  <a:schemeClr val="tx1"/>
                </a:solidFill>
                <a:prstDash val="solid"/>
                <a:round/>
                <a:headEnd type="none" w="med" len="med"/>
                <a:tailEnd type="none" w="med" len="med"/>
              </a:ln>
            </p:spPr>
          </p:sp>
          <p:sp>
            <p:nvSpPr>
              <p:cNvPr id="53357" name="Line 55"/>
              <p:cNvSpPr/>
              <p:nvPr/>
            </p:nvSpPr>
            <p:spPr>
              <a:xfrm>
                <a:off x="1794" y="1638"/>
                <a:ext cx="0" cy="1188"/>
              </a:xfrm>
              <a:prstGeom prst="line">
                <a:avLst/>
              </a:prstGeom>
              <a:ln w="19050" cap="flat" cmpd="sng">
                <a:solidFill>
                  <a:schemeClr val="bg1"/>
                </a:solidFill>
                <a:prstDash val="solid"/>
                <a:round/>
                <a:headEnd type="none" w="med" len="med"/>
                <a:tailEnd type="none" w="med" len="med"/>
              </a:ln>
            </p:spPr>
          </p:sp>
          <p:sp>
            <p:nvSpPr>
              <p:cNvPr id="53358" name="Line 56"/>
              <p:cNvSpPr/>
              <p:nvPr/>
            </p:nvSpPr>
            <p:spPr>
              <a:xfrm>
                <a:off x="1914" y="1830"/>
                <a:ext cx="0" cy="834"/>
              </a:xfrm>
              <a:prstGeom prst="line">
                <a:avLst/>
              </a:prstGeom>
              <a:ln w="19050" cap="flat" cmpd="sng">
                <a:solidFill>
                  <a:schemeClr val="bg1"/>
                </a:solidFill>
                <a:prstDash val="solid"/>
                <a:round/>
                <a:headEnd type="none" w="med" len="med"/>
                <a:tailEnd type="none" w="med" len="med"/>
              </a:ln>
            </p:spPr>
          </p:sp>
          <p:sp>
            <p:nvSpPr>
              <p:cNvPr id="53359" name="Line 57"/>
              <p:cNvSpPr/>
              <p:nvPr/>
            </p:nvSpPr>
            <p:spPr>
              <a:xfrm>
                <a:off x="1683" y="2229"/>
                <a:ext cx="1119" cy="0"/>
              </a:xfrm>
              <a:prstGeom prst="line">
                <a:avLst/>
              </a:prstGeom>
              <a:ln w="28575" cap="flat" cmpd="sng">
                <a:solidFill>
                  <a:schemeClr val="tx1"/>
                </a:solidFill>
                <a:prstDash val="solid"/>
                <a:round/>
                <a:headEnd type="none" w="med" len="med"/>
                <a:tailEnd type="triangle" w="med" len="lg"/>
              </a:ln>
            </p:spPr>
          </p:sp>
        </p:grpSp>
        <p:sp>
          <p:nvSpPr>
            <p:cNvPr id="53360" name="Line 52"/>
            <p:cNvSpPr/>
            <p:nvPr/>
          </p:nvSpPr>
          <p:spPr>
            <a:xfrm>
              <a:off x="1662" y="1240"/>
              <a:ext cx="0" cy="1815"/>
            </a:xfrm>
            <a:prstGeom prst="line">
              <a:avLst/>
            </a:prstGeom>
            <a:ln w="28575" cap="flat" cmpd="sng">
              <a:solidFill>
                <a:srgbClr val="FF00FF"/>
              </a:solidFill>
              <a:prstDash val="solid"/>
              <a:round/>
              <a:headEnd type="none" w="med" len="med"/>
              <a:tailEnd type="none" w="med" len="med"/>
            </a:ln>
          </p:spPr>
        </p:sp>
      </p:grpSp>
      <p:grpSp>
        <p:nvGrpSpPr>
          <p:cNvPr id="24" name="Group 97"/>
          <p:cNvGrpSpPr/>
          <p:nvPr/>
        </p:nvGrpSpPr>
        <p:grpSpPr>
          <a:xfrm>
            <a:off x="5562600" y="4879975"/>
            <a:ext cx="3279775" cy="1427163"/>
            <a:chOff x="3493" y="3086"/>
            <a:chExt cx="2066" cy="899"/>
          </a:xfrm>
        </p:grpSpPr>
        <p:grpSp>
          <p:nvGrpSpPr>
            <p:cNvPr id="53362" name="Group 98"/>
            <p:cNvGrpSpPr/>
            <p:nvPr/>
          </p:nvGrpSpPr>
          <p:grpSpPr>
            <a:xfrm>
              <a:off x="3781" y="3261"/>
              <a:ext cx="1738" cy="724"/>
              <a:chOff x="3781" y="3261"/>
              <a:chExt cx="1738" cy="724"/>
            </a:xfrm>
          </p:grpSpPr>
          <p:sp>
            <p:nvSpPr>
              <p:cNvPr id="53363" name="WordArt 99"/>
              <p:cNvSpPr>
                <a:spLocks noTextEdit="1"/>
              </p:cNvSpPr>
              <p:nvPr/>
            </p:nvSpPr>
            <p:spPr>
              <a:xfrm>
                <a:off x="3840" y="3261"/>
                <a:ext cx="1643" cy="19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将     分解为平行和垂直</a:t>
                </a:r>
              </a:p>
            </p:txBody>
          </p:sp>
          <p:grpSp>
            <p:nvGrpSpPr>
              <p:cNvPr id="53364" name="Group 100"/>
              <p:cNvGrpSpPr/>
              <p:nvPr/>
            </p:nvGrpSpPr>
            <p:grpSpPr>
              <a:xfrm>
                <a:off x="4024" y="3274"/>
                <a:ext cx="286" cy="203"/>
                <a:chOff x="4237" y="1693"/>
                <a:chExt cx="277" cy="211"/>
              </a:xfrm>
            </p:grpSpPr>
            <p:sp>
              <p:nvSpPr>
                <p:cNvPr id="53365" name="WordArt 101"/>
                <p:cNvSpPr>
                  <a:spLocks noTextEdit="1"/>
                </p:cNvSpPr>
                <p:nvPr/>
              </p:nvSpPr>
              <p:spPr>
                <a:xfrm>
                  <a:off x="4439" y="1798"/>
                  <a:ext cx="75" cy="106"/>
                </a:xfrm>
                <a:prstGeom prst="rect">
                  <a:avLst/>
                </a:prstGeom>
              </p:spPr>
              <p:txBody>
                <a:bodyPr wrap="none" fromWordArt="1">
                  <a:prstTxWarp prst="textPlain">
                    <a:avLst>
                      <a:gd name="adj" fmla="val 56523"/>
                    </a:avLst>
                  </a:prstTxWarp>
                  <a:normAutofit/>
                </a:bodyPr>
                <a:lstStyle/>
                <a:p>
                  <a:pPr algn="ctr"/>
                  <a:r>
                    <a:rPr lang="zh-CN" altLang="en-US" sz="8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O</a:t>
                  </a:r>
                </a:p>
              </p:txBody>
            </p:sp>
            <p:sp>
              <p:nvSpPr>
                <p:cNvPr id="53366" name="WordArt 102"/>
                <p:cNvSpPr>
                  <a:spLocks noTextEdit="1"/>
                </p:cNvSpPr>
                <p:nvPr/>
              </p:nvSpPr>
              <p:spPr>
                <a:xfrm>
                  <a:off x="4237" y="1693"/>
                  <a:ext cx="178" cy="16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A</a:t>
                  </a:r>
                </a:p>
              </p:txBody>
            </p:sp>
          </p:grpSp>
          <p:sp>
            <p:nvSpPr>
              <p:cNvPr id="53367" name="WordArt 103"/>
              <p:cNvSpPr>
                <a:spLocks noTextEdit="1"/>
              </p:cNvSpPr>
              <p:nvPr/>
            </p:nvSpPr>
            <p:spPr>
              <a:xfrm>
                <a:off x="3781" y="3536"/>
                <a:ext cx="973" cy="19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于        的分量</a:t>
                </a:r>
              </a:p>
            </p:txBody>
          </p:sp>
          <p:grpSp>
            <p:nvGrpSpPr>
              <p:cNvPr id="53368" name="Group 104"/>
              <p:cNvGrpSpPr/>
              <p:nvPr/>
            </p:nvGrpSpPr>
            <p:grpSpPr>
              <a:xfrm>
                <a:off x="3933" y="3558"/>
                <a:ext cx="413" cy="131"/>
                <a:chOff x="3914" y="3537"/>
                <a:chExt cx="421" cy="151"/>
              </a:xfrm>
            </p:grpSpPr>
            <p:sp>
              <p:nvSpPr>
                <p:cNvPr id="53369" name="WordArt 105"/>
                <p:cNvSpPr>
                  <a:spLocks noTextEdit="1"/>
                </p:cNvSpPr>
                <p:nvPr/>
              </p:nvSpPr>
              <p:spPr>
                <a:xfrm>
                  <a:off x="3914" y="3537"/>
                  <a:ext cx="204" cy="143"/>
                </a:xfrm>
                <a:prstGeom prst="rect">
                  <a:avLst/>
                </a:prstGeom>
              </p:spPr>
              <p:txBody>
                <a:bodyPr wrap="none" fromWordArt="1">
                  <a:prstTxWarp prst="textPlain">
                    <a:avLst>
                      <a:gd name="adj" fmla="val 56644"/>
                    </a:avLst>
                  </a:prstTxWarp>
                  <a:normAutofit/>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N</a:t>
                  </a:r>
                </a:p>
              </p:txBody>
            </p:sp>
            <p:grpSp>
              <p:nvGrpSpPr>
                <p:cNvPr id="53370" name="Group 106"/>
                <p:cNvGrpSpPr/>
                <p:nvPr/>
              </p:nvGrpSpPr>
              <p:grpSpPr>
                <a:xfrm>
                  <a:off x="4076" y="3537"/>
                  <a:ext cx="259" cy="151"/>
                  <a:chOff x="2505" y="2671"/>
                  <a:chExt cx="247" cy="151"/>
                </a:xfrm>
              </p:grpSpPr>
              <p:sp>
                <p:nvSpPr>
                  <p:cNvPr id="53371" name="WordArt 107"/>
                  <p:cNvSpPr>
                    <a:spLocks noTextEdit="1"/>
                  </p:cNvSpPr>
                  <p:nvPr/>
                </p:nvSpPr>
                <p:spPr>
                  <a:xfrm>
                    <a:off x="2505" y="2679"/>
                    <a:ext cx="194" cy="143"/>
                  </a:xfrm>
                  <a:prstGeom prst="rect">
                    <a:avLst/>
                  </a:prstGeom>
                </p:spPr>
                <p:txBody>
                  <a:bodyPr wrap="none" fromWordArt="1">
                    <a:prstTxWarp prst="textPlain">
                      <a:avLst>
                        <a:gd name="adj" fmla="val 56644"/>
                      </a:avLst>
                    </a:prstTxWarp>
                    <a:normAutofit/>
                  </a:bodyPr>
                  <a:lstStyle/>
                  <a:p>
                    <a:pPr algn="ctr"/>
                    <a:r>
                      <a:rPr lang="zh-CN" altLang="en-US" sz="3600" i="1">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N</a:t>
                    </a:r>
                  </a:p>
                </p:txBody>
              </p:sp>
              <p:sp>
                <p:nvSpPr>
                  <p:cNvPr id="53372" name="Freeform 108"/>
                  <p:cNvSpPr/>
                  <p:nvPr/>
                </p:nvSpPr>
                <p:spPr>
                  <a:xfrm>
                    <a:off x="2683" y="2671"/>
                    <a:ext cx="69" cy="69"/>
                  </a:xfrm>
                  <a:custGeom>
                    <a:avLst/>
                    <a:gdLst/>
                    <a:ahLst/>
                    <a:cxnLst>
                      <a:cxn ang="0">
                        <a:pos x="2" y="0"/>
                      </a:cxn>
                      <a:cxn ang="0">
                        <a:pos x="0" y="4"/>
                      </a:cxn>
                      <a:cxn ang="0">
                        <a:pos x="5" y="1"/>
                      </a:cxn>
                      <a:cxn ang="0">
                        <a:pos x="2" y="0"/>
                      </a:cxn>
                    </a:cxnLst>
                    <a:rect l="0" t="0" r="0" b="0"/>
                    <a:pathLst>
                      <a:path w="271" h="305">
                        <a:moveTo>
                          <a:pt x="147" y="0"/>
                        </a:moveTo>
                        <a:lnTo>
                          <a:pt x="0" y="305"/>
                        </a:lnTo>
                        <a:lnTo>
                          <a:pt x="271" y="57"/>
                        </a:lnTo>
                        <a:lnTo>
                          <a:pt x="147" y="0"/>
                        </a:lnTo>
                        <a:close/>
                      </a:path>
                    </a:pathLst>
                  </a:custGeom>
                  <a:solidFill>
                    <a:schemeClr val="tx1"/>
                  </a:solidFill>
                  <a:ln w="9525" cap="flat" cmpd="sng">
                    <a:solidFill>
                      <a:schemeClr val="tx1"/>
                    </a:solidFill>
                    <a:prstDash val="solid"/>
                    <a:round/>
                    <a:headEnd type="none" w="med" len="med"/>
                    <a:tailEnd type="none" w="med" len="med"/>
                  </a:ln>
                </p:spPr>
                <p:txBody>
                  <a:bodyPr/>
                  <a:lstStyle/>
                  <a:p>
                    <a:endParaRPr lang="zh-CN" altLang="en-US"/>
                  </a:p>
                </p:txBody>
              </p:sp>
            </p:grpSp>
          </p:grpSp>
          <p:grpSp>
            <p:nvGrpSpPr>
              <p:cNvPr id="53373" name="Group 109"/>
              <p:cNvGrpSpPr/>
              <p:nvPr/>
            </p:nvGrpSpPr>
            <p:grpSpPr>
              <a:xfrm>
                <a:off x="4792" y="3555"/>
                <a:ext cx="227" cy="187"/>
                <a:chOff x="5072" y="1689"/>
                <a:chExt cx="272" cy="226"/>
              </a:xfrm>
            </p:grpSpPr>
            <p:sp>
              <p:nvSpPr>
                <p:cNvPr id="53374" name="WordArt 110"/>
                <p:cNvSpPr>
                  <a:spLocks noTextEdit="1"/>
                </p:cNvSpPr>
                <p:nvPr/>
              </p:nvSpPr>
              <p:spPr>
                <a:xfrm>
                  <a:off x="5072" y="1689"/>
                  <a:ext cx="178" cy="16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A</a:t>
                  </a:r>
                </a:p>
              </p:txBody>
            </p:sp>
            <p:grpSp>
              <p:nvGrpSpPr>
                <p:cNvPr id="53375" name="Group 111"/>
                <p:cNvGrpSpPr/>
                <p:nvPr/>
              </p:nvGrpSpPr>
              <p:grpSpPr>
                <a:xfrm rot="10800000">
                  <a:off x="5296" y="1771"/>
                  <a:ext cx="48" cy="144"/>
                  <a:chOff x="2928" y="3216"/>
                  <a:chExt cx="48" cy="240"/>
                </a:xfrm>
              </p:grpSpPr>
              <p:sp>
                <p:nvSpPr>
                  <p:cNvPr id="53376" name="Line 112"/>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53377" name="Line 113"/>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sp>
            <p:nvSpPr>
              <p:cNvPr id="53378" name="WordArt 114"/>
              <p:cNvSpPr>
                <a:spLocks noTextEdit="1"/>
              </p:cNvSpPr>
              <p:nvPr/>
            </p:nvSpPr>
            <p:spPr>
              <a:xfrm>
                <a:off x="5080" y="3556"/>
                <a:ext cx="123" cy="19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和</a:t>
                </a:r>
              </a:p>
            </p:txBody>
          </p:sp>
          <p:grpSp>
            <p:nvGrpSpPr>
              <p:cNvPr id="53379" name="Group 115"/>
              <p:cNvGrpSpPr/>
              <p:nvPr/>
            </p:nvGrpSpPr>
            <p:grpSpPr>
              <a:xfrm>
                <a:off x="5251" y="3554"/>
                <a:ext cx="268" cy="166"/>
                <a:chOff x="3920" y="2209"/>
                <a:chExt cx="343" cy="190"/>
              </a:xfrm>
            </p:grpSpPr>
            <p:sp>
              <p:nvSpPr>
                <p:cNvPr id="53380" name="WordArt 116"/>
                <p:cNvSpPr>
                  <a:spLocks noTextEdit="1"/>
                </p:cNvSpPr>
                <p:nvPr/>
              </p:nvSpPr>
              <p:spPr>
                <a:xfrm>
                  <a:off x="3920" y="2209"/>
                  <a:ext cx="178" cy="16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A</a:t>
                  </a:r>
                </a:p>
              </p:txBody>
            </p:sp>
            <p:grpSp>
              <p:nvGrpSpPr>
                <p:cNvPr id="53381" name="Group 117"/>
                <p:cNvGrpSpPr/>
                <p:nvPr/>
              </p:nvGrpSpPr>
              <p:grpSpPr>
                <a:xfrm>
                  <a:off x="4119" y="2303"/>
                  <a:ext cx="144" cy="96"/>
                  <a:chOff x="2160" y="2928"/>
                  <a:chExt cx="624" cy="432"/>
                </a:xfrm>
              </p:grpSpPr>
              <p:sp>
                <p:nvSpPr>
                  <p:cNvPr id="53382" name="Line 118"/>
                  <p:cNvSpPr/>
                  <p:nvPr/>
                </p:nvSpPr>
                <p:spPr>
                  <a:xfrm>
                    <a:off x="2448" y="2928"/>
                    <a:ext cx="0" cy="432"/>
                  </a:xfrm>
                  <a:prstGeom prst="line">
                    <a:avLst/>
                  </a:prstGeom>
                  <a:ln w="38100" cap="flat" cmpd="sng">
                    <a:solidFill>
                      <a:schemeClr val="tx1"/>
                    </a:solidFill>
                    <a:prstDash val="solid"/>
                    <a:round/>
                    <a:headEnd type="none" w="med" len="med"/>
                    <a:tailEnd type="none" w="med" len="med"/>
                  </a:ln>
                </p:spPr>
              </p:sp>
              <p:sp>
                <p:nvSpPr>
                  <p:cNvPr id="53383" name="Line 119"/>
                  <p:cNvSpPr/>
                  <p:nvPr/>
                </p:nvSpPr>
                <p:spPr>
                  <a:xfrm>
                    <a:off x="2160" y="3360"/>
                    <a:ext cx="624" cy="0"/>
                  </a:xfrm>
                  <a:prstGeom prst="line">
                    <a:avLst/>
                  </a:prstGeom>
                  <a:ln w="38100" cap="flat" cmpd="sng">
                    <a:solidFill>
                      <a:schemeClr val="tx1"/>
                    </a:solidFill>
                    <a:prstDash val="solid"/>
                    <a:round/>
                    <a:headEnd type="none" w="med" len="med"/>
                    <a:tailEnd type="none" w="med" len="med"/>
                  </a:ln>
                </p:spPr>
              </p:sp>
            </p:grpSp>
          </p:grpSp>
          <p:grpSp>
            <p:nvGrpSpPr>
              <p:cNvPr id="53384" name="Group 120"/>
              <p:cNvGrpSpPr/>
              <p:nvPr/>
            </p:nvGrpSpPr>
            <p:grpSpPr>
              <a:xfrm>
                <a:off x="4055" y="3809"/>
                <a:ext cx="300" cy="166"/>
                <a:chOff x="3920" y="2209"/>
                <a:chExt cx="343" cy="190"/>
              </a:xfrm>
            </p:grpSpPr>
            <p:sp>
              <p:nvSpPr>
                <p:cNvPr id="53385" name="WordArt 121"/>
                <p:cNvSpPr>
                  <a:spLocks noTextEdit="1"/>
                </p:cNvSpPr>
                <p:nvPr/>
              </p:nvSpPr>
              <p:spPr>
                <a:xfrm>
                  <a:off x="3920" y="2209"/>
                  <a:ext cx="178" cy="16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A</a:t>
                  </a:r>
                </a:p>
              </p:txBody>
            </p:sp>
            <p:grpSp>
              <p:nvGrpSpPr>
                <p:cNvPr id="53386" name="Group 122"/>
                <p:cNvGrpSpPr/>
                <p:nvPr/>
              </p:nvGrpSpPr>
              <p:grpSpPr>
                <a:xfrm>
                  <a:off x="4119" y="2303"/>
                  <a:ext cx="144" cy="96"/>
                  <a:chOff x="2160" y="2928"/>
                  <a:chExt cx="624" cy="432"/>
                </a:xfrm>
              </p:grpSpPr>
              <p:sp>
                <p:nvSpPr>
                  <p:cNvPr id="53387" name="Line 123"/>
                  <p:cNvSpPr/>
                  <p:nvPr/>
                </p:nvSpPr>
                <p:spPr>
                  <a:xfrm>
                    <a:off x="2448" y="2928"/>
                    <a:ext cx="0" cy="432"/>
                  </a:xfrm>
                  <a:prstGeom prst="line">
                    <a:avLst/>
                  </a:prstGeom>
                  <a:ln w="38100" cap="flat" cmpd="sng">
                    <a:solidFill>
                      <a:schemeClr val="tx1"/>
                    </a:solidFill>
                    <a:prstDash val="solid"/>
                    <a:round/>
                    <a:headEnd type="none" w="med" len="med"/>
                    <a:tailEnd type="none" w="med" len="med"/>
                  </a:ln>
                </p:spPr>
              </p:sp>
              <p:sp>
                <p:nvSpPr>
                  <p:cNvPr id="53388" name="Line 124"/>
                  <p:cNvSpPr/>
                  <p:nvPr/>
                </p:nvSpPr>
                <p:spPr>
                  <a:xfrm>
                    <a:off x="2160" y="3360"/>
                    <a:ext cx="624" cy="0"/>
                  </a:xfrm>
                  <a:prstGeom prst="line">
                    <a:avLst/>
                  </a:prstGeom>
                  <a:ln w="38100" cap="flat" cmpd="sng">
                    <a:solidFill>
                      <a:schemeClr val="tx1"/>
                    </a:solidFill>
                    <a:prstDash val="solid"/>
                    <a:round/>
                    <a:headEnd type="none" w="med" len="med"/>
                    <a:tailEnd type="none" w="med" len="med"/>
                  </a:ln>
                </p:spPr>
              </p:sp>
            </p:grpSp>
          </p:grpSp>
          <p:sp>
            <p:nvSpPr>
              <p:cNvPr id="53389" name="WordArt 125"/>
              <p:cNvSpPr>
                <a:spLocks noTextEdit="1"/>
              </p:cNvSpPr>
              <p:nvPr/>
            </p:nvSpPr>
            <p:spPr>
              <a:xfrm>
                <a:off x="4347" y="3801"/>
                <a:ext cx="576" cy="18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不能通过</a:t>
                </a:r>
              </a:p>
            </p:txBody>
          </p:sp>
          <p:grpSp>
            <p:nvGrpSpPr>
              <p:cNvPr id="53390" name="Group 126"/>
              <p:cNvGrpSpPr/>
              <p:nvPr/>
            </p:nvGrpSpPr>
            <p:grpSpPr>
              <a:xfrm>
                <a:off x="4971" y="3805"/>
                <a:ext cx="200" cy="157"/>
                <a:chOff x="2641" y="2585"/>
                <a:chExt cx="246" cy="181"/>
              </a:xfrm>
            </p:grpSpPr>
            <p:sp>
              <p:nvSpPr>
                <p:cNvPr id="53391" name="WordArt 127"/>
                <p:cNvSpPr>
                  <a:spLocks noTextEdit="1"/>
                </p:cNvSpPr>
                <p:nvPr/>
              </p:nvSpPr>
              <p:spPr>
                <a:xfrm>
                  <a:off x="2772" y="2697"/>
                  <a:ext cx="115" cy="69"/>
                </a:xfrm>
                <a:prstGeom prst="rect">
                  <a:avLst/>
                </a:prstGeom>
              </p:spPr>
              <p:txBody>
                <a:bodyPr wrap="none" fromWordArt="1">
                  <a:prstTxWarp prst="textPlain">
                    <a:avLst>
                      <a:gd name="adj" fmla="val 55991"/>
                    </a:avLst>
                  </a:prstTxWarp>
                  <a:normAutofit/>
                </a:bodyPr>
                <a:lstStyle/>
                <a:p>
                  <a:pPr algn="ctr"/>
                  <a:r>
                    <a:rPr lang="zh-CN" altLang="en-US" sz="800" i="1">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B</a:t>
                  </a:r>
                </a:p>
              </p:txBody>
            </p:sp>
            <p:sp>
              <p:nvSpPr>
                <p:cNvPr id="53392" name="WordArt 128"/>
                <p:cNvSpPr>
                  <a:spLocks noTextEdit="1"/>
                </p:cNvSpPr>
                <p:nvPr/>
              </p:nvSpPr>
              <p:spPr>
                <a:xfrm>
                  <a:off x="2641" y="2585"/>
                  <a:ext cx="204" cy="172"/>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grpSp>
        </p:grpSp>
        <p:sp>
          <p:nvSpPr>
            <p:cNvPr id="53393" name="Rectangle 129"/>
            <p:cNvSpPr/>
            <p:nvPr/>
          </p:nvSpPr>
          <p:spPr>
            <a:xfrm>
              <a:off x="3493" y="3086"/>
              <a:ext cx="2066" cy="858"/>
            </a:xfrm>
            <a:prstGeom prst="rect">
              <a:avLst/>
            </a:prstGeom>
            <a:solidFill>
              <a:schemeClr val="bg1"/>
            </a:solidFill>
            <a:ln w="57150" cap="flat" cmpd="sng">
              <a:solidFill>
                <a:srgbClr val="FF66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53394" name="WordArt 130"/>
            <p:cNvSpPr>
              <a:spLocks noTextEdit="1"/>
            </p:cNvSpPr>
            <p:nvPr/>
          </p:nvSpPr>
          <p:spPr>
            <a:xfrm>
              <a:off x="3873" y="3269"/>
              <a:ext cx="1441" cy="18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华文中宋" panose="02010600040101010101" charset="-122"/>
                  <a:ea typeface="华文中宋" panose="02010600040101010101" charset="-122"/>
                </a:rPr>
                <a:t>马吕斯定律</a:t>
              </a:r>
            </a:p>
          </p:txBody>
        </p:sp>
        <p:sp>
          <p:nvSpPr>
            <p:cNvPr id="53395" name="WordArt 131"/>
            <p:cNvSpPr>
              <a:spLocks noTextEdit="1"/>
            </p:cNvSpPr>
            <p:nvPr/>
          </p:nvSpPr>
          <p:spPr>
            <a:xfrm>
              <a:off x="4483" y="3742"/>
              <a:ext cx="86" cy="125"/>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sp>
          <p:nvSpPr>
            <p:cNvPr id="53396" name="WordArt 132"/>
            <p:cNvSpPr>
              <a:spLocks noTextEdit="1"/>
            </p:cNvSpPr>
            <p:nvPr/>
          </p:nvSpPr>
          <p:spPr>
            <a:xfrm>
              <a:off x="4295" y="3592"/>
              <a:ext cx="191" cy="254"/>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grpSp>
          <p:nvGrpSpPr>
            <p:cNvPr id="53397" name="Group 133"/>
            <p:cNvGrpSpPr/>
            <p:nvPr/>
          </p:nvGrpSpPr>
          <p:grpSpPr>
            <a:xfrm rot="5400000">
              <a:off x="4083" y="3613"/>
              <a:ext cx="76" cy="219"/>
              <a:chOff x="2928" y="3216"/>
              <a:chExt cx="48" cy="240"/>
            </a:xfrm>
          </p:grpSpPr>
          <p:sp>
            <p:nvSpPr>
              <p:cNvPr id="53398" name="Line 134"/>
              <p:cNvSpPr/>
              <p:nvPr/>
            </p:nvSpPr>
            <p:spPr>
              <a:xfrm>
                <a:off x="2928" y="3216"/>
                <a:ext cx="0" cy="240"/>
              </a:xfrm>
              <a:prstGeom prst="line">
                <a:avLst/>
              </a:prstGeom>
              <a:ln w="57150" cap="flat" cmpd="sng">
                <a:solidFill>
                  <a:schemeClr val="tx1"/>
                </a:solidFill>
                <a:prstDash val="solid"/>
                <a:round/>
                <a:headEnd type="none" w="med" len="med"/>
                <a:tailEnd type="none" w="med" len="med"/>
              </a:ln>
            </p:spPr>
          </p:sp>
          <p:sp>
            <p:nvSpPr>
              <p:cNvPr id="53399" name="Line 135"/>
              <p:cNvSpPr/>
              <p:nvPr/>
            </p:nvSpPr>
            <p:spPr>
              <a:xfrm>
                <a:off x="2976" y="3216"/>
                <a:ext cx="0" cy="240"/>
              </a:xfrm>
              <a:prstGeom prst="line">
                <a:avLst/>
              </a:prstGeom>
              <a:ln w="57150" cap="flat" cmpd="sng">
                <a:solidFill>
                  <a:schemeClr val="tx1"/>
                </a:solidFill>
                <a:prstDash val="solid"/>
                <a:round/>
                <a:headEnd type="none" w="med" len="med"/>
                <a:tailEnd type="none" w="med" len="med"/>
              </a:ln>
            </p:spPr>
          </p:sp>
        </p:grpSp>
        <p:sp>
          <p:nvSpPr>
            <p:cNvPr id="53400" name="WordArt 136"/>
            <p:cNvSpPr>
              <a:spLocks noTextEdit="1"/>
            </p:cNvSpPr>
            <p:nvPr/>
          </p:nvSpPr>
          <p:spPr>
            <a:xfrm>
              <a:off x="4644" y="3657"/>
              <a:ext cx="428" cy="18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cos</a:t>
              </a:r>
            </a:p>
          </p:txBody>
        </p:sp>
        <p:sp>
          <p:nvSpPr>
            <p:cNvPr id="53401" name="WordArt 137"/>
            <p:cNvSpPr>
              <a:spLocks noTextEdit="1"/>
            </p:cNvSpPr>
            <p:nvPr/>
          </p:nvSpPr>
          <p:spPr>
            <a:xfrm>
              <a:off x="5187" y="3636"/>
              <a:ext cx="180" cy="216"/>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53402" name="WordArt 138"/>
            <p:cNvSpPr>
              <a:spLocks noTextEdit="1"/>
            </p:cNvSpPr>
            <p:nvPr/>
          </p:nvSpPr>
          <p:spPr>
            <a:xfrm>
              <a:off x="5097" y="3548"/>
              <a:ext cx="83" cy="11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sp>
          <p:nvSpPr>
            <p:cNvPr id="53403" name="WordArt 139"/>
            <p:cNvSpPr>
              <a:spLocks noTextEdit="1"/>
            </p:cNvSpPr>
            <p:nvPr/>
          </p:nvSpPr>
          <p:spPr>
            <a:xfrm>
              <a:off x="3782" y="3602"/>
              <a:ext cx="191" cy="254"/>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323850" y="620395"/>
            <a:ext cx="8453755" cy="1383665"/>
          </a:xfrm>
          <a:prstGeom prst="rect">
            <a:avLst/>
          </a:prstGeom>
          <a:noFill/>
        </p:spPr>
        <p:txBody>
          <a:bodyPr wrap="square" rtlCol="0" anchor="t">
            <a:spAutoFit/>
          </a:bodyPr>
          <a:lstStyle/>
          <a:p>
            <a:pPr eaLnBrk="0" hangingPunct="0">
              <a:lnSpc>
                <a:spcPct val="150000"/>
              </a:lnSpc>
            </a:pPr>
            <a:r>
              <a:rPr lang="zh-CN" altLang="en-US" sz="2800" b="1">
                <a:solidFill>
                  <a:srgbClr val="0000FF"/>
                </a:solidFill>
                <a:latin typeface="Verdana" panose="020B0604030504040204" pitchFamily="34" charset="0"/>
                <a:sym typeface="+mn-ea"/>
              </a:rPr>
              <a:t>课前测：</a:t>
            </a:r>
            <a:r>
              <a:rPr lang="zh-CN" altLang="en-US" sz="2800" b="1">
                <a:solidFill>
                  <a:schemeClr val="tx1"/>
                </a:solidFill>
                <a:latin typeface="Verdana" panose="020B0604030504040204" pitchFamily="34" charset="0"/>
                <a:sym typeface="+mn-ea"/>
              </a:rPr>
              <a:t>在双缝干涉实验中，用单色自然光在屏上形成干涉条纹。若在两缝后放一偏振片，则</a:t>
            </a:r>
          </a:p>
        </p:txBody>
      </p:sp>
      <p:sp>
        <p:nvSpPr>
          <p:cNvPr id="4" name="文本框 3"/>
          <p:cNvSpPr txBox="1"/>
          <p:nvPr>
            <p:custDataLst>
              <p:tags r:id="rId2"/>
            </p:custDataLst>
          </p:nvPr>
        </p:nvSpPr>
        <p:spPr>
          <a:xfrm>
            <a:off x="394970" y="1916430"/>
            <a:ext cx="8453755" cy="2676525"/>
          </a:xfrm>
          <a:prstGeom prst="rect">
            <a:avLst/>
          </a:prstGeom>
          <a:noFill/>
        </p:spPr>
        <p:txBody>
          <a:bodyPr wrap="square" rtlCol="0" anchor="t">
            <a:spAutoFit/>
          </a:bodyPr>
          <a:lstStyle/>
          <a:p>
            <a:pPr eaLnBrk="0" hangingPunct="0">
              <a:lnSpc>
                <a:spcPct val="150000"/>
              </a:lnSpc>
            </a:pPr>
            <a:r>
              <a:rPr sz="2800" b="1">
                <a:latin typeface="Times New Roman" panose="02020603050405020304" pitchFamily="18" charset="0"/>
                <a:cs typeface="Times New Roman" panose="02020603050405020304" pitchFamily="18" charset="0"/>
                <a:sym typeface="+mn-ea"/>
              </a:rPr>
              <a:t>(A) </a:t>
            </a:r>
            <a:r>
              <a:rPr lang="zh-CN" sz="2800" b="1">
                <a:latin typeface="Times New Roman" panose="02020603050405020304" pitchFamily="18" charset="0"/>
                <a:cs typeface="Times New Roman" panose="02020603050405020304" pitchFamily="18" charset="0"/>
                <a:sym typeface="+mn-ea"/>
              </a:rPr>
              <a:t>干涉条纹间距不变，但明纹的亮度增加；</a:t>
            </a:r>
            <a:endParaRPr sz="2800" b="1">
              <a:latin typeface="Times New Roman" panose="02020603050405020304" pitchFamily="18" charset="0"/>
              <a:cs typeface="Times New Roman" panose="02020603050405020304" pitchFamily="18" charset="0"/>
              <a:sym typeface="+mn-ea"/>
            </a:endParaRPr>
          </a:p>
          <a:p>
            <a:pPr eaLnBrk="0" hangingPunct="0">
              <a:lnSpc>
                <a:spcPct val="150000"/>
              </a:lnSpc>
            </a:pPr>
            <a:r>
              <a:rPr sz="2800" b="1">
                <a:latin typeface="Times New Roman" panose="02020603050405020304" pitchFamily="18" charset="0"/>
                <a:cs typeface="Times New Roman" panose="02020603050405020304" pitchFamily="18" charset="0"/>
                <a:sym typeface="+mn-ea"/>
              </a:rPr>
              <a:t>(B) </a:t>
            </a:r>
            <a:r>
              <a:rPr lang="zh-CN" sz="2800" b="1">
                <a:latin typeface="Times New Roman" panose="02020603050405020304" pitchFamily="18" charset="0"/>
                <a:cs typeface="Times New Roman" panose="02020603050405020304" pitchFamily="18" charset="0"/>
                <a:sym typeface="+mn-ea"/>
              </a:rPr>
              <a:t>干涉条纹间距不变，但明纹的亮度减弱</a:t>
            </a:r>
            <a:r>
              <a:rPr lang="zh-CN" altLang="en-US" sz="2800" b="1">
                <a:latin typeface="Times New Roman" panose="02020603050405020304" pitchFamily="18" charset="0"/>
                <a:cs typeface="Times New Roman" panose="02020603050405020304" pitchFamily="18" charset="0"/>
                <a:sym typeface="+mn-ea"/>
              </a:rPr>
              <a:t>；</a:t>
            </a:r>
            <a:r>
              <a:rPr lang="en-US" sz="2800" b="1">
                <a:latin typeface="Times New Roman" panose="02020603050405020304" pitchFamily="18" charset="0"/>
                <a:cs typeface="Times New Roman" panose="02020603050405020304" pitchFamily="18" charset="0"/>
                <a:sym typeface="+mn-ea"/>
              </a:rPr>
              <a:t>                 </a:t>
            </a:r>
            <a:r>
              <a:rPr sz="2800" b="1">
                <a:latin typeface="Times New Roman" panose="02020603050405020304" pitchFamily="18" charset="0"/>
                <a:cs typeface="Times New Roman" panose="02020603050405020304" pitchFamily="18" charset="0"/>
                <a:sym typeface="+mn-ea"/>
              </a:rPr>
              <a:t>(C) </a:t>
            </a:r>
            <a:r>
              <a:rPr lang="zh-CN" sz="2800" b="1">
                <a:latin typeface="Times New Roman" panose="02020603050405020304" pitchFamily="18" charset="0"/>
                <a:cs typeface="Times New Roman" panose="02020603050405020304" pitchFamily="18" charset="0"/>
                <a:sym typeface="+mn-ea"/>
              </a:rPr>
              <a:t>干涉条纹间距变窄，且明纹的亮度减弱；</a:t>
            </a:r>
          </a:p>
          <a:p>
            <a:pPr eaLnBrk="0" hangingPunct="0">
              <a:lnSpc>
                <a:spcPct val="150000"/>
              </a:lnSpc>
            </a:pPr>
            <a:r>
              <a:rPr sz="2800" b="1">
                <a:latin typeface="Times New Roman" panose="02020603050405020304" pitchFamily="18" charset="0"/>
                <a:cs typeface="Times New Roman" panose="02020603050405020304" pitchFamily="18" charset="0"/>
                <a:sym typeface="+mn-ea"/>
              </a:rPr>
              <a:t>(D) </a:t>
            </a:r>
            <a:r>
              <a:rPr lang="zh-CN" sz="2800" b="1">
                <a:latin typeface="Times New Roman" panose="02020603050405020304" pitchFamily="18" charset="0"/>
                <a:cs typeface="Times New Roman" panose="02020603050405020304" pitchFamily="18" charset="0"/>
                <a:sym typeface="+mn-ea"/>
              </a:rPr>
              <a:t>无干涉条纹。</a:t>
            </a:r>
          </a:p>
        </p:txBody>
      </p:sp>
      <p:sp>
        <p:nvSpPr>
          <p:cNvPr id="6" name="文本框 5"/>
          <p:cNvSpPr txBox="1"/>
          <p:nvPr>
            <p:custDataLst>
              <p:tags r:id="rId3"/>
            </p:custDataLst>
          </p:nvPr>
        </p:nvSpPr>
        <p:spPr>
          <a:xfrm>
            <a:off x="4283710" y="4004310"/>
            <a:ext cx="4572000" cy="521970"/>
          </a:xfrm>
          <a:prstGeom prst="rect">
            <a:avLst/>
          </a:prstGeom>
          <a:noFill/>
        </p:spPr>
        <p:txBody>
          <a:bodyPr wrap="square" rtlCol="0" anchor="t">
            <a:spAutoFit/>
          </a:bodyPr>
          <a:lstStyle/>
          <a:p>
            <a:r>
              <a:rPr lang="zh-CN" altLang="en-US" sz="2800" b="1">
                <a:solidFill>
                  <a:srgbClr val="CC3300"/>
                </a:solidFill>
                <a:latin typeface="Times New Roman" panose="02020603050405020304" pitchFamily="18" charset="0"/>
                <a:cs typeface="Times New Roman" panose="02020603050405020304" pitchFamily="18" charset="0"/>
                <a:sym typeface="+mn-ea"/>
              </a:rPr>
              <a:t>答案(</a:t>
            </a:r>
            <a:r>
              <a:rPr lang="en-US" altLang="zh-CN" sz="2800" b="1">
                <a:solidFill>
                  <a:srgbClr val="CC3300"/>
                </a:solidFill>
                <a:latin typeface="Times New Roman" panose="02020603050405020304" pitchFamily="18" charset="0"/>
                <a:cs typeface="Times New Roman" panose="02020603050405020304" pitchFamily="18" charset="0"/>
                <a:sym typeface="+mn-ea"/>
              </a:rPr>
              <a:t>B</a:t>
            </a:r>
            <a:r>
              <a:rPr lang="zh-CN" altLang="en-US" sz="2800" b="1">
                <a:solidFill>
                  <a:srgbClr val="CC3300"/>
                </a:solidFill>
                <a:latin typeface="Times New Roman" panose="02020603050405020304" pitchFamily="18" charset="0"/>
                <a:cs typeface="Times New Roman" panose="02020603050405020304" pitchFamily="18" charset="0"/>
                <a:sym typeface="+mn-ea"/>
              </a:rPr>
              <a:t>)</a:t>
            </a:r>
          </a:p>
        </p:txBody>
      </p:sp>
      <p:sp>
        <p:nvSpPr>
          <p:cNvPr id="7" name="文本框 6"/>
          <p:cNvSpPr txBox="1"/>
          <p:nvPr/>
        </p:nvSpPr>
        <p:spPr>
          <a:xfrm>
            <a:off x="394970" y="4868545"/>
            <a:ext cx="8453755" cy="1383665"/>
          </a:xfrm>
          <a:prstGeom prst="rect">
            <a:avLst/>
          </a:prstGeom>
          <a:noFill/>
        </p:spPr>
        <p:txBody>
          <a:bodyPr wrap="square" rtlCol="0" anchor="t">
            <a:spAutoFit/>
          </a:bodyPr>
          <a:lstStyle/>
          <a:p>
            <a:pPr>
              <a:lnSpc>
                <a:spcPct val="150000"/>
              </a:lnSpc>
            </a:pPr>
            <a:r>
              <a:rPr lang="zh-CN" altLang="en-US" sz="2800" b="1">
                <a:solidFill>
                  <a:srgbClr val="CC3300"/>
                </a:solidFill>
                <a:latin typeface="Times New Roman" panose="02020603050405020304" pitchFamily="18" charset="0"/>
                <a:cs typeface="Times New Roman" panose="02020603050405020304" pitchFamily="18" charset="0"/>
                <a:sym typeface="+mn-ea"/>
              </a:rPr>
              <a:t>思考：</a:t>
            </a:r>
            <a:r>
              <a:rPr lang="zh-CN" altLang="en-US" sz="2800" b="1">
                <a:solidFill>
                  <a:schemeClr val="tx1"/>
                </a:solidFill>
                <a:latin typeface="Times New Roman" panose="02020603050405020304" pitchFamily="18" charset="0"/>
                <a:cs typeface="Times New Roman" panose="02020603050405020304" pitchFamily="18" charset="0"/>
                <a:sym typeface="+mn-ea"/>
              </a:rPr>
              <a:t>若在两缝后放置两个偏振化垂直的偏振片，干涉条纹如何变化？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p:cNvSpPr>
          <p:nvPr>
            <p:ph type="title" idx="4294967295"/>
          </p:nvPr>
        </p:nvSpPr>
        <p:spPr>
          <a:xfrm>
            <a:off x="1371600" y="0"/>
            <a:ext cx="7772400" cy="252413"/>
          </a:xfrm>
        </p:spPr>
        <p:txBody>
          <a:bodyPr vert="horz" wrap="square" lIns="91440" tIns="45720" rIns="91440" bIns="45720" anchor="ctr" anchorCtr="0"/>
          <a:lstStyle/>
          <a:p>
            <a:pPr eaLnBrk="1" hangingPunct="1"/>
            <a:r>
              <a:rPr lang="zh-CN" altLang="en-US" sz="800" dirty="0">
                <a:solidFill>
                  <a:schemeClr val="bg1"/>
                </a:solidFill>
              </a:rPr>
              <a:t>作业选解</a:t>
            </a:r>
            <a:r>
              <a:rPr lang="en-US" altLang="zh-CN" sz="800" dirty="0">
                <a:solidFill>
                  <a:schemeClr val="bg1"/>
                </a:solidFill>
              </a:rPr>
              <a:t>1</a:t>
            </a:r>
          </a:p>
        </p:txBody>
      </p:sp>
      <p:sp>
        <p:nvSpPr>
          <p:cNvPr id="17410" name="Rectangle 3" descr="羊皮纸"/>
          <p:cNvSpPr/>
          <p:nvPr/>
        </p:nvSpPr>
        <p:spPr>
          <a:xfrm>
            <a:off x="0" y="6742113"/>
            <a:ext cx="9144000" cy="115887"/>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411" name="Rectangle 4" descr="羊皮纸"/>
          <p:cNvSpPr/>
          <p:nvPr/>
        </p:nvSpPr>
        <p:spPr>
          <a:xfrm>
            <a:off x="0" y="0"/>
            <a:ext cx="9144000" cy="1557338"/>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2" name="Group 5"/>
          <p:cNvGrpSpPr/>
          <p:nvPr/>
        </p:nvGrpSpPr>
        <p:grpSpPr>
          <a:xfrm>
            <a:off x="0" y="171450"/>
            <a:ext cx="9144000" cy="1476375"/>
            <a:chOff x="0" y="108"/>
            <a:chExt cx="5760" cy="930"/>
          </a:xfrm>
        </p:grpSpPr>
        <p:sp>
          <p:nvSpPr>
            <p:cNvPr id="17413" name="WordArt 6"/>
            <p:cNvSpPr>
              <a:spLocks noTextEdit="1"/>
            </p:cNvSpPr>
            <p:nvPr/>
          </p:nvSpPr>
          <p:spPr>
            <a:xfrm>
              <a:off x="2005" y="377"/>
              <a:ext cx="852" cy="29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方正姚体" panose="02010601030101010101" charset="-122"/>
                  <a:ea typeface="方正姚体" panose="02010601030101010101" charset="-122"/>
                </a:rPr>
                <a:t>马吕斯定律</a:t>
              </a:r>
            </a:p>
          </p:txBody>
        </p:sp>
        <p:sp>
          <p:nvSpPr>
            <p:cNvPr id="17414" name="WordArt 7"/>
            <p:cNvSpPr>
              <a:spLocks noTextEdit="1"/>
            </p:cNvSpPr>
            <p:nvPr/>
          </p:nvSpPr>
          <p:spPr>
            <a:xfrm>
              <a:off x="4849" y="563"/>
              <a:ext cx="62" cy="8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sp>
          <p:nvSpPr>
            <p:cNvPr id="17415" name="WordArt 8"/>
            <p:cNvSpPr>
              <a:spLocks noTextEdit="1"/>
            </p:cNvSpPr>
            <p:nvPr/>
          </p:nvSpPr>
          <p:spPr>
            <a:xfrm>
              <a:off x="4713" y="457"/>
              <a:ext cx="137" cy="177"/>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grpSp>
          <p:nvGrpSpPr>
            <p:cNvPr id="17416" name="Group 9"/>
            <p:cNvGrpSpPr/>
            <p:nvPr/>
          </p:nvGrpSpPr>
          <p:grpSpPr>
            <a:xfrm rot="5400000">
              <a:off x="4553" y="472"/>
              <a:ext cx="53" cy="158"/>
              <a:chOff x="2928" y="3216"/>
              <a:chExt cx="48" cy="240"/>
            </a:xfrm>
          </p:grpSpPr>
          <p:sp>
            <p:nvSpPr>
              <p:cNvPr id="17417" name="Line 10"/>
              <p:cNvSpPr/>
              <p:nvPr/>
            </p:nvSpPr>
            <p:spPr>
              <a:xfrm>
                <a:off x="2928" y="3216"/>
                <a:ext cx="0" cy="240"/>
              </a:xfrm>
              <a:prstGeom prst="line">
                <a:avLst/>
              </a:prstGeom>
              <a:ln w="57150" cap="flat" cmpd="sng">
                <a:solidFill>
                  <a:schemeClr val="tx1"/>
                </a:solidFill>
                <a:prstDash val="solid"/>
                <a:round/>
                <a:headEnd type="none" w="med" len="med"/>
                <a:tailEnd type="none" w="med" len="med"/>
              </a:ln>
            </p:spPr>
          </p:sp>
          <p:sp>
            <p:nvSpPr>
              <p:cNvPr id="17418" name="Line 11"/>
              <p:cNvSpPr/>
              <p:nvPr/>
            </p:nvSpPr>
            <p:spPr>
              <a:xfrm>
                <a:off x="2976" y="3216"/>
                <a:ext cx="0" cy="240"/>
              </a:xfrm>
              <a:prstGeom prst="line">
                <a:avLst/>
              </a:prstGeom>
              <a:ln w="57150" cap="flat" cmpd="sng">
                <a:solidFill>
                  <a:schemeClr val="tx1"/>
                </a:solidFill>
                <a:prstDash val="solid"/>
                <a:round/>
                <a:headEnd type="none" w="med" len="med"/>
                <a:tailEnd type="none" w="med" len="med"/>
              </a:ln>
            </p:spPr>
          </p:sp>
        </p:grpSp>
        <p:sp>
          <p:nvSpPr>
            <p:cNvPr id="17419" name="WordArt 12"/>
            <p:cNvSpPr>
              <a:spLocks noTextEdit="1"/>
            </p:cNvSpPr>
            <p:nvPr/>
          </p:nvSpPr>
          <p:spPr>
            <a:xfrm>
              <a:off x="4964" y="503"/>
              <a:ext cx="309" cy="13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cos</a:t>
              </a:r>
            </a:p>
          </p:txBody>
        </p:sp>
        <p:sp>
          <p:nvSpPr>
            <p:cNvPr id="17420" name="WordArt 13"/>
            <p:cNvSpPr>
              <a:spLocks noTextEdit="1"/>
            </p:cNvSpPr>
            <p:nvPr/>
          </p:nvSpPr>
          <p:spPr>
            <a:xfrm>
              <a:off x="5356" y="488"/>
              <a:ext cx="129" cy="15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7421" name="WordArt 14"/>
            <p:cNvSpPr>
              <a:spLocks noTextEdit="1"/>
            </p:cNvSpPr>
            <p:nvPr/>
          </p:nvSpPr>
          <p:spPr>
            <a:xfrm>
              <a:off x="5276" y="402"/>
              <a:ext cx="60" cy="8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sp>
          <p:nvSpPr>
            <p:cNvPr id="17422" name="WordArt 15"/>
            <p:cNvSpPr>
              <a:spLocks noTextEdit="1"/>
            </p:cNvSpPr>
            <p:nvPr/>
          </p:nvSpPr>
          <p:spPr>
            <a:xfrm>
              <a:off x="4333" y="454"/>
              <a:ext cx="137" cy="177"/>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sp>
          <p:nvSpPr>
            <p:cNvPr id="17423" name="Line 16"/>
            <p:cNvSpPr/>
            <p:nvPr/>
          </p:nvSpPr>
          <p:spPr>
            <a:xfrm flipV="1">
              <a:off x="3192" y="532"/>
              <a:ext cx="544" cy="0"/>
            </a:xfrm>
            <a:prstGeom prst="line">
              <a:avLst/>
            </a:prstGeom>
            <a:ln w="6350" cap="flat" cmpd="sng">
              <a:solidFill>
                <a:schemeClr val="tx1"/>
              </a:solidFill>
              <a:prstDash val="solid"/>
              <a:round/>
              <a:headEnd type="none" w="med" len="med"/>
              <a:tailEnd type="none" w="sm" len="lg"/>
            </a:ln>
          </p:spPr>
        </p:sp>
        <p:grpSp>
          <p:nvGrpSpPr>
            <p:cNvPr id="17424" name="Group 17"/>
            <p:cNvGrpSpPr/>
            <p:nvPr/>
          </p:nvGrpSpPr>
          <p:grpSpPr>
            <a:xfrm>
              <a:off x="3665" y="310"/>
              <a:ext cx="254" cy="444"/>
              <a:chOff x="2466" y="302"/>
              <a:chExt cx="189" cy="444"/>
            </a:xfrm>
          </p:grpSpPr>
          <p:sp>
            <p:nvSpPr>
              <p:cNvPr id="17425" name="Oval 18"/>
              <p:cNvSpPr/>
              <p:nvPr/>
            </p:nvSpPr>
            <p:spPr>
              <a:xfrm>
                <a:off x="2466" y="303"/>
                <a:ext cx="176" cy="443"/>
              </a:xfrm>
              <a:prstGeom prst="ellipse">
                <a:avLst/>
              </a:prstGeom>
              <a:solidFill>
                <a:srgbClr val="B2B2B2"/>
              </a:solidFill>
              <a:ln w="317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426" name="Oval 19"/>
              <p:cNvSpPr/>
              <p:nvPr/>
            </p:nvSpPr>
            <p:spPr>
              <a:xfrm>
                <a:off x="2479" y="302"/>
                <a:ext cx="176" cy="443"/>
              </a:xfrm>
              <a:prstGeom prst="ellipse">
                <a:avLst/>
              </a:prstGeom>
              <a:solidFill>
                <a:srgbClr val="EAEAEA"/>
              </a:solidFill>
              <a:ln w="317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17427" name="Line 20"/>
            <p:cNvSpPr/>
            <p:nvPr/>
          </p:nvSpPr>
          <p:spPr>
            <a:xfrm flipH="1">
              <a:off x="3710" y="149"/>
              <a:ext cx="219" cy="688"/>
            </a:xfrm>
            <a:prstGeom prst="line">
              <a:avLst/>
            </a:prstGeom>
            <a:ln w="19050" cap="flat" cmpd="sng">
              <a:solidFill>
                <a:srgbClr val="FF00FF"/>
              </a:solidFill>
              <a:prstDash val="solid"/>
              <a:round/>
              <a:headEnd type="none" w="med" len="med"/>
              <a:tailEnd type="none" w="med" len="med"/>
            </a:ln>
          </p:spPr>
        </p:sp>
        <p:sp>
          <p:nvSpPr>
            <p:cNvPr id="17428" name="Line 21"/>
            <p:cNvSpPr/>
            <p:nvPr/>
          </p:nvSpPr>
          <p:spPr>
            <a:xfrm flipV="1">
              <a:off x="3804" y="529"/>
              <a:ext cx="544" cy="0"/>
            </a:xfrm>
            <a:prstGeom prst="line">
              <a:avLst/>
            </a:prstGeom>
            <a:ln w="6350" cap="flat" cmpd="sng">
              <a:solidFill>
                <a:schemeClr val="tx1"/>
              </a:solidFill>
              <a:prstDash val="solid"/>
              <a:round/>
              <a:headEnd type="none" w="med" len="med"/>
              <a:tailEnd type="triangle" w="med" len="lg"/>
            </a:ln>
          </p:spPr>
        </p:sp>
        <p:sp>
          <p:nvSpPr>
            <p:cNvPr id="17429" name="WordArt 22"/>
            <p:cNvSpPr>
              <a:spLocks noTextEdit="1"/>
            </p:cNvSpPr>
            <p:nvPr/>
          </p:nvSpPr>
          <p:spPr>
            <a:xfrm>
              <a:off x="3921" y="210"/>
              <a:ext cx="108" cy="58"/>
            </a:xfrm>
            <a:prstGeom prst="rect">
              <a:avLst/>
            </a:prstGeom>
          </p:spPr>
          <p:txBody>
            <a:bodyPr wrap="none" fromWordArt="1">
              <a:prstTxWarp prst="textPlain">
                <a:avLst>
                  <a:gd name="adj" fmla="val 56644"/>
                </a:avLst>
              </a:prstTxWarp>
              <a:normAutofit/>
            </a:bodyPr>
            <a:lstStyle/>
            <a:p>
              <a:pPr algn="ctr"/>
              <a:r>
                <a:rPr lang="zh-CN" altLang="en-US" sz="3600" i="1">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N</a:t>
              </a:r>
            </a:p>
          </p:txBody>
        </p:sp>
        <p:grpSp>
          <p:nvGrpSpPr>
            <p:cNvPr id="17430" name="Group 23"/>
            <p:cNvGrpSpPr/>
            <p:nvPr/>
          </p:nvGrpSpPr>
          <p:grpSpPr>
            <a:xfrm>
              <a:off x="3555" y="797"/>
              <a:ext cx="146" cy="87"/>
              <a:chOff x="2505" y="2671"/>
              <a:chExt cx="247" cy="151"/>
            </a:xfrm>
          </p:grpSpPr>
          <p:sp>
            <p:nvSpPr>
              <p:cNvPr id="17431" name="WordArt 24"/>
              <p:cNvSpPr>
                <a:spLocks noTextEdit="1"/>
              </p:cNvSpPr>
              <p:nvPr/>
            </p:nvSpPr>
            <p:spPr>
              <a:xfrm>
                <a:off x="2505" y="2679"/>
                <a:ext cx="194" cy="143"/>
              </a:xfrm>
              <a:prstGeom prst="rect">
                <a:avLst/>
              </a:prstGeom>
            </p:spPr>
            <p:txBody>
              <a:bodyPr wrap="none" fromWordArt="1">
                <a:prstTxWarp prst="textPlain">
                  <a:avLst>
                    <a:gd name="adj" fmla="val 56644"/>
                  </a:avLst>
                </a:prstTxWarp>
                <a:normAutofit/>
              </a:bodyPr>
              <a:lstStyle/>
              <a:p>
                <a:pPr algn="ctr"/>
                <a:r>
                  <a:rPr lang="zh-CN" altLang="en-US" sz="3600" i="1">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N</a:t>
                </a:r>
              </a:p>
            </p:txBody>
          </p:sp>
          <p:sp>
            <p:nvSpPr>
              <p:cNvPr id="17432" name="Freeform 25"/>
              <p:cNvSpPr/>
              <p:nvPr/>
            </p:nvSpPr>
            <p:spPr>
              <a:xfrm>
                <a:off x="2683" y="2671"/>
                <a:ext cx="69" cy="69"/>
              </a:xfrm>
              <a:custGeom>
                <a:avLst/>
                <a:gdLst/>
                <a:ahLst/>
                <a:cxnLst>
                  <a:cxn ang="0">
                    <a:pos x="2" y="0"/>
                  </a:cxn>
                  <a:cxn ang="0">
                    <a:pos x="0" y="4"/>
                  </a:cxn>
                  <a:cxn ang="0">
                    <a:pos x="5" y="1"/>
                  </a:cxn>
                  <a:cxn ang="0">
                    <a:pos x="2" y="0"/>
                  </a:cxn>
                </a:cxnLst>
                <a:rect l="0" t="0" r="0" b="0"/>
                <a:pathLst>
                  <a:path w="271" h="305">
                    <a:moveTo>
                      <a:pt x="147" y="0"/>
                    </a:moveTo>
                    <a:lnTo>
                      <a:pt x="0" y="305"/>
                    </a:lnTo>
                    <a:lnTo>
                      <a:pt x="271" y="57"/>
                    </a:lnTo>
                    <a:lnTo>
                      <a:pt x="147" y="0"/>
                    </a:lnTo>
                    <a:close/>
                  </a:path>
                </a:pathLst>
              </a:custGeom>
              <a:solidFill>
                <a:schemeClr val="tx1"/>
              </a:solidFill>
              <a:ln w="3175" cap="flat" cmpd="sng">
                <a:solidFill>
                  <a:schemeClr val="tx1"/>
                </a:solidFill>
                <a:prstDash val="solid"/>
                <a:round/>
                <a:headEnd type="none" w="med" len="med"/>
                <a:tailEnd type="none" w="med" len="med"/>
              </a:ln>
            </p:spPr>
            <p:txBody>
              <a:bodyPr/>
              <a:lstStyle/>
              <a:p>
                <a:endParaRPr lang="zh-CN" altLang="en-US"/>
              </a:p>
            </p:txBody>
          </p:sp>
        </p:grpSp>
        <p:sp>
          <p:nvSpPr>
            <p:cNvPr id="17433" name="Line 26"/>
            <p:cNvSpPr/>
            <p:nvPr/>
          </p:nvSpPr>
          <p:spPr>
            <a:xfrm>
              <a:off x="3804" y="108"/>
              <a:ext cx="0" cy="812"/>
            </a:xfrm>
            <a:prstGeom prst="line">
              <a:avLst/>
            </a:prstGeom>
            <a:ln w="6350" cap="flat" cmpd="sng">
              <a:solidFill>
                <a:schemeClr val="tx1"/>
              </a:solidFill>
              <a:prstDash val="dash"/>
              <a:round/>
              <a:headEnd type="none" w="med" len="med"/>
              <a:tailEnd type="none" w="med" len="med"/>
            </a:ln>
          </p:spPr>
        </p:sp>
        <p:sp>
          <p:nvSpPr>
            <p:cNvPr id="17434" name="WordArt 27"/>
            <p:cNvSpPr>
              <a:spLocks noTextEdit="1"/>
            </p:cNvSpPr>
            <p:nvPr/>
          </p:nvSpPr>
          <p:spPr>
            <a:xfrm>
              <a:off x="3822" y="172"/>
              <a:ext cx="70" cy="59"/>
            </a:xfrm>
            <a:prstGeom prst="rect">
              <a:avLst/>
            </a:prstGeom>
          </p:spPr>
          <p:txBody>
            <a:bodyPr wrap="none" fromWordArt="1">
              <a:prstTxWarp prst="textPlain">
                <a:avLst>
                  <a:gd name="adj" fmla="val 50000"/>
                </a:avLst>
              </a:prstTxWarp>
              <a:normAutofit/>
            </a:bodyPr>
            <a:lstStyle/>
            <a:p>
              <a:pPr algn="ctr"/>
              <a:r>
                <a:rPr lang="zh-CN" altLang="en-US" sz="3600" i="1">
                  <a:ln w="317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7435" name="Arc 28"/>
            <p:cNvSpPr/>
            <p:nvPr/>
          </p:nvSpPr>
          <p:spPr>
            <a:xfrm rot="-1031941">
              <a:off x="3801" y="247"/>
              <a:ext cx="101" cy="187"/>
            </a:xfrm>
            <a:custGeom>
              <a:avLst/>
              <a:gdLst/>
              <a:ahLst/>
              <a:cxnLst>
                <a:cxn ang="0">
                  <a:pos x="0" y="0"/>
                </a:cxn>
                <a:cxn ang="0">
                  <a:pos x="0" y="0"/>
                </a:cxn>
                <a:cxn ang="0">
                  <a:pos x="0" y="0"/>
                </a:cxn>
              </a:cxnLst>
              <a:rect l="0" t="0" r="0" b="0"/>
              <a:pathLst>
                <a:path w="14596" h="21201" fill="none">
                  <a:moveTo>
                    <a:pt x="4132" y="0"/>
                  </a:moveTo>
                  <a:cubicBezTo>
                    <a:pt x="8040" y="761"/>
                    <a:pt x="11661" y="2588"/>
                    <a:pt x="14596" y="5278"/>
                  </a:cubicBezTo>
                </a:path>
                <a:path w="14596" h="21201" stroke="0">
                  <a:moveTo>
                    <a:pt x="4132" y="0"/>
                  </a:moveTo>
                  <a:cubicBezTo>
                    <a:pt x="8040" y="761"/>
                    <a:pt x="11661" y="2588"/>
                    <a:pt x="14596" y="5278"/>
                  </a:cubicBezTo>
                  <a:lnTo>
                    <a:pt x="0" y="21201"/>
                  </a:lnTo>
                  <a:lnTo>
                    <a:pt x="4132" y="0"/>
                  </a:lnTo>
                  <a:close/>
                </a:path>
              </a:pathLst>
            </a:custGeom>
            <a:noFill/>
            <a:ln w="12700" cap="flat" cmpd="sng">
              <a:solidFill>
                <a:srgbClr val="FF0000"/>
              </a:solidFill>
              <a:prstDash val="solid"/>
              <a:round/>
              <a:headEnd type="none" w="sm" len="sm"/>
              <a:tailEnd type="none" w="sm" len="sm"/>
            </a:ln>
          </p:spPr>
          <p:txBody>
            <a:bodyPr/>
            <a:lstStyle/>
            <a:p>
              <a:endParaRPr lang="zh-CN" altLang="en-US"/>
            </a:p>
          </p:txBody>
        </p:sp>
        <p:grpSp>
          <p:nvGrpSpPr>
            <p:cNvPr id="17436" name="Group 29"/>
            <p:cNvGrpSpPr/>
            <p:nvPr/>
          </p:nvGrpSpPr>
          <p:grpSpPr>
            <a:xfrm>
              <a:off x="3411" y="326"/>
              <a:ext cx="120" cy="99"/>
              <a:chOff x="4237" y="1693"/>
              <a:chExt cx="277" cy="211"/>
            </a:xfrm>
          </p:grpSpPr>
          <p:sp>
            <p:nvSpPr>
              <p:cNvPr id="17437" name="WordArt 30"/>
              <p:cNvSpPr>
                <a:spLocks noTextEdit="1"/>
              </p:cNvSpPr>
              <p:nvPr/>
            </p:nvSpPr>
            <p:spPr>
              <a:xfrm>
                <a:off x="4439" y="1798"/>
                <a:ext cx="75" cy="106"/>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O</a:t>
                </a:r>
              </a:p>
            </p:txBody>
          </p:sp>
          <p:sp>
            <p:nvSpPr>
              <p:cNvPr id="17438" name="WordArt 31"/>
              <p:cNvSpPr>
                <a:spLocks noTextEdit="1"/>
              </p:cNvSpPr>
              <p:nvPr/>
            </p:nvSpPr>
            <p:spPr>
              <a:xfrm>
                <a:off x="4237" y="1693"/>
                <a:ext cx="178" cy="166"/>
              </a:xfrm>
              <a:prstGeom prst="rect">
                <a:avLst/>
              </a:prstGeom>
            </p:spPr>
            <p:txBody>
              <a:bodyPr wrap="none" fromWordArt="1">
                <a:prstTxWarp prst="textPlain">
                  <a:avLst>
                    <a:gd name="adj" fmla="val 50000"/>
                  </a:avLst>
                </a:prstTxWarp>
                <a:normAutofit/>
              </a:bodyPr>
              <a:lstStyle/>
              <a:p>
                <a:pPr algn="ctr"/>
                <a:r>
                  <a:rPr lang="zh-CN" altLang="en-US" sz="3600"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A</a:t>
                </a:r>
              </a:p>
            </p:txBody>
          </p:sp>
        </p:grpSp>
        <p:grpSp>
          <p:nvGrpSpPr>
            <p:cNvPr id="17439" name="Group 32"/>
            <p:cNvGrpSpPr/>
            <p:nvPr/>
          </p:nvGrpSpPr>
          <p:grpSpPr>
            <a:xfrm>
              <a:off x="3283" y="466"/>
              <a:ext cx="327" cy="138"/>
              <a:chOff x="1836" y="450"/>
              <a:chExt cx="252" cy="138"/>
            </a:xfrm>
          </p:grpSpPr>
          <p:sp>
            <p:nvSpPr>
              <p:cNvPr id="17440" name="Line 33"/>
              <p:cNvSpPr/>
              <p:nvPr/>
            </p:nvSpPr>
            <p:spPr>
              <a:xfrm>
                <a:off x="1836" y="456"/>
                <a:ext cx="0" cy="132"/>
              </a:xfrm>
              <a:prstGeom prst="line">
                <a:avLst/>
              </a:prstGeom>
              <a:ln w="38100" cap="flat" cmpd="sng">
                <a:solidFill>
                  <a:srgbClr val="0000FF"/>
                </a:solidFill>
                <a:prstDash val="solid"/>
                <a:round/>
                <a:headEnd type="none" w="med" len="med"/>
                <a:tailEnd type="none" w="med" len="med"/>
              </a:ln>
            </p:spPr>
          </p:sp>
          <p:sp>
            <p:nvSpPr>
              <p:cNvPr id="17441" name="Line 34"/>
              <p:cNvSpPr/>
              <p:nvPr/>
            </p:nvSpPr>
            <p:spPr>
              <a:xfrm>
                <a:off x="1965" y="453"/>
                <a:ext cx="0" cy="132"/>
              </a:xfrm>
              <a:prstGeom prst="line">
                <a:avLst/>
              </a:prstGeom>
              <a:ln w="38100" cap="flat" cmpd="sng">
                <a:solidFill>
                  <a:srgbClr val="0000FF"/>
                </a:solidFill>
                <a:prstDash val="solid"/>
                <a:round/>
                <a:headEnd type="none" w="med" len="med"/>
                <a:tailEnd type="none" w="med" len="med"/>
              </a:ln>
            </p:spPr>
          </p:sp>
          <p:sp>
            <p:nvSpPr>
              <p:cNvPr id="17442" name="Line 35"/>
              <p:cNvSpPr/>
              <p:nvPr/>
            </p:nvSpPr>
            <p:spPr>
              <a:xfrm>
                <a:off x="2088" y="450"/>
                <a:ext cx="0" cy="132"/>
              </a:xfrm>
              <a:prstGeom prst="line">
                <a:avLst/>
              </a:prstGeom>
              <a:ln w="38100" cap="flat" cmpd="sng">
                <a:solidFill>
                  <a:srgbClr val="0000FF"/>
                </a:solidFill>
                <a:prstDash val="solid"/>
                <a:round/>
                <a:headEnd type="none" w="med" len="med"/>
                <a:tailEnd type="none" w="med" len="med"/>
              </a:ln>
            </p:spPr>
          </p:sp>
        </p:grpSp>
        <p:sp>
          <p:nvSpPr>
            <p:cNvPr id="17443" name="Line 36"/>
            <p:cNvSpPr/>
            <p:nvPr/>
          </p:nvSpPr>
          <p:spPr>
            <a:xfrm flipH="1">
              <a:off x="4086" y="470"/>
              <a:ext cx="42" cy="117"/>
            </a:xfrm>
            <a:prstGeom prst="line">
              <a:avLst/>
            </a:prstGeom>
            <a:ln w="38100" cap="flat" cmpd="sng">
              <a:solidFill>
                <a:srgbClr val="008000"/>
              </a:solidFill>
              <a:prstDash val="solid"/>
              <a:round/>
              <a:headEnd type="none" w="med" len="med"/>
              <a:tailEnd type="none" w="med" len="med"/>
            </a:ln>
          </p:spPr>
        </p:sp>
        <p:sp>
          <p:nvSpPr>
            <p:cNvPr id="17444" name="Line 37"/>
            <p:cNvSpPr/>
            <p:nvPr/>
          </p:nvSpPr>
          <p:spPr>
            <a:xfrm flipH="1">
              <a:off x="3941" y="471"/>
              <a:ext cx="42" cy="117"/>
            </a:xfrm>
            <a:prstGeom prst="line">
              <a:avLst/>
            </a:prstGeom>
            <a:ln w="38100" cap="flat" cmpd="sng">
              <a:solidFill>
                <a:srgbClr val="008000"/>
              </a:solidFill>
              <a:prstDash val="solid"/>
              <a:round/>
              <a:headEnd type="none" w="med" len="med"/>
              <a:tailEnd type="none" w="med" len="med"/>
            </a:ln>
          </p:spPr>
        </p:sp>
        <p:sp>
          <p:nvSpPr>
            <p:cNvPr id="17445" name="Line 38"/>
            <p:cNvSpPr/>
            <p:nvPr/>
          </p:nvSpPr>
          <p:spPr>
            <a:xfrm flipH="1">
              <a:off x="3787" y="468"/>
              <a:ext cx="42" cy="117"/>
            </a:xfrm>
            <a:prstGeom prst="line">
              <a:avLst/>
            </a:prstGeom>
            <a:ln w="38100" cap="flat" cmpd="sng">
              <a:solidFill>
                <a:srgbClr val="008000"/>
              </a:solidFill>
              <a:prstDash val="solid"/>
              <a:round/>
              <a:headEnd type="none" w="med" len="med"/>
              <a:tailEnd type="none" w="med" len="med"/>
            </a:ln>
          </p:spPr>
        </p:sp>
        <p:sp>
          <p:nvSpPr>
            <p:cNvPr id="17446" name="WordArt 39"/>
            <p:cNvSpPr>
              <a:spLocks noTextEdit="1"/>
            </p:cNvSpPr>
            <p:nvPr/>
          </p:nvSpPr>
          <p:spPr>
            <a:xfrm>
              <a:off x="4008" y="326"/>
              <a:ext cx="77" cy="78"/>
            </a:xfrm>
            <a:prstGeom prst="rect">
              <a:avLst/>
            </a:prstGeom>
          </p:spPr>
          <p:txBody>
            <a:bodyPr wrap="none" fromWordArt="1">
              <a:prstTxWarp prst="textPlain">
                <a:avLst>
                  <a:gd name="adj" fmla="val 50000"/>
                </a:avLst>
              </a:prstTxWarp>
              <a:normAutofit/>
            </a:bodyPr>
            <a:lstStyle/>
            <a:p>
              <a:pPr algn="ctr"/>
              <a:r>
                <a:rPr lang="zh-CN" altLang="en-US" sz="3600" i="1">
                  <a:ln w="317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A</a:t>
              </a:r>
            </a:p>
          </p:txBody>
        </p:sp>
        <p:grpSp>
          <p:nvGrpSpPr>
            <p:cNvPr id="17447" name="Group 40"/>
            <p:cNvGrpSpPr/>
            <p:nvPr/>
          </p:nvGrpSpPr>
          <p:grpSpPr>
            <a:xfrm>
              <a:off x="2967" y="437"/>
              <a:ext cx="229" cy="213"/>
              <a:chOff x="2111" y="675"/>
              <a:chExt cx="126" cy="120"/>
            </a:xfrm>
          </p:grpSpPr>
          <p:sp>
            <p:nvSpPr>
              <p:cNvPr id="17448" name="WordArt 41"/>
              <p:cNvSpPr>
                <a:spLocks noTextEdit="1"/>
              </p:cNvSpPr>
              <p:nvPr/>
            </p:nvSpPr>
            <p:spPr>
              <a:xfrm>
                <a:off x="2193" y="748"/>
                <a:ext cx="44" cy="47"/>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O</a:t>
                </a:r>
              </a:p>
            </p:txBody>
          </p:sp>
          <p:sp>
            <p:nvSpPr>
              <p:cNvPr id="17449" name="WordArt 42"/>
              <p:cNvSpPr>
                <a:spLocks noTextEdit="1"/>
              </p:cNvSpPr>
              <p:nvPr/>
            </p:nvSpPr>
            <p:spPr>
              <a:xfrm>
                <a:off x="2111" y="675"/>
                <a:ext cx="80" cy="11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grpSp>
        <p:sp>
          <p:nvSpPr>
            <p:cNvPr id="17450" name="Rectangle 43" descr="羊皮纸"/>
            <p:cNvSpPr/>
            <p:nvPr/>
          </p:nvSpPr>
          <p:spPr>
            <a:xfrm>
              <a:off x="0" y="968"/>
              <a:ext cx="5760" cy="70"/>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451" name="Line 44"/>
            <p:cNvSpPr/>
            <p:nvPr/>
          </p:nvSpPr>
          <p:spPr>
            <a:xfrm flipV="1">
              <a:off x="60" y="524"/>
              <a:ext cx="828" cy="0"/>
            </a:xfrm>
            <a:prstGeom prst="line">
              <a:avLst/>
            </a:prstGeom>
            <a:ln w="6350" cap="flat" cmpd="sng">
              <a:solidFill>
                <a:schemeClr val="tx1"/>
              </a:solidFill>
              <a:prstDash val="solid"/>
              <a:round/>
              <a:headEnd type="none" w="med" len="med"/>
              <a:tailEnd type="none" w="sm" len="lg"/>
            </a:ln>
          </p:spPr>
        </p:sp>
        <p:grpSp>
          <p:nvGrpSpPr>
            <p:cNvPr id="17452" name="Group 45"/>
            <p:cNvGrpSpPr/>
            <p:nvPr/>
          </p:nvGrpSpPr>
          <p:grpSpPr>
            <a:xfrm>
              <a:off x="817" y="302"/>
              <a:ext cx="254" cy="444"/>
              <a:chOff x="2466" y="302"/>
              <a:chExt cx="189" cy="444"/>
            </a:xfrm>
          </p:grpSpPr>
          <p:sp>
            <p:nvSpPr>
              <p:cNvPr id="17453" name="Oval 46"/>
              <p:cNvSpPr/>
              <p:nvPr/>
            </p:nvSpPr>
            <p:spPr>
              <a:xfrm>
                <a:off x="2466" y="303"/>
                <a:ext cx="176" cy="443"/>
              </a:xfrm>
              <a:prstGeom prst="ellipse">
                <a:avLst/>
              </a:prstGeom>
              <a:solidFill>
                <a:srgbClr val="B2B2B2"/>
              </a:solidFill>
              <a:ln w="317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454" name="Oval 47"/>
              <p:cNvSpPr/>
              <p:nvPr/>
            </p:nvSpPr>
            <p:spPr>
              <a:xfrm>
                <a:off x="2479" y="302"/>
                <a:ext cx="176" cy="443"/>
              </a:xfrm>
              <a:prstGeom prst="ellipse">
                <a:avLst/>
              </a:prstGeom>
              <a:solidFill>
                <a:srgbClr val="EAEAEA"/>
              </a:solidFill>
              <a:ln w="317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17455" name="Line 48"/>
            <p:cNvSpPr/>
            <p:nvPr/>
          </p:nvSpPr>
          <p:spPr>
            <a:xfrm flipV="1">
              <a:off x="956" y="521"/>
              <a:ext cx="760" cy="0"/>
            </a:xfrm>
            <a:prstGeom prst="line">
              <a:avLst/>
            </a:prstGeom>
            <a:ln w="9525" cap="flat" cmpd="sng">
              <a:solidFill>
                <a:srgbClr val="0000FF"/>
              </a:solidFill>
              <a:prstDash val="solid"/>
              <a:round/>
              <a:headEnd type="none" w="med" len="med"/>
              <a:tailEnd type="triangle" w="sm" len="lg"/>
            </a:ln>
          </p:spPr>
        </p:sp>
        <p:sp>
          <p:nvSpPr>
            <p:cNvPr id="17456" name="WordArt 49"/>
            <p:cNvSpPr>
              <a:spLocks noTextEdit="1"/>
            </p:cNvSpPr>
            <p:nvPr/>
          </p:nvSpPr>
          <p:spPr>
            <a:xfrm>
              <a:off x="953" y="154"/>
              <a:ext cx="126" cy="76"/>
            </a:xfrm>
            <a:prstGeom prst="rect">
              <a:avLst/>
            </a:prstGeom>
          </p:spPr>
          <p:txBody>
            <a:bodyPr wrap="none" fromWordArt="1">
              <a:prstTxWarp prst="textPlain">
                <a:avLst>
                  <a:gd name="adj" fmla="val 56644"/>
                </a:avLst>
              </a:prstTxWarp>
              <a:normAutofit/>
            </a:bodyPr>
            <a:lstStyle/>
            <a:p>
              <a:pPr algn="ctr"/>
              <a:r>
                <a:rPr lang="zh-CN" altLang="en-US" sz="3600" i="1">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M</a:t>
              </a:r>
            </a:p>
          </p:txBody>
        </p:sp>
        <p:sp>
          <p:nvSpPr>
            <p:cNvPr id="17457" name="WordArt 50"/>
            <p:cNvSpPr>
              <a:spLocks noTextEdit="1"/>
            </p:cNvSpPr>
            <p:nvPr/>
          </p:nvSpPr>
          <p:spPr>
            <a:xfrm>
              <a:off x="881" y="824"/>
              <a:ext cx="127" cy="70"/>
            </a:xfrm>
            <a:prstGeom prst="rect">
              <a:avLst/>
            </a:prstGeom>
          </p:spPr>
          <p:txBody>
            <a:bodyPr wrap="none" fromWordArt="1">
              <a:prstTxWarp prst="textPlain">
                <a:avLst>
                  <a:gd name="adj" fmla="val 56644"/>
                </a:avLst>
              </a:prstTxWarp>
              <a:normAutofit/>
            </a:bodyPr>
            <a:lstStyle/>
            <a:p>
              <a:pPr algn="ctr"/>
              <a:r>
                <a:rPr lang="zh-CN" altLang="en-US" sz="3600" i="1">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M</a:t>
              </a:r>
            </a:p>
          </p:txBody>
        </p:sp>
        <p:sp>
          <p:nvSpPr>
            <p:cNvPr id="17458" name="Freeform 51"/>
            <p:cNvSpPr/>
            <p:nvPr/>
          </p:nvSpPr>
          <p:spPr>
            <a:xfrm>
              <a:off x="1010" y="807"/>
              <a:ext cx="41" cy="40"/>
            </a:xfrm>
            <a:custGeom>
              <a:avLst/>
              <a:gdLst/>
              <a:ahLst/>
              <a:cxnLst>
                <a:cxn ang="0">
                  <a:pos x="0" y="0"/>
                </a:cxn>
                <a:cxn ang="0">
                  <a:pos x="0" y="1"/>
                </a:cxn>
                <a:cxn ang="0">
                  <a:pos x="1" y="0"/>
                </a:cxn>
                <a:cxn ang="0">
                  <a:pos x="0" y="0"/>
                </a:cxn>
              </a:cxnLst>
              <a:rect l="0" t="0" r="0" b="0"/>
              <a:pathLst>
                <a:path w="271" h="305">
                  <a:moveTo>
                    <a:pt x="147" y="0"/>
                  </a:moveTo>
                  <a:lnTo>
                    <a:pt x="0" y="305"/>
                  </a:lnTo>
                  <a:lnTo>
                    <a:pt x="271" y="57"/>
                  </a:lnTo>
                  <a:lnTo>
                    <a:pt x="147" y="0"/>
                  </a:lnTo>
                  <a:close/>
                </a:path>
              </a:pathLst>
            </a:custGeom>
            <a:solidFill>
              <a:schemeClr val="tx1"/>
            </a:solidFill>
            <a:ln w="3175" cap="flat" cmpd="sng">
              <a:solidFill>
                <a:schemeClr val="tx1"/>
              </a:solidFill>
              <a:prstDash val="solid"/>
              <a:round/>
              <a:headEnd type="none" w="med" len="med"/>
              <a:tailEnd type="none" w="med" len="med"/>
            </a:ln>
          </p:spPr>
          <p:txBody>
            <a:bodyPr/>
            <a:lstStyle/>
            <a:p>
              <a:endParaRPr lang="zh-CN" altLang="en-US"/>
            </a:p>
          </p:txBody>
        </p:sp>
        <p:sp>
          <p:nvSpPr>
            <p:cNvPr id="17459" name="Line 52"/>
            <p:cNvSpPr/>
            <p:nvPr/>
          </p:nvSpPr>
          <p:spPr>
            <a:xfrm>
              <a:off x="956" y="172"/>
              <a:ext cx="0" cy="634"/>
            </a:xfrm>
            <a:prstGeom prst="line">
              <a:avLst/>
            </a:prstGeom>
            <a:ln w="19050" cap="flat" cmpd="sng">
              <a:solidFill>
                <a:srgbClr val="FF00FF"/>
              </a:solidFill>
              <a:prstDash val="solid"/>
              <a:round/>
              <a:headEnd type="none" w="med" len="med"/>
              <a:tailEnd type="none" w="med" len="med"/>
            </a:ln>
          </p:spPr>
        </p:sp>
        <p:sp>
          <p:nvSpPr>
            <p:cNvPr id="17460" name="WordArt 53"/>
            <p:cNvSpPr>
              <a:spLocks noTextEdit="1"/>
            </p:cNvSpPr>
            <p:nvPr/>
          </p:nvSpPr>
          <p:spPr>
            <a:xfrm>
              <a:off x="459" y="331"/>
              <a:ext cx="44" cy="56"/>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7461" name="WordArt 54"/>
            <p:cNvSpPr>
              <a:spLocks noTextEdit="1"/>
            </p:cNvSpPr>
            <p:nvPr/>
          </p:nvSpPr>
          <p:spPr>
            <a:xfrm>
              <a:off x="377" y="282"/>
              <a:ext cx="77" cy="78"/>
            </a:xfrm>
            <a:prstGeom prst="rect">
              <a:avLst/>
            </a:prstGeom>
          </p:spPr>
          <p:txBody>
            <a:bodyPr wrap="none" fromWordArt="1">
              <a:prstTxWarp prst="textPlain">
                <a:avLst>
                  <a:gd name="adj" fmla="val 50000"/>
                </a:avLst>
              </a:prstTxWarp>
              <a:normAutofit/>
            </a:bodyPr>
            <a:lstStyle/>
            <a:p>
              <a:pPr algn="ctr"/>
              <a:r>
                <a:rPr lang="zh-CN" altLang="en-US" sz="36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A</a:t>
              </a:r>
            </a:p>
          </p:txBody>
        </p:sp>
        <p:sp>
          <p:nvSpPr>
            <p:cNvPr id="17462" name="Line 55"/>
            <p:cNvSpPr/>
            <p:nvPr/>
          </p:nvSpPr>
          <p:spPr>
            <a:xfrm>
              <a:off x="270" y="460"/>
              <a:ext cx="0" cy="132"/>
            </a:xfrm>
            <a:prstGeom prst="line">
              <a:avLst/>
            </a:prstGeom>
            <a:ln w="38100" cap="flat" cmpd="sng">
              <a:solidFill>
                <a:schemeClr val="tx1"/>
              </a:solidFill>
              <a:prstDash val="solid"/>
              <a:round/>
              <a:headEnd type="none" w="med" len="med"/>
              <a:tailEnd type="none" w="med" len="med"/>
            </a:ln>
          </p:spPr>
        </p:sp>
        <p:sp>
          <p:nvSpPr>
            <p:cNvPr id="17463" name="Line 56"/>
            <p:cNvSpPr/>
            <p:nvPr/>
          </p:nvSpPr>
          <p:spPr>
            <a:xfrm>
              <a:off x="439" y="455"/>
              <a:ext cx="0" cy="132"/>
            </a:xfrm>
            <a:prstGeom prst="line">
              <a:avLst/>
            </a:prstGeom>
            <a:ln w="38100" cap="flat" cmpd="sng">
              <a:solidFill>
                <a:schemeClr val="tx1"/>
              </a:solidFill>
              <a:prstDash val="solid"/>
              <a:round/>
              <a:headEnd type="none" w="med" len="med"/>
              <a:tailEnd type="none" w="med" len="med"/>
            </a:ln>
          </p:spPr>
        </p:sp>
        <p:sp>
          <p:nvSpPr>
            <p:cNvPr id="17464" name="Line 57"/>
            <p:cNvSpPr/>
            <p:nvPr/>
          </p:nvSpPr>
          <p:spPr>
            <a:xfrm>
              <a:off x="620" y="458"/>
              <a:ext cx="0" cy="132"/>
            </a:xfrm>
            <a:prstGeom prst="line">
              <a:avLst/>
            </a:prstGeom>
            <a:ln w="38100" cap="flat" cmpd="sng">
              <a:solidFill>
                <a:schemeClr val="tx1"/>
              </a:solidFill>
              <a:prstDash val="solid"/>
              <a:round/>
              <a:headEnd type="none" w="med" len="med"/>
              <a:tailEnd type="none" w="med" len="med"/>
            </a:ln>
          </p:spPr>
        </p:sp>
        <p:sp>
          <p:nvSpPr>
            <p:cNvPr id="17465" name="Line 58"/>
            <p:cNvSpPr/>
            <p:nvPr/>
          </p:nvSpPr>
          <p:spPr>
            <a:xfrm flipH="1">
              <a:off x="1132" y="460"/>
              <a:ext cx="0" cy="111"/>
            </a:xfrm>
            <a:prstGeom prst="line">
              <a:avLst/>
            </a:prstGeom>
            <a:ln w="38100" cap="flat" cmpd="sng">
              <a:solidFill>
                <a:srgbClr val="0000FF"/>
              </a:solidFill>
              <a:prstDash val="solid"/>
              <a:round/>
              <a:headEnd type="none" w="med" len="med"/>
              <a:tailEnd type="none" w="med" len="med"/>
            </a:ln>
          </p:spPr>
        </p:sp>
        <p:sp>
          <p:nvSpPr>
            <p:cNvPr id="17466" name="WordArt 59"/>
            <p:cNvSpPr>
              <a:spLocks noTextEdit="1"/>
            </p:cNvSpPr>
            <p:nvPr/>
          </p:nvSpPr>
          <p:spPr>
            <a:xfrm>
              <a:off x="460" y="755"/>
              <a:ext cx="58" cy="55"/>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7467" name="WordArt 60"/>
            <p:cNvSpPr>
              <a:spLocks noTextEdit="1"/>
            </p:cNvSpPr>
            <p:nvPr/>
          </p:nvSpPr>
          <p:spPr>
            <a:xfrm>
              <a:off x="371" y="669"/>
              <a:ext cx="105" cy="13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sp>
          <p:nvSpPr>
            <p:cNvPr id="17468" name="WordArt 61"/>
            <p:cNvSpPr>
              <a:spLocks noTextEdit="1"/>
            </p:cNvSpPr>
            <p:nvPr/>
          </p:nvSpPr>
          <p:spPr>
            <a:xfrm>
              <a:off x="1184" y="677"/>
              <a:ext cx="107" cy="138"/>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17469" name="Oval 62"/>
            <p:cNvSpPr/>
            <p:nvPr/>
          </p:nvSpPr>
          <p:spPr>
            <a:xfrm>
              <a:off x="327" y="497"/>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470" name="Oval 63"/>
            <p:cNvSpPr/>
            <p:nvPr/>
          </p:nvSpPr>
          <p:spPr>
            <a:xfrm>
              <a:off x="511" y="502"/>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17471" name="Group 64"/>
            <p:cNvGrpSpPr/>
            <p:nvPr/>
          </p:nvGrpSpPr>
          <p:grpSpPr>
            <a:xfrm>
              <a:off x="1271" y="288"/>
              <a:ext cx="120" cy="99"/>
              <a:chOff x="4237" y="1693"/>
              <a:chExt cx="277" cy="211"/>
            </a:xfrm>
          </p:grpSpPr>
          <p:sp>
            <p:nvSpPr>
              <p:cNvPr id="17472" name="WordArt 65"/>
              <p:cNvSpPr>
                <a:spLocks noTextEdit="1"/>
              </p:cNvSpPr>
              <p:nvPr/>
            </p:nvSpPr>
            <p:spPr>
              <a:xfrm>
                <a:off x="4439" y="1798"/>
                <a:ext cx="75" cy="106"/>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O</a:t>
                </a:r>
              </a:p>
            </p:txBody>
          </p:sp>
          <p:sp>
            <p:nvSpPr>
              <p:cNvPr id="17473" name="WordArt 66"/>
              <p:cNvSpPr>
                <a:spLocks noTextEdit="1"/>
              </p:cNvSpPr>
              <p:nvPr/>
            </p:nvSpPr>
            <p:spPr>
              <a:xfrm>
                <a:off x="4237" y="1693"/>
                <a:ext cx="178" cy="166"/>
              </a:xfrm>
              <a:prstGeom prst="rect">
                <a:avLst/>
              </a:prstGeom>
            </p:spPr>
            <p:txBody>
              <a:bodyPr wrap="none" fromWordArt="1">
                <a:prstTxWarp prst="textPlain">
                  <a:avLst>
                    <a:gd name="adj" fmla="val 50000"/>
                  </a:avLst>
                </a:prstTxWarp>
                <a:normAutofit/>
              </a:bodyPr>
              <a:lstStyle/>
              <a:p>
                <a:pPr algn="ctr"/>
                <a:r>
                  <a:rPr lang="zh-CN" altLang="en-US" sz="3600"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A</a:t>
                </a:r>
              </a:p>
            </p:txBody>
          </p:sp>
        </p:grpSp>
        <p:grpSp>
          <p:nvGrpSpPr>
            <p:cNvPr id="17474" name="Group 67"/>
            <p:cNvGrpSpPr/>
            <p:nvPr/>
          </p:nvGrpSpPr>
          <p:grpSpPr>
            <a:xfrm>
              <a:off x="1341" y="722"/>
              <a:ext cx="115" cy="49"/>
              <a:chOff x="1260" y="2371"/>
              <a:chExt cx="151" cy="53"/>
            </a:xfrm>
          </p:grpSpPr>
          <p:sp>
            <p:nvSpPr>
              <p:cNvPr id="17475" name="Line 68"/>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17476" name="Line 69"/>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17477" name="WordArt 70"/>
            <p:cNvSpPr>
              <a:spLocks noTextEdit="1"/>
            </p:cNvSpPr>
            <p:nvPr/>
          </p:nvSpPr>
          <p:spPr>
            <a:xfrm>
              <a:off x="1564" y="783"/>
              <a:ext cx="81" cy="87"/>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nvGrpSpPr>
            <p:cNvPr id="17478" name="Group 71"/>
            <p:cNvGrpSpPr/>
            <p:nvPr/>
          </p:nvGrpSpPr>
          <p:grpSpPr>
            <a:xfrm>
              <a:off x="1504" y="592"/>
              <a:ext cx="200" cy="156"/>
              <a:chOff x="1504" y="592"/>
              <a:chExt cx="200" cy="156"/>
            </a:xfrm>
          </p:grpSpPr>
          <p:sp>
            <p:nvSpPr>
              <p:cNvPr id="17479" name="Line 72"/>
              <p:cNvSpPr/>
              <p:nvPr/>
            </p:nvSpPr>
            <p:spPr>
              <a:xfrm>
                <a:off x="1504" y="748"/>
                <a:ext cx="200" cy="0"/>
              </a:xfrm>
              <a:prstGeom prst="line">
                <a:avLst/>
              </a:prstGeom>
              <a:ln w="28575" cap="flat" cmpd="sng">
                <a:solidFill>
                  <a:schemeClr val="tx1"/>
                </a:solidFill>
                <a:prstDash val="solid"/>
                <a:round/>
                <a:headEnd type="none" w="med" len="med"/>
                <a:tailEnd type="none" w="med" len="med"/>
              </a:ln>
            </p:spPr>
          </p:sp>
          <p:sp>
            <p:nvSpPr>
              <p:cNvPr id="17480" name="WordArt 73"/>
              <p:cNvSpPr>
                <a:spLocks noTextEdit="1"/>
              </p:cNvSpPr>
              <p:nvPr/>
            </p:nvSpPr>
            <p:spPr>
              <a:xfrm>
                <a:off x="1624" y="654"/>
                <a:ext cx="58" cy="51"/>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7481" name="WordArt 74"/>
              <p:cNvSpPr>
                <a:spLocks noTextEdit="1"/>
              </p:cNvSpPr>
              <p:nvPr/>
            </p:nvSpPr>
            <p:spPr>
              <a:xfrm>
                <a:off x="1539" y="592"/>
                <a:ext cx="105" cy="11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grpSp>
        <p:sp>
          <p:nvSpPr>
            <p:cNvPr id="17482" name="Line 75"/>
            <p:cNvSpPr/>
            <p:nvPr/>
          </p:nvSpPr>
          <p:spPr>
            <a:xfrm>
              <a:off x="98" y="469"/>
              <a:ext cx="0" cy="132"/>
            </a:xfrm>
            <a:prstGeom prst="line">
              <a:avLst/>
            </a:prstGeom>
            <a:ln w="38100" cap="flat" cmpd="sng">
              <a:solidFill>
                <a:schemeClr val="tx1"/>
              </a:solidFill>
              <a:prstDash val="solid"/>
              <a:round/>
              <a:headEnd type="none" w="med" len="med"/>
              <a:tailEnd type="none" w="med" len="med"/>
            </a:ln>
          </p:spPr>
        </p:sp>
        <p:sp>
          <p:nvSpPr>
            <p:cNvPr id="17483" name="Oval 76"/>
            <p:cNvSpPr/>
            <p:nvPr/>
          </p:nvSpPr>
          <p:spPr>
            <a:xfrm>
              <a:off x="155" y="497"/>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484" name="Oval 77"/>
            <p:cNvSpPr/>
            <p:nvPr/>
          </p:nvSpPr>
          <p:spPr>
            <a:xfrm>
              <a:off x="685" y="499"/>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485" name="Line 78"/>
            <p:cNvSpPr/>
            <p:nvPr/>
          </p:nvSpPr>
          <p:spPr>
            <a:xfrm flipH="1">
              <a:off x="968" y="460"/>
              <a:ext cx="0" cy="111"/>
            </a:xfrm>
            <a:prstGeom prst="line">
              <a:avLst/>
            </a:prstGeom>
            <a:ln w="38100" cap="flat" cmpd="sng">
              <a:solidFill>
                <a:schemeClr val="accent2"/>
              </a:solidFill>
              <a:prstDash val="solid"/>
              <a:round/>
              <a:headEnd type="none" w="med" len="med"/>
              <a:tailEnd type="none" w="med" len="med"/>
            </a:ln>
          </p:spPr>
        </p:sp>
        <p:sp>
          <p:nvSpPr>
            <p:cNvPr id="17486" name="Line 79"/>
            <p:cNvSpPr/>
            <p:nvPr/>
          </p:nvSpPr>
          <p:spPr>
            <a:xfrm flipH="1">
              <a:off x="1285" y="460"/>
              <a:ext cx="0" cy="111"/>
            </a:xfrm>
            <a:prstGeom prst="line">
              <a:avLst/>
            </a:prstGeom>
            <a:ln w="38100" cap="flat" cmpd="sng">
              <a:solidFill>
                <a:srgbClr val="0000FF"/>
              </a:solidFill>
              <a:prstDash val="solid"/>
              <a:round/>
              <a:headEnd type="none" w="med" len="med"/>
              <a:tailEnd type="none" w="med" len="med"/>
            </a:ln>
          </p:spPr>
        </p:sp>
        <p:sp>
          <p:nvSpPr>
            <p:cNvPr id="17487" name="Line 80"/>
            <p:cNvSpPr/>
            <p:nvPr/>
          </p:nvSpPr>
          <p:spPr>
            <a:xfrm flipH="1">
              <a:off x="1441" y="463"/>
              <a:ext cx="0" cy="111"/>
            </a:xfrm>
            <a:prstGeom prst="line">
              <a:avLst/>
            </a:prstGeom>
            <a:ln w="38100" cap="flat" cmpd="sng">
              <a:solidFill>
                <a:srgbClr val="0000FF"/>
              </a:solidFill>
              <a:prstDash val="solid"/>
              <a:round/>
              <a:headEnd type="none" w="med" len="med"/>
              <a:tailEnd type="none" w="med" len="med"/>
            </a:ln>
          </p:spPr>
        </p:sp>
      </p:grpSp>
      <p:grpSp>
        <p:nvGrpSpPr>
          <p:cNvPr id="13" name="Group 86"/>
          <p:cNvGrpSpPr/>
          <p:nvPr/>
        </p:nvGrpSpPr>
        <p:grpSpPr>
          <a:xfrm>
            <a:off x="0" y="1801813"/>
            <a:ext cx="9144000" cy="2565400"/>
            <a:chOff x="0" y="1135"/>
            <a:chExt cx="5760" cy="1616"/>
          </a:xfrm>
        </p:grpSpPr>
        <p:sp>
          <p:nvSpPr>
            <p:cNvPr id="17489" name="Rectangle 87" descr="羊皮纸"/>
            <p:cNvSpPr/>
            <p:nvPr/>
          </p:nvSpPr>
          <p:spPr>
            <a:xfrm>
              <a:off x="0" y="2695"/>
              <a:ext cx="5760" cy="56"/>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17490" name="Group 88"/>
            <p:cNvGrpSpPr/>
            <p:nvPr/>
          </p:nvGrpSpPr>
          <p:grpSpPr>
            <a:xfrm>
              <a:off x="597" y="1980"/>
              <a:ext cx="2101" cy="283"/>
              <a:chOff x="478" y="2350"/>
              <a:chExt cx="2101" cy="329"/>
            </a:xfrm>
          </p:grpSpPr>
          <p:grpSp>
            <p:nvGrpSpPr>
              <p:cNvPr id="17491" name="Group 89"/>
              <p:cNvGrpSpPr/>
              <p:nvPr/>
            </p:nvGrpSpPr>
            <p:grpSpPr>
              <a:xfrm>
                <a:off x="478" y="2371"/>
                <a:ext cx="258" cy="270"/>
                <a:chOff x="1391" y="3011"/>
                <a:chExt cx="345" cy="337"/>
              </a:xfrm>
            </p:grpSpPr>
            <p:sp>
              <p:nvSpPr>
                <p:cNvPr id="17492" name="WordArt 90"/>
                <p:cNvSpPr>
                  <a:spLocks noTextEdit="1"/>
                </p:cNvSpPr>
                <p:nvPr/>
              </p:nvSpPr>
              <p:spPr>
                <a:xfrm>
                  <a:off x="1391" y="3011"/>
                  <a:ext cx="230" cy="3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17493" name="WordArt 91"/>
                <p:cNvSpPr>
                  <a:spLocks noTextEdit="1"/>
                </p:cNvSpPr>
                <p:nvPr/>
              </p:nvSpPr>
              <p:spPr>
                <a:xfrm>
                  <a:off x="1636" y="3196"/>
                  <a:ext cx="100" cy="15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grpSp>
            <p:nvGrpSpPr>
              <p:cNvPr id="17494" name="Group 92"/>
              <p:cNvGrpSpPr/>
              <p:nvPr/>
            </p:nvGrpSpPr>
            <p:grpSpPr>
              <a:xfrm>
                <a:off x="895" y="2350"/>
                <a:ext cx="1684" cy="329"/>
                <a:chOff x="831" y="1796"/>
                <a:chExt cx="1684" cy="329"/>
              </a:xfrm>
            </p:grpSpPr>
            <p:sp>
              <p:nvSpPr>
                <p:cNvPr id="17495" name="Line 93"/>
                <p:cNvSpPr/>
                <p:nvPr/>
              </p:nvSpPr>
              <p:spPr>
                <a:xfrm flipV="1">
                  <a:off x="831" y="1958"/>
                  <a:ext cx="1684" cy="11"/>
                </a:xfrm>
                <a:prstGeom prst="line">
                  <a:avLst/>
                </a:prstGeom>
                <a:ln w="28575" cap="flat" cmpd="sng">
                  <a:solidFill>
                    <a:schemeClr val="tx1"/>
                  </a:solidFill>
                  <a:prstDash val="solid"/>
                  <a:round/>
                  <a:headEnd type="none" w="med" len="med"/>
                  <a:tailEnd type="triangle" w="med" len="lg"/>
                </a:ln>
              </p:spPr>
            </p:sp>
            <p:grpSp>
              <p:nvGrpSpPr>
                <p:cNvPr id="17496" name="Group 94"/>
                <p:cNvGrpSpPr/>
                <p:nvPr/>
              </p:nvGrpSpPr>
              <p:grpSpPr>
                <a:xfrm>
                  <a:off x="1204" y="1796"/>
                  <a:ext cx="801" cy="329"/>
                  <a:chOff x="2231" y="1731"/>
                  <a:chExt cx="790" cy="210"/>
                </a:xfrm>
              </p:grpSpPr>
              <p:sp>
                <p:nvSpPr>
                  <p:cNvPr id="17497" name="Line 95"/>
                  <p:cNvSpPr/>
                  <p:nvPr/>
                </p:nvSpPr>
                <p:spPr>
                  <a:xfrm>
                    <a:off x="2231" y="1734"/>
                    <a:ext cx="0" cy="204"/>
                  </a:xfrm>
                  <a:prstGeom prst="line">
                    <a:avLst/>
                  </a:prstGeom>
                  <a:ln w="57150" cap="flat" cmpd="sng">
                    <a:solidFill>
                      <a:srgbClr val="0000FF"/>
                    </a:solidFill>
                    <a:prstDash val="solid"/>
                    <a:round/>
                    <a:headEnd type="none" w="med" len="med"/>
                    <a:tailEnd type="none" w="med" len="med"/>
                  </a:ln>
                </p:spPr>
              </p:sp>
              <p:sp>
                <p:nvSpPr>
                  <p:cNvPr id="17498" name="Line 96"/>
                  <p:cNvSpPr/>
                  <p:nvPr/>
                </p:nvSpPr>
                <p:spPr>
                  <a:xfrm>
                    <a:off x="2756" y="1736"/>
                    <a:ext cx="0" cy="197"/>
                  </a:xfrm>
                  <a:prstGeom prst="line">
                    <a:avLst/>
                  </a:prstGeom>
                  <a:ln w="57150" cap="flat" cmpd="sng">
                    <a:solidFill>
                      <a:srgbClr val="0000FF"/>
                    </a:solidFill>
                    <a:prstDash val="solid"/>
                    <a:round/>
                    <a:headEnd type="none" w="med" len="med"/>
                    <a:tailEnd type="none" w="med" len="med"/>
                  </a:ln>
                </p:spPr>
              </p:sp>
              <p:sp>
                <p:nvSpPr>
                  <p:cNvPr id="17499" name="Line 97"/>
                  <p:cNvSpPr/>
                  <p:nvPr/>
                </p:nvSpPr>
                <p:spPr>
                  <a:xfrm>
                    <a:off x="2494" y="1736"/>
                    <a:ext cx="0" cy="205"/>
                  </a:xfrm>
                  <a:prstGeom prst="line">
                    <a:avLst/>
                  </a:prstGeom>
                  <a:ln w="57150" cap="flat" cmpd="sng">
                    <a:solidFill>
                      <a:srgbClr val="0000FF"/>
                    </a:solidFill>
                    <a:prstDash val="solid"/>
                    <a:round/>
                    <a:headEnd type="none" w="med" len="med"/>
                    <a:tailEnd type="none" w="med" len="med"/>
                  </a:ln>
                </p:spPr>
              </p:sp>
              <p:sp>
                <p:nvSpPr>
                  <p:cNvPr id="17500" name="Line 98"/>
                  <p:cNvSpPr/>
                  <p:nvPr/>
                </p:nvSpPr>
                <p:spPr>
                  <a:xfrm>
                    <a:off x="3021" y="1731"/>
                    <a:ext cx="0" cy="205"/>
                  </a:xfrm>
                  <a:prstGeom prst="line">
                    <a:avLst/>
                  </a:prstGeom>
                  <a:ln w="57150" cap="flat" cmpd="sng">
                    <a:solidFill>
                      <a:srgbClr val="0000FF"/>
                    </a:solidFill>
                    <a:prstDash val="solid"/>
                    <a:round/>
                    <a:headEnd type="none" w="med" len="med"/>
                    <a:tailEnd type="none" w="med" len="med"/>
                  </a:ln>
                </p:spPr>
              </p:sp>
            </p:grpSp>
          </p:grpSp>
        </p:grpSp>
        <p:grpSp>
          <p:nvGrpSpPr>
            <p:cNvPr id="17501" name="Group 99"/>
            <p:cNvGrpSpPr/>
            <p:nvPr/>
          </p:nvGrpSpPr>
          <p:grpSpPr>
            <a:xfrm>
              <a:off x="2654" y="1135"/>
              <a:ext cx="1226" cy="1466"/>
              <a:chOff x="2546" y="1281"/>
              <a:chExt cx="1226" cy="1707"/>
            </a:xfrm>
          </p:grpSpPr>
          <p:sp>
            <p:nvSpPr>
              <p:cNvPr id="17502" name="Oval 100"/>
              <p:cNvSpPr/>
              <p:nvPr/>
            </p:nvSpPr>
            <p:spPr>
              <a:xfrm>
                <a:off x="2546" y="1476"/>
                <a:ext cx="673" cy="1337"/>
              </a:xfrm>
              <a:prstGeom prst="ellipse">
                <a:avLst/>
              </a:prstGeom>
              <a:solidFill>
                <a:srgbClr val="B2B2B2"/>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503" name="Oval 101"/>
              <p:cNvSpPr/>
              <p:nvPr/>
            </p:nvSpPr>
            <p:spPr>
              <a:xfrm>
                <a:off x="2578" y="1475"/>
                <a:ext cx="673" cy="1337"/>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504" name="WordArt 102"/>
              <p:cNvSpPr>
                <a:spLocks noTextEdit="1"/>
              </p:cNvSpPr>
              <p:nvPr/>
            </p:nvSpPr>
            <p:spPr>
              <a:xfrm>
                <a:off x="3281" y="1389"/>
                <a:ext cx="175" cy="137"/>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7505" name="Arc 103"/>
              <p:cNvSpPr/>
              <p:nvPr/>
            </p:nvSpPr>
            <p:spPr>
              <a:xfrm rot="-77685">
                <a:off x="2890" y="1326"/>
                <a:ext cx="466" cy="781"/>
              </a:xfrm>
              <a:custGeom>
                <a:avLst/>
                <a:gdLst/>
                <a:ahLst/>
                <a:cxnLst>
                  <a:cxn ang="0">
                    <a:pos x="0" y="0"/>
                  </a:cxn>
                  <a:cxn ang="0">
                    <a:pos x="0" y="0"/>
                  </a:cxn>
                  <a:cxn ang="0">
                    <a:pos x="0" y="0"/>
                  </a:cxn>
                </a:cxnLst>
                <a:rect l="0" t="0" r="0" b="0"/>
                <a:pathLst>
                  <a:path w="21317" h="21466" fill="none">
                    <a:moveTo>
                      <a:pt x="2404" y="0"/>
                    </a:moveTo>
                    <a:cubicBezTo>
                      <a:pt x="12026" y="1078"/>
                      <a:pt x="19755" y="8426"/>
                      <a:pt x="21317" y="17981"/>
                    </a:cubicBezTo>
                  </a:path>
                  <a:path w="21317" h="21466" stroke="0">
                    <a:moveTo>
                      <a:pt x="2404" y="0"/>
                    </a:moveTo>
                    <a:cubicBezTo>
                      <a:pt x="12026" y="1078"/>
                      <a:pt x="19755" y="8426"/>
                      <a:pt x="21317" y="17981"/>
                    </a:cubicBezTo>
                    <a:lnTo>
                      <a:pt x="0" y="21466"/>
                    </a:lnTo>
                    <a:lnTo>
                      <a:pt x="2404" y="0"/>
                    </a:lnTo>
                    <a:close/>
                  </a:path>
                </a:pathLst>
              </a:custGeom>
              <a:noFill/>
              <a:ln w="28575" cap="rnd" cmpd="sng">
                <a:solidFill>
                  <a:srgbClr val="FF0000"/>
                </a:solidFill>
                <a:prstDash val="sysDot"/>
                <a:round/>
                <a:headEnd type="none" w="med" len="med"/>
                <a:tailEnd type="triangle" w="sm" len="lg"/>
              </a:ln>
            </p:spPr>
            <p:txBody>
              <a:bodyPr/>
              <a:lstStyle/>
              <a:p>
                <a:endParaRPr lang="zh-CN" altLang="en-US"/>
              </a:p>
            </p:txBody>
          </p:sp>
          <p:sp>
            <p:nvSpPr>
              <p:cNvPr id="17506" name="Line 104"/>
              <p:cNvSpPr/>
              <p:nvPr/>
            </p:nvSpPr>
            <p:spPr>
              <a:xfrm flipH="1">
                <a:off x="2617" y="1559"/>
                <a:ext cx="444" cy="846"/>
              </a:xfrm>
              <a:prstGeom prst="line">
                <a:avLst/>
              </a:prstGeom>
              <a:ln w="19050" cap="flat" cmpd="sng">
                <a:solidFill>
                  <a:schemeClr val="bg1"/>
                </a:solidFill>
                <a:prstDash val="solid"/>
                <a:round/>
                <a:headEnd type="none" w="med" len="med"/>
                <a:tailEnd type="none" w="med" len="med"/>
              </a:ln>
            </p:spPr>
          </p:sp>
          <p:sp>
            <p:nvSpPr>
              <p:cNvPr id="17507" name="Line 105"/>
              <p:cNvSpPr/>
              <p:nvPr/>
            </p:nvSpPr>
            <p:spPr>
              <a:xfrm flipH="1">
                <a:off x="2578" y="1485"/>
                <a:ext cx="357" cy="672"/>
              </a:xfrm>
              <a:prstGeom prst="line">
                <a:avLst/>
              </a:prstGeom>
              <a:ln w="19050" cap="flat" cmpd="sng">
                <a:solidFill>
                  <a:schemeClr val="bg1"/>
                </a:solidFill>
                <a:prstDash val="solid"/>
                <a:round/>
                <a:headEnd type="none" w="med" len="med"/>
                <a:tailEnd type="none" w="med" len="med"/>
              </a:ln>
            </p:spPr>
          </p:sp>
          <p:sp>
            <p:nvSpPr>
              <p:cNvPr id="17508" name="Line 106"/>
              <p:cNvSpPr/>
              <p:nvPr/>
            </p:nvSpPr>
            <p:spPr>
              <a:xfrm flipH="1">
                <a:off x="2918" y="1281"/>
                <a:ext cx="0" cy="1707"/>
              </a:xfrm>
              <a:prstGeom prst="line">
                <a:avLst/>
              </a:prstGeom>
              <a:ln w="28575" cap="flat" cmpd="sng">
                <a:solidFill>
                  <a:schemeClr val="tx1"/>
                </a:solidFill>
                <a:prstDash val="dash"/>
                <a:round/>
                <a:headEnd type="none" w="med" len="med"/>
                <a:tailEnd type="none" w="med" len="med"/>
              </a:ln>
            </p:spPr>
          </p:sp>
          <p:sp>
            <p:nvSpPr>
              <p:cNvPr id="17509" name="Line 107"/>
              <p:cNvSpPr/>
              <p:nvPr/>
            </p:nvSpPr>
            <p:spPr>
              <a:xfrm flipH="1">
                <a:off x="2679" y="1653"/>
                <a:ext cx="465" cy="954"/>
              </a:xfrm>
              <a:prstGeom prst="line">
                <a:avLst/>
              </a:prstGeom>
              <a:ln w="19050" cap="flat" cmpd="sng">
                <a:solidFill>
                  <a:schemeClr val="bg1"/>
                </a:solidFill>
                <a:prstDash val="solid"/>
                <a:round/>
                <a:headEnd type="none" w="med" len="med"/>
                <a:tailEnd type="none" w="med" len="med"/>
              </a:ln>
            </p:spPr>
          </p:sp>
          <p:sp>
            <p:nvSpPr>
              <p:cNvPr id="17510" name="Line 108"/>
              <p:cNvSpPr/>
              <p:nvPr/>
            </p:nvSpPr>
            <p:spPr>
              <a:xfrm flipH="1">
                <a:off x="2785" y="1895"/>
                <a:ext cx="444" cy="846"/>
              </a:xfrm>
              <a:prstGeom prst="line">
                <a:avLst/>
              </a:prstGeom>
              <a:ln w="19050" cap="flat" cmpd="sng">
                <a:solidFill>
                  <a:schemeClr val="bg1"/>
                </a:solidFill>
                <a:prstDash val="solid"/>
                <a:round/>
                <a:headEnd type="none" w="med" len="med"/>
                <a:tailEnd type="none" w="med" len="med"/>
              </a:ln>
            </p:spPr>
          </p:sp>
          <p:sp>
            <p:nvSpPr>
              <p:cNvPr id="17511" name="Line 109"/>
              <p:cNvSpPr/>
              <p:nvPr/>
            </p:nvSpPr>
            <p:spPr>
              <a:xfrm flipV="1">
                <a:off x="2915" y="2127"/>
                <a:ext cx="663" cy="11"/>
              </a:xfrm>
              <a:prstGeom prst="line">
                <a:avLst/>
              </a:prstGeom>
              <a:ln w="28575" cap="flat" cmpd="sng">
                <a:solidFill>
                  <a:schemeClr val="tx1"/>
                </a:solidFill>
                <a:prstDash val="solid"/>
                <a:round/>
                <a:headEnd type="none" w="med" len="med"/>
                <a:tailEnd type="triangle" w="med" len="lg"/>
              </a:ln>
            </p:spPr>
          </p:sp>
          <p:sp>
            <p:nvSpPr>
              <p:cNvPr id="17512" name="Line 110"/>
              <p:cNvSpPr/>
              <p:nvPr/>
            </p:nvSpPr>
            <p:spPr>
              <a:xfrm flipH="1">
                <a:off x="2947" y="2219"/>
                <a:ext cx="288" cy="570"/>
              </a:xfrm>
              <a:prstGeom prst="line">
                <a:avLst/>
              </a:prstGeom>
              <a:ln w="19050" cap="flat" cmpd="sng">
                <a:solidFill>
                  <a:schemeClr val="bg1"/>
                </a:solidFill>
                <a:prstDash val="solid"/>
                <a:round/>
                <a:headEnd type="none" w="med" len="med"/>
                <a:tailEnd type="none" w="med" len="med"/>
              </a:ln>
            </p:spPr>
          </p:sp>
          <p:sp>
            <p:nvSpPr>
              <p:cNvPr id="17513" name="WordArt 111"/>
              <p:cNvSpPr>
                <a:spLocks noTextEdit="1"/>
              </p:cNvSpPr>
              <p:nvPr/>
            </p:nvSpPr>
            <p:spPr>
              <a:xfrm>
                <a:off x="3574" y="2019"/>
                <a:ext cx="198" cy="258"/>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grpSp>
        <p:grpSp>
          <p:nvGrpSpPr>
            <p:cNvPr id="17514" name="Group 112"/>
            <p:cNvGrpSpPr/>
            <p:nvPr/>
          </p:nvGrpSpPr>
          <p:grpSpPr>
            <a:xfrm>
              <a:off x="978" y="1567"/>
              <a:ext cx="1684" cy="283"/>
              <a:chOff x="831" y="1796"/>
              <a:chExt cx="1684" cy="329"/>
            </a:xfrm>
          </p:grpSpPr>
          <p:sp>
            <p:nvSpPr>
              <p:cNvPr id="17515" name="Line 113"/>
              <p:cNvSpPr/>
              <p:nvPr/>
            </p:nvSpPr>
            <p:spPr>
              <a:xfrm flipV="1">
                <a:off x="831" y="1958"/>
                <a:ext cx="1684" cy="11"/>
              </a:xfrm>
              <a:prstGeom prst="line">
                <a:avLst/>
              </a:prstGeom>
              <a:ln w="28575" cap="flat" cmpd="sng">
                <a:solidFill>
                  <a:schemeClr val="tx1"/>
                </a:solidFill>
                <a:prstDash val="solid"/>
                <a:round/>
                <a:headEnd type="none" w="med" len="med"/>
                <a:tailEnd type="triangle" w="med" len="lg"/>
              </a:ln>
            </p:spPr>
          </p:sp>
          <p:grpSp>
            <p:nvGrpSpPr>
              <p:cNvPr id="17516" name="Group 114"/>
              <p:cNvGrpSpPr/>
              <p:nvPr/>
            </p:nvGrpSpPr>
            <p:grpSpPr>
              <a:xfrm>
                <a:off x="1204" y="1796"/>
                <a:ext cx="801" cy="329"/>
                <a:chOff x="2231" y="1731"/>
                <a:chExt cx="790" cy="210"/>
              </a:xfrm>
            </p:grpSpPr>
            <p:sp>
              <p:nvSpPr>
                <p:cNvPr id="17517" name="Line 115"/>
                <p:cNvSpPr/>
                <p:nvPr/>
              </p:nvSpPr>
              <p:spPr>
                <a:xfrm>
                  <a:off x="2231" y="1734"/>
                  <a:ext cx="0" cy="204"/>
                </a:xfrm>
                <a:prstGeom prst="line">
                  <a:avLst/>
                </a:prstGeom>
                <a:ln w="57150" cap="flat" cmpd="sng">
                  <a:solidFill>
                    <a:schemeClr val="tx1"/>
                  </a:solidFill>
                  <a:prstDash val="solid"/>
                  <a:round/>
                  <a:headEnd type="none" w="med" len="med"/>
                  <a:tailEnd type="none" w="med" len="med"/>
                </a:ln>
              </p:spPr>
            </p:sp>
            <p:sp>
              <p:nvSpPr>
                <p:cNvPr id="17518" name="Line 116"/>
                <p:cNvSpPr/>
                <p:nvPr/>
              </p:nvSpPr>
              <p:spPr>
                <a:xfrm>
                  <a:off x="2756" y="1736"/>
                  <a:ext cx="0" cy="197"/>
                </a:xfrm>
                <a:prstGeom prst="line">
                  <a:avLst/>
                </a:prstGeom>
                <a:ln w="57150" cap="flat" cmpd="sng">
                  <a:solidFill>
                    <a:schemeClr val="tx1"/>
                  </a:solidFill>
                  <a:prstDash val="solid"/>
                  <a:round/>
                  <a:headEnd type="none" w="med" len="med"/>
                  <a:tailEnd type="none" w="med" len="med"/>
                </a:ln>
              </p:spPr>
            </p:sp>
            <p:sp>
              <p:nvSpPr>
                <p:cNvPr id="17519" name="Line 117"/>
                <p:cNvSpPr/>
                <p:nvPr/>
              </p:nvSpPr>
              <p:spPr>
                <a:xfrm>
                  <a:off x="2494" y="1736"/>
                  <a:ext cx="0" cy="205"/>
                </a:xfrm>
                <a:prstGeom prst="line">
                  <a:avLst/>
                </a:prstGeom>
                <a:ln w="57150" cap="flat" cmpd="sng">
                  <a:solidFill>
                    <a:schemeClr val="tx1"/>
                  </a:solidFill>
                  <a:prstDash val="solid"/>
                  <a:round/>
                  <a:headEnd type="none" w="med" len="med"/>
                  <a:tailEnd type="none" w="med" len="med"/>
                </a:ln>
              </p:spPr>
            </p:sp>
            <p:sp>
              <p:nvSpPr>
                <p:cNvPr id="17520" name="Line 118"/>
                <p:cNvSpPr/>
                <p:nvPr/>
              </p:nvSpPr>
              <p:spPr>
                <a:xfrm>
                  <a:off x="3021" y="1731"/>
                  <a:ext cx="0" cy="205"/>
                </a:xfrm>
                <a:prstGeom prst="line">
                  <a:avLst/>
                </a:prstGeom>
                <a:ln w="57150" cap="flat" cmpd="sng">
                  <a:solidFill>
                    <a:schemeClr val="tx1"/>
                  </a:solidFill>
                  <a:prstDash val="solid"/>
                  <a:round/>
                  <a:headEnd type="none" w="med" len="med"/>
                  <a:tailEnd type="none" w="med" len="med"/>
                </a:ln>
              </p:spPr>
            </p:sp>
          </p:grpSp>
        </p:grpSp>
        <p:sp>
          <p:nvSpPr>
            <p:cNvPr id="17521" name="Oval 119"/>
            <p:cNvSpPr/>
            <p:nvPr/>
          </p:nvSpPr>
          <p:spPr>
            <a:xfrm>
              <a:off x="1455" y="1678"/>
              <a:ext cx="65" cy="65"/>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522" name="Oval 120"/>
            <p:cNvSpPr/>
            <p:nvPr/>
          </p:nvSpPr>
          <p:spPr>
            <a:xfrm>
              <a:off x="1725" y="1676"/>
              <a:ext cx="65" cy="65"/>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523" name="Oval 121"/>
            <p:cNvSpPr/>
            <p:nvPr/>
          </p:nvSpPr>
          <p:spPr>
            <a:xfrm>
              <a:off x="2006" y="1674"/>
              <a:ext cx="65" cy="6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524" name="Oval 122"/>
            <p:cNvSpPr/>
            <p:nvPr/>
          </p:nvSpPr>
          <p:spPr>
            <a:xfrm>
              <a:off x="2309" y="1682"/>
              <a:ext cx="65" cy="65"/>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17525" name="Group 123"/>
            <p:cNvGrpSpPr/>
            <p:nvPr/>
          </p:nvGrpSpPr>
          <p:grpSpPr>
            <a:xfrm>
              <a:off x="541" y="1589"/>
              <a:ext cx="265" cy="236"/>
              <a:chOff x="454" y="1859"/>
              <a:chExt cx="258" cy="281"/>
            </a:xfrm>
          </p:grpSpPr>
          <p:sp>
            <p:nvSpPr>
              <p:cNvPr id="17526" name="WordArt 124"/>
              <p:cNvSpPr>
                <a:spLocks noTextEdit="1"/>
              </p:cNvSpPr>
              <p:nvPr/>
            </p:nvSpPr>
            <p:spPr>
              <a:xfrm>
                <a:off x="454" y="1859"/>
                <a:ext cx="172" cy="25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sp>
            <p:nvSpPr>
              <p:cNvPr id="17527" name="WordArt 125"/>
              <p:cNvSpPr>
                <a:spLocks noTextEdit="1"/>
              </p:cNvSpPr>
              <p:nvPr/>
            </p:nvSpPr>
            <p:spPr>
              <a:xfrm>
                <a:off x="615" y="2007"/>
                <a:ext cx="97"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grpSp>
        <p:sp>
          <p:nvSpPr>
            <p:cNvPr id="17528" name="WordArt 126"/>
            <p:cNvSpPr>
              <a:spLocks noTextEdit="1"/>
            </p:cNvSpPr>
            <p:nvPr/>
          </p:nvSpPr>
          <p:spPr>
            <a:xfrm>
              <a:off x="3698" y="1221"/>
              <a:ext cx="1559" cy="15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华文中宋" panose="02010600040101010101" charset="-122"/>
                  <a:ea typeface="华文中宋" panose="02010600040101010101" charset="-122"/>
                </a:rPr>
                <a:t>连续转动偏振片</a:t>
              </a:r>
            </a:p>
          </p:txBody>
        </p:sp>
        <p:grpSp>
          <p:nvGrpSpPr>
            <p:cNvPr id="17529" name="Group 127"/>
            <p:cNvGrpSpPr/>
            <p:nvPr/>
          </p:nvGrpSpPr>
          <p:grpSpPr>
            <a:xfrm>
              <a:off x="1111" y="1192"/>
              <a:ext cx="1362" cy="281"/>
              <a:chOff x="857" y="1339"/>
              <a:chExt cx="1525" cy="393"/>
            </a:xfrm>
          </p:grpSpPr>
          <p:sp>
            <p:nvSpPr>
              <p:cNvPr id="17530" name="WordArt 128"/>
              <p:cNvSpPr>
                <a:spLocks noTextEdit="1"/>
              </p:cNvSpPr>
              <p:nvPr/>
            </p:nvSpPr>
            <p:spPr>
              <a:xfrm>
                <a:off x="881" y="1339"/>
                <a:ext cx="712" cy="16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自然光</a:t>
                </a:r>
              </a:p>
            </p:txBody>
          </p:sp>
          <p:sp>
            <p:nvSpPr>
              <p:cNvPr id="17531" name="WordArt 129"/>
              <p:cNvSpPr>
                <a:spLocks noTextEdit="1"/>
              </p:cNvSpPr>
              <p:nvPr/>
            </p:nvSpPr>
            <p:spPr>
              <a:xfrm>
                <a:off x="857" y="1564"/>
                <a:ext cx="712" cy="16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偏振光</a:t>
                </a:r>
              </a:p>
            </p:txBody>
          </p:sp>
          <p:sp>
            <p:nvSpPr>
              <p:cNvPr id="17532" name="WordArt 130"/>
              <p:cNvSpPr>
                <a:spLocks noTextEdit="1"/>
              </p:cNvSpPr>
              <p:nvPr/>
            </p:nvSpPr>
            <p:spPr>
              <a:xfrm>
                <a:off x="1703" y="1475"/>
                <a:ext cx="679" cy="14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混合</a:t>
                </a:r>
              </a:p>
            </p:txBody>
          </p:sp>
        </p:grpSp>
        <p:grpSp>
          <p:nvGrpSpPr>
            <p:cNvPr id="17533" name="Group 131"/>
            <p:cNvGrpSpPr/>
            <p:nvPr/>
          </p:nvGrpSpPr>
          <p:grpSpPr>
            <a:xfrm>
              <a:off x="4165" y="1949"/>
              <a:ext cx="506" cy="191"/>
              <a:chOff x="4389" y="1485"/>
              <a:chExt cx="506" cy="223"/>
            </a:xfrm>
          </p:grpSpPr>
          <p:sp>
            <p:nvSpPr>
              <p:cNvPr id="17534" name="WordArt 132"/>
              <p:cNvSpPr>
                <a:spLocks noTextEdit="1"/>
              </p:cNvSpPr>
              <p:nvPr/>
            </p:nvSpPr>
            <p:spPr>
              <a:xfrm>
                <a:off x="4389" y="1485"/>
                <a:ext cx="165" cy="211"/>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sp>
            <p:nvSpPr>
              <p:cNvPr id="17535" name="WordArt 133"/>
              <p:cNvSpPr>
                <a:spLocks noTextEdit="1"/>
              </p:cNvSpPr>
              <p:nvPr/>
            </p:nvSpPr>
            <p:spPr>
              <a:xfrm>
                <a:off x="4557" y="1608"/>
                <a:ext cx="338" cy="10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max</a:t>
                </a:r>
              </a:p>
            </p:txBody>
          </p:sp>
        </p:grpSp>
        <p:sp>
          <p:nvSpPr>
            <p:cNvPr id="17536" name="Line 134"/>
            <p:cNvSpPr/>
            <p:nvPr/>
          </p:nvSpPr>
          <p:spPr>
            <a:xfrm>
              <a:off x="4112" y="2182"/>
              <a:ext cx="670" cy="0"/>
            </a:xfrm>
            <a:prstGeom prst="line">
              <a:avLst/>
            </a:prstGeom>
            <a:ln w="28575" cap="flat" cmpd="sng">
              <a:solidFill>
                <a:schemeClr val="tx1"/>
              </a:solidFill>
              <a:prstDash val="solid"/>
              <a:round/>
              <a:headEnd type="none" w="med" len="med"/>
              <a:tailEnd type="none" w="med" len="med"/>
            </a:ln>
          </p:spPr>
        </p:sp>
        <p:sp>
          <p:nvSpPr>
            <p:cNvPr id="17537" name="WordArt 135"/>
            <p:cNvSpPr>
              <a:spLocks noTextEdit="1"/>
            </p:cNvSpPr>
            <p:nvPr/>
          </p:nvSpPr>
          <p:spPr>
            <a:xfrm>
              <a:off x="4153" y="2230"/>
              <a:ext cx="166" cy="181"/>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sp>
          <p:nvSpPr>
            <p:cNvPr id="17538" name="WordArt 136"/>
            <p:cNvSpPr>
              <a:spLocks noTextEdit="1"/>
            </p:cNvSpPr>
            <p:nvPr/>
          </p:nvSpPr>
          <p:spPr>
            <a:xfrm>
              <a:off x="4312" y="2297"/>
              <a:ext cx="338" cy="10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min</a:t>
              </a:r>
            </a:p>
          </p:txBody>
        </p:sp>
        <p:grpSp>
          <p:nvGrpSpPr>
            <p:cNvPr id="17539" name="Group 137"/>
            <p:cNvGrpSpPr/>
            <p:nvPr/>
          </p:nvGrpSpPr>
          <p:grpSpPr>
            <a:xfrm>
              <a:off x="4841" y="2160"/>
              <a:ext cx="161" cy="60"/>
              <a:chOff x="1260" y="2371"/>
              <a:chExt cx="151" cy="53"/>
            </a:xfrm>
          </p:grpSpPr>
          <p:sp>
            <p:nvSpPr>
              <p:cNvPr id="17540" name="Line 138"/>
              <p:cNvSpPr/>
              <p:nvPr/>
            </p:nvSpPr>
            <p:spPr>
              <a:xfrm>
                <a:off x="1260" y="2371"/>
                <a:ext cx="151" cy="0"/>
              </a:xfrm>
              <a:prstGeom prst="line">
                <a:avLst/>
              </a:prstGeom>
              <a:ln w="57150" cap="flat" cmpd="sng">
                <a:solidFill>
                  <a:schemeClr val="tx1"/>
                </a:solidFill>
                <a:prstDash val="solid"/>
                <a:round/>
                <a:headEnd type="none" w="med" len="med"/>
                <a:tailEnd type="none" w="med" len="med"/>
              </a:ln>
            </p:spPr>
          </p:sp>
          <p:sp>
            <p:nvSpPr>
              <p:cNvPr id="17541" name="Line 139"/>
              <p:cNvSpPr/>
              <p:nvPr/>
            </p:nvSpPr>
            <p:spPr>
              <a:xfrm>
                <a:off x="1260" y="2424"/>
                <a:ext cx="151" cy="0"/>
              </a:xfrm>
              <a:prstGeom prst="line">
                <a:avLst/>
              </a:prstGeom>
              <a:ln w="57150" cap="flat" cmpd="sng">
                <a:solidFill>
                  <a:schemeClr val="tx1"/>
                </a:solidFill>
                <a:prstDash val="solid"/>
                <a:round/>
                <a:headEnd type="none" w="med" len="med"/>
                <a:tailEnd type="none" w="med" len="med"/>
              </a:ln>
            </p:spPr>
          </p:sp>
        </p:grpSp>
        <p:sp>
          <p:nvSpPr>
            <p:cNvPr id="17542" name="WordArt 140"/>
            <p:cNvSpPr>
              <a:spLocks noTextEdit="1"/>
            </p:cNvSpPr>
            <p:nvPr/>
          </p:nvSpPr>
          <p:spPr>
            <a:xfrm rot="637695">
              <a:off x="5102" y="2077"/>
              <a:ext cx="186" cy="289"/>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CC0000"/>
                    </a:solidFill>
                    <a:prstDash val="solid"/>
                    <a:round/>
                    <a:headEnd type="none" w="med" len="med"/>
                    <a:tailEnd type="none" w="med" len="med"/>
                  </a:ln>
                  <a:solidFill>
                    <a:srgbClr val="CC0000"/>
                  </a:solidFill>
                  <a:latin typeface="华文中宋" panose="02010600040101010101" charset="-122"/>
                  <a:ea typeface="华文中宋" panose="02010600040101010101" charset="-122"/>
                </a:rPr>
                <a:t>？</a:t>
              </a:r>
            </a:p>
          </p:txBody>
        </p:sp>
        <p:grpSp>
          <p:nvGrpSpPr>
            <p:cNvPr id="17543" name="Group 141"/>
            <p:cNvGrpSpPr/>
            <p:nvPr/>
          </p:nvGrpSpPr>
          <p:grpSpPr>
            <a:xfrm>
              <a:off x="1347" y="2404"/>
              <a:ext cx="221" cy="183"/>
              <a:chOff x="454" y="1859"/>
              <a:chExt cx="258" cy="281"/>
            </a:xfrm>
          </p:grpSpPr>
          <p:sp>
            <p:nvSpPr>
              <p:cNvPr id="17544" name="WordArt 142"/>
              <p:cNvSpPr>
                <a:spLocks noTextEdit="1"/>
              </p:cNvSpPr>
              <p:nvPr/>
            </p:nvSpPr>
            <p:spPr>
              <a:xfrm>
                <a:off x="454" y="1859"/>
                <a:ext cx="172" cy="250"/>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sp>
            <p:nvSpPr>
              <p:cNvPr id="17545" name="WordArt 143"/>
              <p:cNvSpPr>
                <a:spLocks noTextEdit="1"/>
              </p:cNvSpPr>
              <p:nvPr/>
            </p:nvSpPr>
            <p:spPr>
              <a:xfrm>
                <a:off x="615" y="2007"/>
                <a:ext cx="97"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grpSp>
        <p:grpSp>
          <p:nvGrpSpPr>
            <p:cNvPr id="17546" name="Group 144"/>
            <p:cNvGrpSpPr/>
            <p:nvPr/>
          </p:nvGrpSpPr>
          <p:grpSpPr>
            <a:xfrm>
              <a:off x="1666" y="2445"/>
              <a:ext cx="166" cy="85"/>
              <a:chOff x="1260" y="2371"/>
              <a:chExt cx="151" cy="53"/>
            </a:xfrm>
          </p:grpSpPr>
          <p:sp>
            <p:nvSpPr>
              <p:cNvPr id="17547" name="Line 145"/>
              <p:cNvSpPr/>
              <p:nvPr/>
            </p:nvSpPr>
            <p:spPr>
              <a:xfrm>
                <a:off x="1260" y="2371"/>
                <a:ext cx="151" cy="0"/>
              </a:xfrm>
              <a:prstGeom prst="line">
                <a:avLst/>
              </a:prstGeom>
              <a:ln w="57150" cap="flat" cmpd="sng">
                <a:solidFill>
                  <a:schemeClr val="tx1"/>
                </a:solidFill>
                <a:prstDash val="solid"/>
                <a:round/>
                <a:headEnd type="none" w="med" len="med"/>
                <a:tailEnd type="none" w="med" len="med"/>
              </a:ln>
            </p:spPr>
          </p:sp>
          <p:sp>
            <p:nvSpPr>
              <p:cNvPr id="17548" name="Line 146"/>
              <p:cNvSpPr/>
              <p:nvPr/>
            </p:nvSpPr>
            <p:spPr>
              <a:xfrm>
                <a:off x="1260" y="2424"/>
                <a:ext cx="151" cy="0"/>
              </a:xfrm>
              <a:prstGeom prst="line">
                <a:avLst/>
              </a:prstGeom>
              <a:ln w="57150" cap="flat" cmpd="sng">
                <a:solidFill>
                  <a:schemeClr val="tx1"/>
                </a:solidFill>
                <a:prstDash val="solid"/>
                <a:round/>
                <a:headEnd type="none" w="med" len="med"/>
                <a:tailEnd type="none" w="med" len="med"/>
              </a:ln>
            </p:spPr>
          </p:sp>
        </p:grpSp>
        <p:grpSp>
          <p:nvGrpSpPr>
            <p:cNvPr id="17549" name="Group 147"/>
            <p:cNvGrpSpPr/>
            <p:nvPr/>
          </p:nvGrpSpPr>
          <p:grpSpPr>
            <a:xfrm>
              <a:off x="1917" y="2412"/>
              <a:ext cx="415" cy="168"/>
              <a:chOff x="1932" y="2586"/>
              <a:chExt cx="415" cy="195"/>
            </a:xfrm>
          </p:grpSpPr>
          <p:grpSp>
            <p:nvGrpSpPr>
              <p:cNvPr id="17550" name="Group 148"/>
              <p:cNvGrpSpPr/>
              <p:nvPr/>
            </p:nvGrpSpPr>
            <p:grpSpPr>
              <a:xfrm>
                <a:off x="2098" y="2587"/>
                <a:ext cx="249" cy="194"/>
                <a:chOff x="1391" y="3011"/>
                <a:chExt cx="345" cy="337"/>
              </a:xfrm>
            </p:grpSpPr>
            <p:sp>
              <p:nvSpPr>
                <p:cNvPr id="17551" name="WordArt 149"/>
                <p:cNvSpPr>
                  <a:spLocks noTextEdit="1"/>
                </p:cNvSpPr>
                <p:nvPr/>
              </p:nvSpPr>
              <p:spPr>
                <a:xfrm>
                  <a:off x="1391" y="3011"/>
                  <a:ext cx="230" cy="3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17552" name="WordArt 150"/>
                <p:cNvSpPr>
                  <a:spLocks noTextEdit="1"/>
                </p:cNvSpPr>
                <p:nvPr/>
              </p:nvSpPr>
              <p:spPr>
                <a:xfrm>
                  <a:off x="1636" y="3196"/>
                  <a:ext cx="100" cy="15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sp>
            <p:nvSpPr>
              <p:cNvPr id="17553" name="WordArt 151"/>
              <p:cNvSpPr>
                <a:spLocks noTextEdit="1"/>
              </p:cNvSpPr>
              <p:nvPr/>
            </p:nvSpPr>
            <p:spPr>
              <a:xfrm>
                <a:off x="1932" y="2586"/>
                <a:ext cx="112" cy="170"/>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sp>
          <p:nvSpPr>
            <p:cNvPr id="17554" name="WordArt 152"/>
            <p:cNvSpPr>
              <a:spLocks noTextEdit="1"/>
            </p:cNvSpPr>
            <p:nvPr/>
          </p:nvSpPr>
          <p:spPr>
            <a:xfrm>
              <a:off x="415" y="2403"/>
              <a:ext cx="559" cy="157"/>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已知</a:t>
              </a:r>
            </a:p>
          </p:txBody>
        </p:sp>
        <p:sp>
          <p:nvSpPr>
            <p:cNvPr id="17555" name="WordArt 153"/>
            <p:cNvSpPr>
              <a:spLocks noTextEdit="1"/>
            </p:cNvSpPr>
            <p:nvPr/>
          </p:nvSpPr>
          <p:spPr>
            <a:xfrm>
              <a:off x="4493" y="1541"/>
              <a:ext cx="374" cy="179"/>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问</a:t>
              </a:r>
            </a:p>
          </p:txBody>
        </p:sp>
      </p:grpSp>
      <p:grpSp>
        <p:nvGrpSpPr>
          <p:cNvPr id="29" name="Group 154"/>
          <p:cNvGrpSpPr/>
          <p:nvPr/>
        </p:nvGrpSpPr>
        <p:grpSpPr>
          <a:xfrm>
            <a:off x="992188" y="5922963"/>
            <a:ext cx="3382962" cy="631825"/>
            <a:chOff x="625" y="3731"/>
            <a:chExt cx="2131" cy="398"/>
          </a:xfrm>
        </p:grpSpPr>
        <p:grpSp>
          <p:nvGrpSpPr>
            <p:cNvPr id="17557" name="Group 155"/>
            <p:cNvGrpSpPr/>
            <p:nvPr/>
          </p:nvGrpSpPr>
          <p:grpSpPr>
            <a:xfrm>
              <a:off x="625" y="3731"/>
              <a:ext cx="1558" cy="398"/>
              <a:chOff x="625" y="3731"/>
              <a:chExt cx="1558" cy="398"/>
            </a:xfrm>
          </p:grpSpPr>
          <p:grpSp>
            <p:nvGrpSpPr>
              <p:cNvPr id="17558" name="Group 156"/>
              <p:cNvGrpSpPr/>
              <p:nvPr/>
            </p:nvGrpSpPr>
            <p:grpSpPr>
              <a:xfrm>
                <a:off x="625" y="3814"/>
                <a:ext cx="451" cy="192"/>
                <a:chOff x="549" y="3677"/>
                <a:chExt cx="506" cy="223"/>
              </a:xfrm>
            </p:grpSpPr>
            <p:sp>
              <p:nvSpPr>
                <p:cNvPr id="17559" name="WordArt 157"/>
                <p:cNvSpPr>
                  <a:spLocks noTextEdit="1"/>
                </p:cNvSpPr>
                <p:nvPr/>
              </p:nvSpPr>
              <p:spPr>
                <a:xfrm>
                  <a:off x="549" y="3677"/>
                  <a:ext cx="165" cy="211"/>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sp>
              <p:nvSpPr>
                <p:cNvPr id="17560" name="WordArt 158"/>
                <p:cNvSpPr>
                  <a:spLocks noTextEdit="1"/>
                </p:cNvSpPr>
                <p:nvPr/>
              </p:nvSpPr>
              <p:spPr>
                <a:xfrm>
                  <a:off x="717" y="3778"/>
                  <a:ext cx="338" cy="12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min</a:t>
                  </a:r>
                </a:p>
              </p:txBody>
            </p:sp>
          </p:grpSp>
          <p:grpSp>
            <p:nvGrpSpPr>
              <p:cNvPr id="17561" name="Group 159"/>
              <p:cNvGrpSpPr/>
              <p:nvPr/>
            </p:nvGrpSpPr>
            <p:grpSpPr>
              <a:xfrm>
                <a:off x="1252" y="3893"/>
                <a:ext cx="194" cy="70"/>
                <a:chOff x="1260" y="2371"/>
                <a:chExt cx="151" cy="53"/>
              </a:xfrm>
            </p:grpSpPr>
            <p:sp>
              <p:nvSpPr>
                <p:cNvPr id="17562" name="Line 160"/>
                <p:cNvSpPr/>
                <p:nvPr/>
              </p:nvSpPr>
              <p:spPr>
                <a:xfrm>
                  <a:off x="1260" y="2371"/>
                  <a:ext cx="151" cy="0"/>
                </a:xfrm>
                <a:prstGeom prst="line">
                  <a:avLst/>
                </a:prstGeom>
                <a:ln w="57150" cap="flat" cmpd="sng">
                  <a:solidFill>
                    <a:schemeClr val="tx1"/>
                  </a:solidFill>
                  <a:prstDash val="solid"/>
                  <a:round/>
                  <a:headEnd type="none" w="med" len="med"/>
                  <a:tailEnd type="none" w="med" len="med"/>
                </a:ln>
              </p:spPr>
            </p:sp>
            <p:sp>
              <p:nvSpPr>
                <p:cNvPr id="17563" name="Line 161"/>
                <p:cNvSpPr/>
                <p:nvPr/>
              </p:nvSpPr>
              <p:spPr>
                <a:xfrm>
                  <a:off x="1260" y="2424"/>
                  <a:ext cx="151" cy="0"/>
                </a:xfrm>
                <a:prstGeom prst="line">
                  <a:avLst/>
                </a:prstGeom>
                <a:ln w="57150" cap="flat" cmpd="sng">
                  <a:solidFill>
                    <a:schemeClr val="tx1"/>
                  </a:solidFill>
                  <a:prstDash val="solid"/>
                  <a:round/>
                  <a:headEnd type="none" w="med" len="med"/>
                  <a:tailEnd type="none" w="med" len="med"/>
                </a:ln>
              </p:spPr>
            </p:sp>
          </p:grpSp>
          <p:grpSp>
            <p:nvGrpSpPr>
              <p:cNvPr id="17564" name="Group 162"/>
              <p:cNvGrpSpPr/>
              <p:nvPr/>
            </p:nvGrpSpPr>
            <p:grpSpPr>
              <a:xfrm>
                <a:off x="1546" y="3731"/>
                <a:ext cx="244" cy="211"/>
                <a:chOff x="1504" y="592"/>
                <a:chExt cx="200" cy="156"/>
              </a:xfrm>
            </p:grpSpPr>
            <p:sp>
              <p:nvSpPr>
                <p:cNvPr id="17565" name="Line 163"/>
                <p:cNvSpPr/>
                <p:nvPr/>
              </p:nvSpPr>
              <p:spPr>
                <a:xfrm>
                  <a:off x="1504" y="748"/>
                  <a:ext cx="200" cy="0"/>
                </a:xfrm>
                <a:prstGeom prst="line">
                  <a:avLst/>
                </a:prstGeom>
                <a:ln w="28575" cap="flat" cmpd="sng">
                  <a:solidFill>
                    <a:schemeClr val="tx1"/>
                  </a:solidFill>
                  <a:prstDash val="solid"/>
                  <a:round/>
                  <a:headEnd type="none" w="med" len="med"/>
                  <a:tailEnd type="none" w="med" len="med"/>
                </a:ln>
              </p:spPr>
            </p:sp>
            <p:sp>
              <p:nvSpPr>
                <p:cNvPr id="17566" name="WordArt 164"/>
                <p:cNvSpPr>
                  <a:spLocks noTextEdit="1"/>
                </p:cNvSpPr>
                <p:nvPr/>
              </p:nvSpPr>
              <p:spPr>
                <a:xfrm>
                  <a:off x="1624" y="654"/>
                  <a:ext cx="58" cy="51"/>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7567" name="WordArt 165"/>
                <p:cNvSpPr>
                  <a:spLocks noTextEdit="1"/>
                </p:cNvSpPr>
                <p:nvPr/>
              </p:nvSpPr>
              <p:spPr>
                <a:xfrm>
                  <a:off x="1539" y="592"/>
                  <a:ext cx="105" cy="11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grpSp>
          <p:sp>
            <p:nvSpPr>
              <p:cNvPr id="17568" name="WordArt 166"/>
              <p:cNvSpPr>
                <a:spLocks noTextEdit="1"/>
              </p:cNvSpPr>
              <p:nvPr/>
            </p:nvSpPr>
            <p:spPr>
              <a:xfrm>
                <a:off x="1605" y="3987"/>
                <a:ext cx="102" cy="14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sp>
            <p:nvSpPr>
              <p:cNvPr id="17569" name="WordArt 167"/>
              <p:cNvSpPr>
                <a:spLocks noTextEdit="1"/>
              </p:cNvSpPr>
              <p:nvPr/>
            </p:nvSpPr>
            <p:spPr>
              <a:xfrm>
                <a:off x="1865" y="3864"/>
                <a:ext cx="155" cy="14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17570" name="WordArt 168"/>
              <p:cNvSpPr>
                <a:spLocks noTextEdit="1"/>
              </p:cNvSpPr>
              <p:nvPr/>
            </p:nvSpPr>
            <p:spPr>
              <a:xfrm>
                <a:off x="2076" y="3840"/>
                <a:ext cx="107" cy="191"/>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0</a:t>
                </a:r>
              </a:p>
            </p:txBody>
          </p:sp>
        </p:grpSp>
        <p:grpSp>
          <p:nvGrpSpPr>
            <p:cNvPr id="17571" name="Group 169"/>
            <p:cNvGrpSpPr/>
            <p:nvPr/>
          </p:nvGrpSpPr>
          <p:grpSpPr>
            <a:xfrm>
              <a:off x="2279" y="3849"/>
              <a:ext cx="477" cy="183"/>
              <a:chOff x="2279" y="3849"/>
              <a:chExt cx="477" cy="183"/>
            </a:xfrm>
          </p:grpSpPr>
          <p:grpSp>
            <p:nvGrpSpPr>
              <p:cNvPr id="17572" name="Group 170"/>
              <p:cNvGrpSpPr/>
              <p:nvPr/>
            </p:nvGrpSpPr>
            <p:grpSpPr>
              <a:xfrm>
                <a:off x="2279" y="3882"/>
                <a:ext cx="194" cy="70"/>
                <a:chOff x="1260" y="2371"/>
                <a:chExt cx="151" cy="53"/>
              </a:xfrm>
            </p:grpSpPr>
            <p:sp>
              <p:nvSpPr>
                <p:cNvPr id="17573" name="Line 171"/>
                <p:cNvSpPr/>
                <p:nvPr/>
              </p:nvSpPr>
              <p:spPr>
                <a:xfrm>
                  <a:off x="1260" y="2371"/>
                  <a:ext cx="151" cy="0"/>
                </a:xfrm>
                <a:prstGeom prst="line">
                  <a:avLst/>
                </a:prstGeom>
                <a:ln w="57150" cap="flat" cmpd="sng">
                  <a:solidFill>
                    <a:schemeClr val="tx1"/>
                  </a:solidFill>
                  <a:prstDash val="solid"/>
                  <a:round/>
                  <a:headEnd type="none" w="med" len="med"/>
                  <a:tailEnd type="none" w="med" len="med"/>
                </a:ln>
              </p:spPr>
            </p:sp>
            <p:sp>
              <p:nvSpPr>
                <p:cNvPr id="17574" name="Line 172"/>
                <p:cNvSpPr/>
                <p:nvPr/>
              </p:nvSpPr>
              <p:spPr>
                <a:xfrm>
                  <a:off x="1260" y="2424"/>
                  <a:ext cx="151" cy="0"/>
                </a:xfrm>
                <a:prstGeom prst="line">
                  <a:avLst/>
                </a:prstGeom>
                <a:ln w="57150" cap="flat" cmpd="sng">
                  <a:solidFill>
                    <a:schemeClr val="tx1"/>
                  </a:solidFill>
                  <a:prstDash val="solid"/>
                  <a:round/>
                  <a:headEnd type="none" w="med" len="med"/>
                  <a:tailEnd type="none" w="med" len="med"/>
                </a:ln>
              </p:spPr>
            </p:sp>
          </p:grpSp>
          <p:grpSp>
            <p:nvGrpSpPr>
              <p:cNvPr id="17575" name="Group 173"/>
              <p:cNvGrpSpPr/>
              <p:nvPr/>
            </p:nvGrpSpPr>
            <p:grpSpPr>
              <a:xfrm>
                <a:off x="2563" y="3849"/>
                <a:ext cx="193" cy="183"/>
                <a:chOff x="1391" y="3011"/>
                <a:chExt cx="345" cy="337"/>
              </a:xfrm>
            </p:grpSpPr>
            <p:sp>
              <p:nvSpPr>
                <p:cNvPr id="17576" name="WordArt 174"/>
                <p:cNvSpPr>
                  <a:spLocks noTextEdit="1"/>
                </p:cNvSpPr>
                <p:nvPr/>
              </p:nvSpPr>
              <p:spPr>
                <a:xfrm>
                  <a:off x="1391" y="3011"/>
                  <a:ext cx="230" cy="3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17577" name="WordArt 175"/>
                <p:cNvSpPr>
                  <a:spLocks noTextEdit="1"/>
                </p:cNvSpPr>
                <p:nvPr/>
              </p:nvSpPr>
              <p:spPr>
                <a:xfrm>
                  <a:off x="1636" y="3196"/>
                  <a:ext cx="100" cy="15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grpSp>
      </p:grpSp>
      <p:grpSp>
        <p:nvGrpSpPr>
          <p:cNvPr id="13490" name="Group 176"/>
          <p:cNvGrpSpPr/>
          <p:nvPr/>
        </p:nvGrpSpPr>
        <p:grpSpPr>
          <a:xfrm>
            <a:off x="198438" y="4532313"/>
            <a:ext cx="4832350" cy="1660525"/>
            <a:chOff x="125" y="2855"/>
            <a:chExt cx="3044" cy="1046"/>
          </a:xfrm>
        </p:grpSpPr>
        <p:grpSp>
          <p:nvGrpSpPr>
            <p:cNvPr id="17579" name="Group 177"/>
            <p:cNvGrpSpPr/>
            <p:nvPr/>
          </p:nvGrpSpPr>
          <p:grpSpPr>
            <a:xfrm>
              <a:off x="617" y="2855"/>
              <a:ext cx="1572" cy="398"/>
              <a:chOff x="617" y="2855"/>
              <a:chExt cx="1572" cy="398"/>
            </a:xfrm>
          </p:grpSpPr>
          <p:grpSp>
            <p:nvGrpSpPr>
              <p:cNvPr id="17580" name="Group 178"/>
              <p:cNvGrpSpPr/>
              <p:nvPr/>
            </p:nvGrpSpPr>
            <p:grpSpPr>
              <a:xfrm>
                <a:off x="617" y="2887"/>
                <a:ext cx="483" cy="192"/>
                <a:chOff x="4389" y="1485"/>
                <a:chExt cx="506" cy="223"/>
              </a:xfrm>
            </p:grpSpPr>
            <p:sp>
              <p:nvSpPr>
                <p:cNvPr id="17581" name="WordArt 179"/>
                <p:cNvSpPr>
                  <a:spLocks noTextEdit="1"/>
                </p:cNvSpPr>
                <p:nvPr/>
              </p:nvSpPr>
              <p:spPr>
                <a:xfrm>
                  <a:off x="4389" y="1485"/>
                  <a:ext cx="165" cy="211"/>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sp>
              <p:nvSpPr>
                <p:cNvPr id="17582" name="WordArt 180"/>
                <p:cNvSpPr>
                  <a:spLocks noTextEdit="1"/>
                </p:cNvSpPr>
                <p:nvPr/>
              </p:nvSpPr>
              <p:spPr>
                <a:xfrm>
                  <a:off x="4557" y="1608"/>
                  <a:ext cx="338" cy="10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max</a:t>
                  </a:r>
                </a:p>
              </p:txBody>
            </p:sp>
          </p:grpSp>
          <p:grpSp>
            <p:nvGrpSpPr>
              <p:cNvPr id="17583" name="Group 181"/>
              <p:cNvGrpSpPr/>
              <p:nvPr/>
            </p:nvGrpSpPr>
            <p:grpSpPr>
              <a:xfrm>
                <a:off x="1221" y="2990"/>
                <a:ext cx="194" cy="70"/>
                <a:chOff x="1260" y="2371"/>
                <a:chExt cx="151" cy="53"/>
              </a:xfrm>
            </p:grpSpPr>
            <p:sp>
              <p:nvSpPr>
                <p:cNvPr id="17584" name="Line 182"/>
                <p:cNvSpPr/>
                <p:nvPr/>
              </p:nvSpPr>
              <p:spPr>
                <a:xfrm>
                  <a:off x="1260" y="2371"/>
                  <a:ext cx="151" cy="0"/>
                </a:xfrm>
                <a:prstGeom prst="line">
                  <a:avLst/>
                </a:prstGeom>
                <a:ln w="57150" cap="flat" cmpd="sng">
                  <a:solidFill>
                    <a:schemeClr val="tx1"/>
                  </a:solidFill>
                  <a:prstDash val="solid"/>
                  <a:round/>
                  <a:headEnd type="none" w="med" len="med"/>
                  <a:tailEnd type="none" w="med" len="med"/>
                </a:ln>
              </p:spPr>
            </p:sp>
            <p:sp>
              <p:nvSpPr>
                <p:cNvPr id="17585" name="Line 183"/>
                <p:cNvSpPr/>
                <p:nvPr/>
              </p:nvSpPr>
              <p:spPr>
                <a:xfrm>
                  <a:off x="1260" y="2424"/>
                  <a:ext cx="151" cy="0"/>
                </a:xfrm>
                <a:prstGeom prst="line">
                  <a:avLst/>
                </a:prstGeom>
                <a:ln w="57150" cap="flat" cmpd="sng">
                  <a:solidFill>
                    <a:schemeClr val="tx1"/>
                  </a:solidFill>
                  <a:prstDash val="solid"/>
                  <a:round/>
                  <a:headEnd type="none" w="med" len="med"/>
                  <a:tailEnd type="none" w="med" len="med"/>
                </a:ln>
              </p:spPr>
            </p:sp>
          </p:grpSp>
          <p:grpSp>
            <p:nvGrpSpPr>
              <p:cNvPr id="17586" name="Group 184"/>
              <p:cNvGrpSpPr/>
              <p:nvPr/>
            </p:nvGrpSpPr>
            <p:grpSpPr>
              <a:xfrm>
                <a:off x="1504" y="2855"/>
                <a:ext cx="244" cy="398"/>
                <a:chOff x="1448" y="3046"/>
                <a:chExt cx="244" cy="398"/>
              </a:xfrm>
            </p:grpSpPr>
            <p:grpSp>
              <p:nvGrpSpPr>
                <p:cNvPr id="17587" name="Group 185"/>
                <p:cNvGrpSpPr/>
                <p:nvPr/>
              </p:nvGrpSpPr>
              <p:grpSpPr>
                <a:xfrm>
                  <a:off x="1448" y="3046"/>
                  <a:ext cx="244" cy="211"/>
                  <a:chOff x="1504" y="592"/>
                  <a:chExt cx="200" cy="156"/>
                </a:xfrm>
              </p:grpSpPr>
              <p:sp>
                <p:nvSpPr>
                  <p:cNvPr id="17588" name="Line 186"/>
                  <p:cNvSpPr/>
                  <p:nvPr/>
                </p:nvSpPr>
                <p:spPr>
                  <a:xfrm>
                    <a:off x="1504" y="748"/>
                    <a:ext cx="200" cy="0"/>
                  </a:xfrm>
                  <a:prstGeom prst="line">
                    <a:avLst/>
                  </a:prstGeom>
                  <a:ln w="28575" cap="flat" cmpd="sng">
                    <a:solidFill>
                      <a:schemeClr val="tx1"/>
                    </a:solidFill>
                    <a:prstDash val="solid"/>
                    <a:round/>
                    <a:headEnd type="none" w="med" len="med"/>
                    <a:tailEnd type="none" w="med" len="med"/>
                  </a:ln>
                </p:spPr>
              </p:sp>
              <p:sp>
                <p:nvSpPr>
                  <p:cNvPr id="17589" name="WordArt 187"/>
                  <p:cNvSpPr>
                    <a:spLocks noTextEdit="1"/>
                  </p:cNvSpPr>
                  <p:nvPr/>
                </p:nvSpPr>
                <p:spPr>
                  <a:xfrm>
                    <a:off x="1624" y="654"/>
                    <a:ext cx="58" cy="51"/>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7590" name="WordArt 188"/>
                  <p:cNvSpPr>
                    <a:spLocks noTextEdit="1"/>
                  </p:cNvSpPr>
                  <p:nvPr/>
                </p:nvSpPr>
                <p:spPr>
                  <a:xfrm>
                    <a:off x="1539" y="592"/>
                    <a:ext cx="105" cy="11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grpSp>
            <p:sp>
              <p:nvSpPr>
                <p:cNvPr id="17591" name="WordArt 189"/>
                <p:cNvSpPr>
                  <a:spLocks noTextEdit="1"/>
                </p:cNvSpPr>
                <p:nvPr/>
              </p:nvSpPr>
              <p:spPr>
                <a:xfrm>
                  <a:off x="1507" y="3302"/>
                  <a:ext cx="102" cy="142"/>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sp>
            <p:nvSpPr>
              <p:cNvPr id="17592" name="WordArt 190"/>
              <p:cNvSpPr>
                <a:spLocks noTextEdit="1"/>
              </p:cNvSpPr>
              <p:nvPr/>
            </p:nvSpPr>
            <p:spPr>
              <a:xfrm>
                <a:off x="1800" y="2975"/>
                <a:ext cx="155" cy="14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nvGrpSpPr>
              <p:cNvPr id="17593" name="Group 191"/>
              <p:cNvGrpSpPr/>
              <p:nvPr/>
            </p:nvGrpSpPr>
            <p:grpSpPr>
              <a:xfrm>
                <a:off x="1996" y="2958"/>
                <a:ext cx="193" cy="183"/>
                <a:chOff x="1391" y="3011"/>
                <a:chExt cx="345" cy="337"/>
              </a:xfrm>
            </p:grpSpPr>
            <p:sp>
              <p:nvSpPr>
                <p:cNvPr id="17594" name="WordArt 192"/>
                <p:cNvSpPr>
                  <a:spLocks noTextEdit="1"/>
                </p:cNvSpPr>
                <p:nvPr/>
              </p:nvSpPr>
              <p:spPr>
                <a:xfrm>
                  <a:off x="1391" y="3011"/>
                  <a:ext cx="230" cy="3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17595" name="WordArt 193"/>
                <p:cNvSpPr>
                  <a:spLocks noTextEdit="1"/>
                </p:cNvSpPr>
                <p:nvPr/>
              </p:nvSpPr>
              <p:spPr>
                <a:xfrm>
                  <a:off x="1636" y="3196"/>
                  <a:ext cx="100" cy="15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grpSp>
        <p:grpSp>
          <p:nvGrpSpPr>
            <p:cNvPr id="17596" name="Group 194"/>
            <p:cNvGrpSpPr/>
            <p:nvPr/>
          </p:nvGrpSpPr>
          <p:grpSpPr>
            <a:xfrm>
              <a:off x="2293" y="2930"/>
              <a:ext cx="876" cy="197"/>
              <a:chOff x="2293" y="2930"/>
              <a:chExt cx="876" cy="197"/>
            </a:xfrm>
          </p:grpSpPr>
          <p:grpSp>
            <p:nvGrpSpPr>
              <p:cNvPr id="17597" name="Group 195"/>
              <p:cNvGrpSpPr/>
              <p:nvPr/>
            </p:nvGrpSpPr>
            <p:grpSpPr>
              <a:xfrm>
                <a:off x="2293" y="2977"/>
                <a:ext cx="194" cy="70"/>
                <a:chOff x="1260" y="2371"/>
                <a:chExt cx="151" cy="53"/>
              </a:xfrm>
            </p:grpSpPr>
            <p:sp>
              <p:nvSpPr>
                <p:cNvPr id="17598" name="Line 196"/>
                <p:cNvSpPr/>
                <p:nvPr/>
              </p:nvSpPr>
              <p:spPr>
                <a:xfrm>
                  <a:off x="1260" y="2371"/>
                  <a:ext cx="151" cy="0"/>
                </a:xfrm>
                <a:prstGeom prst="line">
                  <a:avLst/>
                </a:prstGeom>
                <a:ln w="57150" cap="flat" cmpd="sng">
                  <a:solidFill>
                    <a:schemeClr val="tx1"/>
                  </a:solidFill>
                  <a:prstDash val="solid"/>
                  <a:round/>
                  <a:headEnd type="none" w="med" len="med"/>
                  <a:tailEnd type="none" w="med" len="med"/>
                </a:ln>
              </p:spPr>
            </p:sp>
            <p:sp>
              <p:nvSpPr>
                <p:cNvPr id="17599" name="Line 197"/>
                <p:cNvSpPr/>
                <p:nvPr/>
              </p:nvSpPr>
              <p:spPr>
                <a:xfrm>
                  <a:off x="1260" y="2424"/>
                  <a:ext cx="151" cy="0"/>
                </a:xfrm>
                <a:prstGeom prst="line">
                  <a:avLst/>
                </a:prstGeom>
                <a:ln w="57150" cap="flat" cmpd="sng">
                  <a:solidFill>
                    <a:schemeClr val="tx1"/>
                  </a:solidFill>
                  <a:prstDash val="solid"/>
                  <a:round/>
                  <a:headEnd type="none" w="med" len="med"/>
                  <a:tailEnd type="none" w="med" len="med"/>
                </a:ln>
              </p:spPr>
            </p:sp>
          </p:grpSp>
          <p:grpSp>
            <p:nvGrpSpPr>
              <p:cNvPr id="17600" name="Group 198"/>
              <p:cNvGrpSpPr/>
              <p:nvPr/>
            </p:nvGrpSpPr>
            <p:grpSpPr>
              <a:xfrm>
                <a:off x="2553" y="2944"/>
                <a:ext cx="193" cy="183"/>
                <a:chOff x="1391" y="3011"/>
                <a:chExt cx="345" cy="337"/>
              </a:xfrm>
            </p:grpSpPr>
            <p:sp>
              <p:nvSpPr>
                <p:cNvPr id="17601" name="WordArt 199"/>
                <p:cNvSpPr>
                  <a:spLocks noTextEdit="1"/>
                </p:cNvSpPr>
                <p:nvPr/>
              </p:nvSpPr>
              <p:spPr>
                <a:xfrm>
                  <a:off x="1391" y="3011"/>
                  <a:ext cx="230" cy="3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17602" name="WordArt 200"/>
                <p:cNvSpPr>
                  <a:spLocks noTextEdit="1"/>
                </p:cNvSpPr>
                <p:nvPr/>
              </p:nvSpPr>
              <p:spPr>
                <a:xfrm>
                  <a:off x="1636" y="3196"/>
                  <a:ext cx="100" cy="15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sp>
            <p:nvSpPr>
              <p:cNvPr id="17603" name="WordArt 201"/>
              <p:cNvSpPr>
                <a:spLocks noTextEdit="1"/>
              </p:cNvSpPr>
              <p:nvPr/>
            </p:nvSpPr>
            <p:spPr>
              <a:xfrm>
                <a:off x="2760" y="2930"/>
                <a:ext cx="155" cy="14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nvGrpSpPr>
              <p:cNvPr id="17604" name="Group 202"/>
              <p:cNvGrpSpPr/>
              <p:nvPr/>
            </p:nvGrpSpPr>
            <p:grpSpPr>
              <a:xfrm>
                <a:off x="2976" y="2938"/>
                <a:ext cx="193" cy="183"/>
                <a:chOff x="1391" y="3011"/>
                <a:chExt cx="345" cy="337"/>
              </a:xfrm>
            </p:grpSpPr>
            <p:sp>
              <p:nvSpPr>
                <p:cNvPr id="17605" name="WordArt 203"/>
                <p:cNvSpPr>
                  <a:spLocks noTextEdit="1"/>
                </p:cNvSpPr>
                <p:nvPr/>
              </p:nvSpPr>
              <p:spPr>
                <a:xfrm>
                  <a:off x="1391" y="3011"/>
                  <a:ext cx="230" cy="3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17606" name="WordArt 204"/>
                <p:cNvSpPr>
                  <a:spLocks noTextEdit="1"/>
                </p:cNvSpPr>
                <p:nvPr/>
              </p:nvSpPr>
              <p:spPr>
                <a:xfrm>
                  <a:off x="1636" y="3196"/>
                  <a:ext cx="100" cy="15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grpSp>
        <p:grpSp>
          <p:nvGrpSpPr>
            <p:cNvPr id="17607" name="Group 205"/>
            <p:cNvGrpSpPr/>
            <p:nvPr/>
          </p:nvGrpSpPr>
          <p:grpSpPr>
            <a:xfrm>
              <a:off x="125" y="3017"/>
              <a:ext cx="283" cy="884"/>
              <a:chOff x="152" y="1386"/>
              <a:chExt cx="288" cy="844"/>
            </a:xfrm>
          </p:grpSpPr>
          <p:sp>
            <p:nvSpPr>
              <p:cNvPr id="17608" name="Rectangle 206" descr="栎木"/>
              <p:cNvSpPr/>
              <p:nvPr/>
            </p:nvSpPr>
            <p:spPr>
              <a:xfrm flipH="1">
                <a:off x="152" y="1386"/>
                <a:ext cx="288" cy="844"/>
              </a:xfrm>
              <a:prstGeom prst="rect">
                <a:avLst/>
              </a:prstGeom>
              <a:blipFill rotWithShape="0">
                <a:blip r:embed="rId3"/>
              </a:blipFill>
              <a:ln w="38100" cap="flat" cmpd="sng">
                <a:solidFill>
                  <a:srgbClr val="00CC99"/>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609" name="WordArt 207"/>
              <p:cNvSpPr>
                <a:spLocks noTextEdit="1"/>
              </p:cNvSpPr>
              <p:nvPr/>
            </p:nvSpPr>
            <p:spPr>
              <a:xfrm rot="5400000">
                <a:off x="130" y="1498"/>
                <a:ext cx="328" cy="197"/>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华文中宋" panose="02010600040101010101" charset="-122"/>
                    <a:ea typeface="华文中宋" panose="02010600040101010101" charset="-122"/>
                  </a:rPr>
                  <a:t>解法</a:t>
                </a:r>
              </a:p>
            </p:txBody>
          </p:sp>
          <p:sp>
            <p:nvSpPr>
              <p:cNvPr id="17610" name="WordArt 208"/>
              <p:cNvSpPr>
                <a:spLocks noTextEdit="1"/>
              </p:cNvSpPr>
              <p:nvPr/>
            </p:nvSpPr>
            <p:spPr>
              <a:xfrm rot="5400000">
                <a:off x="130" y="1881"/>
                <a:ext cx="324" cy="195"/>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华文中宋" panose="02010600040101010101" charset="-122"/>
                    <a:ea typeface="华文中宋" panose="02010600040101010101" charset="-122"/>
                  </a:rPr>
                  <a:t>提要</a:t>
                </a:r>
              </a:p>
            </p:txBody>
          </p:sp>
        </p:grpSp>
        <p:grpSp>
          <p:nvGrpSpPr>
            <p:cNvPr id="17611" name="Group 209"/>
            <p:cNvGrpSpPr/>
            <p:nvPr/>
          </p:nvGrpSpPr>
          <p:grpSpPr>
            <a:xfrm>
              <a:off x="1238" y="3352"/>
              <a:ext cx="685" cy="195"/>
              <a:chOff x="1238" y="3352"/>
              <a:chExt cx="685" cy="195"/>
            </a:xfrm>
          </p:grpSpPr>
          <p:grpSp>
            <p:nvGrpSpPr>
              <p:cNvPr id="17612" name="Group 210"/>
              <p:cNvGrpSpPr/>
              <p:nvPr/>
            </p:nvGrpSpPr>
            <p:grpSpPr>
              <a:xfrm>
                <a:off x="1238" y="3417"/>
                <a:ext cx="194" cy="70"/>
                <a:chOff x="1260" y="2371"/>
                <a:chExt cx="151" cy="53"/>
              </a:xfrm>
            </p:grpSpPr>
            <p:sp>
              <p:nvSpPr>
                <p:cNvPr id="17613" name="Line 211"/>
                <p:cNvSpPr/>
                <p:nvPr/>
              </p:nvSpPr>
              <p:spPr>
                <a:xfrm>
                  <a:off x="1260" y="2371"/>
                  <a:ext cx="151" cy="0"/>
                </a:xfrm>
                <a:prstGeom prst="line">
                  <a:avLst/>
                </a:prstGeom>
                <a:ln w="57150" cap="flat" cmpd="sng">
                  <a:solidFill>
                    <a:schemeClr val="tx1"/>
                  </a:solidFill>
                  <a:prstDash val="solid"/>
                  <a:round/>
                  <a:headEnd type="none" w="med" len="med"/>
                  <a:tailEnd type="none" w="med" len="med"/>
                </a:ln>
              </p:spPr>
            </p:sp>
            <p:sp>
              <p:nvSpPr>
                <p:cNvPr id="17614" name="Line 212"/>
                <p:cNvSpPr/>
                <p:nvPr/>
              </p:nvSpPr>
              <p:spPr>
                <a:xfrm>
                  <a:off x="1260" y="2424"/>
                  <a:ext cx="151" cy="0"/>
                </a:xfrm>
                <a:prstGeom prst="line">
                  <a:avLst/>
                </a:prstGeom>
                <a:ln w="57150" cap="flat" cmpd="sng">
                  <a:solidFill>
                    <a:schemeClr val="tx1"/>
                  </a:solidFill>
                  <a:prstDash val="solid"/>
                  <a:round/>
                  <a:headEnd type="none" w="med" len="med"/>
                  <a:tailEnd type="none" w="med" len="med"/>
                </a:ln>
              </p:spPr>
            </p:sp>
          </p:grpSp>
          <p:grpSp>
            <p:nvGrpSpPr>
              <p:cNvPr id="17615" name="Group 213"/>
              <p:cNvGrpSpPr/>
              <p:nvPr/>
            </p:nvGrpSpPr>
            <p:grpSpPr>
              <a:xfrm>
                <a:off x="1508" y="3352"/>
                <a:ext cx="415" cy="195"/>
                <a:chOff x="1508" y="3352"/>
                <a:chExt cx="415" cy="195"/>
              </a:xfrm>
            </p:grpSpPr>
            <p:grpSp>
              <p:nvGrpSpPr>
                <p:cNvPr id="17616" name="Group 214"/>
                <p:cNvGrpSpPr/>
                <p:nvPr/>
              </p:nvGrpSpPr>
              <p:grpSpPr>
                <a:xfrm>
                  <a:off x="1674" y="3353"/>
                  <a:ext cx="249" cy="194"/>
                  <a:chOff x="1391" y="3011"/>
                  <a:chExt cx="345" cy="337"/>
                </a:xfrm>
              </p:grpSpPr>
              <p:sp>
                <p:nvSpPr>
                  <p:cNvPr id="17617" name="WordArt 215"/>
                  <p:cNvSpPr>
                    <a:spLocks noTextEdit="1"/>
                  </p:cNvSpPr>
                  <p:nvPr/>
                </p:nvSpPr>
                <p:spPr>
                  <a:xfrm>
                    <a:off x="1391" y="3011"/>
                    <a:ext cx="230" cy="3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17618" name="WordArt 216"/>
                  <p:cNvSpPr>
                    <a:spLocks noTextEdit="1"/>
                  </p:cNvSpPr>
                  <p:nvPr/>
                </p:nvSpPr>
                <p:spPr>
                  <a:xfrm>
                    <a:off x="1636" y="3196"/>
                    <a:ext cx="100" cy="15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sp>
              <p:nvSpPr>
                <p:cNvPr id="17619" name="WordArt 217"/>
                <p:cNvSpPr>
                  <a:spLocks noTextEdit="1"/>
                </p:cNvSpPr>
                <p:nvPr/>
              </p:nvSpPr>
              <p:spPr>
                <a:xfrm>
                  <a:off x="1508" y="3352"/>
                  <a:ext cx="112" cy="170"/>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grpSp>
      </p:grpSp>
      <p:grpSp>
        <p:nvGrpSpPr>
          <p:cNvPr id="13322" name="Group 218"/>
          <p:cNvGrpSpPr/>
          <p:nvPr/>
        </p:nvGrpSpPr>
        <p:grpSpPr>
          <a:xfrm>
            <a:off x="5091113" y="4608513"/>
            <a:ext cx="3751262" cy="1706562"/>
            <a:chOff x="3207" y="2903"/>
            <a:chExt cx="2363" cy="1075"/>
          </a:xfrm>
        </p:grpSpPr>
        <p:sp>
          <p:nvSpPr>
            <p:cNvPr id="17621" name="WordArt 219"/>
            <p:cNvSpPr>
              <a:spLocks noTextEdit="1"/>
            </p:cNvSpPr>
            <p:nvPr/>
          </p:nvSpPr>
          <p:spPr>
            <a:xfrm>
              <a:off x="4193" y="2903"/>
              <a:ext cx="747" cy="146"/>
            </a:xfrm>
            <a:prstGeom prst="rect">
              <a:avLst/>
            </a:prstGeom>
          </p:spPr>
          <p:txBody>
            <a:bodyPr wrap="none" fromWordArt="1">
              <a:prstTxWarp prst="textPlain">
                <a:avLst>
                  <a:gd name="adj" fmla="val 50000"/>
                </a:avLst>
              </a:prstTxWarp>
              <a:normAutofit/>
            </a:bodyPr>
            <a:lstStyle/>
            <a:p>
              <a:pPr algn="ctr"/>
              <a:r>
                <a:rPr lang="zh-CN" altLang="en-US" sz="3600">
                  <a:ln w="3175" cap="flat" cmpd="sng">
                    <a:solidFill>
                      <a:srgbClr val="000000"/>
                    </a:solidFill>
                    <a:prstDash val="solid"/>
                    <a:round/>
                    <a:headEnd type="none" w="med" len="med"/>
                    <a:tailEnd type="none" w="med" len="med"/>
                  </a:ln>
                  <a:solidFill>
                    <a:schemeClr val="tx1"/>
                  </a:solidFill>
                  <a:latin typeface="华文中宋" panose="02010600040101010101" charset="-122"/>
                  <a:ea typeface="华文中宋" panose="02010600040101010101" charset="-122"/>
                </a:rPr>
                <a:t>解得</a:t>
              </a:r>
            </a:p>
          </p:txBody>
        </p:sp>
        <p:sp>
          <p:nvSpPr>
            <p:cNvPr id="17622" name="AutoShape 220"/>
            <p:cNvSpPr/>
            <p:nvPr/>
          </p:nvSpPr>
          <p:spPr>
            <a:xfrm>
              <a:off x="3207" y="3021"/>
              <a:ext cx="314" cy="957"/>
            </a:xfrm>
            <a:prstGeom prst="rightBrace">
              <a:avLst>
                <a:gd name="adj1" fmla="val 25313"/>
                <a:gd name="adj2" fmla="val 50000"/>
              </a:avLst>
            </a:prstGeom>
            <a:noFill/>
            <a:ln w="2857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17623" name="Group 221"/>
            <p:cNvGrpSpPr/>
            <p:nvPr/>
          </p:nvGrpSpPr>
          <p:grpSpPr>
            <a:xfrm>
              <a:off x="3643" y="3248"/>
              <a:ext cx="1927" cy="576"/>
              <a:chOff x="3612" y="3225"/>
              <a:chExt cx="1927" cy="576"/>
            </a:xfrm>
          </p:grpSpPr>
          <p:grpSp>
            <p:nvGrpSpPr>
              <p:cNvPr id="17624" name="Group 222"/>
              <p:cNvGrpSpPr/>
              <p:nvPr/>
            </p:nvGrpSpPr>
            <p:grpSpPr>
              <a:xfrm>
                <a:off x="3672" y="3225"/>
                <a:ext cx="474" cy="191"/>
                <a:chOff x="4389" y="1485"/>
                <a:chExt cx="506" cy="223"/>
              </a:xfrm>
            </p:grpSpPr>
            <p:sp>
              <p:nvSpPr>
                <p:cNvPr id="17625" name="WordArt 223"/>
                <p:cNvSpPr>
                  <a:spLocks noTextEdit="1"/>
                </p:cNvSpPr>
                <p:nvPr/>
              </p:nvSpPr>
              <p:spPr>
                <a:xfrm>
                  <a:off x="4389" y="1485"/>
                  <a:ext cx="165" cy="211"/>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sp>
              <p:nvSpPr>
                <p:cNvPr id="17626" name="WordArt 224"/>
                <p:cNvSpPr>
                  <a:spLocks noTextEdit="1"/>
                </p:cNvSpPr>
                <p:nvPr/>
              </p:nvSpPr>
              <p:spPr>
                <a:xfrm>
                  <a:off x="4557" y="1608"/>
                  <a:ext cx="338" cy="10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max</a:t>
                  </a:r>
                </a:p>
              </p:txBody>
            </p:sp>
          </p:grpSp>
          <p:sp>
            <p:nvSpPr>
              <p:cNvPr id="17627" name="Line 225"/>
              <p:cNvSpPr/>
              <p:nvPr/>
            </p:nvSpPr>
            <p:spPr>
              <a:xfrm>
                <a:off x="3612" y="3514"/>
                <a:ext cx="619" cy="0"/>
              </a:xfrm>
              <a:prstGeom prst="line">
                <a:avLst/>
              </a:prstGeom>
              <a:ln w="28575" cap="flat" cmpd="sng">
                <a:solidFill>
                  <a:schemeClr val="tx1"/>
                </a:solidFill>
                <a:prstDash val="solid"/>
                <a:round/>
                <a:headEnd type="none" w="med" len="med"/>
                <a:tailEnd type="none" w="med" len="med"/>
              </a:ln>
            </p:spPr>
          </p:sp>
          <p:grpSp>
            <p:nvGrpSpPr>
              <p:cNvPr id="17628" name="Group 226"/>
              <p:cNvGrpSpPr/>
              <p:nvPr/>
            </p:nvGrpSpPr>
            <p:grpSpPr>
              <a:xfrm>
                <a:off x="3660" y="3575"/>
                <a:ext cx="484" cy="202"/>
                <a:chOff x="549" y="3677"/>
                <a:chExt cx="506" cy="223"/>
              </a:xfrm>
            </p:grpSpPr>
            <p:sp>
              <p:nvSpPr>
                <p:cNvPr id="17629" name="WordArt 227"/>
                <p:cNvSpPr>
                  <a:spLocks noTextEdit="1"/>
                </p:cNvSpPr>
                <p:nvPr/>
              </p:nvSpPr>
              <p:spPr>
                <a:xfrm>
                  <a:off x="549" y="3677"/>
                  <a:ext cx="165" cy="211"/>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sp>
              <p:nvSpPr>
                <p:cNvPr id="17630" name="WordArt 228"/>
                <p:cNvSpPr>
                  <a:spLocks noTextEdit="1"/>
                </p:cNvSpPr>
                <p:nvPr/>
              </p:nvSpPr>
              <p:spPr>
                <a:xfrm>
                  <a:off x="717" y="3778"/>
                  <a:ext cx="338" cy="12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min</a:t>
                  </a:r>
                </a:p>
              </p:txBody>
            </p:sp>
          </p:grpSp>
          <p:grpSp>
            <p:nvGrpSpPr>
              <p:cNvPr id="17631" name="Group 229"/>
              <p:cNvGrpSpPr/>
              <p:nvPr/>
            </p:nvGrpSpPr>
            <p:grpSpPr>
              <a:xfrm>
                <a:off x="4291" y="3500"/>
                <a:ext cx="194" cy="70"/>
                <a:chOff x="1260" y="2371"/>
                <a:chExt cx="151" cy="53"/>
              </a:xfrm>
            </p:grpSpPr>
            <p:sp>
              <p:nvSpPr>
                <p:cNvPr id="17632" name="Line 230"/>
                <p:cNvSpPr/>
                <p:nvPr/>
              </p:nvSpPr>
              <p:spPr>
                <a:xfrm>
                  <a:off x="1260" y="2371"/>
                  <a:ext cx="151" cy="0"/>
                </a:xfrm>
                <a:prstGeom prst="line">
                  <a:avLst/>
                </a:prstGeom>
                <a:ln w="57150" cap="flat" cmpd="sng">
                  <a:solidFill>
                    <a:schemeClr val="tx1"/>
                  </a:solidFill>
                  <a:prstDash val="solid"/>
                  <a:round/>
                  <a:headEnd type="none" w="med" len="med"/>
                  <a:tailEnd type="none" w="med" len="med"/>
                </a:ln>
              </p:spPr>
            </p:sp>
            <p:sp>
              <p:nvSpPr>
                <p:cNvPr id="17633" name="Line 231"/>
                <p:cNvSpPr/>
                <p:nvPr/>
              </p:nvSpPr>
              <p:spPr>
                <a:xfrm>
                  <a:off x="1260" y="2424"/>
                  <a:ext cx="151" cy="0"/>
                </a:xfrm>
                <a:prstGeom prst="line">
                  <a:avLst/>
                </a:prstGeom>
                <a:ln w="57150" cap="flat" cmpd="sng">
                  <a:solidFill>
                    <a:schemeClr val="tx1"/>
                  </a:solidFill>
                  <a:prstDash val="solid"/>
                  <a:round/>
                  <a:headEnd type="none" w="med" len="med"/>
                  <a:tailEnd type="none" w="med" len="med"/>
                </a:ln>
              </p:spPr>
            </p:sp>
          </p:grpSp>
          <p:sp>
            <p:nvSpPr>
              <p:cNvPr id="17634" name="WordArt 232"/>
              <p:cNvSpPr>
                <a:spLocks noTextEdit="1"/>
              </p:cNvSpPr>
              <p:nvPr/>
            </p:nvSpPr>
            <p:spPr>
              <a:xfrm>
                <a:off x="5364" y="3410"/>
                <a:ext cx="175" cy="22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nvGrpSpPr>
              <p:cNvPr id="17635" name="Group 233"/>
              <p:cNvGrpSpPr/>
              <p:nvPr/>
            </p:nvGrpSpPr>
            <p:grpSpPr>
              <a:xfrm>
                <a:off x="5098" y="3489"/>
                <a:ext cx="194" cy="70"/>
                <a:chOff x="1260" y="2371"/>
                <a:chExt cx="151" cy="53"/>
              </a:xfrm>
            </p:grpSpPr>
            <p:sp>
              <p:nvSpPr>
                <p:cNvPr id="17636" name="Line 234"/>
                <p:cNvSpPr/>
                <p:nvPr/>
              </p:nvSpPr>
              <p:spPr>
                <a:xfrm>
                  <a:off x="1260" y="2371"/>
                  <a:ext cx="151" cy="0"/>
                </a:xfrm>
                <a:prstGeom prst="line">
                  <a:avLst/>
                </a:prstGeom>
                <a:ln w="57150" cap="flat" cmpd="sng">
                  <a:solidFill>
                    <a:schemeClr val="tx1"/>
                  </a:solidFill>
                  <a:prstDash val="solid"/>
                  <a:round/>
                  <a:headEnd type="none" w="med" len="med"/>
                  <a:tailEnd type="none" w="med" len="med"/>
                </a:ln>
              </p:spPr>
            </p:sp>
            <p:sp>
              <p:nvSpPr>
                <p:cNvPr id="17637" name="Line 235"/>
                <p:cNvSpPr/>
                <p:nvPr/>
              </p:nvSpPr>
              <p:spPr>
                <a:xfrm>
                  <a:off x="1260" y="2424"/>
                  <a:ext cx="151" cy="0"/>
                </a:xfrm>
                <a:prstGeom prst="line">
                  <a:avLst/>
                </a:prstGeom>
                <a:ln w="57150" cap="flat" cmpd="sng">
                  <a:solidFill>
                    <a:schemeClr val="tx1"/>
                  </a:solidFill>
                  <a:prstDash val="solid"/>
                  <a:round/>
                  <a:headEnd type="none" w="med" len="med"/>
                  <a:tailEnd type="none" w="med" len="med"/>
                </a:ln>
              </p:spPr>
            </p:sp>
          </p:grpSp>
          <p:sp>
            <p:nvSpPr>
              <p:cNvPr id="17638" name="Line 236"/>
              <p:cNvSpPr/>
              <p:nvPr/>
            </p:nvSpPr>
            <p:spPr>
              <a:xfrm flipV="1">
                <a:off x="4523" y="3526"/>
                <a:ext cx="505" cy="7"/>
              </a:xfrm>
              <a:prstGeom prst="line">
                <a:avLst/>
              </a:prstGeom>
              <a:ln w="38100" cap="flat" cmpd="sng">
                <a:solidFill>
                  <a:schemeClr val="tx1"/>
                </a:solidFill>
                <a:prstDash val="solid"/>
                <a:round/>
                <a:headEnd type="none" w="med" len="med"/>
                <a:tailEnd type="none" w="med" len="med"/>
              </a:ln>
            </p:spPr>
          </p:sp>
          <p:grpSp>
            <p:nvGrpSpPr>
              <p:cNvPr id="17639" name="Group 237"/>
              <p:cNvGrpSpPr/>
              <p:nvPr/>
            </p:nvGrpSpPr>
            <p:grpSpPr>
              <a:xfrm>
                <a:off x="4586" y="3285"/>
                <a:ext cx="415" cy="195"/>
                <a:chOff x="1508" y="3352"/>
                <a:chExt cx="415" cy="195"/>
              </a:xfrm>
            </p:grpSpPr>
            <p:grpSp>
              <p:nvGrpSpPr>
                <p:cNvPr id="17640" name="Group 238"/>
                <p:cNvGrpSpPr/>
                <p:nvPr/>
              </p:nvGrpSpPr>
              <p:grpSpPr>
                <a:xfrm>
                  <a:off x="1674" y="3353"/>
                  <a:ext cx="249" cy="194"/>
                  <a:chOff x="1391" y="3011"/>
                  <a:chExt cx="345" cy="337"/>
                </a:xfrm>
              </p:grpSpPr>
              <p:sp>
                <p:nvSpPr>
                  <p:cNvPr id="17641" name="WordArt 239"/>
                  <p:cNvSpPr>
                    <a:spLocks noTextEdit="1"/>
                  </p:cNvSpPr>
                  <p:nvPr/>
                </p:nvSpPr>
                <p:spPr>
                  <a:xfrm>
                    <a:off x="1391" y="3011"/>
                    <a:ext cx="230" cy="3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17642" name="WordArt 240"/>
                  <p:cNvSpPr>
                    <a:spLocks noTextEdit="1"/>
                  </p:cNvSpPr>
                  <p:nvPr/>
                </p:nvSpPr>
                <p:spPr>
                  <a:xfrm>
                    <a:off x="1636" y="3196"/>
                    <a:ext cx="100" cy="15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sp>
              <p:nvSpPr>
                <p:cNvPr id="17643" name="WordArt 241"/>
                <p:cNvSpPr>
                  <a:spLocks noTextEdit="1"/>
                </p:cNvSpPr>
                <p:nvPr/>
              </p:nvSpPr>
              <p:spPr>
                <a:xfrm>
                  <a:off x="1508" y="3352"/>
                  <a:ext cx="112" cy="170"/>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grpSp>
            <p:nvGrpSpPr>
              <p:cNvPr id="17644" name="Group 242"/>
              <p:cNvGrpSpPr/>
              <p:nvPr/>
            </p:nvGrpSpPr>
            <p:grpSpPr>
              <a:xfrm>
                <a:off x="4668" y="3587"/>
                <a:ext cx="216" cy="214"/>
                <a:chOff x="1391" y="3011"/>
                <a:chExt cx="345" cy="337"/>
              </a:xfrm>
            </p:grpSpPr>
            <p:sp>
              <p:nvSpPr>
                <p:cNvPr id="17645" name="WordArt 243"/>
                <p:cNvSpPr>
                  <a:spLocks noTextEdit="1"/>
                </p:cNvSpPr>
                <p:nvPr/>
              </p:nvSpPr>
              <p:spPr>
                <a:xfrm>
                  <a:off x="1391" y="3011"/>
                  <a:ext cx="230" cy="31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17646" name="WordArt 244"/>
                <p:cNvSpPr>
                  <a:spLocks noTextEdit="1"/>
                </p:cNvSpPr>
                <p:nvPr/>
              </p:nvSpPr>
              <p:spPr>
                <a:xfrm>
                  <a:off x="1636" y="3196"/>
                  <a:ext cx="100" cy="15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grpSp>
        </p:grpSp>
      </p:grpSp>
      <p:grpSp>
        <p:nvGrpSpPr>
          <p:cNvPr id="17647" name="Group 247"/>
          <p:cNvGrpSpPr/>
          <p:nvPr/>
        </p:nvGrpSpPr>
        <p:grpSpPr>
          <a:xfrm>
            <a:off x="468313" y="1773238"/>
            <a:ext cx="823912" cy="458787"/>
            <a:chOff x="295" y="1117"/>
            <a:chExt cx="519" cy="289"/>
          </a:xfrm>
        </p:grpSpPr>
        <p:sp>
          <p:nvSpPr>
            <p:cNvPr id="17648" name="Oval 82" descr="纸袋"/>
            <p:cNvSpPr/>
            <p:nvPr/>
          </p:nvSpPr>
          <p:spPr>
            <a:xfrm>
              <a:off x="295" y="1117"/>
              <a:ext cx="519" cy="289"/>
            </a:xfrm>
            <a:prstGeom prst="ellipse">
              <a:avLst/>
            </a:prstGeom>
            <a:blipFill rotWithShape="1">
              <a:blip r:embed="rId4"/>
            </a:blipFill>
            <a:ln w="57150" cap="flat" cmpd="thinThick">
              <a:solidFill>
                <a:srgbClr val="6633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7649" name="WordArt 245"/>
            <p:cNvSpPr>
              <a:spLocks noTextEdit="1"/>
            </p:cNvSpPr>
            <p:nvPr/>
          </p:nvSpPr>
          <p:spPr>
            <a:xfrm>
              <a:off x="431" y="1162"/>
              <a:ext cx="272" cy="18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FF66"/>
                    </a:solidFill>
                    <a:prstDash val="solid"/>
                    <a:round/>
                    <a:headEnd type="none" w="med" len="med"/>
                    <a:tailEnd type="none" w="med" len="med"/>
                  </a:ln>
                  <a:solidFill>
                    <a:srgbClr val="FFFF66"/>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例1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3490"/>
                                        </p:tgtEl>
                                        <p:attrNameLst>
                                          <p:attrName>style.visibility</p:attrName>
                                        </p:attrNameLst>
                                      </p:cBhvr>
                                      <p:to>
                                        <p:strVal val="visible"/>
                                      </p:to>
                                    </p:set>
                                    <p:animEffect transition="in" filter="wipe(left)">
                                      <p:cBhvr>
                                        <p:cTn id="16" dur="500"/>
                                        <p:tgtEl>
                                          <p:spTgt spid="1349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left)">
                                      <p:cBhvr>
                                        <p:cTn id="21" dur="500"/>
                                        <p:tgtEl>
                                          <p:spTgt spid="2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3322"/>
                                        </p:tgtEl>
                                        <p:attrNameLst>
                                          <p:attrName>style.visibility</p:attrName>
                                        </p:attrNameLst>
                                      </p:cBhvr>
                                      <p:to>
                                        <p:strVal val="visible"/>
                                      </p:to>
                                    </p:set>
                                    <p:animEffect transition="in" filter="wipe(left)">
                                      <p:cBhvr>
                                        <p:cTn id="26" dur="500"/>
                                        <p:tgtEl>
                                          <p:spTgt spid="13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303" descr="羊皮纸"/>
          <p:cNvSpPr/>
          <p:nvPr/>
        </p:nvSpPr>
        <p:spPr>
          <a:xfrm>
            <a:off x="0" y="6705600"/>
            <a:ext cx="9144000" cy="152400"/>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434" name="Rectangle 304" descr="羊皮纸"/>
          <p:cNvSpPr/>
          <p:nvPr/>
        </p:nvSpPr>
        <p:spPr>
          <a:xfrm>
            <a:off x="0" y="0"/>
            <a:ext cx="9144000" cy="115888"/>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435" name="Rectangle 3" descr="羊皮纸"/>
          <p:cNvSpPr/>
          <p:nvPr/>
        </p:nvSpPr>
        <p:spPr>
          <a:xfrm>
            <a:off x="0" y="6700838"/>
            <a:ext cx="9144000" cy="157162"/>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436" name="Rectangle 4" descr="羊皮纸"/>
          <p:cNvSpPr/>
          <p:nvPr/>
        </p:nvSpPr>
        <p:spPr>
          <a:xfrm>
            <a:off x="0" y="0"/>
            <a:ext cx="9144000" cy="1592263"/>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18437" name="Group 5"/>
          <p:cNvGrpSpPr/>
          <p:nvPr/>
        </p:nvGrpSpPr>
        <p:grpSpPr>
          <a:xfrm>
            <a:off x="0" y="171450"/>
            <a:ext cx="9144000" cy="1476375"/>
            <a:chOff x="0" y="108"/>
            <a:chExt cx="5760" cy="930"/>
          </a:xfrm>
        </p:grpSpPr>
        <p:sp>
          <p:nvSpPr>
            <p:cNvPr id="18438" name="WordArt 6"/>
            <p:cNvSpPr>
              <a:spLocks noTextEdit="1"/>
            </p:cNvSpPr>
            <p:nvPr/>
          </p:nvSpPr>
          <p:spPr>
            <a:xfrm>
              <a:off x="2005" y="377"/>
              <a:ext cx="852" cy="29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CC0000"/>
                    </a:solidFill>
                    <a:prstDash val="solid"/>
                    <a:round/>
                    <a:headEnd type="none" w="med" len="med"/>
                    <a:tailEnd type="none" w="med" len="med"/>
                  </a:ln>
                  <a:solidFill>
                    <a:srgbClr val="CC0000"/>
                  </a:solidFill>
                  <a:latin typeface="方正姚体" panose="02010601030101010101" charset="-122"/>
                  <a:ea typeface="方正姚体" panose="02010601030101010101" charset="-122"/>
                </a:rPr>
                <a:t>马吕斯定律</a:t>
              </a:r>
            </a:p>
          </p:txBody>
        </p:sp>
        <p:sp>
          <p:nvSpPr>
            <p:cNvPr id="18439" name="WordArt 7"/>
            <p:cNvSpPr>
              <a:spLocks noTextEdit="1"/>
            </p:cNvSpPr>
            <p:nvPr/>
          </p:nvSpPr>
          <p:spPr>
            <a:xfrm>
              <a:off x="4849" y="563"/>
              <a:ext cx="62" cy="8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chemeClr val="accent2"/>
                  </a:solidFill>
                  <a:latin typeface="宋体" panose="02010600030101010101" pitchFamily="2" charset="-122"/>
                  <a:ea typeface="宋体" panose="02010600030101010101" pitchFamily="2" charset="-122"/>
                </a:rPr>
                <a:t>0</a:t>
              </a:r>
            </a:p>
          </p:txBody>
        </p:sp>
        <p:sp>
          <p:nvSpPr>
            <p:cNvPr id="18440" name="WordArt 8"/>
            <p:cNvSpPr>
              <a:spLocks noTextEdit="1"/>
            </p:cNvSpPr>
            <p:nvPr/>
          </p:nvSpPr>
          <p:spPr>
            <a:xfrm>
              <a:off x="4713" y="457"/>
              <a:ext cx="137" cy="177"/>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grpSp>
          <p:nvGrpSpPr>
            <p:cNvPr id="18441" name="Group 9"/>
            <p:cNvGrpSpPr/>
            <p:nvPr/>
          </p:nvGrpSpPr>
          <p:grpSpPr>
            <a:xfrm rot="5400000">
              <a:off x="4553" y="472"/>
              <a:ext cx="53" cy="158"/>
              <a:chOff x="2928" y="3216"/>
              <a:chExt cx="48" cy="240"/>
            </a:xfrm>
          </p:grpSpPr>
          <p:sp>
            <p:nvSpPr>
              <p:cNvPr id="18442" name="Line 10"/>
              <p:cNvSpPr/>
              <p:nvPr/>
            </p:nvSpPr>
            <p:spPr>
              <a:xfrm>
                <a:off x="2928" y="3216"/>
                <a:ext cx="0" cy="240"/>
              </a:xfrm>
              <a:prstGeom prst="line">
                <a:avLst/>
              </a:prstGeom>
              <a:ln w="57150" cap="flat" cmpd="sng">
                <a:solidFill>
                  <a:schemeClr val="tx1"/>
                </a:solidFill>
                <a:prstDash val="solid"/>
                <a:round/>
                <a:headEnd type="none" w="med" len="med"/>
                <a:tailEnd type="none" w="med" len="med"/>
              </a:ln>
            </p:spPr>
          </p:sp>
          <p:sp>
            <p:nvSpPr>
              <p:cNvPr id="18443" name="Line 11"/>
              <p:cNvSpPr/>
              <p:nvPr/>
            </p:nvSpPr>
            <p:spPr>
              <a:xfrm>
                <a:off x="2976" y="3216"/>
                <a:ext cx="0" cy="240"/>
              </a:xfrm>
              <a:prstGeom prst="line">
                <a:avLst/>
              </a:prstGeom>
              <a:ln w="57150" cap="flat" cmpd="sng">
                <a:solidFill>
                  <a:schemeClr val="tx1"/>
                </a:solidFill>
                <a:prstDash val="solid"/>
                <a:round/>
                <a:headEnd type="none" w="med" len="med"/>
                <a:tailEnd type="none" w="med" len="med"/>
              </a:ln>
            </p:spPr>
          </p:sp>
        </p:grpSp>
        <p:grpSp>
          <p:nvGrpSpPr>
            <p:cNvPr id="18444" name="Group 12"/>
            <p:cNvGrpSpPr/>
            <p:nvPr/>
          </p:nvGrpSpPr>
          <p:grpSpPr>
            <a:xfrm>
              <a:off x="4964" y="402"/>
              <a:ext cx="521" cy="236"/>
              <a:chOff x="4964" y="402"/>
              <a:chExt cx="521" cy="236"/>
            </a:xfrm>
          </p:grpSpPr>
          <p:sp>
            <p:nvSpPr>
              <p:cNvPr id="18445" name="WordArt 13"/>
              <p:cNvSpPr>
                <a:spLocks noTextEdit="1"/>
              </p:cNvSpPr>
              <p:nvPr/>
            </p:nvSpPr>
            <p:spPr>
              <a:xfrm>
                <a:off x="4964" y="503"/>
                <a:ext cx="309" cy="13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cos</a:t>
                </a:r>
              </a:p>
            </p:txBody>
          </p:sp>
          <p:sp>
            <p:nvSpPr>
              <p:cNvPr id="18446" name="WordArt 14"/>
              <p:cNvSpPr>
                <a:spLocks noTextEdit="1"/>
              </p:cNvSpPr>
              <p:nvPr/>
            </p:nvSpPr>
            <p:spPr>
              <a:xfrm>
                <a:off x="5356" y="488"/>
                <a:ext cx="129" cy="15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8447" name="WordArt 15"/>
              <p:cNvSpPr>
                <a:spLocks noTextEdit="1"/>
              </p:cNvSpPr>
              <p:nvPr/>
            </p:nvSpPr>
            <p:spPr>
              <a:xfrm>
                <a:off x="5276" y="402"/>
                <a:ext cx="60" cy="8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grpSp>
        <p:sp>
          <p:nvSpPr>
            <p:cNvPr id="18448" name="WordArt 16"/>
            <p:cNvSpPr>
              <a:spLocks noTextEdit="1"/>
            </p:cNvSpPr>
            <p:nvPr/>
          </p:nvSpPr>
          <p:spPr>
            <a:xfrm>
              <a:off x="4333" y="454"/>
              <a:ext cx="137" cy="177"/>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sp>
          <p:nvSpPr>
            <p:cNvPr id="18449" name="Line 17"/>
            <p:cNvSpPr/>
            <p:nvPr/>
          </p:nvSpPr>
          <p:spPr>
            <a:xfrm flipV="1">
              <a:off x="3192" y="532"/>
              <a:ext cx="544" cy="0"/>
            </a:xfrm>
            <a:prstGeom prst="line">
              <a:avLst/>
            </a:prstGeom>
            <a:ln w="6350" cap="flat" cmpd="sng">
              <a:solidFill>
                <a:schemeClr val="tx1"/>
              </a:solidFill>
              <a:prstDash val="solid"/>
              <a:round/>
              <a:headEnd type="none" w="med" len="med"/>
              <a:tailEnd type="none" w="sm" len="lg"/>
            </a:ln>
          </p:spPr>
        </p:sp>
        <p:grpSp>
          <p:nvGrpSpPr>
            <p:cNvPr id="18450" name="Group 18"/>
            <p:cNvGrpSpPr/>
            <p:nvPr/>
          </p:nvGrpSpPr>
          <p:grpSpPr>
            <a:xfrm>
              <a:off x="3665" y="310"/>
              <a:ext cx="254" cy="444"/>
              <a:chOff x="2466" y="302"/>
              <a:chExt cx="189" cy="444"/>
            </a:xfrm>
          </p:grpSpPr>
          <p:sp>
            <p:nvSpPr>
              <p:cNvPr id="18451" name="Oval 19"/>
              <p:cNvSpPr/>
              <p:nvPr/>
            </p:nvSpPr>
            <p:spPr>
              <a:xfrm>
                <a:off x="2466" y="303"/>
                <a:ext cx="176" cy="443"/>
              </a:xfrm>
              <a:prstGeom prst="ellipse">
                <a:avLst/>
              </a:prstGeom>
              <a:solidFill>
                <a:srgbClr val="B2B2B2"/>
              </a:solidFill>
              <a:ln w="317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452" name="Oval 20"/>
              <p:cNvSpPr/>
              <p:nvPr/>
            </p:nvSpPr>
            <p:spPr>
              <a:xfrm>
                <a:off x="2479" y="302"/>
                <a:ext cx="176" cy="443"/>
              </a:xfrm>
              <a:prstGeom prst="ellipse">
                <a:avLst/>
              </a:prstGeom>
              <a:solidFill>
                <a:srgbClr val="EAEAEA"/>
              </a:solidFill>
              <a:ln w="317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18453" name="Line 21"/>
            <p:cNvSpPr/>
            <p:nvPr/>
          </p:nvSpPr>
          <p:spPr>
            <a:xfrm flipH="1">
              <a:off x="3710" y="149"/>
              <a:ext cx="219" cy="688"/>
            </a:xfrm>
            <a:prstGeom prst="line">
              <a:avLst/>
            </a:prstGeom>
            <a:ln w="19050" cap="flat" cmpd="sng">
              <a:solidFill>
                <a:srgbClr val="FF00FF"/>
              </a:solidFill>
              <a:prstDash val="solid"/>
              <a:round/>
              <a:headEnd type="none" w="med" len="med"/>
              <a:tailEnd type="none" w="med" len="med"/>
            </a:ln>
          </p:spPr>
        </p:sp>
        <p:sp>
          <p:nvSpPr>
            <p:cNvPr id="18454" name="Line 22"/>
            <p:cNvSpPr/>
            <p:nvPr/>
          </p:nvSpPr>
          <p:spPr>
            <a:xfrm flipV="1">
              <a:off x="3804" y="529"/>
              <a:ext cx="544" cy="0"/>
            </a:xfrm>
            <a:prstGeom prst="line">
              <a:avLst/>
            </a:prstGeom>
            <a:ln w="6350" cap="flat" cmpd="sng">
              <a:solidFill>
                <a:schemeClr val="tx1"/>
              </a:solidFill>
              <a:prstDash val="solid"/>
              <a:round/>
              <a:headEnd type="none" w="med" len="med"/>
              <a:tailEnd type="triangle" w="med" len="lg"/>
            </a:ln>
          </p:spPr>
        </p:sp>
        <p:sp>
          <p:nvSpPr>
            <p:cNvPr id="18455" name="WordArt 23"/>
            <p:cNvSpPr>
              <a:spLocks noTextEdit="1"/>
            </p:cNvSpPr>
            <p:nvPr/>
          </p:nvSpPr>
          <p:spPr>
            <a:xfrm>
              <a:off x="3921" y="210"/>
              <a:ext cx="108" cy="58"/>
            </a:xfrm>
            <a:prstGeom prst="rect">
              <a:avLst/>
            </a:prstGeom>
          </p:spPr>
          <p:txBody>
            <a:bodyPr wrap="none" fromWordArt="1">
              <a:prstTxWarp prst="textPlain">
                <a:avLst>
                  <a:gd name="adj" fmla="val 56644"/>
                </a:avLst>
              </a:prstTxWarp>
              <a:normAutofit/>
            </a:bodyPr>
            <a:lstStyle/>
            <a:p>
              <a:pPr algn="ctr"/>
              <a:r>
                <a:rPr lang="zh-CN" altLang="en-US" sz="3600" i="1">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N</a:t>
              </a:r>
            </a:p>
          </p:txBody>
        </p:sp>
        <p:grpSp>
          <p:nvGrpSpPr>
            <p:cNvPr id="18456" name="Group 24"/>
            <p:cNvGrpSpPr/>
            <p:nvPr/>
          </p:nvGrpSpPr>
          <p:grpSpPr>
            <a:xfrm>
              <a:off x="3555" y="797"/>
              <a:ext cx="146" cy="87"/>
              <a:chOff x="2505" y="2671"/>
              <a:chExt cx="247" cy="151"/>
            </a:xfrm>
          </p:grpSpPr>
          <p:sp>
            <p:nvSpPr>
              <p:cNvPr id="18457" name="WordArt 25"/>
              <p:cNvSpPr>
                <a:spLocks noTextEdit="1"/>
              </p:cNvSpPr>
              <p:nvPr/>
            </p:nvSpPr>
            <p:spPr>
              <a:xfrm>
                <a:off x="2505" y="2679"/>
                <a:ext cx="194" cy="143"/>
              </a:xfrm>
              <a:prstGeom prst="rect">
                <a:avLst/>
              </a:prstGeom>
            </p:spPr>
            <p:txBody>
              <a:bodyPr wrap="none" fromWordArt="1">
                <a:prstTxWarp prst="textPlain">
                  <a:avLst>
                    <a:gd name="adj" fmla="val 56644"/>
                  </a:avLst>
                </a:prstTxWarp>
                <a:normAutofit/>
              </a:bodyPr>
              <a:lstStyle/>
              <a:p>
                <a:pPr algn="ctr"/>
                <a:r>
                  <a:rPr lang="zh-CN" altLang="en-US" sz="3600" i="1">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N</a:t>
                </a:r>
              </a:p>
            </p:txBody>
          </p:sp>
          <p:sp>
            <p:nvSpPr>
              <p:cNvPr id="18458" name="Freeform 26"/>
              <p:cNvSpPr/>
              <p:nvPr/>
            </p:nvSpPr>
            <p:spPr>
              <a:xfrm>
                <a:off x="2683" y="2671"/>
                <a:ext cx="69" cy="69"/>
              </a:xfrm>
              <a:custGeom>
                <a:avLst/>
                <a:gdLst/>
                <a:ahLst/>
                <a:cxnLst>
                  <a:cxn ang="0">
                    <a:pos x="2" y="0"/>
                  </a:cxn>
                  <a:cxn ang="0">
                    <a:pos x="0" y="4"/>
                  </a:cxn>
                  <a:cxn ang="0">
                    <a:pos x="5" y="1"/>
                  </a:cxn>
                  <a:cxn ang="0">
                    <a:pos x="2" y="0"/>
                  </a:cxn>
                </a:cxnLst>
                <a:rect l="0" t="0" r="0" b="0"/>
                <a:pathLst>
                  <a:path w="271" h="305">
                    <a:moveTo>
                      <a:pt x="147" y="0"/>
                    </a:moveTo>
                    <a:lnTo>
                      <a:pt x="0" y="305"/>
                    </a:lnTo>
                    <a:lnTo>
                      <a:pt x="271" y="57"/>
                    </a:lnTo>
                    <a:lnTo>
                      <a:pt x="147" y="0"/>
                    </a:lnTo>
                    <a:close/>
                  </a:path>
                </a:pathLst>
              </a:custGeom>
              <a:solidFill>
                <a:schemeClr val="tx1"/>
              </a:solidFill>
              <a:ln w="3175" cap="flat" cmpd="sng">
                <a:solidFill>
                  <a:schemeClr val="tx1"/>
                </a:solidFill>
                <a:prstDash val="solid"/>
                <a:round/>
                <a:headEnd type="none" w="med" len="med"/>
                <a:tailEnd type="none" w="med" len="med"/>
              </a:ln>
            </p:spPr>
            <p:txBody>
              <a:bodyPr/>
              <a:lstStyle/>
              <a:p>
                <a:endParaRPr lang="zh-CN" altLang="en-US"/>
              </a:p>
            </p:txBody>
          </p:sp>
        </p:grpSp>
        <p:sp>
          <p:nvSpPr>
            <p:cNvPr id="18459" name="Line 27"/>
            <p:cNvSpPr/>
            <p:nvPr/>
          </p:nvSpPr>
          <p:spPr>
            <a:xfrm>
              <a:off x="3804" y="108"/>
              <a:ext cx="0" cy="812"/>
            </a:xfrm>
            <a:prstGeom prst="line">
              <a:avLst/>
            </a:prstGeom>
            <a:ln w="6350" cap="flat" cmpd="sng">
              <a:solidFill>
                <a:schemeClr val="tx1"/>
              </a:solidFill>
              <a:prstDash val="dash"/>
              <a:round/>
              <a:headEnd type="none" w="med" len="med"/>
              <a:tailEnd type="none" w="med" len="med"/>
            </a:ln>
          </p:spPr>
        </p:sp>
        <p:sp>
          <p:nvSpPr>
            <p:cNvPr id="18460" name="WordArt 28"/>
            <p:cNvSpPr>
              <a:spLocks noTextEdit="1"/>
            </p:cNvSpPr>
            <p:nvPr/>
          </p:nvSpPr>
          <p:spPr>
            <a:xfrm>
              <a:off x="3822" y="172"/>
              <a:ext cx="70" cy="59"/>
            </a:xfrm>
            <a:prstGeom prst="rect">
              <a:avLst/>
            </a:prstGeom>
          </p:spPr>
          <p:txBody>
            <a:bodyPr wrap="none" fromWordArt="1">
              <a:prstTxWarp prst="textPlain">
                <a:avLst>
                  <a:gd name="adj" fmla="val 50000"/>
                </a:avLst>
              </a:prstTxWarp>
              <a:normAutofit/>
            </a:bodyPr>
            <a:lstStyle/>
            <a:p>
              <a:pPr algn="ctr"/>
              <a:r>
                <a:rPr lang="zh-CN" altLang="en-US" sz="3600" i="1">
                  <a:ln w="317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8461" name="Arc 29"/>
            <p:cNvSpPr/>
            <p:nvPr/>
          </p:nvSpPr>
          <p:spPr>
            <a:xfrm rot="-1031941">
              <a:off x="3801" y="247"/>
              <a:ext cx="101" cy="187"/>
            </a:xfrm>
            <a:custGeom>
              <a:avLst/>
              <a:gdLst/>
              <a:ahLst/>
              <a:cxnLst>
                <a:cxn ang="0">
                  <a:pos x="0" y="0"/>
                </a:cxn>
                <a:cxn ang="0">
                  <a:pos x="0" y="0"/>
                </a:cxn>
                <a:cxn ang="0">
                  <a:pos x="0" y="0"/>
                </a:cxn>
              </a:cxnLst>
              <a:rect l="0" t="0" r="0" b="0"/>
              <a:pathLst>
                <a:path w="14596" h="21201" fill="none">
                  <a:moveTo>
                    <a:pt x="4132" y="0"/>
                  </a:moveTo>
                  <a:cubicBezTo>
                    <a:pt x="8040" y="761"/>
                    <a:pt x="11661" y="2588"/>
                    <a:pt x="14596" y="5278"/>
                  </a:cubicBezTo>
                </a:path>
                <a:path w="14596" h="21201" stroke="0">
                  <a:moveTo>
                    <a:pt x="4132" y="0"/>
                  </a:moveTo>
                  <a:cubicBezTo>
                    <a:pt x="8040" y="761"/>
                    <a:pt x="11661" y="2588"/>
                    <a:pt x="14596" y="5278"/>
                  </a:cubicBezTo>
                  <a:lnTo>
                    <a:pt x="0" y="21201"/>
                  </a:lnTo>
                  <a:lnTo>
                    <a:pt x="4132" y="0"/>
                  </a:lnTo>
                  <a:close/>
                </a:path>
              </a:pathLst>
            </a:custGeom>
            <a:noFill/>
            <a:ln w="12700" cap="flat" cmpd="sng">
              <a:solidFill>
                <a:srgbClr val="FF0000"/>
              </a:solidFill>
              <a:prstDash val="solid"/>
              <a:round/>
              <a:headEnd type="none" w="sm" len="sm"/>
              <a:tailEnd type="none" w="sm" len="sm"/>
            </a:ln>
          </p:spPr>
          <p:txBody>
            <a:bodyPr/>
            <a:lstStyle/>
            <a:p>
              <a:endParaRPr lang="zh-CN" altLang="en-US"/>
            </a:p>
          </p:txBody>
        </p:sp>
        <p:grpSp>
          <p:nvGrpSpPr>
            <p:cNvPr id="18462" name="Group 30"/>
            <p:cNvGrpSpPr/>
            <p:nvPr/>
          </p:nvGrpSpPr>
          <p:grpSpPr>
            <a:xfrm>
              <a:off x="3411" y="326"/>
              <a:ext cx="120" cy="99"/>
              <a:chOff x="4237" y="1693"/>
              <a:chExt cx="277" cy="211"/>
            </a:xfrm>
          </p:grpSpPr>
          <p:sp>
            <p:nvSpPr>
              <p:cNvPr id="18463" name="WordArt 31"/>
              <p:cNvSpPr>
                <a:spLocks noTextEdit="1"/>
              </p:cNvSpPr>
              <p:nvPr/>
            </p:nvSpPr>
            <p:spPr>
              <a:xfrm>
                <a:off x="4439" y="1798"/>
                <a:ext cx="75" cy="106"/>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O</a:t>
                </a:r>
              </a:p>
            </p:txBody>
          </p:sp>
          <p:sp>
            <p:nvSpPr>
              <p:cNvPr id="18464" name="WordArt 32"/>
              <p:cNvSpPr>
                <a:spLocks noTextEdit="1"/>
              </p:cNvSpPr>
              <p:nvPr/>
            </p:nvSpPr>
            <p:spPr>
              <a:xfrm>
                <a:off x="4237" y="1693"/>
                <a:ext cx="178" cy="166"/>
              </a:xfrm>
              <a:prstGeom prst="rect">
                <a:avLst/>
              </a:prstGeom>
            </p:spPr>
            <p:txBody>
              <a:bodyPr wrap="none" fromWordArt="1">
                <a:prstTxWarp prst="textPlain">
                  <a:avLst>
                    <a:gd name="adj" fmla="val 50000"/>
                  </a:avLst>
                </a:prstTxWarp>
                <a:normAutofit/>
              </a:bodyPr>
              <a:lstStyle/>
              <a:p>
                <a:pPr algn="ctr"/>
                <a:r>
                  <a:rPr lang="zh-CN" altLang="en-US" sz="3600"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A</a:t>
                </a:r>
              </a:p>
            </p:txBody>
          </p:sp>
        </p:grpSp>
        <p:grpSp>
          <p:nvGrpSpPr>
            <p:cNvPr id="18465" name="Group 33"/>
            <p:cNvGrpSpPr/>
            <p:nvPr/>
          </p:nvGrpSpPr>
          <p:grpSpPr>
            <a:xfrm>
              <a:off x="3283" y="466"/>
              <a:ext cx="327" cy="138"/>
              <a:chOff x="1836" y="450"/>
              <a:chExt cx="252" cy="138"/>
            </a:xfrm>
          </p:grpSpPr>
          <p:sp>
            <p:nvSpPr>
              <p:cNvPr id="18466" name="Line 34"/>
              <p:cNvSpPr/>
              <p:nvPr/>
            </p:nvSpPr>
            <p:spPr>
              <a:xfrm>
                <a:off x="1836" y="456"/>
                <a:ext cx="0" cy="132"/>
              </a:xfrm>
              <a:prstGeom prst="line">
                <a:avLst/>
              </a:prstGeom>
              <a:ln w="38100" cap="flat" cmpd="sng">
                <a:solidFill>
                  <a:srgbClr val="0000FF"/>
                </a:solidFill>
                <a:prstDash val="solid"/>
                <a:round/>
                <a:headEnd type="none" w="med" len="med"/>
                <a:tailEnd type="none" w="med" len="med"/>
              </a:ln>
            </p:spPr>
          </p:sp>
          <p:sp>
            <p:nvSpPr>
              <p:cNvPr id="18467" name="Line 35"/>
              <p:cNvSpPr/>
              <p:nvPr/>
            </p:nvSpPr>
            <p:spPr>
              <a:xfrm>
                <a:off x="1965" y="453"/>
                <a:ext cx="0" cy="132"/>
              </a:xfrm>
              <a:prstGeom prst="line">
                <a:avLst/>
              </a:prstGeom>
              <a:ln w="38100" cap="flat" cmpd="sng">
                <a:solidFill>
                  <a:srgbClr val="0000FF"/>
                </a:solidFill>
                <a:prstDash val="solid"/>
                <a:round/>
                <a:headEnd type="none" w="med" len="med"/>
                <a:tailEnd type="none" w="med" len="med"/>
              </a:ln>
            </p:spPr>
          </p:sp>
          <p:sp>
            <p:nvSpPr>
              <p:cNvPr id="18468" name="Line 36"/>
              <p:cNvSpPr/>
              <p:nvPr/>
            </p:nvSpPr>
            <p:spPr>
              <a:xfrm>
                <a:off x="2088" y="450"/>
                <a:ext cx="0" cy="132"/>
              </a:xfrm>
              <a:prstGeom prst="line">
                <a:avLst/>
              </a:prstGeom>
              <a:ln w="38100" cap="flat" cmpd="sng">
                <a:solidFill>
                  <a:srgbClr val="0000FF"/>
                </a:solidFill>
                <a:prstDash val="solid"/>
                <a:round/>
                <a:headEnd type="none" w="med" len="med"/>
                <a:tailEnd type="none" w="med" len="med"/>
              </a:ln>
            </p:spPr>
          </p:sp>
        </p:grpSp>
        <p:sp>
          <p:nvSpPr>
            <p:cNvPr id="18469" name="Line 37"/>
            <p:cNvSpPr/>
            <p:nvPr/>
          </p:nvSpPr>
          <p:spPr>
            <a:xfrm flipH="1">
              <a:off x="4086" y="470"/>
              <a:ext cx="42" cy="117"/>
            </a:xfrm>
            <a:prstGeom prst="line">
              <a:avLst/>
            </a:prstGeom>
            <a:ln w="38100" cap="flat" cmpd="sng">
              <a:solidFill>
                <a:srgbClr val="008000"/>
              </a:solidFill>
              <a:prstDash val="solid"/>
              <a:round/>
              <a:headEnd type="none" w="med" len="med"/>
              <a:tailEnd type="none" w="med" len="med"/>
            </a:ln>
          </p:spPr>
        </p:sp>
        <p:sp>
          <p:nvSpPr>
            <p:cNvPr id="18470" name="Line 38"/>
            <p:cNvSpPr/>
            <p:nvPr/>
          </p:nvSpPr>
          <p:spPr>
            <a:xfrm flipH="1">
              <a:off x="3941" y="471"/>
              <a:ext cx="42" cy="117"/>
            </a:xfrm>
            <a:prstGeom prst="line">
              <a:avLst/>
            </a:prstGeom>
            <a:ln w="38100" cap="flat" cmpd="sng">
              <a:solidFill>
                <a:srgbClr val="008000"/>
              </a:solidFill>
              <a:prstDash val="solid"/>
              <a:round/>
              <a:headEnd type="none" w="med" len="med"/>
              <a:tailEnd type="none" w="med" len="med"/>
            </a:ln>
          </p:spPr>
        </p:sp>
        <p:sp>
          <p:nvSpPr>
            <p:cNvPr id="18471" name="Line 39"/>
            <p:cNvSpPr/>
            <p:nvPr/>
          </p:nvSpPr>
          <p:spPr>
            <a:xfrm flipH="1">
              <a:off x="3787" y="468"/>
              <a:ext cx="42" cy="117"/>
            </a:xfrm>
            <a:prstGeom prst="line">
              <a:avLst/>
            </a:prstGeom>
            <a:ln w="38100" cap="flat" cmpd="sng">
              <a:solidFill>
                <a:srgbClr val="008000"/>
              </a:solidFill>
              <a:prstDash val="solid"/>
              <a:round/>
              <a:headEnd type="none" w="med" len="med"/>
              <a:tailEnd type="none" w="med" len="med"/>
            </a:ln>
          </p:spPr>
        </p:sp>
        <p:sp>
          <p:nvSpPr>
            <p:cNvPr id="18472" name="WordArt 40"/>
            <p:cNvSpPr>
              <a:spLocks noTextEdit="1"/>
            </p:cNvSpPr>
            <p:nvPr/>
          </p:nvSpPr>
          <p:spPr>
            <a:xfrm>
              <a:off x="4008" y="326"/>
              <a:ext cx="77" cy="78"/>
            </a:xfrm>
            <a:prstGeom prst="rect">
              <a:avLst/>
            </a:prstGeom>
          </p:spPr>
          <p:txBody>
            <a:bodyPr wrap="none" fromWordArt="1">
              <a:prstTxWarp prst="textPlain">
                <a:avLst>
                  <a:gd name="adj" fmla="val 50000"/>
                </a:avLst>
              </a:prstTxWarp>
              <a:normAutofit/>
            </a:bodyPr>
            <a:lstStyle/>
            <a:p>
              <a:pPr algn="ctr"/>
              <a:r>
                <a:rPr lang="zh-CN" altLang="en-US" sz="3600" i="1">
                  <a:ln w="317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A</a:t>
              </a:r>
            </a:p>
          </p:txBody>
        </p:sp>
        <p:grpSp>
          <p:nvGrpSpPr>
            <p:cNvPr id="18473" name="Group 41"/>
            <p:cNvGrpSpPr/>
            <p:nvPr/>
          </p:nvGrpSpPr>
          <p:grpSpPr>
            <a:xfrm>
              <a:off x="2967" y="437"/>
              <a:ext cx="229" cy="213"/>
              <a:chOff x="2111" y="675"/>
              <a:chExt cx="126" cy="120"/>
            </a:xfrm>
          </p:grpSpPr>
          <p:sp>
            <p:nvSpPr>
              <p:cNvPr id="18474" name="WordArt 42"/>
              <p:cNvSpPr>
                <a:spLocks noTextEdit="1"/>
              </p:cNvSpPr>
              <p:nvPr/>
            </p:nvSpPr>
            <p:spPr>
              <a:xfrm>
                <a:off x="2193" y="748"/>
                <a:ext cx="44" cy="47"/>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O</a:t>
                </a:r>
              </a:p>
            </p:txBody>
          </p:sp>
          <p:sp>
            <p:nvSpPr>
              <p:cNvPr id="18475" name="WordArt 43"/>
              <p:cNvSpPr>
                <a:spLocks noTextEdit="1"/>
              </p:cNvSpPr>
              <p:nvPr/>
            </p:nvSpPr>
            <p:spPr>
              <a:xfrm>
                <a:off x="2111" y="675"/>
                <a:ext cx="80" cy="11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grpSp>
        <p:sp>
          <p:nvSpPr>
            <p:cNvPr id="18476" name="Rectangle 44" descr="羊皮纸"/>
            <p:cNvSpPr/>
            <p:nvPr/>
          </p:nvSpPr>
          <p:spPr>
            <a:xfrm>
              <a:off x="0" y="968"/>
              <a:ext cx="5760" cy="70"/>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477" name="Line 45"/>
            <p:cNvSpPr/>
            <p:nvPr/>
          </p:nvSpPr>
          <p:spPr>
            <a:xfrm flipV="1">
              <a:off x="60" y="524"/>
              <a:ext cx="828" cy="0"/>
            </a:xfrm>
            <a:prstGeom prst="line">
              <a:avLst/>
            </a:prstGeom>
            <a:ln w="6350" cap="flat" cmpd="sng">
              <a:solidFill>
                <a:schemeClr val="tx1"/>
              </a:solidFill>
              <a:prstDash val="solid"/>
              <a:round/>
              <a:headEnd type="none" w="med" len="med"/>
              <a:tailEnd type="none" w="sm" len="lg"/>
            </a:ln>
          </p:spPr>
        </p:sp>
        <p:grpSp>
          <p:nvGrpSpPr>
            <p:cNvPr id="18478" name="Group 46"/>
            <p:cNvGrpSpPr/>
            <p:nvPr/>
          </p:nvGrpSpPr>
          <p:grpSpPr>
            <a:xfrm>
              <a:off x="817" y="302"/>
              <a:ext cx="254" cy="444"/>
              <a:chOff x="2466" y="302"/>
              <a:chExt cx="189" cy="444"/>
            </a:xfrm>
          </p:grpSpPr>
          <p:sp>
            <p:nvSpPr>
              <p:cNvPr id="18479" name="Oval 47"/>
              <p:cNvSpPr/>
              <p:nvPr/>
            </p:nvSpPr>
            <p:spPr>
              <a:xfrm>
                <a:off x="2466" y="303"/>
                <a:ext cx="176" cy="443"/>
              </a:xfrm>
              <a:prstGeom prst="ellipse">
                <a:avLst/>
              </a:prstGeom>
              <a:solidFill>
                <a:srgbClr val="B2B2B2"/>
              </a:solidFill>
              <a:ln w="317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480" name="Oval 48"/>
              <p:cNvSpPr/>
              <p:nvPr/>
            </p:nvSpPr>
            <p:spPr>
              <a:xfrm>
                <a:off x="2479" y="302"/>
                <a:ext cx="176" cy="443"/>
              </a:xfrm>
              <a:prstGeom prst="ellipse">
                <a:avLst/>
              </a:prstGeom>
              <a:solidFill>
                <a:srgbClr val="EAEAEA"/>
              </a:solidFill>
              <a:ln w="317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18481" name="Line 49"/>
            <p:cNvSpPr/>
            <p:nvPr/>
          </p:nvSpPr>
          <p:spPr>
            <a:xfrm flipV="1">
              <a:off x="956" y="521"/>
              <a:ext cx="760" cy="0"/>
            </a:xfrm>
            <a:prstGeom prst="line">
              <a:avLst/>
            </a:prstGeom>
            <a:ln w="9525" cap="flat" cmpd="sng">
              <a:solidFill>
                <a:srgbClr val="0000FF"/>
              </a:solidFill>
              <a:prstDash val="solid"/>
              <a:round/>
              <a:headEnd type="none" w="med" len="med"/>
              <a:tailEnd type="triangle" w="sm" len="lg"/>
            </a:ln>
          </p:spPr>
        </p:sp>
        <p:sp>
          <p:nvSpPr>
            <p:cNvPr id="18482" name="WordArt 50"/>
            <p:cNvSpPr>
              <a:spLocks noTextEdit="1"/>
            </p:cNvSpPr>
            <p:nvPr/>
          </p:nvSpPr>
          <p:spPr>
            <a:xfrm>
              <a:off x="953" y="154"/>
              <a:ext cx="126" cy="76"/>
            </a:xfrm>
            <a:prstGeom prst="rect">
              <a:avLst/>
            </a:prstGeom>
          </p:spPr>
          <p:txBody>
            <a:bodyPr wrap="none" fromWordArt="1">
              <a:prstTxWarp prst="textPlain">
                <a:avLst>
                  <a:gd name="adj" fmla="val 56644"/>
                </a:avLst>
              </a:prstTxWarp>
              <a:normAutofit/>
            </a:bodyPr>
            <a:lstStyle/>
            <a:p>
              <a:pPr algn="ctr"/>
              <a:r>
                <a:rPr lang="zh-CN" altLang="en-US" sz="3600" i="1">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M</a:t>
              </a:r>
            </a:p>
          </p:txBody>
        </p:sp>
        <p:sp>
          <p:nvSpPr>
            <p:cNvPr id="18483" name="WordArt 51"/>
            <p:cNvSpPr>
              <a:spLocks noTextEdit="1"/>
            </p:cNvSpPr>
            <p:nvPr/>
          </p:nvSpPr>
          <p:spPr>
            <a:xfrm>
              <a:off x="881" y="824"/>
              <a:ext cx="127" cy="70"/>
            </a:xfrm>
            <a:prstGeom prst="rect">
              <a:avLst/>
            </a:prstGeom>
          </p:spPr>
          <p:txBody>
            <a:bodyPr wrap="none" fromWordArt="1">
              <a:prstTxWarp prst="textPlain">
                <a:avLst>
                  <a:gd name="adj" fmla="val 56644"/>
                </a:avLst>
              </a:prstTxWarp>
              <a:normAutofit/>
            </a:bodyPr>
            <a:lstStyle/>
            <a:p>
              <a:pPr algn="ctr"/>
              <a:r>
                <a:rPr lang="zh-CN" altLang="en-US" sz="3600" i="1">
                  <a:ln w="317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M</a:t>
              </a:r>
            </a:p>
          </p:txBody>
        </p:sp>
        <p:sp>
          <p:nvSpPr>
            <p:cNvPr id="18484" name="Freeform 52"/>
            <p:cNvSpPr/>
            <p:nvPr/>
          </p:nvSpPr>
          <p:spPr>
            <a:xfrm>
              <a:off x="1010" y="807"/>
              <a:ext cx="41" cy="40"/>
            </a:xfrm>
            <a:custGeom>
              <a:avLst/>
              <a:gdLst/>
              <a:ahLst/>
              <a:cxnLst>
                <a:cxn ang="0">
                  <a:pos x="0" y="0"/>
                </a:cxn>
                <a:cxn ang="0">
                  <a:pos x="0" y="1"/>
                </a:cxn>
                <a:cxn ang="0">
                  <a:pos x="1" y="0"/>
                </a:cxn>
                <a:cxn ang="0">
                  <a:pos x="0" y="0"/>
                </a:cxn>
              </a:cxnLst>
              <a:rect l="0" t="0" r="0" b="0"/>
              <a:pathLst>
                <a:path w="271" h="305">
                  <a:moveTo>
                    <a:pt x="147" y="0"/>
                  </a:moveTo>
                  <a:lnTo>
                    <a:pt x="0" y="305"/>
                  </a:lnTo>
                  <a:lnTo>
                    <a:pt x="271" y="57"/>
                  </a:lnTo>
                  <a:lnTo>
                    <a:pt x="147" y="0"/>
                  </a:lnTo>
                  <a:close/>
                </a:path>
              </a:pathLst>
            </a:custGeom>
            <a:solidFill>
              <a:schemeClr val="tx1"/>
            </a:solidFill>
            <a:ln w="3175" cap="flat" cmpd="sng">
              <a:solidFill>
                <a:schemeClr val="tx1"/>
              </a:solidFill>
              <a:prstDash val="solid"/>
              <a:round/>
              <a:headEnd type="none" w="med" len="med"/>
              <a:tailEnd type="none" w="med" len="med"/>
            </a:ln>
          </p:spPr>
          <p:txBody>
            <a:bodyPr/>
            <a:lstStyle/>
            <a:p>
              <a:endParaRPr lang="zh-CN" altLang="en-US"/>
            </a:p>
          </p:txBody>
        </p:sp>
        <p:sp>
          <p:nvSpPr>
            <p:cNvPr id="18485" name="Line 53"/>
            <p:cNvSpPr/>
            <p:nvPr/>
          </p:nvSpPr>
          <p:spPr>
            <a:xfrm>
              <a:off x="956" y="172"/>
              <a:ext cx="0" cy="634"/>
            </a:xfrm>
            <a:prstGeom prst="line">
              <a:avLst/>
            </a:prstGeom>
            <a:ln w="19050" cap="flat" cmpd="sng">
              <a:solidFill>
                <a:srgbClr val="FF00FF"/>
              </a:solidFill>
              <a:prstDash val="solid"/>
              <a:round/>
              <a:headEnd type="none" w="med" len="med"/>
              <a:tailEnd type="none" w="med" len="med"/>
            </a:ln>
          </p:spPr>
        </p:sp>
        <p:sp>
          <p:nvSpPr>
            <p:cNvPr id="18486" name="WordArt 54"/>
            <p:cNvSpPr>
              <a:spLocks noTextEdit="1"/>
            </p:cNvSpPr>
            <p:nvPr/>
          </p:nvSpPr>
          <p:spPr>
            <a:xfrm>
              <a:off x="459" y="331"/>
              <a:ext cx="44" cy="56"/>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8487" name="WordArt 55"/>
            <p:cNvSpPr>
              <a:spLocks noTextEdit="1"/>
            </p:cNvSpPr>
            <p:nvPr/>
          </p:nvSpPr>
          <p:spPr>
            <a:xfrm>
              <a:off x="377" y="282"/>
              <a:ext cx="77" cy="78"/>
            </a:xfrm>
            <a:prstGeom prst="rect">
              <a:avLst/>
            </a:prstGeom>
          </p:spPr>
          <p:txBody>
            <a:bodyPr wrap="none" fromWordArt="1">
              <a:prstTxWarp prst="textPlain">
                <a:avLst>
                  <a:gd name="adj" fmla="val 50000"/>
                </a:avLst>
              </a:prstTxWarp>
              <a:normAutofit/>
            </a:bodyPr>
            <a:lstStyle/>
            <a:p>
              <a:pPr algn="ctr"/>
              <a:r>
                <a:rPr lang="zh-CN" altLang="en-US" sz="36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A</a:t>
              </a:r>
            </a:p>
          </p:txBody>
        </p:sp>
        <p:sp>
          <p:nvSpPr>
            <p:cNvPr id="18488" name="Line 56"/>
            <p:cNvSpPr/>
            <p:nvPr/>
          </p:nvSpPr>
          <p:spPr>
            <a:xfrm>
              <a:off x="270" y="460"/>
              <a:ext cx="0" cy="132"/>
            </a:xfrm>
            <a:prstGeom prst="line">
              <a:avLst/>
            </a:prstGeom>
            <a:ln w="38100" cap="flat" cmpd="sng">
              <a:solidFill>
                <a:schemeClr val="tx1"/>
              </a:solidFill>
              <a:prstDash val="solid"/>
              <a:round/>
              <a:headEnd type="none" w="med" len="med"/>
              <a:tailEnd type="none" w="med" len="med"/>
            </a:ln>
          </p:spPr>
        </p:sp>
        <p:sp>
          <p:nvSpPr>
            <p:cNvPr id="18489" name="Line 57"/>
            <p:cNvSpPr/>
            <p:nvPr/>
          </p:nvSpPr>
          <p:spPr>
            <a:xfrm>
              <a:off x="439" y="455"/>
              <a:ext cx="0" cy="132"/>
            </a:xfrm>
            <a:prstGeom prst="line">
              <a:avLst/>
            </a:prstGeom>
            <a:ln w="38100" cap="flat" cmpd="sng">
              <a:solidFill>
                <a:schemeClr val="tx1"/>
              </a:solidFill>
              <a:prstDash val="solid"/>
              <a:round/>
              <a:headEnd type="none" w="med" len="med"/>
              <a:tailEnd type="none" w="med" len="med"/>
            </a:ln>
          </p:spPr>
        </p:sp>
        <p:sp>
          <p:nvSpPr>
            <p:cNvPr id="18490" name="Line 58"/>
            <p:cNvSpPr/>
            <p:nvPr/>
          </p:nvSpPr>
          <p:spPr>
            <a:xfrm>
              <a:off x="620" y="458"/>
              <a:ext cx="0" cy="132"/>
            </a:xfrm>
            <a:prstGeom prst="line">
              <a:avLst/>
            </a:prstGeom>
            <a:ln w="38100" cap="flat" cmpd="sng">
              <a:solidFill>
                <a:schemeClr val="tx1"/>
              </a:solidFill>
              <a:prstDash val="solid"/>
              <a:round/>
              <a:headEnd type="none" w="med" len="med"/>
              <a:tailEnd type="none" w="med" len="med"/>
            </a:ln>
          </p:spPr>
        </p:sp>
        <p:sp>
          <p:nvSpPr>
            <p:cNvPr id="18491" name="Line 59"/>
            <p:cNvSpPr/>
            <p:nvPr/>
          </p:nvSpPr>
          <p:spPr>
            <a:xfrm flipH="1">
              <a:off x="1132" y="460"/>
              <a:ext cx="0" cy="111"/>
            </a:xfrm>
            <a:prstGeom prst="line">
              <a:avLst/>
            </a:prstGeom>
            <a:ln w="38100" cap="flat" cmpd="sng">
              <a:solidFill>
                <a:srgbClr val="0000FF"/>
              </a:solidFill>
              <a:prstDash val="solid"/>
              <a:round/>
              <a:headEnd type="none" w="med" len="med"/>
              <a:tailEnd type="none" w="med" len="med"/>
            </a:ln>
          </p:spPr>
        </p:sp>
        <p:sp>
          <p:nvSpPr>
            <p:cNvPr id="18492" name="WordArt 60"/>
            <p:cNvSpPr>
              <a:spLocks noTextEdit="1"/>
            </p:cNvSpPr>
            <p:nvPr/>
          </p:nvSpPr>
          <p:spPr>
            <a:xfrm>
              <a:off x="460" y="755"/>
              <a:ext cx="58" cy="55"/>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8493" name="WordArt 61"/>
            <p:cNvSpPr>
              <a:spLocks noTextEdit="1"/>
            </p:cNvSpPr>
            <p:nvPr/>
          </p:nvSpPr>
          <p:spPr>
            <a:xfrm>
              <a:off x="371" y="669"/>
              <a:ext cx="105" cy="13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sp>
          <p:nvSpPr>
            <p:cNvPr id="18494" name="WordArt 62"/>
            <p:cNvSpPr>
              <a:spLocks noTextEdit="1"/>
            </p:cNvSpPr>
            <p:nvPr/>
          </p:nvSpPr>
          <p:spPr>
            <a:xfrm>
              <a:off x="1184" y="677"/>
              <a:ext cx="107" cy="138"/>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sp>
          <p:nvSpPr>
            <p:cNvPr id="18495" name="Oval 63"/>
            <p:cNvSpPr/>
            <p:nvPr/>
          </p:nvSpPr>
          <p:spPr>
            <a:xfrm>
              <a:off x="327" y="497"/>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496" name="Oval 64"/>
            <p:cNvSpPr/>
            <p:nvPr/>
          </p:nvSpPr>
          <p:spPr>
            <a:xfrm>
              <a:off x="511" y="502"/>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18497" name="Group 65"/>
            <p:cNvGrpSpPr/>
            <p:nvPr/>
          </p:nvGrpSpPr>
          <p:grpSpPr>
            <a:xfrm>
              <a:off x="1271" y="288"/>
              <a:ext cx="120" cy="99"/>
              <a:chOff x="4237" y="1693"/>
              <a:chExt cx="277" cy="211"/>
            </a:xfrm>
          </p:grpSpPr>
          <p:sp>
            <p:nvSpPr>
              <p:cNvPr id="18498" name="WordArt 66"/>
              <p:cNvSpPr>
                <a:spLocks noTextEdit="1"/>
              </p:cNvSpPr>
              <p:nvPr/>
            </p:nvSpPr>
            <p:spPr>
              <a:xfrm>
                <a:off x="4439" y="1798"/>
                <a:ext cx="75" cy="106"/>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O</a:t>
                </a:r>
              </a:p>
            </p:txBody>
          </p:sp>
          <p:sp>
            <p:nvSpPr>
              <p:cNvPr id="18499" name="WordArt 67"/>
              <p:cNvSpPr>
                <a:spLocks noTextEdit="1"/>
              </p:cNvSpPr>
              <p:nvPr/>
            </p:nvSpPr>
            <p:spPr>
              <a:xfrm>
                <a:off x="4237" y="1693"/>
                <a:ext cx="178" cy="166"/>
              </a:xfrm>
              <a:prstGeom prst="rect">
                <a:avLst/>
              </a:prstGeom>
            </p:spPr>
            <p:txBody>
              <a:bodyPr wrap="none" fromWordArt="1">
                <a:prstTxWarp prst="textPlain">
                  <a:avLst>
                    <a:gd name="adj" fmla="val 50000"/>
                  </a:avLst>
                </a:prstTxWarp>
                <a:normAutofit/>
              </a:bodyPr>
              <a:lstStyle/>
              <a:p>
                <a:pPr algn="ctr"/>
                <a:r>
                  <a:rPr lang="zh-CN" altLang="en-US" sz="3600"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A</a:t>
                </a:r>
              </a:p>
            </p:txBody>
          </p:sp>
        </p:grpSp>
        <p:grpSp>
          <p:nvGrpSpPr>
            <p:cNvPr id="18500" name="Group 68"/>
            <p:cNvGrpSpPr/>
            <p:nvPr/>
          </p:nvGrpSpPr>
          <p:grpSpPr>
            <a:xfrm>
              <a:off x="1341" y="722"/>
              <a:ext cx="115" cy="49"/>
              <a:chOff x="1260" y="2371"/>
              <a:chExt cx="151" cy="53"/>
            </a:xfrm>
          </p:grpSpPr>
          <p:sp>
            <p:nvSpPr>
              <p:cNvPr id="18501" name="Line 69"/>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18502" name="Line 70"/>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grpSp>
          <p:nvGrpSpPr>
            <p:cNvPr id="18503" name="Group 71"/>
            <p:cNvGrpSpPr/>
            <p:nvPr/>
          </p:nvGrpSpPr>
          <p:grpSpPr>
            <a:xfrm>
              <a:off x="1504" y="592"/>
              <a:ext cx="200" cy="278"/>
              <a:chOff x="1504" y="592"/>
              <a:chExt cx="200" cy="278"/>
            </a:xfrm>
          </p:grpSpPr>
          <p:sp>
            <p:nvSpPr>
              <p:cNvPr id="18504" name="WordArt 72"/>
              <p:cNvSpPr>
                <a:spLocks noTextEdit="1"/>
              </p:cNvSpPr>
              <p:nvPr/>
            </p:nvSpPr>
            <p:spPr>
              <a:xfrm>
                <a:off x="1564" y="783"/>
                <a:ext cx="81" cy="87"/>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nvGrpSpPr>
              <p:cNvPr id="18505" name="Group 73"/>
              <p:cNvGrpSpPr/>
              <p:nvPr/>
            </p:nvGrpSpPr>
            <p:grpSpPr>
              <a:xfrm>
                <a:off x="1504" y="592"/>
                <a:ext cx="200" cy="156"/>
                <a:chOff x="1504" y="592"/>
                <a:chExt cx="200" cy="156"/>
              </a:xfrm>
            </p:grpSpPr>
            <p:sp>
              <p:nvSpPr>
                <p:cNvPr id="18506" name="Line 74"/>
                <p:cNvSpPr/>
                <p:nvPr/>
              </p:nvSpPr>
              <p:spPr>
                <a:xfrm>
                  <a:off x="1504" y="748"/>
                  <a:ext cx="200" cy="0"/>
                </a:xfrm>
                <a:prstGeom prst="line">
                  <a:avLst/>
                </a:prstGeom>
                <a:ln w="28575" cap="flat" cmpd="sng">
                  <a:solidFill>
                    <a:schemeClr val="tx1"/>
                  </a:solidFill>
                  <a:prstDash val="solid"/>
                  <a:round/>
                  <a:headEnd type="none" w="med" len="med"/>
                  <a:tailEnd type="none" w="med" len="med"/>
                </a:ln>
              </p:spPr>
            </p:sp>
            <p:sp>
              <p:nvSpPr>
                <p:cNvPr id="18507" name="WordArt 75"/>
                <p:cNvSpPr>
                  <a:spLocks noTextEdit="1"/>
                </p:cNvSpPr>
                <p:nvPr/>
              </p:nvSpPr>
              <p:spPr>
                <a:xfrm>
                  <a:off x="1624" y="654"/>
                  <a:ext cx="58" cy="51"/>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8508" name="WordArt 76"/>
                <p:cNvSpPr>
                  <a:spLocks noTextEdit="1"/>
                </p:cNvSpPr>
                <p:nvPr/>
              </p:nvSpPr>
              <p:spPr>
                <a:xfrm>
                  <a:off x="1539" y="592"/>
                  <a:ext cx="105" cy="11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grpSp>
        </p:grpSp>
        <p:sp>
          <p:nvSpPr>
            <p:cNvPr id="18509" name="Line 77"/>
            <p:cNvSpPr/>
            <p:nvPr/>
          </p:nvSpPr>
          <p:spPr>
            <a:xfrm>
              <a:off x="98" y="469"/>
              <a:ext cx="0" cy="132"/>
            </a:xfrm>
            <a:prstGeom prst="line">
              <a:avLst/>
            </a:prstGeom>
            <a:ln w="38100" cap="flat" cmpd="sng">
              <a:solidFill>
                <a:schemeClr val="tx1"/>
              </a:solidFill>
              <a:prstDash val="solid"/>
              <a:round/>
              <a:headEnd type="none" w="med" len="med"/>
              <a:tailEnd type="none" w="med" len="med"/>
            </a:ln>
          </p:spPr>
        </p:sp>
        <p:sp>
          <p:nvSpPr>
            <p:cNvPr id="18510" name="Oval 78"/>
            <p:cNvSpPr/>
            <p:nvPr/>
          </p:nvSpPr>
          <p:spPr>
            <a:xfrm>
              <a:off x="155" y="497"/>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511" name="Oval 79"/>
            <p:cNvSpPr/>
            <p:nvPr/>
          </p:nvSpPr>
          <p:spPr>
            <a:xfrm>
              <a:off x="685" y="499"/>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512" name="Line 80"/>
            <p:cNvSpPr/>
            <p:nvPr/>
          </p:nvSpPr>
          <p:spPr>
            <a:xfrm flipH="1">
              <a:off x="968" y="460"/>
              <a:ext cx="0" cy="111"/>
            </a:xfrm>
            <a:prstGeom prst="line">
              <a:avLst/>
            </a:prstGeom>
            <a:ln w="38100" cap="flat" cmpd="sng">
              <a:solidFill>
                <a:schemeClr val="accent2"/>
              </a:solidFill>
              <a:prstDash val="solid"/>
              <a:round/>
              <a:headEnd type="none" w="med" len="med"/>
              <a:tailEnd type="none" w="med" len="med"/>
            </a:ln>
          </p:spPr>
        </p:sp>
        <p:sp>
          <p:nvSpPr>
            <p:cNvPr id="18513" name="Line 81"/>
            <p:cNvSpPr/>
            <p:nvPr/>
          </p:nvSpPr>
          <p:spPr>
            <a:xfrm flipH="1">
              <a:off x="1285" y="460"/>
              <a:ext cx="0" cy="111"/>
            </a:xfrm>
            <a:prstGeom prst="line">
              <a:avLst/>
            </a:prstGeom>
            <a:ln w="38100" cap="flat" cmpd="sng">
              <a:solidFill>
                <a:srgbClr val="0000FF"/>
              </a:solidFill>
              <a:prstDash val="solid"/>
              <a:round/>
              <a:headEnd type="none" w="med" len="med"/>
              <a:tailEnd type="none" w="med" len="med"/>
            </a:ln>
          </p:spPr>
        </p:sp>
        <p:sp>
          <p:nvSpPr>
            <p:cNvPr id="18514" name="Line 82"/>
            <p:cNvSpPr/>
            <p:nvPr/>
          </p:nvSpPr>
          <p:spPr>
            <a:xfrm flipH="1">
              <a:off x="1441" y="463"/>
              <a:ext cx="0" cy="111"/>
            </a:xfrm>
            <a:prstGeom prst="line">
              <a:avLst/>
            </a:prstGeom>
            <a:ln w="38100" cap="flat" cmpd="sng">
              <a:solidFill>
                <a:srgbClr val="0000FF"/>
              </a:solidFill>
              <a:prstDash val="solid"/>
              <a:round/>
              <a:headEnd type="none" w="med" len="med"/>
              <a:tailEnd type="none" w="med" len="med"/>
            </a:ln>
          </p:spPr>
        </p:sp>
      </p:grpSp>
      <p:grpSp>
        <p:nvGrpSpPr>
          <p:cNvPr id="18515" name="Group 84"/>
          <p:cNvGrpSpPr/>
          <p:nvPr/>
        </p:nvGrpSpPr>
        <p:grpSpPr>
          <a:xfrm>
            <a:off x="2830513" y="1754188"/>
            <a:ext cx="4156075" cy="282575"/>
            <a:chOff x="913" y="1167"/>
            <a:chExt cx="2618" cy="178"/>
          </a:xfrm>
        </p:grpSpPr>
        <p:grpSp>
          <p:nvGrpSpPr>
            <p:cNvPr id="18516" name="Group 85"/>
            <p:cNvGrpSpPr/>
            <p:nvPr/>
          </p:nvGrpSpPr>
          <p:grpSpPr>
            <a:xfrm>
              <a:off x="913" y="1172"/>
              <a:ext cx="173" cy="165"/>
              <a:chOff x="1512" y="1434"/>
              <a:chExt cx="173" cy="165"/>
            </a:xfrm>
          </p:grpSpPr>
          <p:sp>
            <p:nvSpPr>
              <p:cNvPr id="18517" name="WordArt 86"/>
              <p:cNvSpPr>
                <a:spLocks noTextEdit="1"/>
              </p:cNvSpPr>
              <p:nvPr/>
            </p:nvSpPr>
            <p:spPr>
              <a:xfrm>
                <a:off x="1512" y="1434"/>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8518" name="WordArt 87"/>
              <p:cNvSpPr>
                <a:spLocks noTextEdit="1"/>
              </p:cNvSpPr>
              <p:nvPr/>
            </p:nvSpPr>
            <p:spPr>
              <a:xfrm>
                <a:off x="1616" y="1538"/>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grpSp>
        <p:grpSp>
          <p:nvGrpSpPr>
            <p:cNvPr id="18519" name="Group 88"/>
            <p:cNvGrpSpPr/>
            <p:nvPr/>
          </p:nvGrpSpPr>
          <p:grpSpPr>
            <a:xfrm>
              <a:off x="1282" y="1182"/>
              <a:ext cx="184" cy="154"/>
              <a:chOff x="1282" y="1182"/>
              <a:chExt cx="184" cy="154"/>
            </a:xfrm>
          </p:grpSpPr>
          <p:sp>
            <p:nvSpPr>
              <p:cNvPr id="18520" name="WordArt 89"/>
              <p:cNvSpPr>
                <a:spLocks noTextEdit="1"/>
              </p:cNvSpPr>
              <p:nvPr/>
            </p:nvSpPr>
            <p:spPr>
              <a:xfrm>
                <a:off x="1282" y="1182"/>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8521" name="WordArt 90"/>
              <p:cNvSpPr>
                <a:spLocks noTextEdit="1"/>
              </p:cNvSpPr>
              <p:nvPr/>
            </p:nvSpPr>
            <p:spPr>
              <a:xfrm>
                <a:off x="1397" y="1275"/>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a:t>
                </a:r>
              </a:p>
            </p:txBody>
          </p:sp>
        </p:grpSp>
        <p:sp>
          <p:nvSpPr>
            <p:cNvPr id="18522" name="WordArt 91"/>
            <p:cNvSpPr>
              <a:spLocks noTextEdit="1"/>
            </p:cNvSpPr>
            <p:nvPr/>
          </p:nvSpPr>
          <p:spPr>
            <a:xfrm>
              <a:off x="1543" y="1167"/>
              <a:ext cx="1988" cy="17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之间的透振方向相互垂直</a:t>
              </a:r>
            </a:p>
          </p:txBody>
        </p:sp>
        <p:sp>
          <p:nvSpPr>
            <p:cNvPr id="18523" name="WordArt 92"/>
            <p:cNvSpPr>
              <a:spLocks noTextEdit="1"/>
            </p:cNvSpPr>
            <p:nvPr/>
          </p:nvSpPr>
          <p:spPr>
            <a:xfrm>
              <a:off x="1116" y="1183"/>
              <a:ext cx="151" cy="13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与</a:t>
              </a:r>
            </a:p>
          </p:txBody>
        </p:sp>
      </p:grpSp>
      <p:sp>
        <p:nvSpPr>
          <p:cNvPr id="18524" name="Oval 93"/>
          <p:cNvSpPr/>
          <p:nvPr/>
        </p:nvSpPr>
        <p:spPr>
          <a:xfrm>
            <a:off x="2152650" y="2636838"/>
            <a:ext cx="741363" cy="1258887"/>
          </a:xfrm>
          <a:prstGeom prst="ellipse">
            <a:avLst/>
          </a:prstGeom>
          <a:solidFill>
            <a:srgbClr val="B2B2B2"/>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525" name="Oval 94"/>
          <p:cNvSpPr/>
          <p:nvPr/>
        </p:nvSpPr>
        <p:spPr>
          <a:xfrm>
            <a:off x="2193925" y="2636838"/>
            <a:ext cx="742950" cy="1258887"/>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526" name="Line 95"/>
          <p:cNvSpPr/>
          <p:nvPr/>
        </p:nvSpPr>
        <p:spPr>
          <a:xfrm flipH="1">
            <a:off x="2581275" y="2628900"/>
            <a:ext cx="6350" cy="1289050"/>
          </a:xfrm>
          <a:prstGeom prst="line">
            <a:avLst/>
          </a:prstGeom>
          <a:ln w="19050" cap="flat" cmpd="sng">
            <a:solidFill>
              <a:schemeClr val="bg1"/>
            </a:solidFill>
            <a:prstDash val="solid"/>
            <a:round/>
            <a:headEnd type="none" w="med" len="med"/>
            <a:tailEnd type="none" w="med" len="med"/>
          </a:ln>
        </p:spPr>
      </p:sp>
      <p:sp>
        <p:nvSpPr>
          <p:cNvPr id="18527" name="Line 96"/>
          <p:cNvSpPr/>
          <p:nvPr/>
        </p:nvSpPr>
        <p:spPr>
          <a:xfrm>
            <a:off x="2581275" y="2433638"/>
            <a:ext cx="0" cy="1679575"/>
          </a:xfrm>
          <a:prstGeom prst="line">
            <a:avLst/>
          </a:prstGeom>
          <a:ln w="28575" cap="flat" cmpd="sng">
            <a:solidFill>
              <a:srgbClr val="FF00FF"/>
            </a:solidFill>
            <a:prstDash val="solid"/>
            <a:round/>
            <a:headEnd type="none" w="med" len="med"/>
            <a:tailEnd type="none" w="med" len="med"/>
          </a:ln>
        </p:spPr>
      </p:sp>
      <p:sp>
        <p:nvSpPr>
          <p:cNvPr id="18528" name="Line 97"/>
          <p:cNvSpPr/>
          <p:nvPr/>
        </p:nvSpPr>
        <p:spPr>
          <a:xfrm flipV="1">
            <a:off x="1281113" y="3224213"/>
            <a:ext cx="884237" cy="0"/>
          </a:xfrm>
          <a:prstGeom prst="line">
            <a:avLst/>
          </a:prstGeom>
          <a:ln w="28575" cap="flat" cmpd="sng">
            <a:solidFill>
              <a:schemeClr val="tx1"/>
            </a:solidFill>
            <a:prstDash val="solid"/>
            <a:round/>
            <a:headEnd type="none" w="med" len="med"/>
            <a:tailEnd type="none" w="med" len="med"/>
          </a:ln>
        </p:spPr>
      </p:sp>
      <p:grpSp>
        <p:nvGrpSpPr>
          <p:cNvPr id="18529" name="Group 98"/>
          <p:cNvGrpSpPr/>
          <p:nvPr/>
        </p:nvGrpSpPr>
        <p:grpSpPr>
          <a:xfrm>
            <a:off x="1522413" y="3038475"/>
            <a:ext cx="515937" cy="361950"/>
            <a:chOff x="612" y="1842"/>
            <a:chExt cx="325" cy="228"/>
          </a:xfrm>
        </p:grpSpPr>
        <p:sp>
          <p:nvSpPr>
            <p:cNvPr id="18530" name="Line 99"/>
            <p:cNvSpPr/>
            <p:nvPr/>
          </p:nvSpPr>
          <p:spPr>
            <a:xfrm>
              <a:off x="612" y="1842"/>
              <a:ext cx="0" cy="226"/>
            </a:xfrm>
            <a:prstGeom prst="line">
              <a:avLst/>
            </a:prstGeom>
            <a:ln w="38100" cap="flat" cmpd="sng">
              <a:solidFill>
                <a:schemeClr val="tx1"/>
              </a:solidFill>
              <a:prstDash val="solid"/>
              <a:round/>
              <a:headEnd type="none" w="med" len="med"/>
              <a:tailEnd type="none" w="med" len="med"/>
            </a:ln>
          </p:spPr>
        </p:sp>
        <p:sp>
          <p:nvSpPr>
            <p:cNvPr id="18531" name="Line 100"/>
            <p:cNvSpPr/>
            <p:nvPr/>
          </p:nvSpPr>
          <p:spPr>
            <a:xfrm>
              <a:off x="809" y="1843"/>
              <a:ext cx="0" cy="227"/>
            </a:xfrm>
            <a:prstGeom prst="line">
              <a:avLst/>
            </a:prstGeom>
            <a:ln w="38100" cap="flat" cmpd="sng">
              <a:solidFill>
                <a:schemeClr val="tx1"/>
              </a:solidFill>
              <a:prstDash val="solid"/>
              <a:round/>
              <a:headEnd type="none" w="med" len="med"/>
              <a:tailEnd type="none" w="med" len="med"/>
            </a:ln>
          </p:spPr>
        </p:sp>
        <p:sp>
          <p:nvSpPr>
            <p:cNvPr id="18532" name="Oval 101"/>
            <p:cNvSpPr/>
            <p:nvPr/>
          </p:nvSpPr>
          <p:spPr>
            <a:xfrm>
              <a:off x="879" y="1928"/>
              <a:ext cx="58" cy="64"/>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533" name="Oval 102"/>
            <p:cNvSpPr/>
            <p:nvPr/>
          </p:nvSpPr>
          <p:spPr>
            <a:xfrm>
              <a:off x="684" y="1922"/>
              <a:ext cx="59" cy="63"/>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8534" name="Group 103"/>
          <p:cNvGrpSpPr/>
          <p:nvPr/>
        </p:nvGrpSpPr>
        <p:grpSpPr>
          <a:xfrm>
            <a:off x="2641600" y="2292350"/>
            <a:ext cx="274638" cy="261938"/>
            <a:chOff x="1512" y="1434"/>
            <a:chExt cx="173" cy="165"/>
          </a:xfrm>
        </p:grpSpPr>
        <p:sp>
          <p:nvSpPr>
            <p:cNvPr id="18535" name="WordArt 104"/>
            <p:cNvSpPr>
              <a:spLocks noTextEdit="1"/>
            </p:cNvSpPr>
            <p:nvPr/>
          </p:nvSpPr>
          <p:spPr>
            <a:xfrm>
              <a:off x="1512" y="1434"/>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8536" name="WordArt 105"/>
            <p:cNvSpPr>
              <a:spLocks noTextEdit="1"/>
            </p:cNvSpPr>
            <p:nvPr/>
          </p:nvSpPr>
          <p:spPr>
            <a:xfrm>
              <a:off x="1616" y="1538"/>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grpSp>
      <p:sp>
        <p:nvSpPr>
          <p:cNvPr id="18537" name="Line 106"/>
          <p:cNvSpPr/>
          <p:nvPr/>
        </p:nvSpPr>
        <p:spPr>
          <a:xfrm>
            <a:off x="2393950" y="2659063"/>
            <a:ext cx="0" cy="1141412"/>
          </a:xfrm>
          <a:prstGeom prst="line">
            <a:avLst/>
          </a:prstGeom>
          <a:ln w="19050" cap="flat" cmpd="sng">
            <a:solidFill>
              <a:schemeClr val="bg1"/>
            </a:solidFill>
            <a:prstDash val="solid"/>
            <a:round/>
            <a:headEnd type="none" w="med" len="med"/>
            <a:tailEnd type="none" w="med" len="med"/>
          </a:ln>
        </p:spPr>
      </p:sp>
      <p:sp>
        <p:nvSpPr>
          <p:cNvPr id="18538" name="Line 107"/>
          <p:cNvSpPr/>
          <p:nvPr/>
        </p:nvSpPr>
        <p:spPr>
          <a:xfrm flipH="1">
            <a:off x="2724150" y="2692400"/>
            <a:ext cx="0" cy="1057275"/>
          </a:xfrm>
          <a:prstGeom prst="line">
            <a:avLst/>
          </a:prstGeom>
          <a:ln w="19050" cap="flat" cmpd="sng">
            <a:solidFill>
              <a:schemeClr val="bg1"/>
            </a:solidFill>
            <a:prstDash val="solid"/>
            <a:round/>
            <a:headEnd type="none" w="med" len="med"/>
            <a:tailEnd type="none" w="med" len="med"/>
          </a:ln>
        </p:spPr>
      </p:sp>
      <p:sp>
        <p:nvSpPr>
          <p:cNvPr id="18539" name="Line 108"/>
          <p:cNvSpPr/>
          <p:nvPr/>
        </p:nvSpPr>
        <p:spPr>
          <a:xfrm flipH="1">
            <a:off x="2262188" y="2833688"/>
            <a:ext cx="0" cy="801687"/>
          </a:xfrm>
          <a:prstGeom prst="line">
            <a:avLst/>
          </a:prstGeom>
          <a:ln w="19050" cap="flat" cmpd="sng">
            <a:solidFill>
              <a:schemeClr val="bg1"/>
            </a:solidFill>
            <a:prstDash val="solid"/>
            <a:round/>
            <a:headEnd type="none" w="med" len="med"/>
            <a:tailEnd type="none" w="med" len="med"/>
          </a:ln>
        </p:spPr>
      </p:sp>
      <p:sp>
        <p:nvSpPr>
          <p:cNvPr id="18540" name="Line 109"/>
          <p:cNvSpPr/>
          <p:nvPr/>
        </p:nvSpPr>
        <p:spPr>
          <a:xfrm>
            <a:off x="2863850" y="2968625"/>
            <a:ext cx="0" cy="525463"/>
          </a:xfrm>
          <a:prstGeom prst="line">
            <a:avLst/>
          </a:prstGeom>
          <a:ln w="19050" cap="flat" cmpd="sng">
            <a:solidFill>
              <a:schemeClr val="bg1"/>
            </a:solidFill>
            <a:prstDash val="solid"/>
            <a:round/>
            <a:headEnd type="none" w="med" len="med"/>
            <a:tailEnd type="none" w="med" len="med"/>
          </a:ln>
        </p:spPr>
      </p:sp>
      <p:sp>
        <p:nvSpPr>
          <p:cNvPr id="18541" name="Line 110"/>
          <p:cNvSpPr/>
          <p:nvPr/>
        </p:nvSpPr>
        <p:spPr>
          <a:xfrm>
            <a:off x="2566988" y="3222625"/>
            <a:ext cx="776287" cy="1588"/>
          </a:xfrm>
          <a:prstGeom prst="line">
            <a:avLst/>
          </a:prstGeom>
          <a:ln w="28575" cap="flat" cmpd="sng">
            <a:solidFill>
              <a:schemeClr val="tx1"/>
            </a:solidFill>
            <a:prstDash val="solid"/>
            <a:round/>
            <a:headEnd type="none" w="med" len="med"/>
            <a:tailEnd type="none" w="med" len="lg"/>
          </a:ln>
        </p:spPr>
      </p:sp>
      <p:grpSp>
        <p:nvGrpSpPr>
          <p:cNvPr id="18542" name="Group 111"/>
          <p:cNvGrpSpPr/>
          <p:nvPr/>
        </p:nvGrpSpPr>
        <p:grpSpPr>
          <a:xfrm>
            <a:off x="2578100" y="3044825"/>
            <a:ext cx="568325" cy="344488"/>
            <a:chOff x="1322" y="1871"/>
            <a:chExt cx="358" cy="217"/>
          </a:xfrm>
        </p:grpSpPr>
        <p:sp>
          <p:nvSpPr>
            <p:cNvPr id="18543" name="Line 112"/>
            <p:cNvSpPr/>
            <p:nvPr/>
          </p:nvSpPr>
          <p:spPr>
            <a:xfrm>
              <a:off x="1322" y="1871"/>
              <a:ext cx="0" cy="214"/>
            </a:xfrm>
            <a:prstGeom prst="line">
              <a:avLst/>
            </a:prstGeom>
            <a:ln w="38100" cap="flat" cmpd="sng">
              <a:solidFill>
                <a:schemeClr val="tx1"/>
              </a:solidFill>
              <a:prstDash val="solid"/>
              <a:round/>
              <a:headEnd type="none" w="med" len="med"/>
              <a:tailEnd type="none" w="med" len="med"/>
            </a:ln>
          </p:spPr>
        </p:sp>
        <p:sp>
          <p:nvSpPr>
            <p:cNvPr id="18544" name="Line 113"/>
            <p:cNvSpPr/>
            <p:nvPr/>
          </p:nvSpPr>
          <p:spPr>
            <a:xfrm>
              <a:off x="1680" y="1873"/>
              <a:ext cx="0" cy="207"/>
            </a:xfrm>
            <a:prstGeom prst="line">
              <a:avLst/>
            </a:prstGeom>
            <a:ln w="38100" cap="flat" cmpd="sng">
              <a:solidFill>
                <a:schemeClr val="tx1"/>
              </a:solidFill>
              <a:prstDash val="solid"/>
              <a:round/>
              <a:headEnd type="none" w="med" len="med"/>
              <a:tailEnd type="none" w="med" len="med"/>
            </a:ln>
          </p:spPr>
        </p:sp>
        <p:sp>
          <p:nvSpPr>
            <p:cNvPr id="18545" name="Line 114"/>
            <p:cNvSpPr/>
            <p:nvPr/>
          </p:nvSpPr>
          <p:spPr>
            <a:xfrm>
              <a:off x="1496" y="1873"/>
              <a:ext cx="0" cy="215"/>
            </a:xfrm>
            <a:prstGeom prst="line">
              <a:avLst/>
            </a:prstGeom>
            <a:ln w="38100" cap="flat" cmpd="sng">
              <a:solidFill>
                <a:schemeClr val="tx1"/>
              </a:solidFill>
              <a:prstDash val="solid"/>
              <a:round/>
              <a:headEnd type="none" w="med" len="med"/>
              <a:tailEnd type="none" w="med" len="med"/>
            </a:ln>
          </p:spPr>
        </p:sp>
      </p:grpSp>
      <p:grpSp>
        <p:nvGrpSpPr>
          <p:cNvPr id="18546" name="Group 115"/>
          <p:cNvGrpSpPr/>
          <p:nvPr/>
        </p:nvGrpSpPr>
        <p:grpSpPr>
          <a:xfrm>
            <a:off x="893763" y="3043238"/>
            <a:ext cx="336550" cy="328612"/>
            <a:chOff x="371" y="669"/>
            <a:chExt cx="147" cy="141"/>
          </a:xfrm>
        </p:grpSpPr>
        <p:sp>
          <p:nvSpPr>
            <p:cNvPr id="18547" name="WordArt 116"/>
            <p:cNvSpPr>
              <a:spLocks noTextEdit="1"/>
            </p:cNvSpPr>
            <p:nvPr/>
          </p:nvSpPr>
          <p:spPr>
            <a:xfrm>
              <a:off x="460" y="755"/>
              <a:ext cx="58" cy="55"/>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8548" name="WordArt 117"/>
            <p:cNvSpPr>
              <a:spLocks noTextEdit="1"/>
            </p:cNvSpPr>
            <p:nvPr/>
          </p:nvSpPr>
          <p:spPr>
            <a:xfrm>
              <a:off x="371" y="669"/>
              <a:ext cx="105" cy="13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grpSp>
      <p:grpSp>
        <p:nvGrpSpPr>
          <p:cNvPr id="18549" name="Group 118"/>
          <p:cNvGrpSpPr/>
          <p:nvPr/>
        </p:nvGrpSpPr>
        <p:grpSpPr>
          <a:xfrm>
            <a:off x="5480050" y="2581275"/>
            <a:ext cx="274638" cy="261938"/>
            <a:chOff x="3054" y="1323"/>
            <a:chExt cx="173" cy="165"/>
          </a:xfrm>
        </p:grpSpPr>
        <p:sp>
          <p:nvSpPr>
            <p:cNvPr id="18550" name="WordArt 119"/>
            <p:cNvSpPr>
              <a:spLocks noTextEdit="1"/>
            </p:cNvSpPr>
            <p:nvPr/>
          </p:nvSpPr>
          <p:spPr>
            <a:xfrm>
              <a:off x="3054" y="1323"/>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8551" name="WordArt 120"/>
            <p:cNvSpPr>
              <a:spLocks noTextEdit="1"/>
            </p:cNvSpPr>
            <p:nvPr/>
          </p:nvSpPr>
          <p:spPr>
            <a:xfrm>
              <a:off x="3158" y="1427"/>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a:t>
              </a:r>
            </a:p>
          </p:txBody>
        </p:sp>
      </p:grpSp>
      <p:sp>
        <p:nvSpPr>
          <p:cNvPr id="18552" name="Line 128"/>
          <p:cNvSpPr/>
          <p:nvPr/>
        </p:nvSpPr>
        <p:spPr>
          <a:xfrm>
            <a:off x="3721100" y="3209925"/>
            <a:ext cx="936625" cy="1588"/>
          </a:xfrm>
          <a:prstGeom prst="line">
            <a:avLst/>
          </a:prstGeom>
          <a:ln w="28575" cap="flat" cmpd="sng">
            <a:solidFill>
              <a:schemeClr val="tx1"/>
            </a:solidFill>
            <a:prstDash val="solid"/>
            <a:round/>
            <a:headEnd type="none" w="med" len="med"/>
            <a:tailEnd type="none" w="med" len="lg"/>
          </a:ln>
        </p:spPr>
      </p:sp>
      <p:sp>
        <p:nvSpPr>
          <p:cNvPr id="18553" name="Oval 133"/>
          <p:cNvSpPr/>
          <p:nvPr/>
        </p:nvSpPr>
        <p:spPr>
          <a:xfrm>
            <a:off x="4527550" y="2601913"/>
            <a:ext cx="742950" cy="1258887"/>
          </a:xfrm>
          <a:prstGeom prst="ellipse">
            <a:avLst/>
          </a:prstGeom>
          <a:solidFill>
            <a:srgbClr val="B2B2B2"/>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554" name="Oval 134"/>
          <p:cNvSpPr/>
          <p:nvPr/>
        </p:nvSpPr>
        <p:spPr>
          <a:xfrm>
            <a:off x="4564063" y="2600325"/>
            <a:ext cx="741362" cy="1258888"/>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555" name="Line 135"/>
          <p:cNvSpPr/>
          <p:nvPr/>
        </p:nvSpPr>
        <p:spPr>
          <a:xfrm flipH="1">
            <a:off x="4545013" y="2954338"/>
            <a:ext cx="684212" cy="508000"/>
          </a:xfrm>
          <a:prstGeom prst="line">
            <a:avLst/>
          </a:prstGeom>
          <a:ln w="19050" cap="flat" cmpd="sng">
            <a:solidFill>
              <a:schemeClr val="bg1"/>
            </a:solidFill>
            <a:prstDash val="solid"/>
            <a:round/>
            <a:headEnd type="none" w="med" len="med"/>
            <a:tailEnd type="none" w="med" len="med"/>
          </a:ln>
        </p:spPr>
      </p:sp>
      <p:sp>
        <p:nvSpPr>
          <p:cNvPr id="18556" name="Line 136"/>
          <p:cNvSpPr/>
          <p:nvPr/>
        </p:nvSpPr>
        <p:spPr>
          <a:xfrm flipH="1">
            <a:off x="4354513" y="2828925"/>
            <a:ext cx="1090612" cy="785813"/>
          </a:xfrm>
          <a:prstGeom prst="line">
            <a:avLst/>
          </a:prstGeom>
          <a:ln w="28575" cap="flat" cmpd="sng">
            <a:solidFill>
              <a:srgbClr val="FF00FF"/>
            </a:solidFill>
            <a:prstDash val="solid"/>
            <a:round/>
            <a:headEnd type="none" w="med" len="med"/>
            <a:tailEnd type="none" w="med" len="med"/>
          </a:ln>
        </p:spPr>
      </p:sp>
      <p:sp>
        <p:nvSpPr>
          <p:cNvPr id="18557" name="Line 137"/>
          <p:cNvSpPr/>
          <p:nvPr/>
        </p:nvSpPr>
        <p:spPr>
          <a:xfrm flipH="1">
            <a:off x="4589463" y="2767013"/>
            <a:ext cx="588962" cy="431800"/>
          </a:xfrm>
          <a:prstGeom prst="line">
            <a:avLst/>
          </a:prstGeom>
          <a:ln w="19050" cap="flat" cmpd="sng">
            <a:solidFill>
              <a:schemeClr val="bg1"/>
            </a:solidFill>
            <a:prstDash val="solid"/>
            <a:round/>
            <a:headEnd type="none" w="med" len="med"/>
            <a:tailEnd type="none" w="med" len="med"/>
          </a:ln>
        </p:spPr>
      </p:sp>
      <p:sp>
        <p:nvSpPr>
          <p:cNvPr id="18558" name="Line 138"/>
          <p:cNvSpPr/>
          <p:nvPr/>
        </p:nvSpPr>
        <p:spPr>
          <a:xfrm flipH="1">
            <a:off x="4602163" y="2640013"/>
            <a:ext cx="465137" cy="336550"/>
          </a:xfrm>
          <a:prstGeom prst="line">
            <a:avLst/>
          </a:prstGeom>
          <a:ln w="19050" cap="flat" cmpd="sng">
            <a:solidFill>
              <a:schemeClr val="bg1"/>
            </a:solidFill>
            <a:prstDash val="solid"/>
            <a:round/>
            <a:headEnd type="none" w="med" len="med"/>
            <a:tailEnd type="none" w="med" len="med"/>
          </a:ln>
        </p:spPr>
      </p:sp>
      <p:sp>
        <p:nvSpPr>
          <p:cNvPr id="18559" name="Line 139"/>
          <p:cNvSpPr/>
          <p:nvPr/>
        </p:nvSpPr>
        <p:spPr>
          <a:xfrm flipH="1">
            <a:off x="4767263" y="3392488"/>
            <a:ext cx="541337" cy="387350"/>
          </a:xfrm>
          <a:prstGeom prst="line">
            <a:avLst/>
          </a:prstGeom>
          <a:ln w="19050" cap="flat" cmpd="sng">
            <a:solidFill>
              <a:schemeClr val="bg1"/>
            </a:solidFill>
            <a:prstDash val="solid"/>
            <a:round/>
            <a:headEnd type="none" w="med" len="med"/>
            <a:tailEnd type="none" w="med" len="med"/>
          </a:ln>
        </p:spPr>
      </p:sp>
      <p:sp>
        <p:nvSpPr>
          <p:cNvPr id="18560" name="Line 140"/>
          <p:cNvSpPr/>
          <p:nvPr/>
        </p:nvSpPr>
        <p:spPr>
          <a:xfrm flipH="1">
            <a:off x="4646613" y="3167063"/>
            <a:ext cx="627062" cy="450850"/>
          </a:xfrm>
          <a:prstGeom prst="line">
            <a:avLst/>
          </a:prstGeom>
          <a:ln w="19050" cap="flat" cmpd="sng">
            <a:solidFill>
              <a:schemeClr val="bg1"/>
            </a:solidFill>
            <a:prstDash val="solid"/>
            <a:round/>
            <a:headEnd type="none" w="med" len="med"/>
            <a:tailEnd type="none" w="med" len="med"/>
          </a:ln>
        </p:spPr>
      </p:sp>
      <p:grpSp>
        <p:nvGrpSpPr>
          <p:cNvPr id="23" name="Group 327"/>
          <p:cNvGrpSpPr/>
          <p:nvPr/>
        </p:nvGrpSpPr>
        <p:grpSpPr>
          <a:xfrm>
            <a:off x="4791075" y="3071813"/>
            <a:ext cx="1187450" cy="222250"/>
            <a:chOff x="3018" y="1935"/>
            <a:chExt cx="748" cy="140"/>
          </a:xfrm>
        </p:grpSpPr>
        <p:sp>
          <p:nvSpPr>
            <p:cNvPr id="18562" name="Line 141"/>
            <p:cNvSpPr/>
            <p:nvPr/>
          </p:nvSpPr>
          <p:spPr>
            <a:xfrm>
              <a:off x="3087" y="2010"/>
              <a:ext cx="679" cy="0"/>
            </a:xfrm>
            <a:prstGeom prst="line">
              <a:avLst/>
            </a:prstGeom>
            <a:ln w="28575" cap="flat" cmpd="sng">
              <a:solidFill>
                <a:schemeClr val="tx1"/>
              </a:solidFill>
              <a:prstDash val="solid"/>
              <a:round/>
              <a:headEnd type="none" w="med" len="med"/>
              <a:tailEnd type="triangle" w="med" len="med"/>
            </a:ln>
          </p:spPr>
        </p:sp>
        <p:sp>
          <p:nvSpPr>
            <p:cNvPr id="18563" name="Line 142"/>
            <p:cNvSpPr/>
            <p:nvPr/>
          </p:nvSpPr>
          <p:spPr>
            <a:xfrm flipV="1">
              <a:off x="3444" y="1942"/>
              <a:ext cx="188" cy="132"/>
            </a:xfrm>
            <a:prstGeom prst="line">
              <a:avLst/>
            </a:prstGeom>
            <a:ln w="38100" cap="flat" cmpd="sng">
              <a:solidFill>
                <a:schemeClr val="tx1"/>
              </a:solidFill>
              <a:prstDash val="solid"/>
              <a:round/>
              <a:headEnd type="none" w="med" len="med"/>
              <a:tailEnd type="none" w="med" len="med"/>
            </a:ln>
          </p:spPr>
        </p:sp>
        <p:sp>
          <p:nvSpPr>
            <p:cNvPr id="18564" name="Line 143"/>
            <p:cNvSpPr/>
            <p:nvPr/>
          </p:nvSpPr>
          <p:spPr>
            <a:xfrm flipV="1">
              <a:off x="3252" y="1942"/>
              <a:ext cx="188" cy="132"/>
            </a:xfrm>
            <a:prstGeom prst="line">
              <a:avLst/>
            </a:prstGeom>
            <a:ln w="38100" cap="flat" cmpd="sng">
              <a:solidFill>
                <a:schemeClr val="tx1"/>
              </a:solidFill>
              <a:prstDash val="solid"/>
              <a:round/>
              <a:headEnd type="none" w="med" len="med"/>
              <a:tailEnd type="none" w="med" len="med"/>
            </a:ln>
          </p:spPr>
        </p:sp>
        <p:sp>
          <p:nvSpPr>
            <p:cNvPr id="18565" name="Line 144"/>
            <p:cNvSpPr/>
            <p:nvPr/>
          </p:nvSpPr>
          <p:spPr>
            <a:xfrm flipV="1">
              <a:off x="3018" y="1935"/>
              <a:ext cx="188" cy="140"/>
            </a:xfrm>
            <a:prstGeom prst="line">
              <a:avLst/>
            </a:prstGeom>
            <a:ln w="38100" cap="flat" cmpd="sng">
              <a:solidFill>
                <a:schemeClr val="tx1"/>
              </a:solidFill>
              <a:prstDash val="solid"/>
              <a:round/>
              <a:headEnd type="none" w="med" len="med"/>
              <a:tailEnd type="none" w="med" len="med"/>
            </a:ln>
          </p:spPr>
        </p:sp>
      </p:grpSp>
      <p:sp>
        <p:nvSpPr>
          <p:cNvPr id="18566" name="WordArt 149"/>
          <p:cNvSpPr>
            <a:spLocks noTextEdit="1"/>
          </p:cNvSpPr>
          <p:nvPr/>
        </p:nvSpPr>
        <p:spPr>
          <a:xfrm>
            <a:off x="1746250" y="1749425"/>
            <a:ext cx="865188" cy="239713"/>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已知</a:t>
            </a:r>
          </a:p>
        </p:txBody>
      </p:sp>
      <p:grpSp>
        <p:nvGrpSpPr>
          <p:cNvPr id="24" name="Group 315"/>
          <p:cNvGrpSpPr/>
          <p:nvPr/>
        </p:nvGrpSpPr>
        <p:grpSpPr>
          <a:xfrm>
            <a:off x="5976938" y="2763838"/>
            <a:ext cx="1276350" cy="823912"/>
            <a:chOff x="3765" y="1741"/>
            <a:chExt cx="804" cy="519"/>
          </a:xfrm>
        </p:grpSpPr>
        <p:sp>
          <p:nvSpPr>
            <p:cNvPr id="18568" name="WordArt 148"/>
            <p:cNvSpPr>
              <a:spLocks noTextEdit="1"/>
            </p:cNvSpPr>
            <p:nvPr/>
          </p:nvSpPr>
          <p:spPr>
            <a:xfrm>
              <a:off x="3765" y="1897"/>
              <a:ext cx="153" cy="208"/>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grpSp>
          <p:nvGrpSpPr>
            <p:cNvPr id="18569" name="Group 150"/>
            <p:cNvGrpSpPr/>
            <p:nvPr/>
          </p:nvGrpSpPr>
          <p:grpSpPr>
            <a:xfrm>
              <a:off x="3953" y="1988"/>
              <a:ext cx="165" cy="51"/>
              <a:chOff x="1260" y="2371"/>
              <a:chExt cx="151" cy="53"/>
            </a:xfrm>
          </p:grpSpPr>
          <p:sp>
            <p:nvSpPr>
              <p:cNvPr id="18570" name="Line 151"/>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18571" name="Line 152"/>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grpSp>
          <p:nvGrpSpPr>
            <p:cNvPr id="18572" name="Group 153"/>
            <p:cNvGrpSpPr/>
            <p:nvPr/>
          </p:nvGrpSpPr>
          <p:grpSpPr>
            <a:xfrm>
              <a:off x="4196" y="1741"/>
              <a:ext cx="373" cy="519"/>
              <a:chOff x="4196" y="1741"/>
              <a:chExt cx="373" cy="519"/>
            </a:xfrm>
          </p:grpSpPr>
          <p:sp>
            <p:nvSpPr>
              <p:cNvPr id="18573" name="Line 154"/>
              <p:cNvSpPr/>
              <p:nvPr/>
            </p:nvSpPr>
            <p:spPr>
              <a:xfrm>
                <a:off x="4196" y="2015"/>
                <a:ext cx="373" cy="0"/>
              </a:xfrm>
              <a:prstGeom prst="line">
                <a:avLst/>
              </a:prstGeom>
              <a:ln w="28575" cap="flat" cmpd="sng">
                <a:solidFill>
                  <a:schemeClr val="tx1"/>
                </a:solidFill>
                <a:prstDash val="solid"/>
                <a:round/>
                <a:headEnd type="none" w="med" len="med"/>
                <a:tailEnd type="none" w="med" len="med"/>
              </a:ln>
            </p:spPr>
          </p:sp>
          <p:sp>
            <p:nvSpPr>
              <p:cNvPr id="18574" name="WordArt 155"/>
              <p:cNvSpPr>
                <a:spLocks noTextEdit="1"/>
              </p:cNvSpPr>
              <p:nvPr/>
            </p:nvSpPr>
            <p:spPr>
              <a:xfrm>
                <a:off x="4317" y="2067"/>
                <a:ext cx="107" cy="19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8</a:t>
                </a:r>
              </a:p>
            </p:txBody>
          </p:sp>
          <p:grpSp>
            <p:nvGrpSpPr>
              <p:cNvPr id="18575" name="Group 156"/>
              <p:cNvGrpSpPr/>
              <p:nvPr/>
            </p:nvGrpSpPr>
            <p:grpSpPr>
              <a:xfrm>
                <a:off x="4279" y="1741"/>
                <a:ext cx="212" cy="207"/>
                <a:chOff x="371" y="669"/>
                <a:chExt cx="147" cy="141"/>
              </a:xfrm>
            </p:grpSpPr>
            <p:sp>
              <p:nvSpPr>
                <p:cNvPr id="18576" name="WordArt 157"/>
                <p:cNvSpPr>
                  <a:spLocks noTextEdit="1"/>
                </p:cNvSpPr>
                <p:nvPr/>
              </p:nvSpPr>
              <p:spPr>
                <a:xfrm>
                  <a:off x="460" y="755"/>
                  <a:ext cx="58" cy="55"/>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8577" name="WordArt 158"/>
                <p:cNvSpPr>
                  <a:spLocks noTextEdit="1"/>
                </p:cNvSpPr>
                <p:nvPr/>
              </p:nvSpPr>
              <p:spPr>
                <a:xfrm>
                  <a:off x="371" y="669"/>
                  <a:ext cx="105" cy="13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grpSp>
        </p:grpSp>
      </p:grpSp>
      <p:grpSp>
        <p:nvGrpSpPr>
          <p:cNvPr id="28" name="Group 314"/>
          <p:cNvGrpSpPr/>
          <p:nvPr/>
        </p:nvGrpSpPr>
        <p:grpSpPr>
          <a:xfrm>
            <a:off x="3268663" y="2162175"/>
            <a:ext cx="1114425" cy="1976438"/>
            <a:chOff x="2059" y="1362"/>
            <a:chExt cx="702" cy="1245"/>
          </a:xfrm>
        </p:grpSpPr>
        <p:sp>
          <p:nvSpPr>
            <p:cNvPr id="18579" name="Oval 121"/>
            <p:cNvSpPr/>
            <p:nvPr/>
          </p:nvSpPr>
          <p:spPr>
            <a:xfrm>
              <a:off x="2075" y="1627"/>
              <a:ext cx="470" cy="817"/>
            </a:xfrm>
            <a:prstGeom prst="ellipse">
              <a:avLst/>
            </a:prstGeom>
            <a:solidFill>
              <a:srgbClr val="B2B2B2"/>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580" name="Oval 122"/>
            <p:cNvSpPr/>
            <p:nvPr/>
          </p:nvSpPr>
          <p:spPr>
            <a:xfrm>
              <a:off x="2097" y="1627"/>
              <a:ext cx="471" cy="816"/>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581" name="Line 123"/>
            <p:cNvSpPr/>
            <p:nvPr/>
          </p:nvSpPr>
          <p:spPr>
            <a:xfrm flipH="1">
              <a:off x="2359" y="2073"/>
              <a:ext cx="202" cy="364"/>
            </a:xfrm>
            <a:prstGeom prst="line">
              <a:avLst/>
            </a:prstGeom>
            <a:ln w="19050" cap="flat" cmpd="sng">
              <a:solidFill>
                <a:schemeClr val="bg1"/>
              </a:solidFill>
              <a:prstDash val="solid"/>
              <a:round/>
              <a:headEnd type="none" w="med" len="med"/>
              <a:tailEnd type="none" w="med" len="med"/>
            </a:ln>
          </p:spPr>
        </p:sp>
        <p:sp>
          <p:nvSpPr>
            <p:cNvPr id="18582" name="Line 124"/>
            <p:cNvSpPr/>
            <p:nvPr/>
          </p:nvSpPr>
          <p:spPr>
            <a:xfrm flipH="1">
              <a:off x="2115" y="1677"/>
              <a:ext cx="310" cy="517"/>
            </a:xfrm>
            <a:prstGeom prst="line">
              <a:avLst/>
            </a:prstGeom>
            <a:ln w="19050" cap="flat" cmpd="sng">
              <a:solidFill>
                <a:schemeClr val="bg1"/>
              </a:solidFill>
              <a:prstDash val="solid"/>
              <a:round/>
              <a:headEnd type="none" w="med" len="med"/>
              <a:tailEnd type="none" w="med" len="med"/>
            </a:ln>
          </p:spPr>
        </p:sp>
        <p:sp>
          <p:nvSpPr>
            <p:cNvPr id="18583" name="Line 125"/>
            <p:cNvSpPr/>
            <p:nvPr/>
          </p:nvSpPr>
          <p:spPr>
            <a:xfrm flipH="1">
              <a:off x="2107" y="1628"/>
              <a:ext cx="214" cy="362"/>
            </a:xfrm>
            <a:prstGeom prst="line">
              <a:avLst/>
            </a:prstGeom>
            <a:ln w="19050" cap="flat" cmpd="sng">
              <a:solidFill>
                <a:schemeClr val="bg1"/>
              </a:solidFill>
              <a:prstDash val="solid"/>
              <a:round/>
              <a:headEnd type="none" w="med" len="med"/>
              <a:tailEnd type="none" w="med" len="med"/>
            </a:ln>
          </p:spPr>
        </p:sp>
        <p:sp>
          <p:nvSpPr>
            <p:cNvPr id="18584" name="Line 126"/>
            <p:cNvSpPr/>
            <p:nvPr/>
          </p:nvSpPr>
          <p:spPr>
            <a:xfrm flipH="1">
              <a:off x="2158" y="1746"/>
              <a:ext cx="345" cy="563"/>
            </a:xfrm>
            <a:prstGeom prst="line">
              <a:avLst/>
            </a:prstGeom>
            <a:ln w="19050" cap="flat" cmpd="sng">
              <a:solidFill>
                <a:schemeClr val="bg1"/>
              </a:solidFill>
              <a:prstDash val="solid"/>
              <a:round/>
              <a:headEnd type="none" w="med" len="med"/>
              <a:tailEnd type="none" w="med" len="med"/>
            </a:ln>
          </p:spPr>
        </p:sp>
        <p:sp>
          <p:nvSpPr>
            <p:cNvPr id="18585" name="Line 127"/>
            <p:cNvSpPr/>
            <p:nvPr/>
          </p:nvSpPr>
          <p:spPr>
            <a:xfrm flipH="1">
              <a:off x="2248" y="1890"/>
              <a:ext cx="298" cy="517"/>
            </a:xfrm>
            <a:prstGeom prst="line">
              <a:avLst/>
            </a:prstGeom>
            <a:ln w="19050" cap="flat" cmpd="sng">
              <a:solidFill>
                <a:schemeClr val="bg1"/>
              </a:solidFill>
              <a:prstDash val="solid"/>
              <a:round/>
              <a:headEnd type="none" w="med" len="med"/>
              <a:tailEnd type="none" w="med" len="med"/>
            </a:ln>
          </p:spPr>
        </p:sp>
        <p:sp>
          <p:nvSpPr>
            <p:cNvPr id="18586" name="Line 129"/>
            <p:cNvSpPr/>
            <p:nvPr/>
          </p:nvSpPr>
          <p:spPr>
            <a:xfrm flipH="1">
              <a:off x="2059" y="1640"/>
              <a:ext cx="533" cy="839"/>
            </a:xfrm>
            <a:prstGeom prst="line">
              <a:avLst/>
            </a:prstGeom>
            <a:ln w="28575" cap="flat" cmpd="sng">
              <a:solidFill>
                <a:srgbClr val="FF00FF"/>
              </a:solidFill>
              <a:prstDash val="solid"/>
              <a:round/>
              <a:headEnd type="none" w="med" len="med"/>
              <a:tailEnd type="none" w="med" len="med"/>
            </a:ln>
          </p:spPr>
        </p:sp>
        <p:grpSp>
          <p:nvGrpSpPr>
            <p:cNvPr id="18587" name="Group 130"/>
            <p:cNvGrpSpPr/>
            <p:nvPr/>
          </p:nvGrpSpPr>
          <p:grpSpPr>
            <a:xfrm>
              <a:off x="2588" y="1497"/>
              <a:ext cx="173" cy="165"/>
              <a:chOff x="2239" y="2791"/>
              <a:chExt cx="173" cy="165"/>
            </a:xfrm>
          </p:grpSpPr>
          <p:sp>
            <p:nvSpPr>
              <p:cNvPr id="18588" name="WordArt 131"/>
              <p:cNvSpPr>
                <a:spLocks noTextEdit="1"/>
              </p:cNvSpPr>
              <p:nvPr/>
            </p:nvSpPr>
            <p:spPr>
              <a:xfrm>
                <a:off x="2239" y="2791"/>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8589" name="WordArt 132"/>
              <p:cNvSpPr>
                <a:spLocks noTextEdit="1"/>
              </p:cNvSpPr>
              <p:nvPr/>
            </p:nvSpPr>
            <p:spPr>
              <a:xfrm>
                <a:off x="2343" y="2895"/>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grpSp>
        <p:sp>
          <p:nvSpPr>
            <p:cNvPr id="18590" name="Line 145"/>
            <p:cNvSpPr/>
            <p:nvPr/>
          </p:nvSpPr>
          <p:spPr>
            <a:xfrm flipH="1">
              <a:off x="2492" y="1939"/>
              <a:ext cx="98" cy="170"/>
            </a:xfrm>
            <a:prstGeom prst="line">
              <a:avLst/>
            </a:prstGeom>
            <a:ln w="38100" cap="flat" cmpd="sng">
              <a:solidFill>
                <a:schemeClr val="tx1"/>
              </a:solidFill>
              <a:prstDash val="solid"/>
              <a:round/>
              <a:headEnd type="none" w="med" len="med"/>
              <a:tailEnd type="none" w="med" len="med"/>
            </a:ln>
          </p:spPr>
        </p:sp>
        <p:sp>
          <p:nvSpPr>
            <p:cNvPr id="18591" name="Line 146"/>
            <p:cNvSpPr/>
            <p:nvPr/>
          </p:nvSpPr>
          <p:spPr>
            <a:xfrm flipH="1">
              <a:off x="2660" y="1945"/>
              <a:ext cx="98" cy="170"/>
            </a:xfrm>
            <a:prstGeom prst="line">
              <a:avLst/>
            </a:prstGeom>
            <a:ln w="38100" cap="flat" cmpd="sng">
              <a:solidFill>
                <a:schemeClr val="tx1"/>
              </a:solidFill>
              <a:prstDash val="solid"/>
              <a:round/>
              <a:headEnd type="none" w="med" len="med"/>
              <a:tailEnd type="none" w="med" len="med"/>
            </a:ln>
          </p:spPr>
        </p:sp>
        <p:sp>
          <p:nvSpPr>
            <p:cNvPr id="18592" name="Line 147"/>
            <p:cNvSpPr/>
            <p:nvPr/>
          </p:nvSpPr>
          <p:spPr>
            <a:xfrm flipH="1">
              <a:off x="2309" y="1915"/>
              <a:ext cx="104" cy="170"/>
            </a:xfrm>
            <a:prstGeom prst="line">
              <a:avLst/>
            </a:prstGeom>
            <a:ln w="38100" cap="flat" cmpd="sng">
              <a:solidFill>
                <a:schemeClr val="tx1"/>
              </a:solidFill>
              <a:prstDash val="solid"/>
              <a:round/>
              <a:headEnd type="none" w="med" len="med"/>
              <a:tailEnd type="none" w="med" len="med"/>
            </a:ln>
          </p:spPr>
        </p:sp>
        <p:sp>
          <p:nvSpPr>
            <p:cNvPr id="18593" name="Line 159"/>
            <p:cNvSpPr/>
            <p:nvPr/>
          </p:nvSpPr>
          <p:spPr>
            <a:xfrm flipH="1">
              <a:off x="2327" y="1362"/>
              <a:ext cx="16" cy="1245"/>
            </a:xfrm>
            <a:prstGeom prst="line">
              <a:avLst/>
            </a:prstGeom>
            <a:ln w="9525" cap="flat" cmpd="sng">
              <a:solidFill>
                <a:schemeClr val="tx1"/>
              </a:solidFill>
              <a:prstDash val="dash"/>
              <a:round/>
              <a:headEnd type="none" w="med" len="med"/>
              <a:tailEnd type="none" w="med" len="med"/>
            </a:ln>
          </p:spPr>
        </p:sp>
        <p:sp>
          <p:nvSpPr>
            <p:cNvPr id="18594" name="Arc 160"/>
            <p:cNvSpPr/>
            <p:nvPr/>
          </p:nvSpPr>
          <p:spPr>
            <a:xfrm>
              <a:off x="2335" y="1542"/>
              <a:ext cx="210" cy="179"/>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flat" cmpd="sng">
              <a:solidFill>
                <a:srgbClr val="CC0000"/>
              </a:solidFill>
              <a:prstDash val="solid"/>
              <a:round/>
              <a:headEnd type="none" w="med" len="med"/>
              <a:tailEnd type="none" w="med" len="med"/>
            </a:ln>
          </p:spPr>
          <p:txBody>
            <a:bodyPr/>
            <a:lstStyle/>
            <a:p>
              <a:endParaRPr lang="zh-CN" altLang="en-US"/>
            </a:p>
          </p:txBody>
        </p:sp>
        <p:sp>
          <p:nvSpPr>
            <p:cNvPr id="18595" name="WordArt 161"/>
            <p:cNvSpPr>
              <a:spLocks noTextEdit="1"/>
            </p:cNvSpPr>
            <p:nvPr/>
          </p:nvSpPr>
          <p:spPr>
            <a:xfrm>
              <a:off x="2431" y="1401"/>
              <a:ext cx="100" cy="10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CC0000"/>
                    </a:solidFill>
                    <a:prstDash val="solid"/>
                    <a:round/>
                    <a:headEnd type="none" w="med" len="med"/>
                    <a:tailEnd type="none" w="med" len="med"/>
                  </a:ln>
                  <a:solidFill>
                    <a:srgbClr val="CC0000"/>
                  </a:solidFill>
                  <a:latin typeface="Symbol" panose="05050102010706020507" charset="0"/>
                  <a:ea typeface="Symbol" panose="05050102010706020507" charset="0"/>
                </a:rPr>
                <a:t>a</a:t>
              </a:r>
            </a:p>
          </p:txBody>
        </p:sp>
      </p:grpSp>
      <p:grpSp>
        <p:nvGrpSpPr>
          <p:cNvPr id="30" name="Group 325"/>
          <p:cNvGrpSpPr/>
          <p:nvPr/>
        </p:nvGrpSpPr>
        <p:grpSpPr>
          <a:xfrm>
            <a:off x="7775575" y="2276475"/>
            <a:ext cx="971550" cy="1155700"/>
            <a:chOff x="4902" y="1357"/>
            <a:chExt cx="612" cy="728"/>
          </a:xfrm>
        </p:grpSpPr>
        <p:sp>
          <p:nvSpPr>
            <p:cNvPr id="18597" name="WordArt 162"/>
            <p:cNvSpPr>
              <a:spLocks noTextEdit="1"/>
            </p:cNvSpPr>
            <p:nvPr/>
          </p:nvSpPr>
          <p:spPr>
            <a:xfrm>
              <a:off x="5043" y="1357"/>
              <a:ext cx="247" cy="366"/>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求</a:t>
              </a:r>
            </a:p>
          </p:txBody>
        </p:sp>
        <p:sp>
          <p:nvSpPr>
            <p:cNvPr id="18598" name="WordArt 163"/>
            <p:cNvSpPr>
              <a:spLocks noTextEdit="1"/>
            </p:cNvSpPr>
            <p:nvPr/>
          </p:nvSpPr>
          <p:spPr>
            <a:xfrm>
              <a:off x="4902" y="1889"/>
              <a:ext cx="177" cy="146"/>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CC0000"/>
                    </a:solidFill>
                    <a:prstDash val="solid"/>
                    <a:round/>
                    <a:headEnd type="none" w="med" len="med"/>
                    <a:tailEnd type="none" w="med" len="med"/>
                  </a:ln>
                  <a:solidFill>
                    <a:srgbClr val="CC0000"/>
                  </a:solidFill>
                  <a:latin typeface="Symbol" panose="05050102010706020507" charset="0"/>
                  <a:ea typeface="Symbol" panose="05050102010706020507" charset="0"/>
                </a:rPr>
                <a:t>a</a:t>
              </a:r>
            </a:p>
          </p:txBody>
        </p:sp>
        <p:grpSp>
          <p:nvGrpSpPr>
            <p:cNvPr id="18599" name="Group 164"/>
            <p:cNvGrpSpPr/>
            <p:nvPr/>
          </p:nvGrpSpPr>
          <p:grpSpPr>
            <a:xfrm>
              <a:off x="5138" y="1938"/>
              <a:ext cx="165" cy="51"/>
              <a:chOff x="1260" y="2371"/>
              <a:chExt cx="151" cy="53"/>
            </a:xfrm>
          </p:grpSpPr>
          <p:sp>
            <p:nvSpPr>
              <p:cNvPr id="18600" name="Line 165"/>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18601" name="Line 166"/>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18602" name="WordArt 167"/>
            <p:cNvSpPr>
              <a:spLocks noTextEdit="1"/>
            </p:cNvSpPr>
            <p:nvPr/>
          </p:nvSpPr>
          <p:spPr>
            <a:xfrm>
              <a:off x="5348" y="1771"/>
              <a:ext cx="166" cy="31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000000"/>
                    </a:solidFill>
                    <a:prstDash val="solid"/>
                    <a:round/>
                    <a:headEnd type="none" w="med" len="med"/>
                    <a:tailEnd type="none" w="med" len="med"/>
                  </a:ln>
                  <a:solidFill>
                    <a:srgbClr val="000000"/>
                  </a:solidFill>
                  <a:latin typeface="华文中宋" panose="02010600040101010101" charset="-122"/>
                  <a:ea typeface="华文中宋" panose="02010600040101010101" charset="-122"/>
                </a:rPr>
                <a:t>？</a:t>
              </a:r>
            </a:p>
          </p:txBody>
        </p:sp>
      </p:grpSp>
      <p:grpSp>
        <p:nvGrpSpPr>
          <p:cNvPr id="14336" name="Group 168"/>
          <p:cNvGrpSpPr/>
          <p:nvPr/>
        </p:nvGrpSpPr>
        <p:grpSpPr>
          <a:xfrm>
            <a:off x="0" y="4124325"/>
            <a:ext cx="2532063" cy="2449513"/>
            <a:chOff x="0" y="2598"/>
            <a:chExt cx="1595" cy="1543"/>
          </a:xfrm>
        </p:grpSpPr>
        <p:sp>
          <p:nvSpPr>
            <p:cNvPr id="18604" name="Rectangle 169" descr="羊皮纸"/>
            <p:cNvSpPr/>
            <p:nvPr/>
          </p:nvSpPr>
          <p:spPr>
            <a:xfrm>
              <a:off x="0" y="2668"/>
              <a:ext cx="1595" cy="121"/>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18605" name="Group 170"/>
            <p:cNvGrpSpPr/>
            <p:nvPr/>
          </p:nvGrpSpPr>
          <p:grpSpPr>
            <a:xfrm>
              <a:off x="202" y="2598"/>
              <a:ext cx="822" cy="237"/>
              <a:chOff x="2222" y="738"/>
              <a:chExt cx="1167" cy="340"/>
            </a:xfrm>
          </p:grpSpPr>
          <p:sp>
            <p:nvSpPr>
              <p:cNvPr id="18606" name="Rectangle 171" descr="栎木"/>
              <p:cNvSpPr/>
              <p:nvPr/>
            </p:nvSpPr>
            <p:spPr>
              <a:xfrm flipH="1">
                <a:off x="2222" y="738"/>
                <a:ext cx="1167" cy="340"/>
              </a:xfrm>
              <a:prstGeom prst="rect">
                <a:avLst/>
              </a:prstGeom>
              <a:blipFill rotWithShape="0">
                <a:blip r:embed="rId3"/>
              </a:blipFill>
              <a:ln w="38100" cap="flat" cmpd="sng">
                <a:solidFill>
                  <a:srgbClr val="00CC99"/>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607" name="WordArt 172"/>
              <p:cNvSpPr>
                <a:spLocks noTextEdit="1"/>
              </p:cNvSpPr>
              <p:nvPr/>
            </p:nvSpPr>
            <p:spPr>
              <a:xfrm>
                <a:off x="2352" y="795"/>
                <a:ext cx="427" cy="223"/>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华文中宋" panose="02010600040101010101" charset="-122"/>
                    <a:ea typeface="华文中宋" panose="02010600040101010101" charset="-122"/>
                  </a:rPr>
                  <a:t>解法</a:t>
                </a:r>
              </a:p>
            </p:txBody>
          </p:sp>
          <p:sp>
            <p:nvSpPr>
              <p:cNvPr id="18608" name="WordArt 173"/>
              <p:cNvSpPr>
                <a:spLocks noTextEdit="1"/>
              </p:cNvSpPr>
              <p:nvPr/>
            </p:nvSpPr>
            <p:spPr>
              <a:xfrm>
                <a:off x="2795" y="806"/>
                <a:ext cx="448" cy="22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华文中宋" panose="02010600040101010101" charset="-122"/>
                    <a:ea typeface="华文中宋" panose="02010600040101010101" charset="-122"/>
                  </a:rPr>
                  <a:t>提要</a:t>
                </a:r>
              </a:p>
            </p:txBody>
          </p:sp>
        </p:grpSp>
        <p:grpSp>
          <p:nvGrpSpPr>
            <p:cNvPr id="18609" name="Group 174"/>
            <p:cNvGrpSpPr/>
            <p:nvPr/>
          </p:nvGrpSpPr>
          <p:grpSpPr>
            <a:xfrm>
              <a:off x="148" y="2903"/>
              <a:ext cx="1354" cy="1238"/>
              <a:chOff x="148" y="2903"/>
              <a:chExt cx="1354" cy="1238"/>
            </a:xfrm>
          </p:grpSpPr>
          <p:sp>
            <p:nvSpPr>
              <p:cNvPr id="18610" name="Line 175"/>
              <p:cNvSpPr/>
              <p:nvPr/>
            </p:nvSpPr>
            <p:spPr>
              <a:xfrm flipV="1">
                <a:off x="148" y="3583"/>
                <a:ext cx="1139" cy="0"/>
              </a:xfrm>
              <a:prstGeom prst="line">
                <a:avLst/>
              </a:prstGeom>
              <a:ln w="28575" cap="flat" cmpd="sng">
                <a:solidFill>
                  <a:schemeClr val="tx1"/>
                </a:solidFill>
                <a:prstDash val="solid"/>
                <a:round/>
                <a:headEnd type="triangle" w="med" len="lg"/>
                <a:tailEnd type="triangle" w="med" len="lg"/>
              </a:ln>
            </p:spPr>
          </p:sp>
          <p:sp>
            <p:nvSpPr>
              <p:cNvPr id="18611" name="Line 176"/>
              <p:cNvSpPr/>
              <p:nvPr/>
            </p:nvSpPr>
            <p:spPr>
              <a:xfrm flipH="1" flipV="1">
                <a:off x="669" y="2910"/>
                <a:ext cx="0" cy="1231"/>
              </a:xfrm>
              <a:prstGeom prst="line">
                <a:avLst/>
              </a:prstGeom>
              <a:ln w="28575" cap="flat" cmpd="sng">
                <a:solidFill>
                  <a:schemeClr val="tx1"/>
                </a:solidFill>
                <a:prstDash val="solid"/>
                <a:round/>
                <a:headEnd type="triangle" w="med" len="lg"/>
                <a:tailEnd type="triangle" w="med" len="lg"/>
              </a:ln>
            </p:spPr>
          </p:sp>
          <p:grpSp>
            <p:nvGrpSpPr>
              <p:cNvPr id="18612" name="Group 177"/>
              <p:cNvGrpSpPr/>
              <p:nvPr/>
            </p:nvGrpSpPr>
            <p:grpSpPr>
              <a:xfrm>
                <a:off x="1298" y="3560"/>
                <a:ext cx="159" cy="140"/>
                <a:chOff x="3054" y="1323"/>
                <a:chExt cx="173" cy="165"/>
              </a:xfrm>
            </p:grpSpPr>
            <p:sp>
              <p:nvSpPr>
                <p:cNvPr id="18613" name="WordArt 178"/>
                <p:cNvSpPr>
                  <a:spLocks noTextEdit="1"/>
                </p:cNvSpPr>
                <p:nvPr/>
              </p:nvSpPr>
              <p:spPr>
                <a:xfrm>
                  <a:off x="3054" y="1323"/>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8614" name="WordArt 179"/>
                <p:cNvSpPr>
                  <a:spLocks noTextEdit="1"/>
                </p:cNvSpPr>
                <p:nvPr/>
              </p:nvSpPr>
              <p:spPr>
                <a:xfrm>
                  <a:off x="3158" y="1427"/>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3</a:t>
                  </a:r>
                </a:p>
              </p:txBody>
            </p:sp>
          </p:grpSp>
          <p:grpSp>
            <p:nvGrpSpPr>
              <p:cNvPr id="18615" name="Group 180"/>
              <p:cNvGrpSpPr/>
              <p:nvPr/>
            </p:nvGrpSpPr>
            <p:grpSpPr>
              <a:xfrm>
                <a:off x="1170" y="2912"/>
                <a:ext cx="159" cy="141"/>
                <a:chOff x="2239" y="2791"/>
                <a:chExt cx="173" cy="165"/>
              </a:xfrm>
            </p:grpSpPr>
            <p:sp>
              <p:nvSpPr>
                <p:cNvPr id="18616" name="WordArt 181"/>
                <p:cNvSpPr>
                  <a:spLocks noTextEdit="1"/>
                </p:cNvSpPr>
                <p:nvPr/>
              </p:nvSpPr>
              <p:spPr>
                <a:xfrm>
                  <a:off x="2239" y="2791"/>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8617" name="WordArt 182"/>
                <p:cNvSpPr>
                  <a:spLocks noTextEdit="1"/>
                </p:cNvSpPr>
                <p:nvPr/>
              </p:nvSpPr>
              <p:spPr>
                <a:xfrm>
                  <a:off x="2343" y="2895"/>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grpSp>
          <p:grpSp>
            <p:nvGrpSpPr>
              <p:cNvPr id="18618" name="Group 183"/>
              <p:cNvGrpSpPr/>
              <p:nvPr/>
            </p:nvGrpSpPr>
            <p:grpSpPr>
              <a:xfrm>
                <a:off x="367" y="2927"/>
                <a:ext cx="158" cy="141"/>
                <a:chOff x="1512" y="1434"/>
                <a:chExt cx="173" cy="165"/>
              </a:xfrm>
            </p:grpSpPr>
            <p:sp>
              <p:nvSpPr>
                <p:cNvPr id="18619" name="WordArt 184"/>
                <p:cNvSpPr>
                  <a:spLocks noTextEdit="1"/>
                </p:cNvSpPr>
                <p:nvPr/>
              </p:nvSpPr>
              <p:spPr>
                <a:xfrm>
                  <a:off x="1512" y="1434"/>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8620" name="WordArt 185"/>
                <p:cNvSpPr>
                  <a:spLocks noTextEdit="1"/>
                </p:cNvSpPr>
                <p:nvPr/>
              </p:nvSpPr>
              <p:spPr>
                <a:xfrm>
                  <a:off x="1616" y="1538"/>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grpSp>
          <p:sp>
            <p:nvSpPr>
              <p:cNvPr id="18621" name="Line 186"/>
              <p:cNvSpPr/>
              <p:nvPr/>
            </p:nvSpPr>
            <p:spPr>
              <a:xfrm flipH="1">
                <a:off x="211" y="3067"/>
                <a:ext cx="919" cy="1010"/>
              </a:xfrm>
              <a:prstGeom prst="line">
                <a:avLst/>
              </a:prstGeom>
              <a:ln w="28575" cap="flat" cmpd="sng">
                <a:solidFill>
                  <a:schemeClr val="tx1"/>
                </a:solidFill>
                <a:prstDash val="solid"/>
                <a:round/>
                <a:headEnd type="triangle" w="med" len="lg"/>
                <a:tailEnd type="triangle" w="med" len="lg"/>
              </a:ln>
            </p:spPr>
          </p:sp>
          <p:sp>
            <p:nvSpPr>
              <p:cNvPr id="18622" name="Arc 187"/>
              <p:cNvSpPr/>
              <p:nvPr/>
            </p:nvSpPr>
            <p:spPr>
              <a:xfrm>
                <a:off x="686" y="3307"/>
                <a:ext cx="166" cy="152"/>
              </a:xfrm>
              <a:custGeom>
                <a:avLst/>
                <a:gdLst/>
                <a:ahLst/>
                <a:cxnLst>
                  <a:cxn ang="0">
                    <a:pos x="0" y="0"/>
                  </a:cxn>
                  <a:cxn ang="0">
                    <a:pos x="0" y="0"/>
                  </a:cxn>
                  <a:cxn ang="0">
                    <a:pos x="0" y="0"/>
                  </a:cxn>
                </a:cxnLst>
                <a:rect l="0" t="0" r="0" b="0"/>
                <a:pathLst>
                  <a:path w="18603" h="21600" fill="none">
                    <a:moveTo>
                      <a:pt x="-1" y="0"/>
                    </a:moveTo>
                    <a:cubicBezTo>
                      <a:pt x="7644" y="0"/>
                      <a:pt x="14718" y="4040"/>
                      <a:pt x="18603" y="10623"/>
                    </a:cubicBezTo>
                  </a:path>
                  <a:path w="18603" h="21600" stroke="0">
                    <a:moveTo>
                      <a:pt x="-1" y="0"/>
                    </a:moveTo>
                    <a:cubicBezTo>
                      <a:pt x="7644" y="0"/>
                      <a:pt x="14718" y="4040"/>
                      <a:pt x="18603" y="10623"/>
                    </a:cubicBezTo>
                    <a:lnTo>
                      <a:pt x="0" y="21600"/>
                    </a:lnTo>
                    <a:lnTo>
                      <a:pt x="-1" y="0"/>
                    </a:lnTo>
                    <a:close/>
                  </a:path>
                </a:pathLst>
              </a:custGeom>
              <a:noFill/>
              <a:ln w="19050" cap="flat" cmpd="sng">
                <a:solidFill>
                  <a:srgbClr val="CC0000"/>
                </a:solidFill>
                <a:prstDash val="solid"/>
                <a:round/>
                <a:headEnd type="none" w="med" len="med"/>
                <a:tailEnd type="none" w="med" len="med"/>
              </a:ln>
            </p:spPr>
            <p:txBody>
              <a:bodyPr/>
              <a:lstStyle/>
              <a:p>
                <a:endParaRPr lang="zh-CN" altLang="en-US"/>
              </a:p>
            </p:txBody>
          </p:sp>
          <p:sp>
            <p:nvSpPr>
              <p:cNvPr id="18623" name="WordArt 188"/>
              <p:cNvSpPr>
                <a:spLocks noTextEdit="1"/>
              </p:cNvSpPr>
              <p:nvPr/>
            </p:nvSpPr>
            <p:spPr>
              <a:xfrm>
                <a:off x="738" y="3162"/>
                <a:ext cx="113" cy="85"/>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CC0000"/>
                      </a:solidFill>
                      <a:prstDash val="solid"/>
                      <a:round/>
                      <a:headEnd type="none" w="med" len="med"/>
                      <a:tailEnd type="none" w="med" len="med"/>
                    </a:ln>
                    <a:solidFill>
                      <a:srgbClr val="CC0000"/>
                    </a:solidFill>
                    <a:latin typeface="Symbol" panose="05050102010706020507" charset="0"/>
                    <a:ea typeface="Symbol" panose="05050102010706020507" charset="0"/>
                  </a:rPr>
                  <a:t>a</a:t>
                </a:r>
              </a:p>
            </p:txBody>
          </p:sp>
          <p:sp>
            <p:nvSpPr>
              <p:cNvPr id="18624" name="Line 189"/>
              <p:cNvSpPr/>
              <p:nvPr/>
            </p:nvSpPr>
            <p:spPr>
              <a:xfrm>
                <a:off x="669" y="2903"/>
                <a:ext cx="366" cy="281"/>
              </a:xfrm>
              <a:prstGeom prst="line">
                <a:avLst/>
              </a:prstGeom>
              <a:ln w="9525" cap="flat" cmpd="sng">
                <a:solidFill>
                  <a:schemeClr val="tx1"/>
                </a:solidFill>
                <a:prstDash val="dash"/>
                <a:round/>
                <a:headEnd type="none" w="med" len="med"/>
                <a:tailEnd type="none" w="med" len="med"/>
              </a:ln>
            </p:spPr>
          </p:sp>
          <p:sp>
            <p:nvSpPr>
              <p:cNvPr id="18625" name="Line 190"/>
              <p:cNvSpPr/>
              <p:nvPr/>
            </p:nvSpPr>
            <p:spPr>
              <a:xfrm>
                <a:off x="1035" y="3183"/>
                <a:ext cx="0" cy="397"/>
              </a:xfrm>
              <a:prstGeom prst="line">
                <a:avLst/>
              </a:prstGeom>
              <a:ln w="9525" cap="flat" cmpd="sng">
                <a:solidFill>
                  <a:schemeClr val="tx1"/>
                </a:solidFill>
                <a:prstDash val="dash"/>
                <a:round/>
                <a:headEnd type="none" w="med" len="med"/>
                <a:tailEnd type="none" w="med" len="med"/>
              </a:ln>
            </p:spPr>
          </p:sp>
          <p:sp>
            <p:nvSpPr>
              <p:cNvPr id="18626" name="Arc 191"/>
              <p:cNvSpPr/>
              <p:nvPr/>
            </p:nvSpPr>
            <p:spPr>
              <a:xfrm>
                <a:off x="661" y="3320"/>
                <a:ext cx="355" cy="254"/>
              </a:xfrm>
              <a:custGeom>
                <a:avLst/>
                <a:gdLst/>
                <a:ahLst/>
                <a:cxnLst>
                  <a:cxn ang="0">
                    <a:pos x="0" y="0"/>
                  </a:cxn>
                  <a:cxn ang="0">
                    <a:pos x="0" y="0"/>
                  </a:cxn>
                  <a:cxn ang="0">
                    <a:pos x="0" y="0"/>
                  </a:cxn>
                </a:cxnLst>
                <a:rect l="0" t="0" r="0" b="0"/>
                <a:pathLst>
                  <a:path w="21600" h="16133" fill="none">
                    <a:moveTo>
                      <a:pt x="14568" y="0"/>
                    </a:moveTo>
                    <a:cubicBezTo>
                      <a:pt x="19048" y="4092"/>
                      <a:pt x="21600" y="9879"/>
                      <a:pt x="21600" y="15947"/>
                    </a:cubicBezTo>
                    <a:cubicBezTo>
                      <a:pt x="21600" y="16009"/>
                      <a:pt x="21599" y="16071"/>
                      <a:pt x="21599" y="16133"/>
                    </a:cubicBezTo>
                  </a:path>
                  <a:path w="21600" h="16133" stroke="0">
                    <a:moveTo>
                      <a:pt x="14568" y="0"/>
                    </a:moveTo>
                    <a:cubicBezTo>
                      <a:pt x="19048" y="4092"/>
                      <a:pt x="21600" y="9879"/>
                      <a:pt x="21600" y="15947"/>
                    </a:cubicBezTo>
                    <a:cubicBezTo>
                      <a:pt x="21600" y="16009"/>
                      <a:pt x="21599" y="16071"/>
                      <a:pt x="21599" y="16133"/>
                    </a:cubicBezTo>
                    <a:lnTo>
                      <a:pt x="0" y="15947"/>
                    </a:lnTo>
                    <a:lnTo>
                      <a:pt x="14568" y="0"/>
                    </a:lnTo>
                    <a:close/>
                  </a:path>
                </a:pathLst>
              </a:custGeom>
              <a:noFill/>
              <a:ln w="19050" cap="flat" cmpd="sng">
                <a:solidFill>
                  <a:srgbClr val="0066FF"/>
                </a:solidFill>
                <a:prstDash val="solid"/>
                <a:round/>
                <a:headEnd type="none" w="med" len="med"/>
                <a:tailEnd type="none" w="med" len="med"/>
              </a:ln>
            </p:spPr>
            <p:txBody>
              <a:bodyPr/>
              <a:lstStyle/>
              <a:p>
                <a:endParaRPr lang="zh-CN" altLang="en-US"/>
              </a:p>
            </p:txBody>
          </p:sp>
          <p:sp>
            <p:nvSpPr>
              <p:cNvPr id="18627" name="WordArt 192"/>
              <p:cNvSpPr>
                <a:spLocks noTextEdit="1"/>
              </p:cNvSpPr>
              <p:nvPr/>
            </p:nvSpPr>
            <p:spPr>
              <a:xfrm>
                <a:off x="1389" y="3343"/>
                <a:ext cx="113" cy="85"/>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CC0000"/>
                      </a:solidFill>
                      <a:prstDash val="solid"/>
                      <a:round/>
                      <a:headEnd type="none" w="med" len="med"/>
                      <a:tailEnd type="none" w="med" len="med"/>
                    </a:ln>
                    <a:solidFill>
                      <a:srgbClr val="CC0000"/>
                    </a:solidFill>
                    <a:latin typeface="Symbol" panose="05050102010706020507" charset="0"/>
                    <a:ea typeface="Symbol" panose="05050102010706020507" charset="0"/>
                  </a:rPr>
                  <a:t>a</a:t>
                </a:r>
              </a:p>
            </p:txBody>
          </p:sp>
          <p:grpSp>
            <p:nvGrpSpPr>
              <p:cNvPr id="18628" name="Group 193"/>
              <p:cNvGrpSpPr/>
              <p:nvPr/>
            </p:nvGrpSpPr>
            <p:grpSpPr>
              <a:xfrm>
                <a:off x="1093" y="3282"/>
                <a:ext cx="268" cy="157"/>
                <a:chOff x="1093" y="3282"/>
                <a:chExt cx="268" cy="157"/>
              </a:xfrm>
            </p:grpSpPr>
            <p:sp>
              <p:nvSpPr>
                <p:cNvPr id="18629" name="WordArt 194"/>
                <p:cNvSpPr>
                  <a:spLocks noTextEdit="1"/>
                </p:cNvSpPr>
                <p:nvPr/>
              </p:nvSpPr>
              <p:spPr>
                <a:xfrm>
                  <a:off x="1093" y="3325"/>
                  <a:ext cx="60" cy="11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a:t>
                  </a:r>
                </a:p>
              </p:txBody>
            </p:sp>
            <p:sp>
              <p:nvSpPr>
                <p:cNvPr id="18630" name="WordArt 195"/>
                <p:cNvSpPr>
                  <a:spLocks noTextEdit="1"/>
                </p:cNvSpPr>
                <p:nvPr/>
              </p:nvSpPr>
              <p:spPr>
                <a:xfrm>
                  <a:off x="1188" y="3324"/>
                  <a:ext cx="60" cy="11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0</a:t>
                  </a:r>
                </a:p>
              </p:txBody>
            </p:sp>
            <p:sp>
              <p:nvSpPr>
                <p:cNvPr id="18631" name="Line 196"/>
                <p:cNvSpPr/>
                <p:nvPr/>
              </p:nvSpPr>
              <p:spPr>
                <a:xfrm flipV="1">
                  <a:off x="1287" y="3378"/>
                  <a:ext cx="74" cy="0"/>
                </a:xfrm>
                <a:prstGeom prst="line">
                  <a:avLst/>
                </a:prstGeom>
                <a:ln w="38100" cap="flat" cmpd="sng">
                  <a:solidFill>
                    <a:schemeClr val="tx1"/>
                  </a:solidFill>
                  <a:prstDash val="solid"/>
                  <a:round/>
                  <a:headEnd type="none" w="med" len="med"/>
                  <a:tailEnd type="none" w="med" len="med"/>
                </a:ln>
              </p:spPr>
            </p:sp>
            <p:sp>
              <p:nvSpPr>
                <p:cNvPr id="18632" name="Oval 197"/>
                <p:cNvSpPr/>
                <p:nvPr/>
              </p:nvSpPr>
              <p:spPr>
                <a:xfrm>
                  <a:off x="1256" y="3282"/>
                  <a:ext cx="41" cy="42"/>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grpSp>
      <p:grpSp>
        <p:nvGrpSpPr>
          <p:cNvPr id="14357" name="Group 198"/>
          <p:cNvGrpSpPr/>
          <p:nvPr/>
        </p:nvGrpSpPr>
        <p:grpSpPr>
          <a:xfrm>
            <a:off x="2787650" y="4071938"/>
            <a:ext cx="6356350" cy="490537"/>
            <a:chOff x="1756" y="2565"/>
            <a:chExt cx="4004" cy="309"/>
          </a:xfrm>
        </p:grpSpPr>
        <p:grpSp>
          <p:nvGrpSpPr>
            <p:cNvPr id="18634" name="Group 199"/>
            <p:cNvGrpSpPr/>
            <p:nvPr/>
          </p:nvGrpSpPr>
          <p:grpSpPr>
            <a:xfrm>
              <a:off x="1756" y="2596"/>
              <a:ext cx="200" cy="278"/>
              <a:chOff x="1504" y="592"/>
              <a:chExt cx="200" cy="278"/>
            </a:xfrm>
          </p:grpSpPr>
          <p:sp>
            <p:nvSpPr>
              <p:cNvPr id="18635" name="WordArt 200"/>
              <p:cNvSpPr>
                <a:spLocks noTextEdit="1"/>
              </p:cNvSpPr>
              <p:nvPr/>
            </p:nvSpPr>
            <p:spPr>
              <a:xfrm>
                <a:off x="1564" y="783"/>
                <a:ext cx="81" cy="87"/>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nvGrpSpPr>
              <p:cNvPr id="18636" name="Group 201"/>
              <p:cNvGrpSpPr/>
              <p:nvPr/>
            </p:nvGrpSpPr>
            <p:grpSpPr>
              <a:xfrm>
                <a:off x="1504" y="592"/>
                <a:ext cx="200" cy="156"/>
                <a:chOff x="1504" y="592"/>
                <a:chExt cx="200" cy="156"/>
              </a:xfrm>
            </p:grpSpPr>
            <p:sp>
              <p:nvSpPr>
                <p:cNvPr id="18637" name="Line 202"/>
                <p:cNvSpPr/>
                <p:nvPr/>
              </p:nvSpPr>
              <p:spPr>
                <a:xfrm>
                  <a:off x="1504" y="748"/>
                  <a:ext cx="200" cy="0"/>
                </a:xfrm>
                <a:prstGeom prst="line">
                  <a:avLst/>
                </a:prstGeom>
                <a:ln w="28575" cap="flat" cmpd="sng">
                  <a:solidFill>
                    <a:schemeClr val="tx1"/>
                  </a:solidFill>
                  <a:prstDash val="solid"/>
                  <a:round/>
                  <a:headEnd type="none" w="med" len="med"/>
                  <a:tailEnd type="none" w="med" len="med"/>
                </a:ln>
              </p:spPr>
            </p:sp>
            <p:sp>
              <p:nvSpPr>
                <p:cNvPr id="18638" name="WordArt 203"/>
                <p:cNvSpPr>
                  <a:spLocks noTextEdit="1"/>
                </p:cNvSpPr>
                <p:nvPr/>
              </p:nvSpPr>
              <p:spPr>
                <a:xfrm>
                  <a:off x="1624" y="654"/>
                  <a:ext cx="58" cy="51"/>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8639" name="WordArt 204"/>
                <p:cNvSpPr>
                  <a:spLocks noTextEdit="1"/>
                </p:cNvSpPr>
                <p:nvPr/>
              </p:nvSpPr>
              <p:spPr>
                <a:xfrm>
                  <a:off x="1539" y="592"/>
                  <a:ext cx="105" cy="11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grpSp>
        </p:grpSp>
        <p:sp>
          <p:nvSpPr>
            <p:cNvPr id="18640" name="Rectangle 205" descr="羊皮纸"/>
            <p:cNvSpPr/>
            <p:nvPr/>
          </p:nvSpPr>
          <p:spPr>
            <a:xfrm>
              <a:off x="1997" y="2671"/>
              <a:ext cx="397" cy="120"/>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18641" name="Group 206"/>
            <p:cNvGrpSpPr/>
            <p:nvPr/>
          </p:nvGrpSpPr>
          <p:grpSpPr>
            <a:xfrm>
              <a:off x="2429" y="2569"/>
              <a:ext cx="732" cy="278"/>
              <a:chOff x="2429" y="2569"/>
              <a:chExt cx="732" cy="278"/>
            </a:xfrm>
          </p:grpSpPr>
          <p:grpSp>
            <p:nvGrpSpPr>
              <p:cNvPr id="18642" name="Group 207"/>
              <p:cNvGrpSpPr/>
              <p:nvPr/>
            </p:nvGrpSpPr>
            <p:grpSpPr>
              <a:xfrm>
                <a:off x="2429" y="2569"/>
                <a:ext cx="200" cy="278"/>
                <a:chOff x="1504" y="592"/>
                <a:chExt cx="200" cy="278"/>
              </a:xfrm>
            </p:grpSpPr>
            <p:sp>
              <p:nvSpPr>
                <p:cNvPr id="18643" name="WordArt 208"/>
                <p:cNvSpPr>
                  <a:spLocks noTextEdit="1"/>
                </p:cNvSpPr>
                <p:nvPr/>
              </p:nvSpPr>
              <p:spPr>
                <a:xfrm>
                  <a:off x="1564" y="783"/>
                  <a:ext cx="81" cy="87"/>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nvGrpSpPr>
                <p:cNvPr id="18644" name="Group 209"/>
                <p:cNvGrpSpPr/>
                <p:nvPr/>
              </p:nvGrpSpPr>
              <p:grpSpPr>
                <a:xfrm>
                  <a:off x="1504" y="592"/>
                  <a:ext cx="200" cy="156"/>
                  <a:chOff x="1504" y="592"/>
                  <a:chExt cx="200" cy="156"/>
                </a:xfrm>
              </p:grpSpPr>
              <p:sp>
                <p:nvSpPr>
                  <p:cNvPr id="18645" name="Line 210"/>
                  <p:cNvSpPr/>
                  <p:nvPr/>
                </p:nvSpPr>
                <p:spPr>
                  <a:xfrm>
                    <a:off x="1504" y="748"/>
                    <a:ext cx="200" cy="0"/>
                  </a:xfrm>
                  <a:prstGeom prst="line">
                    <a:avLst/>
                  </a:prstGeom>
                  <a:ln w="28575" cap="flat" cmpd="sng">
                    <a:solidFill>
                      <a:schemeClr val="tx1"/>
                    </a:solidFill>
                    <a:prstDash val="solid"/>
                    <a:round/>
                    <a:headEnd type="none" w="med" len="med"/>
                    <a:tailEnd type="none" w="med" len="med"/>
                  </a:ln>
                </p:spPr>
              </p:sp>
              <p:sp>
                <p:nvSpPr>
                  <p:cNvPr id="18646" name="WordArt 211"/>
                  <p:cNvSpPr>
                    <a:spLocks noTextEdit="1"/>
                  </p:cNvSpPr>
                  <p:nvPr/>
                </p:nvSpPr>
                <p:spPr>
                  <a:xfrm>
                    <a:off x="1624" y="654"/>
                    <a:ext cx="58" cy="51"/>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8647" name="WordArt 212"/>
                  <p:cNvSpPr>
                    <a:spLocks noTextEdit="1"/>
                  </p:cNvSpPr>
                  <p:nvPr/>
                </p:nvSpPr>
                <p:spPr>
                  <a:xfrm>
                    <a:off x="1539" y="592"/>
                    <a:ext cx="105" cy="11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grpSp>
          </p:grpSp>
          <p:grpSp>
            <p:nvGrpSpPr>
              <p:cNvPr id="18648" name="Group 213"/>
              <p:cNvGrpSpPr/>
              <p:nvPr/>
            </p:nvGrpSpPr>
            <p:grpSpPr>
              <a:xfrm>
                <a:off x="2679" y="2601"/>
                <a:ext cx="482" cy="197"/>
                <a:chOff x="4964" y="402"/>
                <a:chExt cx="521" cy="236"/>
              </a:xfrm>
            </p:grpSpPr>
            <p:sp>
              <p:nvSpPr>
                <p:cNvPr id="18649" name="WordArt 214"/>
                <p:cNvSpPr>
                  <a:spLocks noTextEdit="1"/>
                </p:cNvSpPr>
                <p:nvPr/>
              </p:nvSpPr>
              <p:spPr>
                <a:xfrm>
                  <a:off x="4964" y="503"/>
                  <a:ext cx="309" cy="13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cos</a:t>
                  </a:r>
                </a:p>
              </p:txBody>
            </p:sp>
            <p:sp>
              <p:nvSpPr>
                <p:cNvPr id="18650" name="WordArt 215"/>
                <p:cNvSpPr>
                  <a:spLocks noTextEdit="1"/>
                </p:cNvSpPr>
                <p:nvPr/>
              </p:nvSpPr>
              <p:spPr>
                <a:xfrm>
                  <a:off x="5356" y="488"/>
                  <a:ext cx="129" cy="15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8651" name="WordArt 216"/>
                <p:cNvSpPr>
                  <a:spLocks noTextEdit="1"/>
                </p:cNvSpPr>
                <p:nvPr/>
              </p:nvSpPr>
              <p:spPr>
                <a:xfrm>
                  <a:off x="5276" y="402"/>
                  <a:ext cx="60" cy="8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grpSp>
        </p:grpSp>
        <p:sp>
          <p:nvSpPr>
            <p:cNvPr id="18652" name="Rectangle 217" descr="羊皮纸"/>
            <p:cNvSpPr/>
            <p:nvPr/>
          </p:nvSpPr>
          <p:spPr>
            <a:xfrm>
              <a:off x="3221" y="2664"/>
              <a:ext cx="312" cy="122"/>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653" name="Rectangle 218" descr="羊皮纸"/>
            <p:cNvSpPr/>
            <p:nvPr/>
          </p:nvSpPr>
          <p:spPr>
            <a:xfrm>
              <a:off x="5361" y="2654"/>
              <a:ext cx="399" cy="121"/>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18654" name="Group 219"/>
            <p:cNvGrpSpPr/>
            <p:nvPr/>
          </p:nvGrpSpPr>
          <p:grpSpPr>
            <a:xfrm>
              <a:off x="3608" y="2565"/>
              <a:ext cx="1705" cy="278"/>
              <a:chOff x="3608" y="2565"/>
              <a:chExt cx="1705" cy="278"/>
            </a:xfrm>
          </p:grpSpPr>
          <p:grpSp>
            <p:nvGrpSpPr>
              <p:cNvPr id="18655" name="Group 220"/>
              <p:cNvGrpSpPr/>
              <p:nvPr/>
            </p:nvGrpSpPr>
            <p:grpSpPr>
              <a:xfrm>
                <a:off x="3608" y="2565"/>
                <a:ext cx="200" cy="278"/>
                <a:chOff x="1504" y="592"/>
                <a:chExt cx="200" cy="278"/>
              </a:xfrm>
            </p:grpSpPr>
            <p:sp>
              <p:nvSpPr>
                <p:cNvPr id="18656" name="WordArt 221"/>
                <p:cNvSpPr>
                  <a:spLocks noTextEdit="1"/>
                </p:cNvSpPr>
                <p:nvPr/>
              </p:nvSpPr>
              <p:spPr>
                <a:xfrm>
                  <a:off x="1564" y="783"/>
                  <a:ext cx="81" cy="87"/>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nvGrpSpPr>
                <p:cNvPr id="18657" name="Group 222"/>
                <p:cNvGrpSpPr/>
                <p:nvPr/>
              </p:nvGrpSpPr>
              <p:grpSpPr>
                <a:xfrm>
                  <a:off x="1504" y="592"/>
                  <a:ext cx="200" cy="156"/>
                  <a:chOff x="1504" y="592"/>
                  <a:chExt cx="200" cy="156"/>
                </a:xfrm>
              </p:grpSpPr>
              <p:sp>
                <p:nvSpPr>
                  <p:cNvPr id="18658" name="Line 223"/>
                  <p:cNvSpPr/>
                  <p:nvPr/>
                </p:nvSpPr>
                <p:spPr>
                  <a:xfrm>
                    <a:off x="1504" y="748"/>
                    <a:ext cx="200" cy="0"/>
                  </a:xfrm>
                  <a:prstGeom prst="line">
                    <a:avLst/>
                  </a:prstGeom>
                  <a:ln w="28575" cap="flat" cmpd="sng">
                    <a:solidFill>
                      <a:schemeClr val="tx1"/>
                    </a:solidFill>
                    <a:prstDash val="solid"/>
                    <a:round/>
                    <a:headEnd type="none" w="med" len="med"/>
                    <a:tailEnd type="none" w="med" len="med"/>
                  </a:ln>
                </p:spPr>
              </p:sp>
              <p:sp>
                <p:nvSpPr>
                  <p:cNvPr id="18659" name="WordArt 224"/>
                  <p:cNvSpPr>
                    <a:spLocks noTextEdit="1"/>
                  </p:cNvSpPr>
                  <p:nvPr/>
                </p:nvSpPr>
                <p:spPr>
                  <a:xfrm>
                    <a:off x="1624" y="654"/>
                    <a:ext cx="58" cy="51"/>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8660" name="WordArt 225"/>
                  <p:cNvSpPr>
                    <a:spLocks noTextEdit="1"/>
                  </p:cNvSpPr>
                  <p:nvPr/>
                </p:nvSpPr>
                <p:spPr>
                  <a:xfrm>
                    <a:off x="1539" y="592"/>
                    <a:ext cx="105" cy="11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grpSp>
          </p:grpSp>
          <p:grpSp>
            <p:nvGrpSpPr>
              <p:cNvPr id="18661" name="Group 226"/>
              <p:cNvGrpSpPr/>
              <p:nvPr/>
            </p:nvGrpSpPr>
            <p:grpSpPr>
              <a:xfrm>
                <a:off x="3858" y="2597"/>
                <a:ext cx="482" cy="197"/>
                <a:chOff x="4964" y="402"/>
                <a:chExt cx="521" cy="236"/>
              </a:xfrm>
            </p:grpSpPr>
            <p:sp>
              <p:nvSpPr>
                <p:cNvPr id="18662" name="WordArt 227"/>
                <p:cNvSpPr>
                  <a:spLocks noTextEdit="1"/>
                </p:cNvSpPr>
                <p:nvPr/>
              </p:nvSpPr>
              <p:spPr>
                <a:xfrm>
                  <a:off x="4964" y="503"/>
                  <a:ext cx="309" cy="13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cos</a:t>
                  </a:r>
                </a:p>
              </p:txBody>
            </p:sp>
            <p:sp>
              <p:nvSpPr>
                <p:cNvPr id="18663" name="WordArt 228"/>
                <p:cNvSpPr>
                  <a:spLocks noTextEdit="1"/>
                </p:cNvSpPr>
                <p:nvPr/>
              </p:nvSpPr>
              <p:spPr>
                <a:xfrm>
                  <a:off x="5356" y="488"/>
                  <a:ext cx="129" cy="15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8664" name="WordArt 229"/>
                <p:cNvSpPr>
                  <a:spLocks noTextEdit="1"/>
                </p:cNvSpPr>
                <p:nvPr/>
              </p:nvSpPr>
              <p:spPr>
                <a:xfrm>
                  <a:off x="5276" y="402"/>
                  <a:ext cx="60" cy="8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grpSp>
          <p:sp>
            <p:nvSpPr>
              <p:cNvPr id="18665" name="WordArt 230"/>
              <p:cNvSpPr>
                <a:spLocks noTextEdit="1"/>
              </p:cNvSpPr>
              <p:nvPr/>
            </p:nvSpPr>
            <p:spPr>
              <a:xfrm>
                <a:off x="4391" y="2669"/>
                <a:ext cx="286" cy="11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cos</a:t>
                </a:r>
              </a:p>
            </p:txBody>
          </p:sp>
          <p:sp>
            <p:nvSpPr>
              <p:cNvPr id="18666" name="WordArt 231"/>
              <p:cNvSpPr>
                <a:spLocks noTextEdit="1"/>
              </p:cNvSpPr>
              <p:nvPr/>
            </p:nvSpPr>
            <p:spPr>
              <a:xfrm>
                <a:off x="5128" y="2651"/>
                <a:ext cx="119" cy="125"/>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8667" name="WordArt 232"/>
              <p:cNvSpPr>
                <a:spLocks noTextEdit="1"/>
              </p:cNvSpPr>
              <p:nvPr/>
            </p:nvSpPr>
            <p:spPr>
              <a:xfrm>
                <a:off x="4680" y="2585"/>
                <a:ext cx="55" cy="6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sp>
            <p:nvSpPr>
              <p:cNvPr id="18668" name="WordArt 233"/>
              <p:cNvSpPr>
                <a:spLocks noTextEdit="1"/>
              </p:cNvSpPr>
              <p:nvPr/>
            </p:nvSpPr>
            <p:spPr>
              <a:xfrm>
                <a:off x="4748" y="2631"/>
                <a:ext cx="54" cy="17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18669" name="WordArt 234"/>
              <p:cNvSpPr>
                <a:spLocks noTextEdit="1"/>
              </p:cNvSpPr>
              <p:nvPr/>
            </p:nvSpPr>
            <p:spPr>
              <a:xfrm flipH="1">
                <a:off x="5259" y="2615"/>
                <a:ext cx="54" cy="17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nvGrpSpPr>
              <p:cNvPr id="18670" name="Group 235"/>
              <p:cNvGrpSpPr/>
              <p:nvPr/>
            </p:nvGrpSpPr>
            <p:grpSpPr>
              <a:xfrm>
                <a:off x="4817" y="2616"/>
                <a:ext cx="268" cy="157"/>
                <a:chOff x="1093" y="3282"/>
                <a:chExt cx="268" cy="157"/>
              </a:xfrm>
            </p:grpSpPr>
            <p:sp>
              <p:nvSpPr>
                <p:cNvPr id="18671" name="WordArt 236"/>
                <p:cNvSpPr>
                  <a:spLocks noTextEdit="1"/>
                </p:cNvSpPr>
                <p:nvPr/>
              </p:nvSpPr>
              <p:spPr>
                <a:xfrm>
                  <a:off x="1093" y="3325"/>
                  <a:ext cx="60" cy="11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a:t>
                  </a:r>
                </a:p>
              </p:txBody>
            </p:sp>
            <p:sp>
              <p:nvSpPr>
                <p:cNvPr id="18672" name="WordArt 237"/>
                <p:cNvSpPr>
                  <a:spLocks noTextEdit="1"/>
                </p:cNvSpPr>
                <p:nvPr/>
              </p:nvSpPr>
              <p:spPr>
                <a:xfrm>
                  <a:off x="1188" y="3324"/>
                  <a:ext cx="60" cy="11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0</a:t>
                  </a:r>
                </a:p>
              </p:txBody>
            </p:sp>
            <p:sp>
              <p:nvSpPr>
                <p:cNvPr id="18673" name="Line 238"/>
                <p:cNvSpPr/>
                <p:nvPr/>
              </p:nvSpPr>
              <p:spPr>
                <a:xfrm flipV="1">
                  <a:off x="1287" y="3378"/>
                  <a:ext cx="74" cy="0"/>
                </a:xfrm>
                <a:prstGeom prst="line">
                  <a:avLst/>
                </a:prstGeom>
                <a:ln w="38100" cap="flat" cmpd="sng">
                  <a:solidFill>
                    <a:schemeClr val="tx1"/>
                  </a:solidFill>
                  <a:prstDash val="solid"/>
                  <a:round/>
                  <a:headEnd type="none" w="med" len="med"/>
                  <a:tailEnd type="none" w="med" len="med"/>
                </a:ln>
              </p:spPr>
            </p:sp>
            <p:sp>
              <p:nvSpPr>
                <p:cNvPr id="18674" name="Oval 239"/>
                <p:cNvSpPr/>
                <p:nvPr/>
              </p:nvSpPr>
              <p:spPr>
                <a:xfrm>
                  <a:off x="1256" y="3282"/>
                  <a:ext cx="41" cy="42"/>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grpSp>
      <p:grpSp>
        <p:nvGrpSpPr>
          <p:cNvPr id="14379" name="Group 240"/>
          <p:cNvGrpSpPr/>
          <p:nvPr/>
        </p:nvGrpSpPr>
        <p:grpSpPr>
          <a:xfrm>
            <a:off x="3657600" y="4819650"/>
            <a:ext cx="3813175" cy="588963"/>
            <a:chOff x="2304" y="3036"/>
            <a:chExt cx="2402" cy="371"/>
          </a:xfrm>
        </p:grpSpPr>
        <p:grpSp>
          <p:nvGrpSpPr>
            <p:cNvPr id="18676" name="Group 241"/>
            <p:cNvGrpSpPr/>
            <p:nvPr/>
          </p:nvGrpSpPr>
          <p:grpSpPr>
            <a:xfrm>
              <a:off x="4434" y="3036"/>
              <a:ext cx="272" cy="371"/>
              <a:chOff x="4196" y="1741"/>
              <a:chExt cx="373" cy="519"/>
            </a:xfrm>
          </p:grpSpPr>
          <p:sp>
            <p:nvSpPr>
              <p:cNvPr id="18677" name="Line 242"/>
              <p:cNvSpPr/>
              <p:nvPr/>
            </p:nvSpPr>
            <p:spPr>
              <a:xfrm>
                <a:off x="4196" y="2015"/>
                <a:ext cx="373" cy="0"/>
              </a:xfrm>
              <a:prstGeom prst="line">
                <a:avLst/>
              </a:prstGeom>
              <a:ln w="28575" cap="flat" cmpd="sng">
                <a:solidFill>
                  <a:schemeClr val="tx1"/>
                </a:solidFill>
                <a:prstDash val="solid"/>
                <a:round/>
                <a:headEnd type="none" w="med" len="med"/>
                <a:tailEnd type="none" w="med" len="med"/>
              </a:ln>
            </p:spPr>
          </p:sp>
          <p:sp>
            <p:nvSpPr>
              <p:cNvPr id="18678" name="WordArt 243"/>
              <p:cNvSpPr>
                <a:spLocks noTextEdit="1"/>
              </p:cNvSpPr>
              <p:nvPr/>
            </p:nvSpPr>
            <p:spPr>
              <a:xfrm>
                <a:off x="4317" y="2067"/>
                <a:ext cx="107" cy="193"/>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8</a:t>
                </a:r>
              </a:p>
            </p:txBody>
          </p:sp>
          <p:grpSp>
            <p:nvGrpSpPr>
              <p:cNvPr id="18679" name="Group 244"/>
              <p:cNvGrpSpPr/>
              <p:nvPr/>
            </p:nvGrpSpPr>
            <p:grpSpPr>
              <a:xfrm>
                <a:off x="4279" y="1741"/>
                <a:ext cx="212" cy="207"/>
                <a:chOff x="371" y="669"/>
                <a:chExt cx="147" cy="141"/>
              </a:xfrm>
            </p:grpSpPr>
            <p:sp>
              <p:nvSpPr>
                <p:cNvPr id="18680" name="WordArt 245"/>
                <p:cNvSpPr>
                  <a:spLocks noTextEdit="1"/>
                </p:cNvSpPr>
                <p:nvPr/>
              </p:nvSpPr>
              <p:spPr>
                <a:xfrm>
                  <a:off x="460" y="755"/>
                  <a:ext cx="58" cy="55"/>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8681" name="WordArt 246"/>
                <p:cNvSpPr>
                  <a:spLocks noTextEdit="1"/>
                </p:cNvSpPr>
                <p:nvPr/>
              </p:nvSpPr>
              <p:spPr>
                <a:xfrm>
                  <a:off x="371" y="669"/>
                  <a:ext cx="105" cy="13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grpSp>
        </p:grpSp>
        <p:grpSp>
          <p:nvGrpSpPr>
            <p:cNvPr id="18682" name="Group 247"/>
            <p:cNvGrpSpPr/>
            <p:nvPr/>
          </p:nvGrpSpPr>
          <p:grpSpPr>
            <a:xfrm>
              <a:off x="2304" y="3074"/>
              <a:ext cx="1822" cy="301"/>
              <a:chOff x="3608" y="2565"/>
              <a:chExt cx="1705" cy="278"/>
            </a:xfrm>
          </p:grpSpPr>
          <p:grpSp>
            <p:nvGrpSpPr>
              <p:cNvPr id="18683" name="Group 248"/>
              <p:cNvGrpSpPr/>
              <p:nvPr/>
            </p:nvGrpSpPr>
            <p:grpSpPr>
              <a:xfrm>
                <a:off x="3608" y="2565"/>
                <a:ext cx="200" cy="278"/>
                <a:chOff x="1504" y="592"/>
                <a:chExt cx="200" cy="278"/>
              </a:xfrm>
            </p:grpSpPr>
            <p:sp>
              <p:nvSpPr>
                <p:cNvPr id="18684" name="WordArt 249"/>
                <p:cNvSpPr>
                  <a:spLocks noTextEdit="1"/>
                </p:cNvSpPr>
                <p:nvPr/>
              </p:nvSpPr>
              <p:spPr>
                <a:xfrm>
                  <a:off x="1564" y="783"/>
                  <a:ext cx="81" cy="87"/>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2</a:t>
                  </a:r>
                </a:p>
              </p:txBody>
            </p:sp>
            <p:grpSp>
              <p:nvGrpSpPr>
                <p:cNvPr id="18685" name="Group 250"/>
                <p:cNvGrpSpPr/>
                <p:nvPr/>
              </p:nvGrpSpPr>
              <p:grpSpPr>
                <a:xfrm>
                  <a:off x="1504" y="592"/>
                  <a:ext cx="200" cy="156"/>
                  <a:chOff x="1504" y="592"/>
                  <a:chExt cx="200" cy="156"/>
                </a:xfrm>
              </p:grpSpPr>
              <p:sp>
                <p:nvSpPr>
                  <p:cNvPr id="18686" name="Line 251"/>
                  <p:cNvSpPr/>
                  <p:nvPr/>
                </p:nvSpPr>
                <p:spPr>
                  <a:xfrm>
                    <a:off x="1504" y="748"/>
                    <a:ext cx="200" cy="0"/>
                  </a:xfrm>
                  <a:prstGeom prst="line">
                    <a:avLst/>
                  </a:prstGeom>
                  <a:ln w="28575" cap="flat" cmpd="sng">
                    <a:solidFill>
                      <a:schemeClr val="tx1"/>
                    </a:solidFill>
                    <a:prstDash val="solid"/>
                    <a:round/>
                    <a:headEnd type="none" w="med" len="med"/>
                    <a:tailEnd type="none" w="med" len="med"/>
                  </a:ln>
                </p:spPr>
              </p:sp>
              <p:sp>
                <p:nvSpPr>
                  <p:cNvPr id="18687" name="WordArt 252"/>
                  <p:cNvSpPr>
                    <a:spLocks noTextEdit="1"/>
                  </p:cNvSpPr>
                  <p:nvPr/>
                </p:nvSpPr>
                <p:spPr>
                  <a:xfrm>
                    <a:off x="1624" y="654"/>
                    <a:ext cx="58" cy="51"/>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a:t>
                    </a:r>
                  </a:p>
                </p:txBody>
              </p:sp>
              <p:sp>
                <p:nvSpPr>
                  <p:cNvPr id="18688" name="WordArt 253"/>
                  <p:cNvSpPr>
                    <a:spLocks noTextEdit="1"/>
                  </p:cNvSpPr>
                  <p:nvPr/>
                </p:nvSpPr>
                <p:spPr>
                  <a:xfrm>
                    <a:off x="1539" y="592"/>
                    <a:ext cx="105" cy="11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grpSp>
          </p:grpSp>
          <p:grpSp>
            <p:nvGrpSpPr>
              <p:cNvPr id="18689" name="Group 254"/>
              <p:cNvGrpSpPr/>
              <p:nvPr/>
            </p:nvGrpSpPr>
            <p:grpSpPr>
              <a:xfrm>
                <a:off x="3858" y="2597"/>
                <a:ext cx="482" cy="197"/>
                <a:chOff x="4964" y="402"/>
                <a:chExt cx="521" cy="236"/>
              </a:xfrm>
            </p:grpSpPr>
            <p:sp>
              <p:nvSpPr>
                <p:cNvPr id="18690" name="WordArt 255"/>
                <p:cNvSpPr>
                  <a:spLocks noTextEdit="1"/>
                </p:cNvSpPr>
                <p:nvPr/>
              </p:nvSpPr>
              <p:spPr>
                <a:xfrm>
                  <a:off x="4964" y="503"/>
                  <a:ext cx="309" cy="13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cos</a:t>
                  </a:r>
                </a:p>
              </p:txBody>
            </p:sp>
            <p:sp>
              <p:nvSpPr>
                <p:cNvPr id="18691" name="WordArt 256"/>
                <p:cNvSpPr>
                  <a:spLocks noTextEdit="1"/>
                </p:cNvSpPr>
                <p:nvPr/>
              </p:nvSpPr>
              <p:spPr>
                <a:xfrm>
                  <a:off x="5356" y="488"/>
                  <a:ext cx="129" cy="15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8692" name="WordArt 257"/>
                <p:cNvSpPr>
                  <a:spLocks noTextEdit="1"/>
                </p:cNvSpPr>
                <p:nvPr/>
              </p:nvSpPr>
              <p:spPr>
                <a:xfrm>
                  <a:off x="5276" y="402"/>
                  <a:ext cx="60" cy="8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grpSp>
          <p:sp>
            <p:nvSpPr>
              <p:cNvPr id="18693" name="WordArt 258"/>
              <p:cNvSpPr>
                <a:spLocks noTextEdit="1"/>
              </p:cNvSpPr>
              <p:nvPr/>
            </p:nvSpPr>
            <p:spPr>
              <a:xfrm>
                <a:off x="4391" y="2669"/>
                <a:ext cx="286" cy="11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cos</a:t>
                </a:r>
              </a:p>
            </p:txBody>
          </p:sp>
          <p:sp>
            <p:nvSpPr>
              <p:cNvPr id="18694" name="WordArt 259"/>
              <p:cNvSpPr>
                <a:spLocks noTextEdit="1"/>
              </p:cNvSpPr>
              <p:nvPr/>
            </p:nvSpPr>
            <p:spPr>
              <a:xfrm>
                <a:off x="5128" y="2651"/>
                <a:ext cx="119" cy="125"/>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8695" name="WordArt 260"/>
              <p:cNvSpPr>
                <a:spLocks noTextEdit="1"/>
              </p:cNvSpPr>
              <p:nvPr/>
            </p:nvSpPr>
            <p:spPr>
              <a:xfrm>
                <a:off x="4680" y="2585"/>
                <a:ext cx="55" cy="6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sp>
            <p:nvSpPr>
              <p:cNvPr id="18696" name="WordArt 261"/>
              <p:cNvSpPr>
                <a:spLocks noTextEdit="1"/>
              </p:cNvSpPr>
              <p:nvPr/>
            </p:nvSpPr>
            <p:spPr>
              <a:xfrm>
                <a:off x="4748" y="2631"/>
                <a:ext cx="54" cy="17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18697" name="WordArt 262"/>
              <p:cNvSpPr>
                <a:spLocks noTextEdit="1"/>
              </p:cNvSpPr>
              <p:nvPr/>
            </p:nvSpPr>
            <p:spPr>
              <a:xfrm flipH="1">
                <a:off x="5259" y="2615"/>
                <a:ext cx="54" cy="17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nvGrpSpPr>
              <p:cNvPr id="18698" name="Group 263"/>
              <p:cNvGrpSpPr/>
              <p:nvPr/>
            </p:nvGrpSpPr>
            <p:grpSpPr>
              <a:xfrm>
                <a:off x="4817" y="2616"/>
                <a:ext cx="268" cy="157"/>
                <a:chOff x="1093" y="3282"/>
                <a:chExt cx="268" cy="157"/>
              </a:xfrm>
            </p:grpSpPr>
            <p:sp>
              <p:nvSpPr>
                <p:cNvPr id="18699" name="WordArt 264"/>
                <p:cNvSpPr>
                  <a:spLocks noTextEdit="1"/>
                </p:cNvSpPr>
                <p:nvPr/>
              </p:nvSpPr>
              <p:spPr>
                <a:xfrm>
                  <a:off x="1093" y="3325"/>
                  <a:ext cx="60" cy="11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a:t>
                  </a:r>
                </a:p>
              </p:txBody>
            </p:sp>
            <p:sp>
              <p:nvSpPr>
                <p:cNvPr id="18700" name="WordArt 265"/>
                <p:cNvSpPr>
                  <a:spLocks noTextEdit="1"/>
                </p:cNvSpPr>
                <p:nvPr/>
              </p:nvSpPr>
              <p:spPr>
                <a:xfrm>
                  <a:off x="1188" y="3324"/>
                  <a:ext cx="60" cy="11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0</a:t>
                  </a:r>
                </a:p>
              </p:txBody>
            </p:sp>
            <p:sp>
              <p:nvSpPr>
                <p:cNvPr id="18701" name="Line 266"/>
                <p:cNvSpPr/>
                <p:nvPr/>
              </p:nvSpPr>
              <p:spPr>
                <a:xfrm flipV="1">
                  <a:off x="1287" y="3378"/>
                  <a:ext cx="74" cy="0"/>
                </a:xfrm>
                <a:prstGeom prst="line">
                  <a:avLst/>
                </a:prstGeom>
                <a:ln w="38100" cap="flat" cmpd="sng">
                  <a:solidFill>
                    <a:schemeClr val="tx1"/>
                  </a:solidFill>
                  <a:prstDash val="solid"/>
                  <a:round/>
                  <a:headEnd type="none" w="med" len="med"/>
                  <a:tailEnd type="none" w="med" len="med"/>
                </a:ln>
              </p:spPr>
            </p:sp>
            <p:sp>
              <p:nvSpPr>
                <p:cNvPr id="18702" name="Oval 267"/>
                <p:cNvSpPr/>
                <p:nvPr/>
              </p:nvSpPr>
              <p:spPr>
                <a:xfrm>
                  <a:off x="1256" y="3282"/>
                  <a:ext cx="41" cy="42"/>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grpSp>
          <p:nvGrpSpPr>
            <p:cNvPr id="18703" name="Group 268"/>
            <p:cNvGrpSpPr/>
            <p:nvPr/>
          </p:nvGrpSpPr>
          <p:grpSpPr>
            <a:xfrm>
              <a:off x="4175" y="3210"/>
              <a:ext cx="165" cy="51"/>
              <a:chOff x="1260" y="2371"/>
              <a:chExt cx="151" cy="53"/>
            </a:xfrm>
          </p:grpSpPr>
          <p:sp>
            <p:nvSpPr>
              <p:cNvPr id="18704" name="Line 269"/>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18705" name="Line 270"/>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grpSp>
      <p:grpSp>
        <p:nvGrpSpPr>
          <p:cNvPr id="14398" name="Group 295"/>
          <p:cNvGrpSpPr/>
          <p:nvPr/>
        </p:nvGrpSpPr>
        <p:grpSpPr>
          <a:xfrm>
            <a:off x="6372225" y="6165850"/>
            <a:ext cx="1257300" cy="422275"/>
            <a:chOff x="4844" y="3582"/>
            <a:chExt cx="792" cy="266"/>
          </a:xfrm>
        </p:grpSpPr>
        <p:sp>
          <p:nvSpPr>
            <p:cNvPr id="18707" name="WordArt 296"/>
            <p:cNvSpPr>
              <a:spLocks noTextEdit="1"/>
            </p:cNvSpPr>
            <p:nvPr/>
          </p:nvSpPr>
          <p:spPr>
            <a:xfrm>
              <a:off x="4844" y="3666"/>
              <a:ext cx="182" cy="182"/>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grpSp>
          <p:nvGrpSpPr>
            <p:cNvPr id="18708" name="Group 297"/>
            <p:cNvGrpSpPr/>
            <p:nvPr/>
          </p:nvGrpSpPr>
          <p:grpSpPr>
            <a:xfrm>
              <a:off x="5071" y="3730"/>
              <a:ext cx="165" cy="51"/>
              <a:chOff x="1260" y="2371"/>
              <a:chExt cx="151" cy="53"/>
            </a:xfrm>
          </p:grpSpPr>
          <p:sp>
            <p:nvSpPr>
              <p:cNvPr id="18709" name="Line 298"/>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18710" name="Line 299"/>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18711" name="WordArt 300"/>
            <p:cNvSpPr>
              <a:spLocks noTextEdit="1"/>
            </p:cNvSpPr>
            <p:nvPr/>
          </p:nvSpPr>
          <p:spPr>
            <a:xfrm>
              <a:off x="5287" y="3655"/>
              <a:ext cx="281" cy="18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45</a:t>
              </a:r>
            </a:p>
          </p:txBody>
        </p:sp>
        <p:sp>
          <p:nvSpPr>
            <p:cNvPr id="18712" name="Oval 301"/>
            <p:cNvSpPr/>
            <p:nvPr/>
          </p:nvSpPr>
          <p:spPr>
            <a:xfrm>
              <a:off x="5573" y="3582"/>
              <a:ext cx="63" cy="54"/>
            </a:xfrm>
            <a:prstGeom prst="ellipse">
              <a:avLst/>
            </a:prstGeom>
            <a:solidFill>
              <a:schemeClr val="bg1"/>
            </a:solidFill>
            <a:ln w="2857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18713" name="Group 305"/>
          <p:cNvGrpSpPr/>
          <p:nvPr/>
        </p:nvGrpSpPr>
        <p:grpSpPr>
          <a:xfrm>
            <a:off x="323850" y="1773238"/>
            <a:ext cx="823913" cy="458787"/>
            <a:chOff x="295" y="1117"/>
            <a:chExt cx="519" cy="289"/>
          </a:xfrm>
        </p:grpSpPr>
        <p:sp>
          <p:nvSpPr>
            <p:cNvPr id="18714" name="Oval 306" descr="纸袋"/>
            <p:cNvSpPr/>
            <p:nvPr/>
          </p:nvSpPr>
          <p:spPr>
            <a:xfrm>
              <a:off x="295" y="1117"/>
              <a:ext cx="519" cy="289"/>
            </a:xfrm>
            <a:prstGeom prst="ellipse">
              <a:avLst/>
            </a:prstGeom>
            <a:blipFill rotWithShape="1">
              <a:blip r:embed="rId4"/>
            </a:blipFill>
            <a:ln w="57150" cap="flat" cmpd="thinThick">
              <a:solidFill>
                <a:srgbClr val="6633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8715" name="WordArt 307"/>
            <p:cNvSpPr>
              <a:spLocks noTextEdit="1"/>
            </p:cNvSpPr>
            <p:nvPr/>
          </p:nvSpPr>
          <p:spPr>
            <a:xfrm>
              <a:off x="431" y="1162"/>
              <a:ext cx="272" cy="18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FF66"/>
                    </a:solidFill>
                    <a:prstDash val="solid"/>
                    <a:round/>
                    <a:headEnd type="none" w="med" len="med"/>
                    <a:tailEnd type="none" w="med" len="med"/>
                  </a:ln>
                  <a:solidFill>
                    <a:srgbClr val="FFFF66"/>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例2</a:t>
              </a:r>
            </a:p>
          </p:txBody>
        </p:sp>
      </p:grpSp>
      <p:grpSp>
        <p:nvGrpSpPr>
          <p:cNvPr id="14405" name="Group 332"/>
          <p:cNvGrpSpPr/>
          <p:nvPr/>
        </p:nvGrpSpPr>
        <p:grpSpPr>
          <a:xfrm>
            <a:off x="2663825" y="5408613"/>
            <a:ext cx="2379663" cy="792162"/>
            <a:chOff x="1769" y="3407"/>
            <a:chExt cx="1499" cy="499"/>
          </a:xfrm>
        </p:grpSpPr>
        <p:sp>
          <p:nvSpPr>
            <p:cNvPr id="18717" name="WordArt 282"/>
            <p:cNvSpPr>
              <a:spLocks noTextEdit="1"/>
            </p:cNvSpPr>
            <p:nvPr/>
          </p:nvSpPr>
          <p:spPr>
            <a:xfrm>
              <a:off x="1769" y="3498"/>
              <a:ext cx="183" cy="24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得</a:t>
              </a:r>
            </a:p>
          </p:txBody>
        </p:sp>
        <p:graphicFrame>
          <p:nvGraphicFramePr>
            <p:cNvPr id="18718" name="Object 308"/>
            <p:cNvGraphicFramePr>
              <a:graphicFrameLocks noChangeAspect="1"/>
            </p:cNvGraphicFramePr>
            <p:nvPr/>
          </p:nvGraphicFramePr>
          <p:xfrm>
            <a:off x="2086" y="3407"/>
            <a:ext cx="1182" cy="499"/>
          </p:xfrm>
          <a:graphic>
            <a:graphicData uri="http://schemas.openxmlformats.org/presentationml/2006/ole">
              <mc:AlternateContent xmlns:mc="http://schemas.openxmlformats.org/markup-compatibility/2006">
                <mc:Choice xmlns:v="urn:schemas-microsoft-com:vml" Requires="v">
                  <p:oleObj r:id="rId5" imgW="1078865" imgH="393700" progId="Equation.3">
                    <p:embed/>
                  </p:oleObj>
                </mc:Choice>
                <mc:Fallback>
                  <p:oleObj r:id="rId5" imgW="1078865" imgH="393700" progId="Equation.3">
                    <p:embed/>
                    <p:pic>
                      <p:nvPicPr>
                        <p:cNvPr id="0" name="图片 3090"/>
                        <p:cNvPicPr/>
                        <p:nvPr/>
                      </p:nvPicPr>
                      <p:blipFill>
                        <a:blip r:embed="rId6"/>
                        <a:stretch>
                          <a:fillRect/>
                        </a:stretch>
                      </p:blipFill>
                      <p:spPr>
                        <a:xfrm>
                          <a:off x="2086" y="3407"/>
                          <a:ext cx="1182" cy="499"/>
                        </a:xfrm>
                        <a:prstGeom prst="rect">
                          <a:avLst/>
                        </a:prstGeom>
                        <a:noFill/>
                        <a:ln w="38100">
                          <a:noFill/>
                          <a:miter/>
                        </a:ln>
                      </p:spPr>
                    </p:pic>
                  </p:oleObj>
                </mc:Fallback>
              </mc:AlternateContent>
            </a:graphicData>
          </a:graphic>
        </p:graphicFrame>
      </p:grpSp>
      <p:graphicFrame>
        <p:nvGraphicFramePr>
          <p:cNvPr id="61749" name="Object 309"/>
          <p:cNvGraphicFramePr>
            <a:graphicFrameLocks noChangeAspect="1"/>
          </p:cNvGraphicFramePr>
          <p:nvPr/>
        </p:nvGraphicFramePr>
        <p:xfrm>
          <a:off x="2627313" y="6165850"/>
          <a:ext cx="1439862" cy="484188"/>
        </p:xfrm>
        <a:graphic>
          <a:graphicData uri="http://schemas.openxmlformats.org/presentationml/2006/ole">
            <mc:AlternateContent xmlns:mc="http://schemas.openxmlformats.org/markup-compatibility/2006">
              <mc:Choice xmlns:v="urn:schemas-microsoft-com:vml" Requires="v">
                <p:oleObj r:id="rId7" imgW="698500" imgH="203200" progId="Equation.3">
                  <p:embed/>
                </p:oleObj>
              </mc:Choice>
              <mc:Fallback>
                <p:oleObj r:id="rId7" imgW="698500" imgH="203200" progId="Equation.3">
                  <p:embed/>
                  <p:pic>
                    <p:nvPicPr>
                      <p:cNvPr id="0" name="图片 3089"/>
                      <p:cNvPicPr/>
                      <p:nvPr/>
                    </p:nvPicPr>
                    <p:blipFill>
                      <a:blip r:embed="rId8"/>
                      <a:stretch>
                        <a:fillRect/>
                      </a:stretch>
                    </p:blipFill>
                    <p:spPr>
                      <a:xfrm>
                        <a:off x="2627313" y="6165850"/>
                        <a:ext cx="1439862" cy="484188"/>
                      </a:xfrm>
                      <a:prstGeom prst="rect">
                        <a:avLst/>
                      </a:prstGeom>
                      <a:noFill/>
                      <a:ln w="38100">
                        <a:noFill/>
                        <a:miter/>
                      </a:ln>
                    </p:spPr>
                  </p:pic>
                </p:oleObj>
              </mc:Fallback>
            </mc:AlternateContent>
          </a:graphicData>
        </a:graphic>
      </p:graphicFrame>
      <p:graphicFrame>
        <p:nvGraphicFramePr>
          <p:cNvPr id="61750" name="Object 310"/>
          <p:cNvGraphicFramePr>
            <a:graphicFrameLocks noChangeAspect="1"/>
          </p:cNvGraphicFramePr>
          <p:nvPr/>
        </p:nvGraphicFramePr>
        <p:xfrm>
          <a:off x="4500563" y="6129338"/>
          <a:ext cx="1331912" cy="538162"/>
        </p:xfrm>
        <a:graphic>
          <a:graphicData uri="http://schemas.openxmlformats.org/presentationml/2006/ole">
            <mc:AlternateContent xmlns:mc="http://schemas.openxmlformats.org/markup-compatibility/2006">
              <mc:Choice xmlns:v="urn:schemas-microsoft-com:vml" Requires="v">
                <p:oleObj r:id="rId9" imgW="584200" imgH="203200" progId="Equation.3">
                  <p:embed/>
                </p:oleObj>
              </mc:Choice>
              <mc:Fallback>
                <p:oleObj r:id="rId9" imgW="584200" imgH="203200" progId="Equation.3">
                  <p:embed/>
                  <p:pic>
                    <p:nvPicPr>
                      <p:cNvPr id="0" name="图片 3087"/>
                      <p:cNvPicPr/>
                      <p:nvPr/>
                    </p:nvPicPr>
                    <p:blipFill>
                      <a:blip r:embed="rId10"/>
                      <a:stretch>
                        <a:fillRect/>
                      </a:stretch>
                    </p:blipFill>
                    <p:spPr>
                      <a:xfrm>
                        <a:off x="4500563" y="6129338"/>
                        <a:ext cx="1331912" cy="538162"/>
                      </a:xfrm>
                      <a:prstGeom prst="rect">
                        <a:avLst/>
                      </a:prstGeom>
                      <a:noFill/>
                      <a:ln w="38100">
                        <a:noFill/>
                        <a:miter/>
                      </a:ln>
                    </p:spPr>
                  </p:pic>
                </p:oleObj>
              </mc:Fallback>
            </mc:AlternateContent>
          </a:graphicData>
        </a:graphic>
      </p:graphicFrame>
      <p:grpSp>
        <p:nvGrpSpPr>
          <p:cNvPr id="14408" name="Group 326"/>
          <p:cNvGrpSpPr/>
          <p:nvPr/>
        </p:nvGrpSpPr>
        <p:grpSpPr>
          <a:xfrm>
            <a:off x="7127875" y="1736725"/>
            <a:ext cx="1331913" cy="287338"/>
            <a:chOff x="4490" y="1094"/>
            <a:chExt cx="839" cy="181"/>
          </a:xfrm>
        </p:grpSpPr>
        <p:grpSp>
          <p:nvGrpSpPr>
            <p:cNvPr id="18722" name="Group 320"/>
            <p:cNvGrpSpPr/>
            <p:nvPr/>
          </p:nvGrpSpPr>
          <p:grpSpPr>
            <a:xfrm>
              <a:off x="4853" y="1094"/>
              <a:ext cx="184" cy="154"/>
              <a:chOff x="1282" y="1182"/>
              <a:chExt cx="184" cy="154"/>
            </a:xfrm>
          </p:grpSpPr>
          <p:sp>
            <p:nvSpPr>
              <p:cNvPr id="18723" name="WordArt 321"/>
              <p:cNvSpPr>
                <a:spLocks noTextEdit="1"/>
              </p:cNvSpPr>
              <p:nvPr/>
            </p:nvSpPr>
            <p:spPr>
              <a:xfrm>
                <a:off x="1282" y="1182"/>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8724" name="WordArt 322"/>
              <p:cNvSpPr>
                <a:spLocks noTextEdit="1"/>
              </p:cNvSpPr>
              <p:nvPr/>
            </p:nvSpPr>
            <p:spPr>
              <a:xfrm>
                <a:off x="1397" y="1275"/>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grpSp>
        <p:sp>
          <p:nvSpPr>
            <p:cNvPr id="18725" name="WordArt 323"/>
            <p:cNvSpPr>
              <a:spLocks noTextEdit="1"/>
            </p:cNvSpPr>
            <p:nvPr/>
          </p:nvSpPr>
          <p:spPr>
            <a:xfrm>
              <a:off x="4490" y="1094"/>
              <a:ext cx="839" cy="18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插入    后</a:t>
              </a:r>
            </a:p>
          </p:txBody>
        </p:sp>
      </p:grpSp>
      <p:grpSp>
        <p:nvGrpSpPr>
          <p:cNvPr id="14415" name="Group 331"/>
          <p:cNvGrpSpPr/>
          <p:nvPr/>
        </p:nvGrpSpPr>
        <p:grpSpPr>
          <a:xfrm>
            <a:off x="1042988" y="4652963"/>
            <a:ext cx="612775" cy="1044575"/>
            <a:chOff x="657" y="2931"/>
            <a:chExt cx="386" cy="658"/>
          </a:xfrm>
        </p:grpSpPr>
        <p:sp>
          <p:nvSpPr>
            <p:cNvPr id="18727" name="Line 328"/>
            <p:cNvSpPr/>
            <p:nvPr/>
          </p:nvSpPr>
          <p:spPr>
            <a:xfrm flipH="1" flipV="1">
              <a:off x="657" y="2931"/>
              <a:ext cx="23" cy="635"/>
            </a:xfrm>
            <a:prstGeom prst="line">
              <a:avLst/>
            </a:prstGeom>
            <a:ln w="57150" cap="flat" cmpd="sng">
              <a:solidFill>
                <a:srgbClr val="FF0000"/>
              </a:solidFill>
              <a:prstDash val="solid"/>
              <a:round/>
              <a:headEnd type="none" w="med" len="med"/>
              <a:tailEnd type="triangle" w="med" len="med"/>
            </a:ln>
          </p:spPr>
        </p:sp>
        <p:sp>
          <p:nvSpPr>
            <p:cNvPr id="18728" name="Line 329"/>
            <p:cNvSpPr/>
            <p:nvPr/>
          </p:nvSpPr>
          <p:spPr>
            <a:xfrm flipV="1">
              <a:off x="657" y="3135"/>
              <a:ext cx="386" cy="431"/>
            </a:xfrm>
            <a:prstGeom prst="line">
              <a:avLst/>
            </a:prstGeom>
            <a:ln w="57150" cap="flat" cmpd="sng">
              <a:solidFill>
                <a:srgbClr val="FF0000"/>
              </a:solidFill>
              <a:prstDash val="solid"/>
              <a:round/>
              <a:headEnd type="none" w="med" len="med"/>
              <a:tailEnd type="triangle" w="med" len="med"/>
            </a:ln>
          </p:spPr>
        </p:sp>
        <p:sp>
          <p:nvSpPr>
            <p:cNvPr id="18729" name="Line 330"/>
            <p:cNvSpPr/>
            <p:nvPr/>
          </p:nvSpPr>
          <p:spPr>
            <a:xfrm flipV="1">
              <a:off x="680" y="3589"/>
              <a:ext cx="363" cy="0"/>
            </a:xfrm>
            <a:prstGeom prst="line">
              <a:avLst/>
            </a:prstGeom>
            <a:ln w="57150" cap="flat" cmpd="sng">
              <a:solidFill>
                <a:srgbClr val="FF0000"/>
              </a:solidFill>
              <a:prstDash val="solid"/>
              <a:round/>
              <a:headEnd type="none" w="med" len="med"/>
              <a:tailEnd type="triangle" w="med" len="med"/>
            </a:ln>
          </p:spPr>
        </p:sp>
      </p:grpSp>
      <p:graphicFrame>
        <p:nvGraphicFramePr>
          <p:cNvPr id="61773" name="Object 333"/>
          <p:cNvGraphicFramePr>
            <a:graphicFrameLocks noChangeAspect="1"/>
          </p:cNvGraphicFramePr>
          <p:nvPr/>
        </p:nvGraphicFramePr>
        <p:xfrm>
          <a:off x="5572125" y="5661025"/>
          <a:ext cx="2924175" cy="327025"/>
        </p:xfrm>
        <a:graphic>
          <a:graphicData uri="http://schemas.openxmlformats.org/presentationml/2006/ole">
            <mc:AlternateContent xmlns:mc="http://schemas.openxmlformats.org/markup-compatibility/2006">
              <mc:Choice xmlns:v="urn:schemas-microsoft-com:vml" Requires="v">
                <p:oleObj r:id="rId11" imgW="1586865" imgH="177800" progId="Equation.3">
                  <p:embed/>
                </p:oleObj>
              </mc:Choice>
              <mc:Fallback>
                <p:oleObj r:id="rId11" imgW="1586865" imgH="177800" progId="Equation.3">
                  <p:embed/>
                  <p:pic>
                    <p:nvPicPr>
                      <p:cNvPr id="0" name="图片 3088"/>
                      <p:cNvPicPr/>
                      <p:nvPr/>
                    </p:nvPicPr>
                    <p:blipFill>
                      <a:blip r:embed="rId12"/>
                      <a:stretch>
                        <a:fillRect/>
                      </a:stretch>
                    </p:blipFill>
                    <p:spPr>
                      <a:xfrm>
                        <a:off x="5572125" y="5661025"/>
                        <a:ext cx="2924175" cy="327025"/>
                      </a:xfrm>
                      <a:prstGeom prst="rect">
                        <a:avLst/>
                      </a:prstGeom>
                      <a:noFill/>
                      <a:ln w="38100">
                        <a:noFill/>
                        <a:miter/>
                      </a:ln>
                    </p:spPr>
                  </p:pic>
                </p:oleObj>
              </mc:Fallback>
            </mc:AlternateContent>
          </a:graphicData>
        </a:graphic>
      </p:graphicFrame>
      <p:sp>
        <p:nvSpPr>
          <p:cNvPr id="61774" name="Line 334"/>
          <p:cNvSpPr/>
          <p:nvPr/>
        </p:nvSpPr>
        <p:spPr>
          <a:xfrm>
            <a:off x="3743325" y="3213100"/>
            <a:ext cx="288925" cy="0"/>
          </a:xfrm>
          <a:prstGeom prst="line">
            <a:avLst/>
          </a:prstGeom>
          <a:ln w="28575" cap="flat" cmpd="sng">
            <a:solidFill>
              <a:schemeClr val="tx1"/>
            </a:solidFill>
            <a:prstDash val="solid"/>
            <a:roun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408"/>
                                        </p:tgtEl>
                                        <p:attrNameLst>
                                          <p:attrName>style.visibility</p:attrName>
                                        </p:attrNameLst>
                                      </p:cBhvr>
                                      <p:to>
                                        <p:strVal val="visible"/>
                                      </p:to>
                                    </p:set>
                                    <p:animEffect transition="in" filter="blinds(horizontal)">
                                      <p:cBhvr>
                                        <p:cTn id="7" dur="500"/>
                                        <p:tgtEl>
                                          <p:spTgt spid="14408"/>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blinds(horizontal)">
                                      <p:cBhvr>
                                        <p:cTn id="11" dur="500"/>
                                        <p:tgtEl>
                                          <p:spTgt spid="28"/>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61774"/>
                                        </p:tgtEl>
                                        <p:attrNameLst>
                                          <p:attrName>style.visibility</p:attrName>
                                        </p:attrNameLst>
                                      </p:cBhvr>
                                      <p:to>
                                        <p:strVal val="visible"/>
                                      </p:to>
                                    </p:set>
                                    <p:animEffect transition="in" filter="blinds(horizontal)">
                                      <p:cBhvr>
                                        <p:cTn id="15" dur="500"/>
                                        <p:tgtEl>
                                          <p:spTgt spid="61774"/>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blinds(horizontal)">
                                      <p:cBhvr>
                                        <p:cTn id="19" dur="500"/>
                                        <p:tgtEl>
                                          <p:spTgt spid="24"/>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blinds(horizontal)">
                                      <p:cBhvr>
                                        <p:cTn id="23" dur="500"/>
                                        <p:tgtEl>
                                          <p:spTgt spid="30"/>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blinds(horizontal)">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4336"/>
                                        </p:tgtEl>
                                        <p:attrNameLst>
                                          <p:attrName>style.visibility</p:attrName>
                                        </p:attrNameLst>
                                      </p:cBhvr>
                                      <p:to>
                                        <p:strVal val="visible"/>
                                      </p:to>
                                    </p:set>
                                    <p:animEffect transition="in" filter="wipe(up)">
                                      <p:cBhvr>
                                        <p:cTn id="32" dur="500"/>
                                        <p:tgtEl>
                                          <p:spTgt spid="14336"/>
                                        </p:tgtEl>
                                      </p:cBhvr>
                                    </p:animEffect>
                                  </p:childTnLst>
                                </p:cTn>
                              </p:par>
                            </p:childTnLst>
                          </p:cTn>
                        </p:par>
                        <p:par>
                          <p:cTn id="33" fill="hold">
                            <p:stCondLst>
                              <p:cond delay="500"/>
                            </p:stCondLst>
                            <p:childTnLst>
                              <p:par>
                                <p:cTn id="34" presetID="3" presetClass="entr" presetSubtype="10" fill="hold" nodeType="afterEffect">
                                  <p:stCondLst>
                                    <p:cond delay="0"/>
                                  </p:stCondLst>
                                  <p:childTnLst>
                                    <p:set>
                                      <p:cBhvr>
                                        <p:cTn id="35" dur="1" fill="hold">
                                          <p:stCondLst>
                                            <p:cond delay="0"/>
                                          </p:stCondLst>
                                        </p:cTn>
                                        <p:tgtEl>
                                          <p:spTgt spid="14415"/>
                                        </p:tgtEl>
                                        <p:attrNameLst>
                                          <p:attrName>style.visibility</p:attrName>
                                        </p:attrNameLst>
                                      </p:cBhvr>
                                      <p:to>
                                        <p:strVal val="visible"/>
                                      </p:to>
                                    </p:set>
                                    <p:animEffect transition="in" filter="blinds(horizontal)">
                                      <p:cBhvr>
                                        <p:cTn id="36" dur="500"/>
                                        <p:tgtEl>
                                          <p:spTgt spid="1441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4357"/>
                                        </p:tgtEl>
                                        <p:attrNameLst>
                                          <p:attrName>style.visibility</p:attrName>
                                        </p:attrNameLst>
                                      </p:cBhvr>
                                      <p:to>
                                        <p:strVal val="visible"/>
                                      </p:to>
                                    </p:set>
                                    <p:animEffect transition="in" filter="wipe(left)">
                                      <p:cBhvr>
                                        <p:cTn id="41" dur="500"/>
                                        <p:tgtEl>
                                          <p:spTgt spid="1435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4379"/>
                                        </p:tgtEl>
                                        <p:attrNameLst>
                                          <p:attrName>style.visibility</p:attrName>
                                        </p:attrNameLst>
                                      </p:cBhvr>
                                      <p:to>
                                        <p:strVal val="visible"/>
                                      </p:to>
                                    </p:set>
                                    <p:animEffect transition="in" filter="wipe(left)">
                                      <p:cBhvr>
                                        <p:cTn id="46" dur="500"/>
                                        <p:tgtEl>
                                          <p:spTgt spid="14379"/>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14405"/>
                                        </p:tgtEl>
                                        <p:attrNameLst>
                                          <p:attrName>style.visibility</p:attrName>
                                        </p:attrNameLst>
                                      </p:cBhvr>
                                      <p:to>
                                        <p:strVal val="visible"/>
                                      </p:to>
                                    </p:set>
                                    <p:animEffect transition="in" filter="blinds(horizontal)">
                                      <p:cBhvr>
                                        <p:cTn id="51" dur="500"/>
                                        <p:tgtEl>
                                          <p:spTgt spid="14405"/>
                                        </p:tgtEl>
                                      </p:cBhvr>
                                    </p:animEffect>
                                  </p:childTnLst>
                                </p:cTn>
                              </p:par>
                            </p:childTnLst>
                          </p:cTn>
                        </p:par>
                        <p:par>
                          <p:cTn id="52" fill="hold">
                            <p:stCondLst>
                              <p:cond delay="500"/>
                            </p:stCondLst>
                            <p:childTnLst>
                              <p:par>
                                <p:cTn id="53" presetID="3" presetClass="entr" presetSubtype="10" fill="hold" nodeType="afterEffect">
                                  <p:stCondLst>
                                    <p:cond delay="0"/>
                                  </p:stCondLst>
                                  <p:childTnLst>
                                    <p:set>
                                      <p:cBhvr>
                                        <p:cTn id="54" dur="1" fill="hold">
                                          <p:stCondLst>
                                            <p:cond delay="0"/>
                                          </p:stCondLst>
                                        </p:cTn>
                                        <p:tgtEl>
                                          <p:spTgt spid="61773"/>
                                        </p:tgtEl>
                                        <p:attrNameLst>
                                          <p:attrName>style.visibility</p:attrName>
                                        </p:attrNameLst>
                                      </p:cBhvr>
                                      <p:to>
                                        <p:strVal val="visible"/>
                                      </p:to>
                                    </p:set>
                                    <p:animEffect transition="in" filter="blinds(horizontal)">
                                      <p:cBhvr>
                                        <p:cTn id="55" dur="500"/>
                                        <p:tgtEl>
                                          <p:spTgt spid="61773"/>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61749"/>
                                        </p:tgtEl>
                                        <p:attrNameLst>
                                          <p:attrName>style.visibility</p:attrName>
                                        </p:attrNameLst>
                                      </p:cBhvr>
                                      <p:to>
                                        <p:strVal val="visible"/>
                                      </p:to>
                                    </p:set>
                                    <p:animEffect transition="in" filter="blinds(horizontal)">
                                      <p:cBhvr>
                                        <p:cTn id="60" dur="500"/>
                                        <p:tgtEl>
                                          <p:spTgt spid="61749"/>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61750"/>
                                        </p:tgtEl>
                                        <p:attrNameLst>
                                          <p:attrName>style.visibility</p:attrName>
                                        </p:attrNameLst>
                                      </p:cBhvr>
                                      <p:to>
                                        <p:strVal val="visible"/>
                                      </p:to>
                                    </p:set>
                                    <p:animEffect transition="in" filter="blinds(horizontal)">
                                      <p:cBhvr>
                                        <p:cTn id="65" dur="500"/>
                                        <p:tgtEl>
                                          <p:spTgt spid="61750"/>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14398"/>
                                        </p:tgtEl>
                                        <p:attrNameLst>
                                          <p:attrName>style.visibility</p:attrName>
                                        </p:attrNameLst>
                                      </p:cBhvr>
                                      <p:to>
                                        <p:strVal val="visible"/>
                                      </p:to>
                                    </p:set>
                                    <p:animEffect transition="in" filter="blinds(horizontal)">
                                      <p:cBhvr>
                                        <p:cTn id="70" dur="500"/>
                                        <p:tgtEl>
                                          <p:spTgt spid="14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98" descr="羊皮纸"/>
          <p:cNvSpPr/>
          <p:nvPr/>
        </p:nvSpPr>
        <p:spPr>
          <a:xfrm>
            <a:off x="0" y="6705600"/>
            <a:ext cx="9144000" cy="152400"/>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9458" name="Rectangle 199" descr="羊皮纸"/>
          <p:cNvSpPr/>
          <p:nvPr/>
        </p:nvSpPr>
        <p:spPr>
          <a:xfrm>
            <a:off x="0" y="0"/>
            <a:ext cx="9144000" cy="188913"/>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9459" name="Rectangle 3" descr="羊皮纸"/>
          <p:cNvSpPr/>
          <p:nvPr/>
        </p:nvSpPr>
        <p:spPr>
          <a:xfrm>
            <a:off x="0" y="6700838"/>
            <a:ext cx="9144000" cy="157162"/>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9460" name="Rectangle 4" descr="羊皮纸"/>
          <p:cNvSpPr/>
          <p:nvPr/>
        </p:nvSpPr>
        <p:spPr>
          <a:xfrm>
            <a:off x="0" y="0"/>
            <a:ext cx="9144000" cy="157163"/>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2" name="Group 5"/>
          <p:cNvGrpSpPr/>
          <p:nvPr/>
        </p:nvGrpSpPr>
        <p:grpSpPr>
          <a:xfrm>
            <a:off x="0" y="361950"/>
            <a:ext cx="9144000" cy="1641475"/>
            <a:chOff x="0" y="228"/>
            <a:chExt cx="5760" cy="1034"/>
          </a:xfrm>
        </p:grpSpPr>
        <p:grpSp>
          <p:nvGrpSpPr>
            <p:cNvPr id="19462" name="Group 6"/>
            <p:cNvGrpSpPr/>
            <p:nvPr/>
          </p:nvGrpSpPr>
          <p:grpSpPr>
            <a:xfrm>
              <a:off x="961" y="228"/>
              <a:ext cx="4454" cy="812"/>
              <a:chOff x="992" y="228"/>
              <a:chExt cx="4454" cy="812"/>
            </a:xfrm>
          </p:grpSpPr>
          <p:sp>
            <p:nvSpPr>
              <p:cNvPr id="19463" name="WordArt 7"/>
              <p:cNvSpPr>
                <a:spLocks noTextEdit="1"/>
              </p:cNvSpPr>
              <p:nvPr/>
            </p:nvSpPr>
            <p:spPr>
              <a:xfrm>
                <a:off x="1183" y="242"/>
                <a:ext cx="3859" cy="17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要使一束线偏振光通过偏振片后方向转过</a:t>
                </a:r>
              </a:p>
            </p:txBody>
          </p:sp>
          <p:grpSp>
            <p:nvGrpSpPr>
              <p:cNvPr id="19464" name="Group 8"/>
              <p:cNvGrpSpPr/>
              <p:nvPr/>
            </p:nvGrpSpPr>
            <p:grpSpPr>
              <a:xfrm>
                <a:off x="5134" y="228"/>
                <a:ext cx="227" cy="170"/>
                <a:chOff x="1927" y="2990"/>
                <a:chExt cx="227" cy="170"/>
              </a:xfrm>
            </p:grpSpPr>
            <p:sp>
              <p:nvSpPr>
                <p:cNvPr id="19465" name="WordArt 9"/>
                <p:cNvSpPr>
                  <a:spLocks noTextEdit="1"/>
                </p:cNvSpPr>
                <p:nvPr/>
              </p:nvSpPr>
              <p:spPr>
                <a:xfrm>
                  <a:off x="1927" y="3026"/>
                  <a:ext cx="181" cy="134"/>
                </a:xfrm>
                <a:prstGeom prst="rect">
                  <a:avLst/>
                </a:prstGeom>
              </p:spPr>
              <p:txBody>
                <a:bodyPr wrap="none" fromWordArt="1">
                  <a:prstTxWarp prst="textPlain">
                    <a:avLst>
                      <a:gd name="adj" fmla="val 4931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90</a:t>
                  </a:r>
                </a:p>
              </p:txBody>
            </p:sp>
            <p:sp>
              <p:nvSpPr>
                <p:cNvPr id="19466" name="Oval 10"/>
                <p:cNvSpPr/>
                <p:nvPr/>
              </p:nvSpPr>
              <p:spPr>
                <a:xfrm>
                  <a:off x="2112" y="2990"/>
                  <a:ext cx="42" cy="42"/>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19467" name="WordArt 11"/>
              <p:cNvSpPr>
                <a:spLocks noTextEdit="1"/>
              </p:cNvSpPr>
              <p:nvPr/>
            </p:nvSpPr>
            <p:spPr>
              <a:xfrm>
                <a:off x="1015" y="531"/>
                <a:ext cx="1923" cy="17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至少需要让这束光通过</a:t>
                </a:r>
              </a:p>
            </p:txBody>
          </p:sp>
          <p:sp>
            <p:nvSpPr>
              <p:cNvPr id="19468" name="Line 12"/>
              <p:cNvSpPr/>
              <p:nvPr/>
            </p:nvSpPr>
            <p:spPr>
              <a:xfrm>
                <a:off x="2980" y="701"/>
                <a:ext cx="428" cy="0"/>
              </a:xfrm>
              <a:prstGeom prst="line">
                <a:avLst/>
              </a:prstGeom>
              <a:ln w="28575" cap="flat" cmpd="sng">
                <a:solidFill>
                  <a:schemeClr val="tx1"/>
                </a:solidFill>
                <a:prstDash val="solid"/>
                <a:round/>
                <a:headEnd type="none" w="med" len="med"/>
                <a:tailEnd type="none" w="med" len="med"/>
              </a:ln>
            </p:spPr>
          </p:sp>
          <p:sp>
            <p:nvSpPr>
              <p:cNvPr id="19469" name="WordArt 13"/>
              <p:cNvSpPr>
                <a:spLocks noTextEdit="1"/>
              </p:cNvSpPr>
              <p:nvPr/>
            </p:nvSpPr>
            <p:spPr>
              <a:xfrm>
                <a:off x="5411" y="323"/>
                <a:ext cx="35" cy="6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19470" name="WordArt 14"/>
              <p:cNvSpPr>
                <a:spLocks noTextEdit="1"/>
              </p:cNvSpPr>
              <p:nvPr/>
            </p:nvSpPr>
            <p:spPr>
              <a:xfrm>
                <a:off x="3472" y="536"/>
                <a:ext cx="1938" cy="18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块偏振片,在此情况下,</a:t>
                </a:r>
              </a:p>
            </p:txBody>
          </p:sp>
          <p:sp>
            <p:nvSpPr>
              <p:cNvPr id="19471" name="WordArt 15"/>
              <p:cNvSpPr>
                <a:spLocks noTextEdit="1"/>
              </p:cNvSpPr>
              <p:nvPr/>
            </p:nvSpPr>
            <p:spPr>
              <a:xfrm>
                <a:off x="992" y="859"/>
                <a:ext cx="2536" cy="17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透射最大光强是原来光强的</a:t>
                </a:r>
              </a:p>
            </p:txBody>
          </p:sp>
          <p:sp>
            <p:nvSpPr>
              <p:cNvPr id="19472" name="WordArt 16"/>
              <p:cNvSpPr>
                <a:spLocks noTextEdit="1"/>
              </p:cNvSpPr>
              <p:nvPr/>
            </p:nvSpPr>
            <p:spPr>
              <a:xfrm>
                <a:off x="4085" y="861"/>
                <a:ext cx="239" cy="17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倍.</a:t>
                </a:r>
              </a:p>
            </p:txBody>
          </p:sp>
          <p:sp>
            <p:nvSpPr>
              <p:cNvPr id="19473" name="Line 17"/>
              <p:cNvSpPr/>
              <p:nvPr/>
            </p:nvSpPr>
            <p:spPr>
              <a:xfrm>
                <a:off x="3583" y="1031"/>
                <a:ext cx="428" cy="0"/>
              </a:xfrm>
              <a:prstGeom prst="line">
                <a:avLst/>
              </a:prstGeom>
              <a:ln w="28575" cap="flat" cmpd="sng">
                <a:solidFill>
                  <a:schemeClr val="tx1"/>
                </a:solidFill>
                <a:prstDash val="solid"/>
                <a:round/>
                <a:headEnd type="none" w="med" len="med"/>
                <a:tailEnd type="none" w="med" len="med"/>
              </a:ln>
            </p:spPr>
          </p:sp>
        </p:grpSp>
        <p:sp>
          <p:nvSpPr>
            <p:cNvPr id="19474" name="Rectangle 18" descr="羊皮纸"/>
            <p:cNvSpPr/>
            <p:nvPr/>
          </p:nvSpPr>
          <p:spPr>
            <a:xfrm>
              <a:off x="0" y="1202"/>
              <a:ext cx="5760" cy="60"/>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5" name="Group 213"/>
          <p:cNvGrpSpPr/>
          <p:nvPr/>
        </p:nvGrpSpPr>
        <p:grpSpPr>
          <a:xfrm>
            <a:off x="341313" y="4440238"/>
            <a:ext cx="2071687" cy="2051050"/>
            <a:chOff x="215" y="2797"/>
            <a:chExt cx="1305" cy="1292"/>
          </a:xfrm>
        </p:grpSpPr>
        <p:sp>
          <p:nvSpPr>
            <p:cNvPr id="19476" name="Line 20"/>
            <p:cNvSpPr/>
            <p:nvPr/>
          </p:nvSpPr>
          <p:spPr>
            <a:xfrm>
              <a:off x="260" y="3440"/>
              <a:ext cx="1203" cy="0"/>
            </a:xfrm>
            <a:prstGeom prst="line">
              <a:avLst/>
            </a:prstGeom>
            <a:ln w="38100" cap="flat" cmpd="sng">
              <a:solidFill>
                <a:schemeClr val="tx1"/>
              </a:solidFill>
              <a:prstDash val="solid"/>
              <a:round/>
              <a:headEnd type="triangle" w="lg" len="lg"/>
              <a:tailEnd type="triangle" w="lg" len="lg"/>
            </a:ln>
          </p:spPr>
        </p:sp>
        <p:sp>
          <p:nvSpPr>
            <p:cNvPr id="19477" name="Line 21"/>
            <p:cNvSpPr/>
            <p:nvPr/>
          </p:nvSpPr>
          <p:spPr>
            <a:xfrm rot="8210857">
              <a:off x="215" y="3455"/>
              <a:ext cx="1204" cy="1"/>
            </a:xfrm>
            <a:prstGeom prst="line">
              <a:avLst/>
            </a:prstGeom>
            <a:ln w="38100" cap="flat" cmpd="sng">
              <a:solidFill>
                <a:schemeClr val="tx1"/>
              </a:solidFill>
              <a:prstDash val="solid"/>
              <a:round/>
              <a:headEnd type="triangle" w="lg" len="lg"/>
              <a:tailEnd type="triangle" w="lg" len="lg"/>
            </a:ln>
          </p:spPr>
        </p:sp>
        <p:sp>
          <p:nvSpPr>
            <p:cNvPr id="19478" name="Line 22"/>
            <p:cNvSpPr/>
            <p:nvPr/>
          </p:nvSpPr>
          <p:spPr>
            <a:xfrm>
              <a:off x="829" y="2797"/>
              <a:ext cx="0" cy="1292"/>
            </a:xfrm>
            <a:prstGeom prst="line">
              <a:avLst/>
            </a:prstGeom>
            <a:ln w="9525" cap="flat" cmpd="sng">
              <a:solidFill>
                <a:schemeClr val="tx1"/>
              </a:solidFill>
              <a:prstDash val="dash"/>
              <a:round/>
              <a:headEnd type="none" w="med" len="med"/>
              <a:tailEnd type="none" w="med" len="med"/>
            </a:ln>
          </p:spPr>
        </p:sp>
        <p:sp>
          <p:nvSpPr>
            <p:cNvPr id="19479" name="Line 23"/>
            <p:cNvSpPr/>
            <p:nvPr/>
          </p:nvSpPr>
          <p:spPr>
            <a:xfrm>
              <a:off x="839" y="2863"/>
              <a:ext cx="302" cy="274"/>
            </a:xfrm>
            <a:prstGeom prst="line">
              <a:avLst/>
            </a:prstGeom>
            <a:ln w="9525" cap="flat" cmpd="sng">
              <a:solidFill>
                <a:schemeClr val="tx1"/>
              </a:solidFill>
              <a:prstDash val="dash"/>
              <a:round/>
              <a:headEnd type="none" w="med" len="med"/>
              <a:tailEnd type="none" w="med" len="med"/>
            </a:ln>
          </p:spPr>
        </p:sp>
        <p:sp>
          <p:nvSpPr>
            <p:cNvPr id="19480" name="Line 24"/>
            <p:cNvSpPr/>
            <p:nvPr/>
          </p:nvSpPr>
          <p:spPr>
            <a:xfrm rot="-5400000">
              <a:off x="999" y="3286"/>
              <a:ext cx="302" cy="0"/>
            </a:xfrm>
            <a:prstGeom prst="line">
              <a:avLst/>
            </a:prstGeom>
            <a:ln w="9525" cap="flat" cmpd="sng">
              <a:solidFill>
                <a:schemeClr val="tx1"/>
              </a:solidFill>
              <a:prstDash val="dash"/>
              <a:round/>
              <a:headEnd type="none" w="med" len="med"/>
              <a:tailEnd type="none" w="med" len="med"/>
            </a:ln>
          </p:spPr>
        </p:sp>
        <p:grpSp>
          <p:nvGrpSpPr>
            <p:cNvPr id="19481" name="Group 25"/>
            <p:cNvGrpSpPr/>
            <p:nvPr/>
          </p:nvGrpSpPr>
          <p:grpSpPr>
            <a:xfrm>
              <a:off x="1274" y="2916"/>
              <a:ext cx="136" cy="134"/>
              <a:chOff x="2239" y="2791"/>
              <a:chExt cx="173" cy="165"/>
            </a:xfrm>
          </p:grpSpPr>
          <p:sp>
            <p:nvSpPr>
              <p:cNvPr id="19482" name="WordArt 26"/>
              <p:cNvSpPr>
                <a:spLocks noTextEdit="1"/>
              </p:cNvSpPr>
              <p:nvPr/>
            </p:nvSpPr>
            <p:spPr>
              <a:xfrm>
                <a:off x="2239" y="2791"/>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9483" name="WordArt 27"/>
              <p:cNvSpPr>
                <a:spLocks noTextEdit="1"/>
              </p:cNvSpPr>
              <p:nvPr/>
            </p:nvSpPr>
            <p:spPr>
              <a:xfrm>
                <a:off x="2343" y="2895"/>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grpSp>
        <p:grpSp>
          <p:nvGrpSpPr>
            <p:cNvPr id="19484" name="Group 28"/>
            <p:cNvGrpSpPr/>
            <p:nvPr/>
          </p:nvGrpSpPr>
          <p:grpSpPr>
            <a:xfrm>
              <a:off x="1333" y="3520"/>
              <a:ext cx="136" cy="133"/>
              <a:chOff x="3054" y="1323"/>
              <a:chExt cx="173" cy="165"/>
            </a:xfrm>
          </p:grpSpPr>
          <p:sp>
            <p:nvSpPr>
              <p:cNvPr id="19485" name="WordArt 29"/>
              <p:cNvSpPr>
                <a:spLocks noTextEdit="1"/>
              </p:cNvSpPr>
              <p:nvPr/>
            </p:nvSpPr>
            <p:spPr>
              <a:xfrm>
                <a:off x="3054" y="1323"/>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9486" name="WordArt 30"/>
              <p:cNvSpPr>
                <a:spLocks noTextEdit="1"/>
              </p:cNvSpPr>
              <p:nvPr/>
            </p:nvSpPr>
            <p:spPr>
              <a:xfrm>
                <a:off x="3158" y="1427"/>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grpSp>
        <p:sp>
          <p:nvSpPr>
            <p:cNvPr id="19487" name="WordArt 31"/>
            <p:cNvSpPr>
              <a:spLocks noTextEdit="1"/>
            </p:cNvSpPr>
            <p:nvPr/>
          </p:nvSpPr>
          <p:spPr>
            <a:xfrm>
              <a:off x="870" y="3198"/>
              <a:ext cx="79" cy="86"/>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CC0000"/>
                    </a:solidFill>
                    <a:prstDash val="solid"/>
                    <a:round/>
                    <a:headEnd type="none" w="med" len="med"/>
                    <a:tailEnd type="none" w="med" len="med"/>
                  </a:ln>
                  <a:solidFill>
                    <a:srgbClr val="CC0000"/>
                  </a:solidFill>
                  <a:latin typeface="Symbol" panose="05050102010706020507" charset="0"/>
                  <a:ea typeface="Symbol" panose="05050102010706020507" charset="0"/>
                </a:rPr>
                <a:t>a</a:t>
              </a:r>
            </a:p>
          </p:txBody>
        </p:sp>
        <p:sp>
          <p:nvSpPr>
            <p:cNvPr id="19488" name="Arc 32"/>
            <p:cNvSpPr/>
            <p:nvPr/>
          </p:nvSpPr>
          <p:spPr>
            <a:xfrm>
              <a:off x="829" y="3335"/>
              <a:ext cx="79" cy="119"/>
            </a:xfrm>
            <a:custGeom>
              <a:avLst/>
              <a:gdLst/>
              <a:ahLst/>
              <a:cxnLst>
                <a:cxn ang="0">
                  <a:pos x="0" y="0"/>
                </a:cxn>
                <a:cxn ang="0">
                  <a:pos x="0" y="0"/>
                </a:cxn>
                <a:cxn ang="0">
                  <a:pos x="0" y="0"/>
                </a:cxn>
              </a:cxnLst>
              <a:rect l="0" t="0" r="0" b="0"/>
              <a:pathLst>
                <a:path w="13890" h="21600" fill="none">
                  <a:moveTo>
                    <a:pt x="0" y="1"/>
                  </a:moveTo>
                  <a:cubicBezTo>
                    <a:pt x="73" y="0"/>
                    <a:pt x="146" y="-1"/>
                    <a:pt x="220" y="0"/>
                  </a:cubicBezTo>
                  <a:cubicBezTo>
                    <a:pt x="5202" y="0"/>
                    <a:pt x="10032" y="1722"/>
                    <a:pt x="13889" y="4876"/>
                  </a:cubicBezTo>
                </a:path>
                <a:path w="13890" h="21600" stroke="0">
                  <a:moveTo>
                    <a:pt x="0" y="1"/>
                  </a:moveTo>
                  <a:cubicBezTo>
                    <a:pt x="73" y="0"/>
                    <a:pt x="146" y="-1"/>
                    <a:pt x="220" y="0"/>
                  </a:cubicBezTo>
                  <a:cubicBezTo>
                    <a:pt x="5202" y="0"/>
                    <a:pt x="10032" y="1722"/>
                    <a:pt x="13889" y="4876"/>
                  </a:cubicBezTo>
                  <a:lnTo>
                    <a:pt x="220" y="21600"/>
                  </a:lnTo>
                  <a:lnTo>
                    <a:pt x="0" y="1"/>
                  </a:lnTo>
                  <a:close/>
                </a:path>
              </a:pathLst>
            </a:custGeom>
            <a:noFill/>
            <a:ln w="28575" cap="flat" cmpd="sng">
              <a:solidFill>
                <a:srgbClr val="CC0000"/>
              </a:solidFill>
              <a:prstDash val="solid"/>
              <a:round/>
              <a:headEnd type="none" w="med" len="med"/>
              <a:tailEnd type="none" w="med" len="med"/>
            </a:ln>
          </p:spPr>
          <p:txBody>
            <a:bodyPr/>
            <a:lstStyle/>
            <a:p>
              <a:endParaRPr lang="zh-CN" altLang="en-US"/>
            </a:p>
          </p:txBody>
        </p:sp>
        <p:sp>
          <p:nvSpPr>
            <p:cNvPr id="19489" name="Arc 33"/>
            <p:cNvSpPr/>
            <p:nvPr/>
          </p:nvSpPr>
          <p:spPr>
            <a:xfrm>
              <a:off x="850" y="3330"/>
              <a:ext cx="154" cy="118"/>
            </a:xfrm>
            <a:custGeom>
              <a:avLst/>
              <a:gdLst/>
              <a:ahLst/>
              <a:cxnLst>
                <a:cxn ang="0">
                  <a:pos x="0" y="0"/>
                </a:cxn>
                <a:cxn ang="0">
                  <a:pos x="0" y="0"/>
                </a:cxn>
                <a:cxn ang="0">
                  <a:pos x="0" y="0"/>
                </a:cxn>
              </a:cxnLst>
              <a:rect l="0" t="0" r="0" b="0"/>
              <a:pathLst>
                <a:path w="21600" h="16827" fill="none">
                  <a:moveTo>
                    <a:pt x="14495" y="-1"/>
                  </a:moveTo>
                  <a:cubicBezTo>
                    <a:pt x="19019" y="4094"/>
                    <a:pt x="21600" y="9912"/>
                    <a:pt x="21600" y="16014"/>
                  </a:cubicBezTo>
                  <a:cubicBezTo>
                    <a:pt x="21600" y="16285"/>
                    <a:pt x="21594" y="16556"/>
                    <a:pt x="21584" y="16826"/>
                  </a:cubicBezTo>
                </a:path>
                <a:path w="21600" h="16827" stroke="0">
                  <a:moveTo>
                    <a:pt x="14495" y="-1"/>
                  </a:moveTo>
                  <a:cubicBezTo>
                    <a:pt x="19019" y="4094"/>
                    <a:pt x="21600" y="9912"/>
                    <a:pt x="21600" y="16014"/>
                  </a:cubicBezTo>
                  <a:cubicBezTo>
                    <a:pt x="21600" y="16285"/>
                    <a:pt x="21594" y="16556"/>
                    <a:pt x="21584" y="16826"/>
                  </a:cubicBezTo>
                  <a:lnTo>
                    <a:pt x="0" y="16014"/>
                  </a:lnTo>
                  <a:lnTo>
                    <a:pt x="14495" y="-1"/>
                  </a:lnTo>
                  <a:close/>
                </a:path>
              </a:pathLst>
            </a:custGeom>
            <a:noFill/>
            <a:ln w="28575" cap="flat" cmpd="sng">
              <a:solidFill>
                <a:srgbClr val="0000FF"/>
              </a:solidFill>
              <a:prstDash val="solid"/>
              <a:round/>
              <a:headEnd type="none" w="med" len="med"/>
              <a:tailEnd type="none" w="med" len="med"/>
            </a:ln>
          </p:spPr>
          <p:txBody>
            <a:bodyPr/>
            <a:lstStyle/>
            <a:p>
              <a:endParaRPr lang="zh-CN" altLang="en-US"/>
            </a:p>
          </p:txBody>
        </p:sp>
        <p:grpSp>
          <p:nvGrpSpPr>
            <p:cNvPr id="19490" name="Group 34"/>
            <p:cNvGrpSpPr/>
            <p:nvPr/>
          </p:nvGrpSpPr>
          <p:grpSpPr>
            <a:xfrm>
              <a:off x="1196" y="3216"/>
              <a:ext cx="324" cy="109"/>
              <a:chOff x="1370" y="3081"/>
              <a:chExt cx="413" cy="134"/>
            </a:xfrm>
          </p:grpSpPr>
          <p:grpSp>
            <p:nvGrpSpPr>
              <p:cNvPr id="19491" name="Group 35"/>
              <p:cNvGrpSpPr/>
              <p:nvPr/>
            </p:nvGrpSpPr>
            <p:grpSpPr>
              <a:xfrm>
                <a:off x="1370" y="3081"/>
                <a:ext cx="180" cy="131"/>
                <a:chOff x="1927" y="2990"/>
                <a:chExt cx="227" cy="170"/>
              </a:xfrm>
            </p:grpSpPr>
            <p:sp>
              <p:nvSpPr>
                <p:cNvPr id="19492" name="WordArt 36"/>
                <p:cNvSpPr>
                  <a:spLocks noTextEdit="1"/>
                </p:cNvSpPr>
                <p:nvPr/>
              </p:nvSpPr>
              <p:spPr>
                <a:xfrm>
                  <a:off x="1927" y="3026"/>
                  <a:ext cx="181" cy="134"/>
                </a:xfrm>
                <a:prstGeom prst="rect">
                  <a:avLst/>
                </a:prstGeom>
              </p:spPr>
              <p:txBody>
                <a:bodyPr wrap="none" fromWordArt="1">
                  <a:prstTxWarp prst="textPlain">
                    <a:avLst>
                      <a:gd name="adj" fmla="val 4931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90</a:t>
                  </a:r>
                </a:p>
              </p:txBody>
            </p:sp>
            <p:sp>
              <p:nvSpPr>
                <p:cNvPr id="19493" name="Oval 37"/>
                <p:cNvSpPr/>
                <p:nvPr/>
              </p:nvSpPr>
              <p:spPr>
                <a:xfrm>
                  <a:off x="2112" y="2990"/>
                  <a:ext cx="42" cy="42"/>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19494" name="Line 38"/>
              <p:cNvSpPr/>
              <p:nvPr/>
            </p:nvSpPr>
            <p:spPr>
              <a:xfrm>
                <a:off x="1549" y="3152"/>
                <a:ext cx="109" cy="0"/>
              </a:xfrm>
              <a:prstGeom prst="line">
                <a:avLst/>
              </a:prstGeom>
              <a:ln w="38100" cap="flat" cmpd="sng">
                <a:solidFill>
                  <a:schemeClr val="tx1"/>
                </a:solidFill>
                <a:prstDash val="solid"/>
                <a:round/>
                <a:headEnd type="none" w="med" len="med"/>
                <a:tailEnd type="none" w="med" len="med"/>
              </a:ln>
            </p:spPr>
          </p:sp>
          <p:sp>
            <p:nvSpPr>
              <p:cNvPr id="19495" name="WordArt 39"/>
              <p:cNvSpPr>
                <a:spLocks noTextEdit="1"/>
              </p:cNvSpPr>
              <p:nvPr/>
            </p:nvSpPr>
            <p:spPr>
              <a:xfrm>
                <a:off x="1683" y="3108"/>
                <a:ext cx="100" cy="10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CC0000"/>
                      </a:solidFill>
                      <a:prstDash val="solid"/>
                      <a:round/>
                      <a:headEnd type="none" w="med" len="med"/>
                      <a:tailEnd type="none" w="med" len="med"/>
                    </a:ln>
                    <a:solidFill>
                      <a:srgbClr val="CC0000"/>
                    </a:solidFill>
                    <a:latin typeface="Symbol" panose="05050102010706020507" charset="0"/>
                    <a:ea typeface="Symbol" panose="05050102010706020507" charset="0"/>
                  </a:rPr>
                  <a:t>a</a:t>
                </a:r>
              </a:p>
            </p:txBody>
          </p:sp>
        </p:grpSp>
      </p:grpSp>
      <p:grpSp>
        <p:nvGrpSpPr>
          <p:cNvPr id="10" name="Group 40"/>
          <p:cNvGrpSpPr/>
          <p:nvPr/>
        </p:nvGrpSpPr>
        <p:grpSpPr>
          <a:xfrm>
            <a:off x="395288" y="2184400"/>
            <a:ext cx="8186737" cy="1995488"/>
            <a:chOff x="249" y="1376"/>
            <a:chExt cx="5157" cy="1257"/>
          </a:xfrm>
        </p:grpSpPr>
        <p:sp>
          <p:nvSpPr>
            <p:cNvPr id="19497" name="Line 41"/>
            <p:cNvSpPr/>
            <p:nvPr/>
          </p:nvSpPr>
          <p:spPr>
            <a:xfrm>
              <a:off x="249" y="2040"/>
              <a:ext cx="1152" cy="0"/>
            </a:xfrm>
            <a:prstGeom prst="line">
              <a:avLst/>
            </a:prstGeom>
            <a:ln w="28575" cap="flat" cmpd="sng">
              <a:solidFill>
                <a:schemeClr val="tx1"/>
              </a:solidFill>
              <a:prstDash val="solid"/>
              <a:round/>
              <a:headEnd type="none" w="med" len="med"/>
              <a:tailEnd type="none" w="med" len="med"/>
            </a:ln>
          </p:spPr>
        </p:sp>
        <p:sp>
          <p:nvSpPr>
            <p:cNvPr id="19498" name="Line 42"/>
            <p:cNvSpPr/>
            <p:nvPr/>
          </p:nvSpPr>
          <p:spPr>
            <a:xfrm>
              <a:off x="559" y="1877"/>
              <a:ext cx="0" cy="319"/>
            </a:xfrm>
            <a:prstGeom prst="line">
              <a:avLst/>
            </a:prstGeom>
            <a:ln w="38100" cap="flat" cmpd="sng">
              <a:solidFill>
                <a:schemeClr val="tx1"/>
              </a:solidFill>
              <a:prstDash val="solid"/>
              <a:round/>
              <a:headEnd type="none" w="med" len="med"/>
              <a:tailEnd type="none" w="med" len="med"/>
            </a:ln>
          </p:spPr>
        </p:sp>
        <p:sp>
          <p:nvSpPr>
            <p:cNvPr id="19499" name="Line 43"/>
            <p:cNvSpPr/>
            <p:nvPr/>
          </p:nvSpPr>
          <p:spPr>
            <a:xfrm>
              <a:off x="797" y="1873"/>
              <a:ext cx="0" cy="319"/>
            </a:xfrm>
            <a:prstGeom prst="line">
              <a:avLst/>
            </a:prstGeom>
            <a:ln w="38100" cap="flat" cmpd="sng">
              <a:solidFill>
                <a:schemeClr val="tx1"/>
              </a:solidFill>
              <a:prstDash val="solid"/>
              <a:round/>
              <a:headEnd type="none" w="med" len="med"/>
              <a:tailEnd type="none" w="med" len="med"/>
            </a:ln>
          </p:spPr>
        </p:sp>
        <p:sp>
          <p:nvSpPr>
            <p:cNvPr id="19500" name="Line 44"/>
            <p:cNvSpPr/>
            <p:nvPr/>
          </p:nvSpPr>
          <p:spPr>
            <a:xfrm>
              <a:off x="1042" y="1869"/>
              <a:ext cx="0" cy="319"/>
            </a:xfrm>
            <a:prstGeom prst="line">
              <a:avLst/>
            </a:prstGeom>
            <a:ln w="38100" cap="flat" cmpd="sng">
              <a:solidFill>
                <a:schemeClr val="tx1"/>
              </a:solidFill>
              <a:prstDash val="solid"/>
              <a:round/>
              <a:headEnd type="none" w="med" len="med"/>
              <a:tailEnd type="none" w="med" len="med"/>
            </a:ln>
          </p:spPr>
        </p:sp>
        <p:sp>
          <p:nvSpPr>
            <p:cNvPr id="19501" name="Line 45"/>
            <p:cNvSpPr/>
            <p:nvPr/>
          </p:nvSpPr>
          <p:spPr>
            <a:xfrm>
              <a:off x="1655" y="2044"/>
              <a:ext cx="1205" cy="0"/>
            </a:xfrm>
            <a:prstGeom prst="line">
              <a:avLst/>
            </a:prstGeom>
            <a:ln w="28575" cap="flat" cmpd="sng">
              <a:solidFill>
                <a:schemeClr val="tx1"/>
              </a:solidFill>
              <a:prstDash val="solid"/>
              <a:round/>
              <a:headEnd type="none" w="med" len="med"/>
              <a:tailEnd type="none" w="med" len="med"/>
            </a:ln>
          </p:spPr>
        </p:sp>
        <p:grpSp>
          <p:nvGrpSpPr>
            <p:cNvPr id="19502" name="Group 46"/>
            <p:cNvGrpSpPr/>
            <p:nvPr/>
          </p:nvGrpSpPr>
          <p:grpSpPr>
            <a:xfrm>
              <a:off x="3496" y="1677"/>
              <a:ext cx="173" cy="165"/>
              <a:chOff x="3054" y="1323"/>
              <a:chExt cx="173" cy="165"/>
            </a:xfrm>
          </p:grpSpPr>
          <p:sp>
            <p:nvSpPr>
              <p:cNvPr id="19503" name="WordArt 47"/>
              <p:cNvSpPr>
                <a:spLocks noTextEdit="1"/>
              </p:cNvSpPr>
              <p:nvPr/>
            </p:nvSpPr>
            <p:spPr>
              <a:xfrm>
                <a:off x="3054" y="1323"/>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9504" name="WordArt 48"/>
              <p:cNvSpPr>
                <a:spLocks noTextEdit="1"/>
              </p:cNvSpPr>
              <p:nvPr/>
            </p:nvSpPr>
            <p:spPr>
              <a:xfrm>
                <a:off x="3158" y="1427"/>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2</a:t>
                </a:r>
              </a:p>
            </p:txBody>
          </p:sp>
        </p:grpSp>
        <p:sp>
          <p:nvSpPr>
            <p:cNvPr id="19505" name="Oval 49"/>
            <p:cNvSpPr/>
            <p:nvPr/>
          </p:nvSpPr>
          <p:spPr>
            <a:xfrm>
              <a:off x="2880" y="1659"/>
              <a:ext cx="468" cy="793"/>
            </a:xfrm>
            <a:prstGeom prst="ellipse">
              <a:avLst/>
            </a:prstGeom>
            <a:solidFill>
              <a:srgbClr val="B2B2B2"/>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9506" name="Oval 50"/>
            <p:cNvSpPr/>
            <p:nvPr/>
          </p:nvSpPr>
          <p:spPr>
            <a:xfrm>
              <a:off x="2903" y="1658"/>
              <a:ext cx="467" cy="793"/>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9507" name="Line 51"/>
            <p:cNvSpPr/>
            <p:nvPr/>
          </p:nvSpPr>
          <p:spPr>
            <a:xfrm flipH="1">
              <a:off x="2891" y="1881"/>
              <a:ext cx="431" cy="320"/>
            </a:xfrm>
            <a:prstGeom prst="line">
              <a:avLst/>
            </a:prstGeom>
            <a:ln w="19050" cap="flat" cmpd="sng">
              <a:solidFill>
                <a:schemeClr val="bg1"/>
              </a:solidFill>
              <a:prstDash val="solid"/>
              <a:round/>
              <a:headEnd type="none" w="med" len="med"/>
              <a:tailEnd type="none" w="med" len="med"/>
            </a:ln>
          </p:spPr>
        </p:sp>
        <p:sp>
          <p:nvSpPr>
            <p:cNvPr id="19508" name="Line 52"/>
            <p:cNvSpPr/>
            <p:nvPr/>
          </p:nvSpPr>
          <p:spPr>
            <a:xfrm flipH="1">
              <a:off x="2771" y="1802"/>
              <a:ext cx="687" cy="495"/>
            </a:xfrm>
            <a:prstGeom prst="line">
              <a:avLst/>
            </a:prstGeom>
            <a:ln w="28575" cap="flat" cmpd="sng">
              <a:solidFill>
                <a:srgbClr val="FF00FF"/>
              </a:solidFill>
              <a:prstDash val="solid"/>
              <a:round/>
              <a:headEnd type="none" w="med" len="med"/>
              <a:tailEnd type="none" w="med" len="med"/>
            </a:ln>
          </p:spPr>
        </p:sp>
        <p:sp>
          <p:nvSpPr>
            <p:cNvPr id="19509" name="Line 53"/>
            <p:cNvSpPr/>
            <p:nvPr/>
          </p:nvSpPr>
          <p:spPr>
            <a:xfrm flipH="1">
              <a:off x="2919" y="1763"/>
              <a:ext cx="371" cy="272"/>
            </a:xfrm>
            <a:prstGeom prst="line">
              <a:avLst/>
            </a:prstGeom>
            <a:ln w="19050" cap="flat" cmpd="sng">
              <a:solidFill>
                <a:schemeClr val="bg1"/>
              </a:solidFill>
              <a:prstDash val="solid"/>
              <a:round/>
              <a:headEnd type="none" w="med" len="med"/>
              <a:tailEnd type="none" w="med" len="med"/>
            </a:ln>
          </p:spPr>
        </p:sp>
        <p:sp>
          <p:nvSpPr>
            <p:cNvPr id="19510" name="Line 54"/>
            <p:cNvSpPr/>
            <p:nvPr/>
          </p:nvSpPr>
          <p:spPr>
            <a:xfrm flipH="1">
              <a:off x="2927" y="1683"/>
              <a:ext cx="293" cy="212"/>
            </a:xfrm>
            <a:prstGeom prst="line">
              <a:avLst/>
            </a:prstGeom>
            <a:ln w="19050" cap="flat" cmpd="sng">
              <a:solidFill>
                <a:schemeClr val="bg1"/>
              </a:solidFill>
              <a:prstDash val="solid"/>
              <a:round/>
              <a:headEnd type="none" w="med" len="med"/>
              <a:tailEnd type="none" w="med" len="med"/>
            </a:ln>
          </p:spPr>
        </p:sp>
        <p:sp>
          <p:nvSpPr>
            <p:cNvPr id="19511" name="Line 55"/>
            <p:cNvSpPr/>
            <p:nvPr/>
          </p:nvSpPr>
          <p:spPr>
            <a:xfrm flipH="1">
              <a:off x="3031" y="2157"/>
              <a:ext cx="341" cy="244"/>
            </a:xfrm>
            <a:prstGeom prst="line">
              <a:avLst/>
            </a:prstGeom>
            <a:ln w="19050" cap="flat" cmpd="sng">
              <a:solidFill>
                <a:schemeClr val="bg1"/>
              </a:solidFill>
              <a:prstDash val="solid"/>
              <a:round/>
              <a:headEnd type="none" w="med" len="med"/>
              <a:tailEnd type="none" w="med" len="med"/>
            </a:ln>
          </p:spPr>
        </p:sp>
        <p:sp>
          <p:nvSpPr>
            <p:cNvPr id="19512" name="Line 56"/>
            <p:cNvSpPr/>
            <p:nvPr/>
          </p:nvSpPr>
          <p:spPr>
            <a:xfrm flipH="1">
              <a:off x="2955" y="2015"/>
              <a:ext cx="395" cy="284"/>
            </a:xfrm>
            <a:prstGeom prst="line">
              <a:avLst/>
            </a:prstGeom>
            <a:ln w="19050" cap="flat" cmpd="sng">
              <a:solidFill>
                <a:schemeClr val="bg1"/>
              </a:solidFill>
              <a:prstDash val="solid"/>
              <a:round/>
              <a:headEnd type="none" w="med" len="med"/>
              <a:tailEnd type="none" w="med" len="med"/>
            </a:ln>
          </p:spPr>
        </p:sp>
        <p:sp>
          <p:nvSpPr>
            <p:cNvPr id="19513" name="Line 57"/>
            <p:cNvSpPr/>
            <p:nvPr/>
          </p:nvSpPr>
          <p:spPr>
            <a:xfrm>
              <a:off x="3115" y="2030"/>
              <a:ext cx="2205" cy="0"/>
            </a:xfrm>
            <a:prstGeom prst="line">
              <a:avLst/>
            </a:prstGeom>
            <a:ln w="28575" cap="flat" cmpd="sng">
              <a:solidFill>
                <a:schemeClr val="tx1"/>
              </a:solidFill>
              <a:prstDash val="solid"/>
              <a:round/>
              <a:headEnd type="none" w="med" len="med"/>
              <a:tailEnd type="triangle" w="med" len="med"/>
            </a:ln>
          </p:spPr>
        </p:sp>
        <p:sp>
          <p:nvSpPr>
            <p:cNvPr id="19514" name="Line 58"/>
            <p:cNvSpPr/>
            <p:nvPr/>
          </p:nvSpPr>
          <p:spPr>
            <a:xfrm flipV="1">
              <a:off x="3728" y="1954"/>
              <a:ext cx="188" cy="132"/>
            </a:xfrm>
            <a:prstGeom prst="line">
              <a:avLst/>
            </a:prstGeom>
            <a:ln w="38100" cap="flat" cmpd="sng">
              <a:solidFill>
                <a:schemeClr val="tx1"/>
              </a:solidFill>
              <a:prstDash val="solid"/>
              <a:round/>
              <a:headEnd type="none" w="med" len="med"/>
              <a:tailEnd type="none" w="med" len="med"/>
            </a:ln>
          </p:spPr>
        </p:sp>
        <p:sp>
          <p:nvSpPr>
            <p:cNvPr id="19515" name="Line 59"/>
            <p:cNvSpPr/>
            <p:nvPr/>
          </p:nvSpPr>
          <p:spPr>
            <a:xfrm flipV="1">
              <a:off x="3397" y="1955"/>
              <a:ext cx="188" cy="132"/>
            </a:xfrm>
            <a:prstGeom prst="line">
              <a:avLst/>
            </a:prstGeom>
            <a:ln w="38100" cap="flat" cmpd="sng">
              <a:solidFill>
                <a:schemeClr val="tx1"/>
              </a:solidFill>
              <a:prstDash val="solid"/>
              <a:round/>
              <a:headEnd type="none" w="med" len="med"/>
              <a:tailEnd type="none" w="med" len="med"/>
            </a:ln>
          </p:spPr>
        </p:sp>
        <p:sp>
          <p:nvSpPr>
            <p:cNvPr id="19516" name="Line 60"/>
            <p:cNvSpPr/>
            <p:nvPr/>
          </p:nvSpPr>
          <p:spPr>
            <a:xfrm flipV="1">
              <a:off x="3046" y="1955"/>
              <a:ext cx="188" cy="140"/>
            </a:xfrm>
            <a:prstGeom prst="line">
              <a:avLst/>
            </a:prstGeom>
            <a:ln w="38100" cap="flat" cmpd="sng">
              <a:solidFill>
                <a:schemeClr val="tx1"/>
              </a:solidFill>
              <a:prstDash val="solid"/>
              <a:round/>
              <a:headEnd type="none" w="med" len="med"/>
              <a:tailEnd type="none" w="med" len="med"/>
            </a:ln>
          </p:spPr>
        </p:sp>
        <p:sp>
          <p:nvSpPr>
            <p:cNvPr id="19517" name="Oval 61"/>
            <p:cNvSpPr/>
            <p:nvPr/>
          </p:nvSpPr>
          <p:spPr>
            <a:xfrm>
              <a:off x="1258" y="1653"/>
              <a:ext cx="470" cy="817"/>
            </a:xfrm>
            <a:prstGeom prst="ellipse">
              <a:avLst/>
            </a:prstGeom>
            <a:solidFill>
              <a:srgbClr val="B2B2B2"/>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9518" name="Oval 62"/>
            <p:cNvSpPr/>
            <p:nvPr/>
          </p:nvSpPr>
          <p:spPr>
            <a:xfrm>
              <a:off x="1280" y="1653"/>
              <a:ext cx="471" cy="816"/>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9519" name="Line 63"/>
            <p:cNvSpPr/>
            <p:nvPr/>
          </p:nvSpPr>
          <p:spPr>
            <a:xfrm flipH="1">
              <a:off x="1542" y="2099"/>
              <a:ext cx="202" cy="364"/>
            </a:xfrm>
            <a:prstGeom prst="line">
              <a:avLst/>
            </a:prstGeom>
            <a:ln w="19050" cap="flat" cmpd="sng">
              <a:solidFill>
                <a:schemeClr val="bg1"/>
              </a:solidFill>
              <a:prstDash val="solid"/>
              <a:round/>
              <a:headEnd type="none" w="med" len="med"/>
              <a:tailEnd type="none" w="med" len="med"/>
            </a:ln>
          </p:spPr>
        </p:sp>
        <p:sp>
          <p:nvSpPr>
            <p:cNvPr id="19520" name="Line 64"/>
            <p:cNvSpPr/>
            <p:nvPr/>
          </p:nvSpPr>
          <p:spPr>
            <a:xfrm flipH="1">
              <a:off x="1298" y="1703"/>
              <a:ext cx="310" cy="517"/>
            </a:xfrm>
            <a:prstGeom prst="line">
              <a:avLst/>
            </a:prstGeom>
            <a:ln w="19050" cap="flat" cmpd="sng">
              <a:solidFill>
                <a:schemeClr val="bg1"/>
              </a:solidFill>
              <a:prstDash val="solid"/>
              <a:round/>
              <a:headEnd type="none" w="med" len="med"/>
              <a:tailEnd type="none" w="med" len="med"/>
            </a:ln>
          </p:spPr>
        </p:sp>
        <p:sp>
          <p:nvSpPr>
            <p:cNvPr id="19521" name="Line 65"/>
            <p:cNvSpPr/>
            <p:nvPr/>
          </p:nvSpPr>
          <p:spPr>
            <a:xfrm flipH="1">
              <a:off x="1290" y="1654"/>
              <a:ext cx="214" cy="362"/>
            </a:xfrm>
            <a:prstGeom prst="line">
              <a:avLst/>
            </a:prstGeom>
            <a:ln w="19050" cap="flat" cmpd="sng">
              <a:solidFill>
                <a:schemeClr val="bg1"/>
              </a:solidFill>
              <a:prstDash val="solid"/>
              <a:round/>
              <a:headEnd type="none" w="med" len="med"/>
              <a:tailEnd type="none" w="med" len="med"/>
            </a:ln>
          </p:spPr>
        </p:sp>
        <p:sp>
          <p:nvSpPr>
            <p:cNvPr id="19522" name="Line 66"/>
            <p:cNvSpPr/>
            <p:nvPr/>
          </p:nvSpPr>
          <p:spPr>
            <a:xfrm flipH="1">
              <a:off x="1341" y="1772"/>
              <a:ext cx="345" cy="563"/>
            </a:xfrm>
            <a:prstGeom prst="line">
              <a:avLst/>
            </a:prstGeom>
            <a:ln w="19050" cap="flat" cmpd="sng">
              <a:solidFill>
                <a:schemeClr val="bg1"/>
              </a:solidFill>
              <a:prstDash val="solid"/>
              <a:round/>
              <a:headEnd type="none" w="med" len="med"/>
              <a:tailEnd type="none" w="med" len="med"/>
            </a:ln>
          </p:spPr>
        </p:sp>
        <p:sp>
          <p:nvSpPr>
            <p:cNvPr id="19523" name="Line 67"/>
            <p:cNvSpPr/>
            <p:nvPr/>
          </p:nvSpPr>
          <p:spPr>
            <a:xfrm flipH="1">
              <a:off x="1431" y="1916"/>
              <a:ext cx="298" cy="517"/>
            </a:xfrm>
            <a:prstGeom prst="line">
              <a:avLst/>
            </a:prstGeom>
            <a:ln w="19050" cap="flat" cmpd="sng">
              <a:solidFill>
                <a:schemeClr val="bg1"/>
              </a:solidFill>
              <a:prstDash val="solid"/>
              <a:round/>
              <a:headEnd type="none" w="med" len="med"/>
              <a:tailEnd type="none" w="med" len="med"/>
            </a:ln>
          </p:spPr>
        </p:sp>
        <p:sp>
          <p:nvSpPr>
            <p:cNvPr id="19524" name="Line 68"/>
            <p:cNvSpPr/>
            <p:nvPr/>
          </p:nvSpPr>
          <p:spPr>
            <a:xfrm flipH="1">
              <a:off x="1242" y="1666"/>
              <a:ext cx="533" cy="839"/>
            </a:xfrm>
            <a:prstGeom prst="line">
              <a:avLst/>
            </a:prstGeom>
            <a:ln w="28575" cap="flat" cmpd="sng">
              <a:solidFill>
                <a:srgbClr val="FF00FF"/>
              </a:solidFill>
              <a:prstDash val="solid"/>
              <a:round/>
              <a:headEnd type="none" w="med" len="med"/>
              <a:tailEnd type="none" w="med" len="med"/>
            </a:ln>
          </p:spPr>
        </p:sp>
        <p:grpSp>
          <p:nvGrpSpPr>
            <p:cNvPr id="19525" name="Group 69"/>
            <p:cNvGrpSpPr/>
            <p:nvPr/>
          </p:nvGrpSpPr>
          <p:grpSpPr>
            <a:xfrm>
              <a:off x="1771" y="1523"/>
              <a:ext cx="173" cy="165"/>
              <a:chOff x="2239" y="2791"/>
              <a:chExt cx="173" cy="165"/>
            </a:xfrm>
          </p:grpSpPr>
          <p:sp>
            <p:nvSpPr>
              <p:cNvPr id="19526" name="WordArt 70"/>
              <p:cNvSpPr>
                <a:spLocks noTextEdit="1"/>
              </p:cNvSpPr>
              <p:nvPr/>
            </p:nvSpPr>
            <p:spPr>
              <a:xfrm>
                <a:off x="2239" y="2791"/>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9527" name="WordArt 71"/>
              <p:cNvSpPr>
                <a:spLocks noTextEdit="1"/>
              </p:cNvSpPr>
              <p:nvPr/>
            </p:nvSpPr>
            <p:spPr>
              <a:xfrm>
                <a:off x="2343" y="2895"/>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grpSp>
        <p:sp>
          <p:nvSpPr>
            <p:cNvPr id="19528" name="Line 72"/>
            <p:cNvSpPr/>
            <p:nvPr/>
          </p:nvSpPr>
          <p:spPr>
            <a:xfrm flipH="1">
              <a:off x="1729" y="1942"/>
              <a:ext cx="98" cy="170"/>
            </a:xfrm>
            <a:prstGeom prst="line">
              <a:avLst/>
            </a:prstGeom>
            <a:ln w="38100" cap="flat" cmpd="sng">
              <a:solidFill>
                <a:schemeClr val="tx1"/>
              </a:solidFill>
              <a:prstDash val="solid"/>
              <a:round/>
              <a:headEnd type="none" w="med" len="med"/>
              <a:tailEnd type="none" w="med" len="med"/>
            </a:ln>
          </p:spPr>
        </p:sp>
        <p:sp>
          <p:nvSpPr>
            <p:cNvPr id="19529" name="Line 73"/>
            <p:cNvSpPr/>
            <p:nvPr/>
          </p:nvSpPr>
          <p:spPr>
            <a:xfrm flipH="1">
              <a:off x="1951" y="1948"/>
              <a:ext cx="98" cy="170"/>
            </a:xfrm>
            <a:prstGeom prst="line">
              <a:avLst/>
            </a:prstGeom>
            <a:ln w="38100" cap="flat" cmpd="sng">
              <a:solidFill>
                <a:schemeClr val="tx1"/>
              </a:solidFill>
              <a:prstDash val="solid"/>
              <a:round/>
              <a:headEnd type="none" w="med" len="med"/>
              <a:tailEnd type="none" w="med" len="med"/>
            </a:ln>
          </p:spPr>
        </p:sp>
        <p:sp>
          <p:nvSpPr>
            <p:cNvPr id="19530" name="Line 74"/>
            <p:cNvSpPr/>
            <p:nvPr/>
          </p:nvSpPr>
          <p:spPr>
            <a:xfrm flipH="1">
              <a:off x="1492" y="1941"/>
              <a:ext cx="104" cy="170"/>
            </a:xfrm>
            <a:prstGeom prst="line">
              <a:avLst/>
            </a:prstGeom>
            <a:ln w="38100" cap="flat" cmpd="sng">
              <a:solidFill>
                <a:schemeClr val="tx1"/>
              </a:solidFill>
              <a:prstDash val="solid"/>
              <a:round/>
              <a:headEnd type="none" w="med" len="med"/>
              <a:tailEnd type="none" w="med" len="med"/>
            </a:ln>
          </p:spPr>
        </p:sp>
        <p:sp>
          <p:nvSpPr>
            <p:cNvPr id="19531" name="Line 75"/>
            <p:cNvSpPr/>
            <p:nvPr/>
          </p:nvSpPr>
          <p:spPr>
            <a:xfrm flipH="1">
              <a:off x="1510" y="1388"/>
              <a:ext cx="16" cy="1245"/>
            </a:xfrm>
            <a:prstGeom prst="line">
              <a:avLst/>
            </a:prstGeom>
            <a:ln w="9525" cap="flat" cmpd="sng">
              <a:solidFill>
                <a:schemeClr val="tx1"/>
              </a:solidFill>
              <a:prstDash val="dash"/>
              <a:round/>
              <a:headEnd type="none" w="med" len="med"/>
              <a:tailEnd type="none" w="med" len="med"/>
            </a:ln>
          </p:spPr>
        </p:sp>
        <p:sp>
          <p:nvSpPr>
            <p:cNvPr id="19532" name="Arc 76"/>
            <p:cNvSpPr/>
            <p:nvPr/>
          </p:nvSpPr>
          <p:spPr>
            <a:xfrm>
              <a:off x="1518" y="1568"/>
              <a:ext cx="210" cy="179"/>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flat" cmpd="sng">
              <a:solidFill>
                <a:srgbClr val="CC0000"/>
              </a:solidFill>
              <a:prstDash val="solid"/>
              <a:round/>
              <a:headEnd type="none" w="med" len="med"/>
              <a:tailEnd type="none" w="med" len="med"/>
            </a:ln>
          </p:spPr>
          <p:txBody>
            <a:bodyPr/>
            <a:lstStyle/>
            <a:p>
              <a:endParaRPr lang="zh-CN" altLang="en-US"/>
            </a:p>
          </p:txBody>
        </p:sp>
        <p:sp>
          <p:nvSpPr>
            <p:cNvPr id="19533" name="WordArt 77"/>
            <p:cNvSpPr>
              <a:spLocks noTextEdit="1"/>
            </p:cNvSpPr>
            <p:nvPr/>
          </p:nvSpPr>
          <p:spPr>
            <a:xfrm>
              <a:off x="1614" y="1427"/>
              <a:ext cx="100" cy="10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CC0000"/>
                    </a:solidFill>
                    <a:prstDash val="solid"/>
                    <a:round/>
                    <a:headEnd type="none" w="med" len="med"/>
                    <a:tailEnd type="none" w="med" len="med"/>
                  </a:ln>
                  <a:solidFill>
                    <a:srgbClr val="CC0000"/>
                  </a:solidFill>
                  <a:latin typeface="Symbol" panose="05050102010706020507" charset="0"/>
                  <a:ea typeface="Symbol" panose="05050102010706020507" charset="0"/>
                </a:rPr>
                <a:t>a</a:t>
              </a:r>
            </a:p>
          </p:txBody>
        </p:sp>
        <p:grpSp>
          <p:nvGrpSpPr>
            <p:cNvPr id="19534" name="Group 78"/>
            <p:cNvGrpSpPr/>
            <p:nvPr/>
          </p:nvGrpSpPr>
          <p:grpSpPr>
            <a:xfrm>
              <a:off x="1933" y="2186"/>
              <a:ext cx="632" cy="200"/>
              <a:chOff x="4580" y="3383"/>
              <a:chExt cx="772" cy="247"/>
            </a:xfrm>
          </p:grpSpPr>
          <p:sp>
            <p:nvSpPr>
              <p:cNvPr id="19535" name="WordArt 79"/>
              <p:cNvSpPr>
                <a:spLocks noTextEdit="1"/>
              </p:cNvSpPr>
              <p:nvPr/>
            </p:nvSpPr>
            <p:spPr>
              <a:xfrm>
                <a:off x="4716" y="3544"/>
                <a:ext cx="62" cy="8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sp>
            <p:nvSpPr>
              <p:cNvPr id="19536" name="WordArt 80"/>
              <p:cNvSpPr>
                <a:spLocks noTextEdit="1"/>
              </p:cNvSpPr>
              <p:nvPr/>
            </p:nvSpPr>
            <p:spPr>
              <a:xfrm>
                <a:off x="4580" y="3438"/>
                <a:ext cx="137" cy="177"/>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grpSp>
            <p:nvGrpSpPr>
              <p:cNvPr id="19537" name="Group 81"/>
              <p:cNvGrpSpPr/>
              <p:nvPr/>
            </p:nvGrpSpPr>
            <p:grpSpPr>
              <a:xfrm>
                <a:off x="4831" y="3383"/>
                <a:ext cx="521" cy="236"/>
                <a:chOff x="4964" y="402"/>
                <a:chExt cx="521" cy="236"/>
              </a:xfrm>
            </p:grpSpPr>
            <p:sp>
              <p:nvSpPr>
                <p:cNvPr id="19538" name="WordArt 82"/>
                <p:cNvSpPr>
                  <a:spLocks noTextEdit="1"/>
                </p:cNvSpPr>
                <p:nvPr/>
              </p:nvSpPr>
              <p:spPr>
                <a:xfrm>
                  <a:off x="4964" y="503"/>
                  <a:ext cx="309" cy="13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cos</a:t>
                  </a:r>
                </a:p>
              </p:txBody>
            </p:sp>
            <p:sp>
              <p:nvSpPr>
                <p:cNvPr id="19539" name="WordArt 83"/>
                <p:cNvSpPr>
                  <a:spLocks noTextEdit="1"/>
                </p:cNvSpPr>
                <p:nvPr/>
              </p:nvSpPr>
              <p:spPr>
                <a:xfrm>
                  <a:off x="5356" y="488"/>
                  <a:ext cx="129" cy="15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9540" name="WordArt 84"/>
                <p:cNvSpPr>
                  <a:spLocks noTextEdit="1"/>
                </p:cNvSpPr>
                <p:nvPr/>
              </p:nvSpPr>
              <p:spPr>
                <a:xfrm>
                  <a:off x="5276" y="402"/>
                  <a:ext cx="60" cy="8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grpSp>
        </p:grpSp>
        <p:grpSp>
          <p:nvGrpSpPr>
            <p:cNvPr id="19541" name="Group 85"/>
            <p:cNvGrpSpPr/>
            <p:nvPr/>
          </p:nvGrpSpPr>
          <p:grpSpPr>
            <a:xfrm>
              <a:off x="680" y="2267"/>
              <a:ext cx="190" cy="182"/>
              <a:chOff x="2111" y="675"/>
              <a:chExt cx="126" cy="120"/>
            </a:xfrm>
          </p:grpSpPr>
          <p:sp>
            <p:nvSpPr>
              <p:cNvPr id="19542" name="WordArt 86"/>
              <p:cNvSpPr>
                <a:spLocks noTextEdit="1"/>
              </p:cNvSpPr>
              <p:nvPr/>
            </p:nvSpPr>
            <p:spPr>
              <a:xfrm>
                <a:off x="2193" y="748"/>
                <a:ext cx="44" cy="47"/>
              </a:xfrm>
              <a:prstGeom prst="rect">
                <a:avLst/>
              </a:prstGeom>
            </p:spPr>
            <p:txBody>
              <a:bodyPr wrap="none" fromWordArt="1">
                <a:prstTxWarp prst="textPlain">
                  <a:avLst>
                    <a:gd name="adj" fmla="val 56523"/>
                  </a:avLst>
                </a:prstTxWarp>
                <a:normAutofit/>
              </a:bodyPr>
              <a:lstStyle/>
              <a:p>
                <a:pPr algn="ctr"/>
                <a:r>
                  <a:rPr lang="zh-CN" altLang="en-US" sz="800"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O</a:t>
                </a:r>
              </a:p>
            </p:txBody>
          </p:sp>
          <p:sp>
            <p:nvSpPr>
              <p:cNvPr id="19543" name="WordArt 87"/>
              <p:cNvSpPr>
                <a:spLocks noTextEdit="1"/>
              </p:cNvSpPr>
              <p:nvPr/>
            </p:nvSpPr>
            <p:spPr>
              <a:xfrm>
                <a:off x="2111" y="675"/>
                <a:ext cx="80" cy="114"/>
              </a:xfrm>
              <a:prstGeom prst="rect">
                <a:avLst/>
              </a:prstGeom>
            </p:spPr>
            <p:txBody>
              <a:bodyPr wrap="none" fromWordArt="1">
                <a:prstTxWarp prst="textPlain">
                  <a:avLst>
                    <a:gd name="adj" fmla="val 50000"/>
                  </a:avLst>
                </a:prstTxWarp>
                <a:normAutofit/>
              </a:bodyPr>
              <a:lstStyle/>
              <a:p>
                <a:pPr algn="ctr"/>
                <a:r>
                  <a:rPr lang="zh-CN" altLang="en-US" sz="3600" b="1" i="1">
                    <a:ln w="317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grpSp>
        <p:sp>
          <p:nvSpPr>
            <p:cNvPr id="19544" name="Line 88"/>
            <p:cNvSpPr/>
            <p:nvPr/>
          </p:nvSpPr>
          <p:spPr>
            <a:xfrm flipH="1">
              <a:off x="2865" y="1623"/>
              <a:ext cx="533" cy="839"/>
            </a:xfrm>
            <a:prstGeom prst="line">
              <a:avLst/>
            </a:prstGeom>
            <a:ln w="9525" cap="flat" cmpd="sng">
              <a:solidFill>
                <a:srgbClr val="FF00FF"/>
              </a:solidFill>
              <a:prstDash val="dash"/>
              <a:round/>
              <a:headEnd type="none" w="med" len="med"/>
              <a:tailEnd type="none" w="med" len="med"/>
            </a:ln>
          </p:spPr>
        </p:sp>
        <p:grpSp>
          <p:nvGrpSpPr>
            <p:cNvPr id="19545" name="Group 89"/>
            <p:cNvGrpSpPr/>
            <p:nvPr/>
          </p:nvGrpSpPr>
          <p:grpSpPr>
            <a:xfrm>
              <a:off x="3308" y="1418"/>
              <a:ext cx="157" cy="149"/>
              <a:chOff x="2239" y="2791"/>
              <a:chExt cx="173" cy="165"/>
            </a:xfrm>
          </p:grpSpPr>
          <p:sp>
            <p:nvSpPr>
              <p:cNvPr id="19546" name="WordArt 90"/>
              <p:cNvSpPr>
                <a:spLocks noTextEdit="1"/>
              </p:cNvSpPr>
              <p:nvPr/>
            </p:nvSpPr>
            <p:spPr>
              <a:xfrm>
                <a:off x="2239" y="2791"/>
                <a:ext cx="154" cy="133"/>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P</a:t>
                </a:r>
              </a:p>
            </p:txBody>
          </p:sp>
          <p:sp>
            <p:nvSpPr>
              <p:cNvPr id="19547" name="WordArt 91"/>
              <p:cNvSpPr>
                <a:spLocks noTextEdit="1"/>
              </p:cNvSpPr>
              <p:nvPr/>
            </p:nvSpPr>
            <p:spPr>
              <a:xfrm>
                <a:off x="2343" y="2895"/>
                <a:ext cx="69" cy="6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宋体" panose="02010600030101010101" pitchFamily="2" charset="-122"/>
                    <a:ea typeface="宋体" panose="02010600030101010101" pitchFamily="2" charset="-122"/>
                  </a:rPr>
                  <a:t>1</a:t>
                </a:r>
              </a:p>
            </p:txBody>
          </p:sp>
        </p:grpSp>
        <p:sp>
          <p:nvSpPr>
            <p:cNvPr id="19548" name="Line 92"/>
            <p:cNvSpPr/>
            <p:nvPr/>
          </p:nvSpPr>
          <p:spPr>
            <a:xfrm flipH="1">
              <a:off x="3141" y="1376"/>
              <a:ext cx="16" cy="1245"/>
            </a:xfrm>
            <a:prstGeom prst="line">
              <a:avLst/>
            </a:prstGeom>
            <a:ln w="9525" cap="flat" cmpd="sng">
              <a:solidFill>
                <a:schemeClr val="tx1"/>
              </a:solidFill>
              <a:prstDash val="dash"/>
              <a:round/>
              <a:headEnd type="none" w="med" len="med"/>
              <a:tailEnd type="none" w="med" len="med"/>
            </a:ln>
          </p:spPr>
        </p:sp>
        <p:sp>
          <p:nvSpPr>
            <p:cNvPr id="19549" name="Arc 93"/>
            <p:cNvSpPr/>
            <p:nvPr/>
          </p:nvSpPr>
          <p:spPr>
            <a:xfrm>
              <a:off x="3111" y="1839"/>
              <a:ext cx="189" cy="122"/>
            </a:xfrm>
            <a:custGeom>
              <a:avLst/>
              <a:gdLst/>
              <a:ahLst/>
              <a:cxnLst>
                <a:cxn ang="0">
                  <a:pos x="0" y="0"/>
                </a:cxn>
                <a:cxn ang="0">
                  <a:pos x="0" y="0"/>
                </a:cxn>
                <a:cxn ang="0">
                  <a:pos x="0" y="0"/>
                </a:cxn>
              </a:cxnLst>
              <a:rect l="0" t="0" r="0" b="0"/>
              <a:pathLst>
                <a:path w="20786" h="14128" fill="none">
                  <a:moveTo>
                    <a:pt x="16338" y="0"/>
                  </a:moveTo>
                  <a:cubicBezTo>
                    <a:pt x="18407" y="2392"/>
                    <a:pt x="19925" y="5210"/>
                    <a:pt x="20785" y="8254"/>
                  </a:cubicBezTo>
                </a:path>
                <a:path w="20786" h="14128" stroke="0">
                  <a:moveTo>
                    <a:pt x="16338" y="0"/>
                  </a:moveTo>
                  <a:cubicBezTo>
                    <a:pt x="18407" y="2392"/>
                    <a:pt x="19925" y="5210"/>
                    <a:pt x="20785" y="8254"/>
                  </a:cubicBezTo>
                  <a:lnTo>
                    <a:pt x="0" y="14128"/>
                  </a:lnTo>
                  <a:lnTo>
                    <a:pt x="16338" y="0"/>
                  </a:lnTo>
                  <a:close/>
                </a:path>
              </a:pathLst>
            </a:custGeom>
            <a:noFill/>
            <a:ln w="28575" cap="flat" cmpd="sng">
              <a:solidFill>
                <a:schemeClr val="accent2"/>
              </a:solidFill>
              <a:prstDash val="solid"/>
              <a:round/>
              <a:headEnd type="none" w="med" len="med"/>
              <a:tailEnd type="none" w="med" len="med"/>
            </a:ln>
          </p:spPr>
          <p:txBody>
            <a:bodyPr/>
            <a:lstStyle/>
            <a:p>
              <a:endParaRPr lang="zh-CN" altLang="en-US"/>
            </a:p>
          </p:txBody>
        </p:sp>
        <p:grpSp>
          <p:nvGrpSpPr>
            <p:cNvPr id="19550" name="Group 94"/>
            <p:cNvGrpSpPr/>
            <p:nvPr/>
          </p:nvGrpSpPr>
          <p:grpSpPr>
            <a:xfrm>
              <a:off x="3844" y="2220"/>
              <a:ext cx="632" cy="200"/>
              <a:chOff x="4580" y="3383"/>
              <a:chExt cx="772" cy="247"/>
            </a:xfrm>
          </p:grpSpPr>
          <p:sp>
            <p:nvSpPr>
              <p:cNvPr id="19551" name="WordArt 95"/>
              <p:cNvSpPr>
                <a:spLocks noTextEdit="1"/>
              </p:cNvSpPr>
              <p:nvPr/>
            </p:nvSpPr>
            <p:spPr>
              <a:xfrm>
                <a:off x="4716" y="3544"/>
                <a:ext cx="62" cy="8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sp>
            <p:nvSpPr>
              <p:cNvPr id="19552" name="WordArt 96"/>
              <p:cNvSpPr>
                <a:spLocks noTextEdit="1"/>
              </p:cNvSpPr>
              <p:nvPr/>
            </p:nvSpPr>
            <p:spPr>
              <a:xfrm>
                <a:off x="4580" y="3438"/>
                <a:ext cx="137" cy="177"/>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grpSp>
            <p:nvGrpSpPr>
              <p:cNvPr id="19553" name="Group 97"/>
              <p:cNvGrpSpPr/>
              <p:nvPr/>
            </p:nvGrpSpPr>
            <p:grpSpPr>
              <a:xfrm>
                <a:off x="4831" y="3383"/>
                <a:ext cx="521" cy="236"/>
                <a:chOff x="4964" y="402"/>
                <a:chExt cx="521" cy="236"/>
              </a:xfrm>
            </p:grpSpPr>
            <p:sp>
              <p:nvSpPr>
                <p:cNvPr id="19554" name="WordArt 98"/>
                <p:cNvSpPr>
                  <a:spLocks noTextEdit="1"/>
                </p:cNvSpPr>
                <p:nvPr/>
              </p:nvSpPr>
              <p:spPr>
                <a:xfrm>
                  <a:off x="4964" y="503"/>
                  <a:ext cx="309" cy="13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cos</a:t>
                  </a:r>
                </a:p>
              </p:txBody>
            </p:sp>
            <p:sp>
              <p:nvSpPr>
                <p:cNvPr id="19555" name="WordArt 99"/>
                <p:cNvSpPr>
                  <a:spLocks noTextEdit="1"/>
                </p:cNvSpPr>
                <p:nvPr/>
              </p:nvSpPr>
              <p:spPr>
                <a:xfrm>
                  <a:off x="5356" y="488"/>
                  <a:ext cx="129" cy="15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9556" name="WordArt 100"/>
                <p:cNvSpPr>
                  <a:spLocks noTextEdit="1"/>
                </p:cNvSpPr>
                <p:nvPr/>
              </p:nvSpPr>
              <p:spPr>
                <a:xfrm>
                  <a:off x="5276" y="402"/>
                  <a:ext cx="60" cy="8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grpSp>
        </p:grpSp>
        <p:sp>
          <p:nvSpPr>
            <p:cNvPr id="19557" name="WordArt 101"/>
            <p:cNvSpPr>
              <a:spLocks noTextEdit="1"/>
            </p:cNvSpPr>
            <p:nvPr/>
          </p:nvSpPr>
          <p:spPr>
            <a:xfrm>
              <a:off x="4526" y="2298"/>
              <a:ext cx="253" cy="10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cos</a:t>
              </a:r>
            </a:p>
          </p:txBody>
        </p:sp>
        <p:sp>
          <p:nvSpPr>
            <p:cNvPr id="19558" name="WordArt 102"/>
            <p:cNvSpPr>
              <a:spLocks noTextEdit="1"/>
            </p:cNvSpPr>
            <p:nvPr/>
          </p:nvSpPr>
          <p:spPr>
            <a:xfrm>
              <a:off x="4782" y="2216"/>
              <a:ext cx="49" cy="6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sp>
          <p:nvSpPr>
            <p:cNvPr id="19559" name="WordArt 103"/>
            <p:cNvSpPr>
              <a:spLocks noTextEdit="1"/>
            </p:cNvSpPr>
            <p:nvPr/>
          </p:nvSpPr>
          <p:spPr>
            <a:xfrm>
              <a:off x="4842" y="2280"/>
              <a:ext cx="43" cy="14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19560" name="WordArt 104"/>
            <p:cNvSpPr>
              <a:spLocks noTextEdit="1"/>
            </p:cNvSpPr>
            <p:nvPr/>
          </p:nvSpPr>
          <p:spPr>
            <a:xfrm flipH="1">
              <a:off x="5363" y="2277"/>
              <a:ext cx="43" cy="14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nvGrpSpPr>
            <p:cNvPr id="19561" name="Group 105"/>
            <p:cNvGrpSpPr/>
            <p:nvPr/>
          </p:nvGrpSpPr>
          <p:grpSpPr>
            <a:xfrm>
              <a:off x="4917" y="2274"/>
              <a:ext cx="413" cy="134"/>
              <a:chOff x="1370" y="3081"/>
              <a:chExt cx="413" cy="134"/>
            </a:xfrm>
          </p:grpSpPr>
          <p:grpSp>
            <p:nvGrpSpPr>
              <p:cNvPr id="19562" name="Group 106"/>
              <p:cNvGrpSpPr/>
              <p:nvPr/>
            </p:nvGrpSpPr>
            <p:grpSpPr>
              <a:xfrm>
                <a:off x="1370" y="3081"/>
                <a:ext cx="180" cy="131"/>
                <a:chOff x="1927" y="2990"/>
                <a:chExt cx="227" cy="170"/>
              </a:xfrm>
            </p:grpSpPr>
            <p:sp>
              <p:nvSpPr>
                <p:cNvPr id="19563" name="WordArt 107"/>
                <p:cNvSpPr>
                  <a:spLocks noTextEdit="1"/>
                </p:cNvSpPr>
                <p:nvPr/>
              </p:nvSpPr>
              <p:spPr>
                <a:xfrm>
                  <a:off x="1927" y="3026"/>
                  <a:ext cx="181" cy="134"/>
                </a:xfrm>
                <a:prstGeom prst="rect">
                  <a:avLst/>
                </a:prstGeom>
              </p:spPr>
              <p:txBody>
                <a:bodyPr wrap="none" fromWordArt="1">
                  <a:prstTxWarp prst="textPlain">
                    <a:avLst>
                      <a:gd name="adj" fmla="val 4931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90</a:t>
                  </a:r>
                </a:p>
              </p:txBody>
            </p:sp>
            <p:sp>
              <p:nvSpPr>
                <p:cNvPr id="19564" name="Oval 108"/>
                <p:cNvSpPr/>
                <p:nvPr/>
              </p:nvSpPr>
              <p:spPr>
                <a:xfrm>
                  <a:off x="2112" y="2990"/>
                  <a:ext cx="42" cy="42"/>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19565" name="Line 109"/>
              <p:cNvSpPr/>
              <p:nvPr/>
            </p:nvSpPr>
            <p:spPr>
              <a:xfrm>
                <a:off x="1549" y="3152"/>
                <a:ext cx="109" cy="0"/>
              </a:xfrm>
              <a:prstGeom prst="line">
                <a:avLst/>
              </a:prstGeom>
              <a:ln w="38100" cap="flat" cmpd="sng">
                <a:solidFill>
                  <a:schemeClr val="tx1"/>
                </a:solidFill>
                <a:prstDash val="solid"/>
                <a:round/>
                <a:headEnd type="none" w="med" len="med"/>
                <a:tailEnd type="none" w="med" len="med"/>
              </a:ln>
            </p:spPr>
          </p:sp>
          <p:sp>
            <p:nvSpPr>
              <p:cNvPr id="19566" name="WordArt 110"/>
              <p:cNvSpPr>
                <a:spLocks noTextEdit="1"/>
              </p:cNvSpPr>
              <p:nvPr/>
            </p:nvSpPr>
            <p:spPr>
              <a:xfrm>
                <a:off x="1683" y="3108"/>
                <a:ext cx="100" cy="107"/>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CC0000"/>
                      </a:solidFill>
                      <a:prstDash val="solid"/>
                      <a:round/>
                      <a:headEnd type="none" w="med" len="med"/>
                      <a:tailEnd type="none" w="med" len="med"/>
                    </a:ln>
                    <a:solidFill>
                      <a:srgbClr val="CC0000"/>
                    </a:solidFill>
                    <a:latin typeface="Symbol" panose="05050102010706020507" charset="0"/>
                    <a:ea typeface="Symbol" panose="05050102010706020507" charset="0"/>
                  </a:rPr>
                  <a:t>a</a:t>
                </a:r>
              </a:p>
            </p:txBody>
          </p:sp>
        </p:grpSp>
        <p:grpSp>
          <p:nvGrpSpPr>
            <p:cNvPr id="19567" name="Group 111"/>
            <p:cNvGrpSpPr/>
            <p:nvPr/>
          </p:nvGrpSpPr>
          <p:grpSpPr>
            <a:xfrm rot="5400000">
              <a:off x="3670" y="2250"/>
              <a:ext cx="53" cy="158"/>
              <a:chOff x="2928" y="3216"/>
              <a:chExt cx="48" cy="240"/>
            </a:xfrm>
          </p:grpSpPr>
          <p:sp>
            <p:nvSpPr>
              <p:cNvPr id="19568" name="Line 112"/>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19569" name="Line 113"/>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19570" name="WordArt 114"/>
            <p:cNvSpPr>
              <a:spLocks noTextEdit="1"/>
            </p:cNvSpPr>
            <p:nvPr/>
          </p:nvSpPr>
          <p:spPr>
            <a:xfrm>
              <a:off x="3427" y="2232"/>
              <a:ext cx="137" cy="177"/>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sp>
          <p:nvSpPr>
            <p:cNvPr id="19571" name="Line 115"/>
            <p:cNvSpPr/>
            <p:nvPr/>
          </p:nvSpPr>
          <p:spPr>
            <a:xfrm flipH="1">
              <a:off x="2430" y="1944"/>
              <a:ext cx="98" cy="170"/>
            </a:xfrm>
            <a:prstGeom prst="line">
              <a:avLst/>
            </a:prstGeom>
            <a:ln w="38100" cap="flat" cmpd="sng">
              <a:solidFill>
                <a:schemeClr val="tx1"/>
              </a:solidFill>
              <a:prstDash val="solid"/>
              <a:round/>
              <a:headEnd type="none" w="med" len="med"/>
              <a:tailEnd type="none" w="med" len="med"/>
            </a:ln>
          </p:spPr>
        </p:sp>
        <p:sp>
          <p:nvSpPr>
            <p:cNvPr id="19572" name="Line 116"/>
            <p:cNvSpPr/>
            <p:nvPr/>
          </p:nvSpPr>
          <p:spPr>
            <a:xfrm flipH="1">
              <a:off x="2186" y="1948"/>
              <a:ext cx="98" cy="170"/>
            </a:xfrm>
            <a:prstGeom prst="line">
              <a:avLst/>
            </a:prstGeom>
            <a:ln w="38100" cap="flat" cmpd="sng">
              <a:solidFill>
                <a:schemeClr val="tx1"/>
              </a:solidFill>
              <a:prstDash val="solid"/>
              <a:round/>
              <a:headEnd type="none" w="med" len="med"/>
              <a:tailEnd type="none" w="med" len="med"/>
            </a:ln>
          </p:spPr>
        </p:sp>
        <p:sp>
          <p:nvSpPr>
            <p:cNvPr id="19573" name="Line 117"/>
            <p:cNvSpPr/>
            <p:nvPr/>
          </p:nvSpPr>
          <p:spPr>
            <a:xfrm flipV="1">
              <a:off x="4044" y="1966"/>
              <a:ext cx="188" cy="132"/>
            </a:xfrm>
            <a:prstGeom prst="line">
              <a:avLst/>
            </a:prstGeom>
            <a:ln w="38100" cap="flat" cmpd="sng">
              <a:solidFill>
                <a:schemeClr val="tx1"/>
              </a:solidFill>
              <a:prstDash val="solid"/>
              <a:round/>
              <a:headEnd type="none" w="med" len="med"/>
              <a:tailEnd type="none" w="med" len="med"/>
            </a:ln>
          </p:spPr>
        </p:sp>
        <p:sp>
          <p:nvSpPr>
            <p:cNvPr id="19574" name="Line 118"/>
            <p:cNvSpPr/>
            <p:nvPr/>
          </p:nvSpPr>
          <p:spPr>
            <a:xfrm flipV="1">
              <a:off x="4358" y="1945"/>
              <a:ext cx="188" cy="132"/>
            </a:xfrm>
            <a:prstGeom prst="line">
              <a:avLst/>
            </a:prstGeom>
            <a:ln w="38100" cap="flat" cmpd="sng">
              <a:solidFill>
                <a:schemeClr val="tx1"/>
              </a:solidFill>
              <a:prstDash val="solid"/>
              <a:round/>
              <a:headEnd type="none" w="med" len="med"/>
              <a:tailEnd type="none" w="med" len="med"/>
            </a:ln>
          </p:spPr>
        </p:sp>
      </p:grpSp>
      <p:grpSp>
        <p:nvGrpSpPr>
          <p:cNvPr id="22" name="Group 119"/>
          <p:cNvGrpSpPr/>
          <p:nvPr/>
        </p:nvGrpSpPr>
        <p:grpSpPr>
          <a:xfrm>
            <a:off x="5746750" y="4092575"/>
            <a:ext cx="2235200" cy="323850"/>
            <a:chOff x="3620" y="2578"/>
            <a:chExt cx="1408" cy="204"/>
          </a:xfrm>
        </p:grpSpPr>
        <p:grpSp>
          <p:nvGrpSpPr>
            <p:cNvPr id="19576" name="Group 120"/>
            <p:cNvGrpSpPr/>
            <p:nvPr/>
          </p:nvGrpSpPr>
          <p:grpSpPr>
            <a:xfrm rot="5400000">
              <a:off x="3666" y="2612"/>
              <a:ext cx="53" cy="158"/>
              <a:chOff x="2928" y="3216"/>
              <a:chExt cx="48" cy="240"/>
            </a:xfrm>
          </p:grpSpPr>
          <p:sp>
            <p:nvSpPr>
              <p:cNvPr id="19577" name="Line 121"/>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19578" name="Line 122"/>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19579" name="Group 123"/>
            <p:cNvGrpSpPr/>
            <p:nvPr/>
          </p:nvGrpSpPr>
          <p:grpSpPr>
            <a:xfrm>
              <a:off x="3878" y="2627"/>
              <a:ext cx="162" cy="155"/>
              <a:chOff x="3878" y="2627"/>
              <a:chExt cx="162" cy="155"/>
            </a:xfrm>
          </p:grpSpPr>
          <p:sp>
            <p:nvSpPr>
              <p:cNvPr id="19580" name="WordArt 124"/>
              <p:cNvSpPr>
                <a:spLocks noTextEdit="1"/>
              </p:cNvSpPr>
              <p:nvPr/>
            </p:nvSpPr>
            <p:spPr>
              <a:xfrm>
                <a:off x="3989" y="2712"/>
                <a:ext cx="51" cy="7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sp>
            <p:nvSpPr>
              <p:cNvPr id="19581" name="WordArt 125"/>
              <p:cNvSpPr>
                <a:spLocks noTextEdit="1"/>
              </p:cNvSpPr>
              <p:nvPr/>
            </p:nvSpPr>
            <p:spPr>
              <a:xfrm>
                <a:off x="3878" y="2627"/>
                <a:ext cx="112" cy="143"/>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grpSp>
        <p:grpSp>
          <p:nvGrpSpPr>
            <p:cNvPr id="19582" name="Group 126"/>
            <p:cNvGrpSpPr/>
            <p:nvPr/>
          </p:nvGrpSpPr>
          <p:grpSpPr>
            <a:xfrm>
              <a:off x="4083" y="2582"/>
              <a:ext cx="427" cy="191"/>
              <a:chOff x="4964" y="402"/>
              <a:chExt cx="521" cy="236"/>
            </a:xfrm>
          </p:grpSpPr>
          <p:sp>
            <p:nvSpPr>
              <p:cNvPr id="19583" name="WordArt 127"/>
              <p:cNvSpPr>
                <a:spLocks noTextEdit="1"/>
              </p:cNvSpPr>
              <p:nvPr/>
            </p:nvSpPr>
            <p:spPr>
              <a:xfrm>
                <a:off x="4964" y="503"/>
                <a:ext cx="309" cy="13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2"/>
                      </a:solidFill>
                      <a:prstDash val="solid"/>
                      <a:round/>
                      <a:headEnd type="none" w="med" len="med"/>
                      <a:tailEnd type="none" w="med" len="med"/>
                    </a:ln>
                    <a:solidFill>
                      <a:schemeClr val="tx2"/>
                    </a:solidFill>
                    <a:latin typeface="Times New Roman" panose="02020603050405020304" pitchFamily="18" charset="0"/>
                    <a:ea typeface="Times New Roman" panose="02020603050405020304" pitchFamily="18" charset="0"/>
                  </a:rPr>
                  <a:t>cos</a:t>
                </a:r>
              </a:p>
            </p:txBody>
          </p:sp>
          <p:sp>
            <p:nvSpPr>
              <p:cNvPr id="19584" name="WordArt 128"/>
              <p:cNvSpPr>
                <a:spLocks noTextEdit="1"/>
              </p:cNvSpPr>
              <p:nvPr/>
            </p:nvSpPr>
            <p:spPr>
              <a:xfrm>
                <a:off x="5356" y="488"/>
                <a:ext cx="129" cy="15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9585" name="WordArt 129"/>
              <p:cNvSpPr>
                <a:spLocks noTextEdit="1"/>
              </p:cNvSpPr>
              <p:nvPr/>
            </p:nvSpPr>
            <p:spPr>
              <a:xfrm>
                <a:off x="5276" y="402"/>
                <a:ext cx="60" cy="8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grpSp>
        <p:sp>
          <p:nvSpPr>
            <p:cNvPr id="19586" name="WordArt 130"/>
            <p:cNvSpPr>
              <a:spLocks noTextEdit="1"/>
            </p:cNvSpPr>
            <p:nvPr/>
          </p:nvSpPr>
          <p:spPr>
            <a:xfrm>
              <a:off x="4816" y="2578"/>
              <a:ext cx="49" cy="6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sp>
          <p:nvSpPr>
            <p:cNvPr id="19587" name="WordArt 131"/>
            <p:cNvSpPr>
              <a:spLocks noTextEdit="1"/>
            </p:cNvSpPr>
            <p:nvPr/>
          </p:nvSpPr>
          <p:spPr>
            <a:xfrm>
              <a:off x="4563" y="2627"/>
              <a:ext cx="242" cy="13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sin</a:t>
              </a:r>
            </a:p>
          </p:txBody>
        </p:sp>
        <p:sp>
          <p:nvSpPr>
            <p:cNvPr id="19588" name="WordArt 132"/>
            <p:cNvSpPr>
              <a:spLocks noTextEdit="1"/>
            </p:cNvSpPr>
            <p:nvPr/>
          </p:nvSpPr>
          <p:spPr>
            <a:xfrm>
              <a:off x="4922" y="2640"/>
              <a:ext cx="106" cy="121"/>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grpSp>
      <p:sp>
        <p:nvSpPr>
          <p:cNvPr id="15370" name="WordArt 134"/>
          <p:cNvSpPr>
            <a:spLocks noTextEdit="1"/>
          </p:cNvSpPr>
          <p:nvPr/>
        </p:nvSpPr>
        <p:spPr>
          <a:xfrm>
            <a:off x="4824413" y="836613"/>
            <a:ext cx="358775" cy="32385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2</a:t>
            </a:r>
          </a:p>
        </p:txBody>
      </p:sp>
      <p:grpSp>
        <p:nvGrpSpPr>
          <p:cNvPr id="26" name="Group 136"/>
          <p:cNvGrpSpPr/>
          <p:nvPr/>
        </p:nvGrpSpPr>
        <p:grpSpPr>
          <a:xfrm>
            <a:off x="5727700" y="4568825"/>
            <a:ext cx="2136775" cy="463550"/>
            <a:chOff x="3608" y="2878"/>
            <a:chExt cx="1346" cy="292"/>
          </a:xfrm>
        </p:grpSpPr>
        <p:grpSp>
          <p:nvGrpSpPr>
            <p:cNvPr id="19591" name="Group 137"/>
            <p:cNvGrpSpPr/>
            <p:nvPr/>
          </p:nvGrpSpPr>
          <p:grpSpPr>
            <a:xfrm rot="5400000">
              <a:off x="3654" y="2981"/>
              <a:ext cx="53" cy="158"/>
              <a:chOff x="2928" y="3216"/>
              <a:chExt cx="48" cy="240"/>
            </a:xfrm>
          </p:grpSpPr>
          <p:sp>
            <p:nvSpPr>
              <p:cNvPr id="19592" name="Line 138"/>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19593" name="Line 139"/>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19594" name="Group 140"/>
            <p:cNvGrpSpPr/>
            <p:nvPr/>
          </p:nvGrpSpPr>
          <p:grpSpPr>
            <a:xfrm>
              <a:off x="3858" y="2981"/>
              <a:ext cx="162" cy="155"/>
              <a:chOff x="3878" y="2627"/>
              <a:chExt cx="162" cy="155"/>
            </a:xfrm>
          </p:grpSpPr>
          <p:sp>
            <p:nvSpPr>
              <p:cNvPr id="19595" name="WordArt 141"/>
              <p:cNvSpPr>
                <a:spLocks noTextEdit="1"/>
              </p:cNvSpPr>
              <p:nvPr/>
            </p:nvSpPr>
            <p:spPr>
              <a:xfrm>
                <a:off x="3989" y="2712"/>
                <a:ext cx="51" cy="7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sp>
            <p:nvSpPr>
              <p:cNvPr id="19596" name="WordArt 142"/>
              <p:cNvSpPr>
                <a:spLocks noTextEdit="1"/>
              </p:cNvSpPr>
              <p:nvPr/>
            </p:nvSpPr>
            <p:spPr>
              <a:xfrm>
                <a:off x="3878" y="2627"/>
                <a:ext cx="112" cy="143"/>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grpSp>
        <p:sp>
          <p:nvSpPr>
            <p:cNvPr id="19597" name="WordArt 143"/>
            <p:cNvSpPr>
              <a:spLocks noTextEdit="1"/>
            </p:cNvSpPr>
            <p:nvPr/>
          </p:nvSpPr>
          <p:spPr>
            <a:xfrm>
              <a:off x="4075" y="2976"/>
              <a:ext cx="43" cy="14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nvGrpSpPr>
            <p:cNvPr id="19598" name="Group 144"/>
            <p:cNvGrpSpPr/>
            <p:nvPr/>
          </p:nvGrpSpPr>
          <p:grpSpPr>
            <a:xfrm>
              <a:off x="4164" y="2898"/>
              <a:ext cx="156" cy="272"/>
              <a:chOff x="4164" y="2898"/>
              <a:chExt cx="156" cy="272"/>
            </a:xfrm>
          </p:grpSpPr>
          <p:sp>
            <p:nvSpPr>
              <p:cNvPr id="19599" name="Line 145"/>
              <p:cNvSpPr/>
              <p:nvPr/>
            </p:nvSpPr>
            <p:spPr>
              <a:xfrm>
                <a:off x="4164" y="3035"/>
                <a:ext cx="156" cy="0"/>
              </a:xfrm>
              <a:prstGeom prst="line">
                <a:avLst/>
              </a:prstGeom>
              <a:ln w="28575" cap="flat" cmpd="sng">
                <a:solidFill>
                  <a:schemeClr val="tx1"/>
                </a:solidFill>
                <a:prstDash val="solid"/>
                <a:round/>
                <a:headEnd type="none" w="med" len="med"/>
                <a:tailEnd type="none" w="med" len="med"/>
              </a:ln>
            </p:spPr>
          </p:sp>
          <p:sp>
            <p:nvSpPr>
              <p:cNvPr id="19600" name="WordArt 146"/>
              <p:cNvSpPr>
                <a:spLocks noTextEdit="1"/>
              </p:cNvSpPr>
              <p:nvPr/>
            </p:nvSpPr>
            <p:spPr>
              <a:xfrm>
                <a:off x="4205" y="3065"/>
                <a:ext cx="57" cy="105"/>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sp>
            <p:nvSpPr>
              <p:cNvPr id="19601" name="WordArt 147"/>
              <p:cNvSpPr>
                <a:spLocks noTextEdit="1"/>
              </p:cNvSpPr>
              <p:nvPr/>
            </p:nvSpPr>
            <p:spPr>
              <a:xfrm>
                <a:off x="4216" y="2898"/>
                <a:ext cx="57" cy="105"/>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1</a:t>
                </a:r>
              </a:p>
            </p:txBody>
          </p:sp>
        </p:grpSp>
        <p:sp>
          <p:nvSpPr>
            <p:cNvPr id="19602" name="WordArt 148"/>
            <p:cNvSpPr>
              <a:spLocks noTextEdit="1"/>
            </p:cNvSpPr>
            <p:nvPr/>
          </p:nvSpPr>
          <p:spPr>
            <a:xfrm>
              <a:off x="4350" y="2966"/>
              <a:ext cx="242" cy="13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sin</a:t>
              </a:r>
            </a:p>
          </p:txBody>
        </p:sp>
        <p:sp>
          <p:nvSpPr>
            <p:cNvPr id="19603" name="WordArt 149"/>
            <p:cNvSpPr>
              <a:spLocks noTextEdit="1"/>
            </p:cNvSpPr>
            <p:nvPr/>
          </p:nvSpPr>
          <p:spPr>
            <a:xfrm>
              <a:off x="4613" y="2990"/>
              <a:ext cx="57" cy="105"/>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sp>
          <p:nvSpPr>
            <p:cNvPr id="19604" name="WordArt 150"/>
            <p:cNvSpPr>
              <a:spLocks noTextEdit="1"/>
            </p:cNvSpPr>
            <p:nvPr/>
          </p:nvSpPr>
          <p:spPr>
            <a:xfrm>
              <a:off x="4708" y="2979"/>
              <a:ext cx="106" cy="121"/>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sp>
          <p:nvSpPr>
            <p:cNvPr id="19605" name="WordArt 151"/>
            <p:cNvSpPr>
              <a:spLocks noTextEdit="1"/>
            </p:cNvSpPr>
            <p:nvPr/>
          </p:nvSpPr>
          <p:spPr>
            <a:xfrm flipH="1">
              <a:off x="4862" y="2957"/>
              <a:ext cx="43" cy="14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sp>
          <p:nvSpPr>
            <p:cNvPr id="19606" name="WordArt 152"/>
            <p:cNvSpPr>
              <a:spLocks noTextEdit="1"/>
            </p:cNvSpPr>
            <p:nvPr/>
          </p:nvSpPr>
          <p:spPr>
            <a:xfrm>
              <a:off x="4905" y="2878"/>
              <a:ext cx="49" cy="6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2</a:t>
              </a:r>
            </a:p>
          </p:txBody>
        </p:sp>
      </p:grpSp>
      <p:grpSp>
        <p:nvGrpSpPr>
          <p:cNvPr id="30" name="Group 153"/>
          <p:cNvGrpSpPr/>
          <p:nvPr/>
        </p:nvGrpSpPr>
        <p:grpSpPr>
          <a:xfrm>
            <a:off x="6919913" y="4794250"/>
            <a:ext cx="2051050" cy="606425"/>
            <a:chOff x="4359" y="3020"/>
            <a:chExt cx="1292" cy="382"/>
          </a:xfrm>
        </p:grpSpPr>
        <p:grpSp>
          <p:nvGrpSpPr>
            <p:cNvPr id="19608" name="Group 154"/>
            <p:cNvGrpSpPr/>
            <p:nvPr/>
          </p:nvGrpSpPr>
          <p:grpSpPr>
            <a:xfrm>
              <a:off x="5022" y="3044"/>
              <a:ext cx="605" cy="340"/>
              <a:chOff x="4633" y="3277"/>
              <a:chExt cx="605" cy="340"/>
            </a:xfrm>
          </p:grpSpPr>
          <p:sp>
            <p:nvSpPr>
              <p:cNvPr id="19609" name="WordArt 155"/>
              <p:cNvSpPr>
                <a:spLocks noTextEdit="1"/>
              </p:cNvSpPr>
              <p:nvPr/>
            </p:nvSpPr>
            <p:spPr>
              <a:xfrm>
                <a:off x="4633" y="3277"/>
                <a:ext cx="461" cy="132"/>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最大值为</a:t>
                </a:r>
              </a:p>
            </p:txBody>
          </p:sp>
          <p:sp>
            <p:nvSpPr>
              <p:cNvPr id="19610" name="WordArt 156"/>
              <p:cNvSpPr>
                <a:spLocks noTextEdit="1"/>
              </p:cNvSpPr>
              <p:nvPr/>
            </p:nvSpPr>
            <p:spPr>
              <a:xfrm>
                <a:off x="5139" y="3291"/>
                <a:ext cx="57" cy="105"/>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1</a:t>
                </a:r>
              </a:p>
            </p:txBody>
          </p:sp>
          <p:sp>
            <p:nvSpPr>
              <p:cNvPr id="19611" name="WordArt 157"/>
              <p:cNvSpPr>
                <a:spLocks noTextEdit="1"/>
              </p:cNvSpPr>
              <p:nvPr/>
            </p:nvSpPr>
            <p:spPr>
              <a:xfrm>
                <a:off x="4642" y="3496"/>
                <a:ext cx="106" cy="121"/>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0000"/>
                      </a:solidFill>
                      <a:prstDash val="solid"/>
                      <a:round/>
                      <a:headEnd type="none" w="med" len="med"/>
                      <a:tailEnd type="none" w="med" len="med"/>
                    </a:ln>
                    <a:solidFill>
                      <a:srgbClr val="FF0000"/>
                    </a:solidFill>
                    <a:latin typeface="Symbol" panose="05050102010706020507" charset="0"/>
                    <a:ea typeface="Symbol" panose="05050102010706020507" charset="0"/>
                  </a:rPr>
                  <a:t>a</a:t>
                </a:r>
              </a:p>
            </p:txBody>
          </p:sp>
          <p:grpSp>
            <p:nvGrpSpPr>
              <p:cNvPr id="19612" name="Group 158"/>
              <p:cNvGrpSpPr/>
              <p:nvPr/>
            </p:nvGrpSpPr>
            <p:grpSpPr>
              <a:xfrm rot="5400000">
                <a:off x="4864" y="3468"/>
                <a:ext cx="53" cy="158"/>
                <a:chOff x="2928" y="3216"/>
                <a:chExt cx="48" cy="240"/>
              </a:xfrm>
            </p:grpSpPr>
            <p:sp>
              <p:nvSpPr>
                <p:cNvPr id="19613" name="Line 159"/>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19614" name="Line 160"/>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sp>
            <p:nvSpPr>
              <p:cNvPr id="19615" name="WordArt 161"/>
              <p:cNvSpPr>
                <a:spLocks noTextEdit="1"/>
              </p:cNvSpPr>
              <p:nvPr/>
            </p:nvSpPr>
            <p:spPr>
              <a:xfrm>
                <a:off x="5026" y="3509"/>
                <a:ext cx="144" cy="103"/>
              </a:xfrm>
              <a:prstGeom prst="rect">
                <a:avLst/>
              </a:prstGeom>
            </p:spPr>
            <p:txBody>
              <a:bodyPr wrap="none" fromWordArt="1">
                <a:prstTxWarp prst="textPlain">
                  <a:avLst>
                    <a:gd name="adj" fmla="val 4931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45</a:t>
                </a:r>
              </a:p>
            </p:txBody>
          </p:sp>
          <p:sp>
            <p:nvSpPr>
              <p:cNvPr id="19616" name="Oval 162"/>
              <p:cNvSpPr/>
              <p:nvPr/>
            </p:nvSpPr>
            <p:spPr>
              <a:xfrm>
                <a:off x="5205" y="3489"/>
                <a:ext cx="33" cy="32"/>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sp>
          <p:nvSpPr>
            <p:cNvPr id="19617" name="Line 163"/>
            <p:cNvSpPr/>
            <p:nvPr/>
          </p:nvSpPr>
          <p:spPr>
            <a:xfrm>
              <a:off x="4359" y="3129"/>
              <a:ext cx="444" cy="0"/>
            </a:xfrm>
            <a:prstGeom prst="line">
              <a:avLst/>
            </a:prstGeom>
            <a:ln w="38100" cap="flat" cmpd="sng">
              <a:solidFill>
                <a:srgbClr val="006600"/>
              </a:solidFill>
              <a:prstDash val="solid"/>
              <a:round/>
              <a:headEnd type="none" w="med" len="med"/>
              <a:tailEnd type="none" w="med" len="med"/>
            </a:ln>
          </p:spPr>
        </p:sp>
        <p:sp>
          <p:nvSpPr>
            <p:cNvPr id="19618" name="Freeform 164"/>
            <p:cNvSpPr/>
            <p:nvPr/>
          </p:nvSpPr>
          <p:spPr>
            <a:xfrm>
              <a:off x="4560" y="3128"/>
              <a:ext cx="389" cy="101"/>
            </a:xfrm>
            <a:custGeom>
              <a:avLst/>
              <a:gdLst/>
              <a:ahLst/>
              <a:cxnLst>
                <a:cxn ang="0">
                  <a:pos x="0" y="0"/>
                </a:cxn>
                <a:cxn ang="0">
                  <a:pos x="11" y="87"/>
                </a:cxn>
                <a:cxn ang="0">
                  <a:pos x="439" y="87"/>
                </a:cxn>
              </a:cxnLst>
              <a:rect l="0" t="0" r="0" b="0"/>
              <a:pathLst>
                <a:path w="366" h="109">
                  <a:moveTo>
                    <a:pt x="0" y="0"/>
                  </a:moveTo>
                  <a:lnTo>
                    <a:pt x="8" y="109"/>
                  </a:lnTo>
                  <a:lnTo>
                    <a:pt x="366" y="109"/>
                  </a:ln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19619" name="Rectangle 165"/>
            <p:cNvSpPr/>
            <p:nvPr/>
          </p:nvSpPr>
          <p:spPr>
            <a:xfrm>
              <a:off x="4966" y="3020"/>
              <a:ext cx="685" cy="382"/>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grpSp>
        <p:nvGrpSpPr>
          <p:cNvPr id="3" name="Group 166"/>
          <p:cNvGrpSpPr/>
          <p:nvPr/>
        </p:nvGrpSpPr>
        <p:grpSpPr>
          <a:xfrm>
            <a:off x="3094038" y="5815013"/>
            <a:ext cx="2376487" cy="468312"/>
            <a:chOff x="1949" y="3663"/>
            <a:chExt cx="1497" cy="295"/>
          </a:xfrm>
        </p:grpSpPr>
        <p:sp>
          <p:nvSpPr>
            <p:cNvPr id="19621" name="WordArt 167"/>
            <p:cNvSpPr>
              <a:spLocks noTextEdit="1"/>
            </p:cNvSpPr>
            <p:nvPr/>
          </p:nvSpPr>
          <p:spPr>
            <a:xfrm>
              <a:off x="1949" y="3704"/>
              <a:ext cx="157" cy="218"/>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得</a:t>
              </a:r>
            </a:p>
          </p:txBody>
        </p:sp>
        <p:grpSp>
          <p:nvGrpSpPr>
            <p:cNvPr id="19622" name="Group 168"/>
            <p:cNvGrpSpPr/>
            <p:nvPr/>
          </p:nvGrpSpPr>
          <p:grpSpPr>
            <a:xfrm>
              <a:off x="2271" y="3737"/>
              <a:ext cx="389" cy="193"/>
              <a:chOff x="2434" y="3682"/>
              <a:chExt cx="389" cy="193"/>
            </a:xfrm>
          </p:grpSpPr>
          <p:sp>
            <p:nvSpPr>
              <p:cNvPr id="19623" name="WordArt 169"/>
              <p:cNvSpPr>
                <a:spLocks noTextEdit="1"/>
              </p:cNvSpPr>
              <p:nvPr/>
            </p:nvSpPr>
            <p:spPr>
              <a:xfrm>
                <a:off x="2434" y="3682"/>
                <a:ext cx="137" cy="177"/>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sp>
            <p:nvSpPr>
              <p:cNvPr id="19624" name="WordArt 170"/>
              <p:cNvSpPr>
                <a:spLocks noTextEdit="1"/>
              </p:cNvSpPr>
              <p:nvPr/>
            </p:nvSpPr>
            <p:spPr>
              <a:xfrm>
                <a:off x="2585" y="3798"/>
                <a:ext cx="238" cy="7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max</a:t>
                </a:r>
              </a:p>
            </p:txBody>
          </p:sp>
        </p:grpSp>
        <p:grpSp>
          <p:nvGrpSpPr>
            <p:cNvPr id="19625" name="Group 171"/>
            <p:cNvGrpSpPr/>
            <p:nvPr/>
          </p:nvGrpSpPr>
          <p:grpSpPr>
            <a:xfrm rot="5400000">
              <a:off x="2747" y="3724"/>
              <a:ext cx="53" cy="158"/>
              <a:chOff x="2928" y="3216"/>
              <a:chExt cx="48" cy="240"/>
            </a:xfrm>
          </p:grpSpPr>
          <p:sp>
            <p:nvSpPr>
              <p:cNvPr id="19626" name="Line 172"/>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19627" name="Line 173"/>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19628" name="Group 174"/>
            <p:cNvGrpSpPr/>
            <p:nvPr/>
          </p:nvGrpSpPr>
          <p:grpSpPr>
            <a:xfrm>
              <a:off x="2921" y="3663"/>
              <a:ext cx="172" cy="295"/>
              <a:chOff x="3084" y="3608"/>
              <a:chExt cx="172" cy="295"/>
            </a:xfrm>
          </p:grpSpPr>
          <p:sp>
            <p:nvSpPr>
              <p:cNvPr id="19629" name="Line 175"/>
              <p:cNvSpPr/>
              <p:nvPr/>
            </p:nvSpPr>
            <p:spPr>
              <a:xfrm>
                <a:off x="3084" y="3757"/>
                <a:ext cx="172" cy="0"/>
              </a:xfrm>
              <a:prstGeom prst="line">
                <a:avLst/>
              </a:prstGeom>
              <a:ln w="28575" cap="flat" cmpd="sng">
                <a:solidFill>
                  <a:schemeClr val="tx1"/>
                </a:solidFill>
                <a:prstDash val="solid"/>
                <a:round/>
                <a:headEnd type="none" w="med" len="med"/>
                <a:tailEnd type="none" w="med" len="med"/>
              </a:ln>
            </p:spPr>
          </p:sp>
          <p:sp>
            <p:nvSpPr>
              <p:cNvPr id="19630" name="WordArt 176"/>
              <p:cNvSpPr>
                <a:spLocks noTextEdit="1"/>
              </p:cNvSpPr>
              <p:nvPr/>
            </p:nvSpPr>
            <p:spPr>
              <a:xfrm>
                <a:off x="3129" y="3789"/>
                <a:ext cx="63" cy="11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4</a:t>
                </a:r>
              </a:p>
            </p:txBody>
          </p:sp>
          <p:sp>
            <p:nvSpPr>
              <p:cNvPr id="19631" name="WordArt 177"/>
              <p:cNvSpPr>
                <a:spLocks noTextEdit="1"/>
              </p:cNvSpPr>
              <p:nvPr/>
            </p:nvSpPr>
            <p:spPr>
              <a:xfrm>
                <a:off x="3141" y="3608"/>
                <a:ext cx="63" cy="11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1</a:t>
                </a:r>
              </a:p>
            </p:txBody>
          </p:sp>
        </p:grpSp>
        <p:grpSp>
          <p:nvGrpSpPr>
            <p:cNvPr id="19632" name="Group 178"/>
            <p:cNvGrpSpPr/>
            <p:nvPr/>
          </p:nvGrpSpPr>
          <p:grpSpPr>
            <a:xfrm>
              <a:off x="3144" y="3709"/>
              <a:ext cx="193" cy="194"/>
              <a:chOff x="3878" y="2627"/>
              <a:chExt cx="162" cy="155"/>
            </a:xfrm>
          </p:grpSpPr>
          <p:sp>
            <p:nvSpPr>
              <p:cNvPr id="19633" name="WordArt 179"/>
              <p:cNvSpPr>
                <a:spLocks noTextEdit="1"/>
              </p:cNvSpPr>
              <p:nvPr/>
            </p:nvSpPr>
            <p:spPr>
              <a:xfrm>
                <a:off x="3989" y="2712"/>
                <a:ext cx="51" cy="7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sp>
            <p:nvSpPr>
              <p:cNvPr id="19634" name="WordArt 180"/>
              <p:cNvSpPr>
                <a:spLocks noTextEdit="1"/>
              </p:cNvSpPr>
              <p:nvPr/>
            </p:nvSpPr>
            <p:spPr>
              <a:xfrm>
                <a:off x="3878" y="2627"/>
                <a:ext cx="112" cy="143"/>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grpSp>
        <p:sp>
          <p:nvSpPr>
            <p:cNvPr id="19635" name="WordArt 181"/>
            <p:cNvSpPr>
              <a:spLocks noTextEdit="1"/>
            </p:cNvSpPr>
            <p:nvPr/>
          </p:nvSpPr>
          <p:spPr>
            <a:xfrm>
              <a:off x="3411" y="3879"/>
              <a:ext cx="35" cy="6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a:t>
              </a:r>
            </a:p>
          </p:txBody>
        </p:sp>
      </p:grpSp>
      <p:grpSp>
        <p:nvGrpSpPr>
          <p:cNvPr id="4" name="Group 182"/>
          <p:cNvGrpSpPr/>
          <p:nvPr/>
        </p:nvGrpSpPr>
        <p:grpSpPr>
          <a:xfrm>
            <a:off x="6042025" y="5568950"/>
            <a:ext cx="1792288" cy="968375"/>
            <a:chOff x="3806" y="3508"/>
            <a:chExt cx="1129" cy="610"/>
          </a:xfrm>
        </p:grpSpPr>
        <p:grpSp>
          <p:nvGrpSpPr>
            <p:cNvPr id="19637" name="Group 183"/>
            <p:cNvGrpSpPr/>
            <p:nvPr/>
          </p:nvGrpSpPr>
          <p:grpSpPr>
            <a:xfrm>
              <a:off x="3870" y="3508"/>
              <a:ext cx="389" cy="193"/>
              <a:chOff x="2434" y="3682"/>
              <a:chExt cx="389" cy="193"/>
            </a:xfrm>
          </p:grpSpPr>
          <p:sp>
            <p:nvSpPr>
              <p:cNvPr id="19638" name="WordArt 184"/>
              <p:cNvSpPr>
                <a:spLocks noTextEdit="1"/>
              </p:cNvSpPr>
              <p:nvPr/>
            </p:nvSpPr>
            <p:spPr>
              <a:xfrm>
                <a:off x="2434" y="3682"/>
                <a:ext cx="137" cy="177"/>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8000"/>
                      </a:solidFill>
                      <a:prstDash val="solid"/>
                      <a:round/>
                      <a:headEnd type="none" w="med" len="med"/>
                      <a:tailEnd type="none" w="med" len="med"/>
                    </a:ln>
                    <a:solidFill>
                      <a:srgbClr val="008000"/>
                    </a:solidFill>
                    <a:latin typeface="Times New Roman" panose="02020603050405020304" pitchFamily="18" charset="0"/>
                    <a:ea typeface="Times New Roman" panose="02020603050405020304" pitchFamily="18" charset="0"/>
                  </a:rPr>
                  <a:t>I</a:t>
                </a:r>
              </a:p>
            </p:txBody>
          </p:sp>
          <p:sp>
            <p:nvSpPr>
              <p:cNvPr id="19639" name="WordArt 185"/>
              <p:cNvSpPr>
                <a:spLocks noTextEdit="1"/>
              </p:cNvSpPr>
              <p:nvPr/>
            </p:nvSpPr>
            <p:spPr>
              <a:xfrm>
                <a:off x="2585" y="3798"/>
                <a:ext cx="238" cy="77"/>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max</a:t>
                </a:r>
              </a:p>
            </p:txBody>
          </p:sp>
        </p:grpSp>
        <p:sp>
          <p:nvSpPr>
            <p:cNvPr id="19640" name="Line 186"/>
            <p:cNvSpPr/>
            <p:nvPr/>
          </p:nvSpPr>
          <p:spPr>
            <a:xfrm>
              <a:off x="3823" y="3768"/>
              <a:ext cx="474" cy="0"/>
            </a:xfrm>
            <a:prstGeom prst="line">
              <a:avLst/>
            </a:prstGeom>
            <a:ln w="38100" cap="flat" cmpd="sng">
              <a:solidFill>
                <a:schemeClr val="tx1"/>
              </a:solidFill>
              <a:prstDash val="solid"/>
              <a:round/>
              <a:headEnd type="none" w="med" len="med"/>
              <a:tailEnd type="none" w="med" len="med"/>
            </a:ln>
          </p:spPr>
        </p:sp>
        <p:grpSp>
          <p:nvGrpSpPr>
            <p:cNvPr id="19641" name="Group 187"/>
            <p:cNvGrpSpPr/>
            <p:nvPr/>
          </p:nvGrpSpPr>
          <p:grpSpPr>
            <a:xfrm>
              <a:off x="3988" y="3839"/>
              <a:ext cx="193" cy="194"/>
              <a:chOff x="3878" y="2627"/>
              <a:chExt cx="162" cy="155"/>
            </a:xfrm>
          </p:grpSpPr>
          <p:sp>
            <p:nvSpPr>
              <p:cNvPr id="19642" name="WordArt 188"/>
              <p:cNvSpPr>
                <a:spLocks noTextEdit="1"/>
              </p:cNvSpPr>
              <p:nvPr/>
            </p:nvSpPr>
            <p:spPr>
              <a:xfrm>
                <a:off x="3989" y="2712"/>
                <a:ext cx="51" cy="70"/>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FF"/>
                      </a:solidFill>
                      <a:prstDash val="solid"/>
                      <a:round/>
                      <a:headEnd type="none" w="med" len="med"/>
                      <a:tailEnd type="none" w="med" len="med"/>
                    </a:ln>
                    <a:solidFill>
                      <a:srgbClr val="0000FF"/>
                    </a:solidFill>
                    <a:latin typeface="宋体" panose="02010600030101010101" pitchFamily="2" charset="-122"/>
                    <a:ea typeface="宋体" panose="02010600030101010101" pitchFamily="2" charset="-122"/>
                  </a:rPr>
                  <a:t>0</a:t>
                </a:r>
              </a:p>
            </p:txBody>
          </p:sp>
          <p:sp>
            <p:nvSpPr>
              <p:cNvPr id="19643" name="WordArt 189"/>
              <p:cNvSpPr>
                <a:spLocks noTextEdit="1"/>
              </p:cNvSpPr>
              <p:nvPr/>
            </p:nvSpPr>
            <p:spPr>
              <a:xfrm>
                <a:off x="3878" y="2627"/>
                <a:ext cx="112" cy="143"/>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0000FF"/>
                      </a:solidFill>
                      <a:prstDash val="solid"/>
                      <a:round/>
                      <a:headEnd type="none" w="med" len="med"/>
                      <a:tailEnd type="none" w="med" len="med"/>
                    </a:ln>
                    <a:solidFill>
                      <a:srgbClr val="0000FF"/>
                    </a:solidFill>
                    <a:latin typeface="Times New Roman" panose="02020603050405020304" pitchFamily="18" charset="0"/>
                    <a:ea typeface="Times New Roman" panose="02020603050405020304" pitchFamily="18" charset="0"/>
                  </a:rPr>
                  <a:t>I</a:t>
                </a:r>
              </a:p>
            </p:txBody>
          </p:sp>
        </p:grpSp>
        <p:grpSp>
          <p:nvGrpSpPr>
            <p:cNvPr id="19644" name="Group 190"/>
            <p:cNvGrpSpPr/>
            <p:nvPr/>
          </p:nvGrpSpPr>
          <p:grpSpPr>
            <a:xfrm rot="5400000">
              <a:off x="4431" y="3682"/>
              <a:ext cx="53" cy="158"/>
              <a:chOff x="2928" y="3216"/>
              <a:chExt cx="48" cy="240"/>
            </a:xfrm>
          </p:grpSpPr>
          <p:sp>
            <p:nvSpPr>
              <p:cNvPr id="19645" name="Line 191"/>
              <p:cNvSpPr/>
              <p:nvPr/>
            </p:nvSpPr>
            <p:spPr>
              <a:xfrm>
                <a:off x="2928" y="3216"/>
                <a:ext cx="0" cy="240"/>
              </a:xfrm>
              <a:prstGeom prst="line">
                <a:avLst/>
              </a:prstGeom>
              <a:ln w="38100" cap="flat" cmpd="sng">
                <a:solidFill>
                  <a:schemeClr val="tx1"/>
                </a:solidFill>
                <a:prstDash val="solid"/>
                <a:round/>
                <a:headEnd type="none" w="med" len="med"/>
                <a:tailEnd type="none" w="med" len="med"/>
              </a:ln>
            </p:spPr>
          </p:sp>
          <p:sp>
            <p:nvSpPr>
              <p:cNvPr id="19646" name="Line 192"/>
              <p:cNvSpPr/>
              <p:nvPr/>
            </p:nvSpPr>
            <p:spPr>
              <a:xfrm>
                <a:off x="2976" y="3216"/>
                <a:ext cx="0" cy="240"/>
              </a:xfrm>
              <a:prstGeom prst="line">
                <a:avLst/>
              </a:prstGeom>
              <a:ln w="38100" cap="flat" cmpd="sng">
                <a:solidFill>
                  <a:schemeClr val="tx1"/>
                </a:solidFill>
                <a:prstDash val="solid"/>
                <a:round/>
                <a:headEnd type="none" w="med" len="med"/>
                <a:tailEnd type="none" w="med" len="med"/>
              </a:ln>
            </p:spPr>
          </p:sp>
        </p:grpSp>
        <p:grpSp>
          <p:nvGrpSpPr>
            <p:cNvPr id="19647" name="Group 193"/>
            <p:cNvGrpSpPr/>
            <p:nvPr/>
          </p:nvGrpSpPr>
          <p:grpSpPr>
            <a:xfrm>
              <a:off x="4621" y="3566"/>
              <a:ext cx="305" cy="396"/>
              <a:chOff x="3084" y="3608"/>
              <a:chExt cx="172" cy="295"/>
            </a:xfrm>
          </p:grpSpPr>
          <p:sp>
            <p:nvSpPr>
              <p:cNvPr id="19648" name="Line 194"/>
              <p:cNvSpPr/>
              <p:nvPr/>
            </p:nvSpPr>
            <p:spPr>
              <a:xfrm>
                <a:off x="3084" y="3757"/>
                <a:ext cx="172" cy="0"/>
              </a:xfrm>
              <a:prstGeom prst="line">
                <a:avLst/>
              </a:prstGeom>
              <a:ln w="28575" cap="flat" cmpd="sng">
                <a:solidFill>
                  <a:schemeClr val="tx1"/>
                </a:solidFill>
                <a:prstDash val="solid"/>
                <a:round/>
                <a:headEnd type="none" w="med" len="med"/>
                <a:tailEnd type="none" w="med" len="med"/>
              </a:ln>
            </p:spPr>
          </p:sp>
          <p:sp>
            <p:nvSpPr>
              <p:cNvPr id="19649" name="WordArt 195"/>
              <p:cNvSpPr>
                <a:spLocks noTextEdit="1"/>
              </p:cNvSpPr>
              <p:nvPr/>
            </p:nvSpPr>
            <p:spPr>
              <a:xfrm>
                <a:off x="3129" y="3789"/>
                <a:ext cx="63" cy="11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4</a:t>
                </a:r>
              </a:p>
            </p:txBody>
          </p:sp>
          <p:sp>
            <p:nvSpPr>
              <p:cNvPr id="19650" name="WordArt 196"/>
              <p:cNvSpPr>
                <a:spLocks noTextEdit="1"/>
              </p:cNvSpPr>
              <p:nvPr/>
            </p:nvSpPr>
            <p:spPr>
              <a:xfrm>
                <a:off x="3141" y="3608"/>
                <a:ext cx="63" cy="114"/>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1</a:t>
                </a:r>
              </a:p>
            </p:txBody>
          </p:sp>
        </p:grpSp>
        <p:sp>
          <p:nvSpPr>
            <p:cNvPr id="19651" name="Line 197"/>
            <p:cNvSpPr/>
            <p:nvPr/>
          </p:nvSpPr>
          <p:spPr>
            <a:xfrm>
              <a:off x="3806" y="4118"/>
              <a:ext cx="1129" cy="0"/>
            </a:xfrm>
            <a:prstGeom prst="line">
              <a:avLst/>
            </a:prstGeom>
            <a:ln w="38100" cap="flat" cmpd="sng">
              <a:solidFill>
                <a:srgbClr val="FF9933"/>
              </a:solidFill>
              <a:prstDash val="solid"/>
              <a:round/>
              <a:headEnd type="none" w="med" len="med"/>
              <a:tailEnd type="none" w="med" len="med"/>
            </a:ln>
          </p:spPr>
        </p:sp>
      </p:grpSp>
      <p:grpSp>
        <p:nvGrpSpPr>
          <p:cNvPr id="19652" name="Group 200"/>
          <p:cNvGrpSpPr/>
          <p:nvPr/>
        </p:nvGrpSpPr>
        <p:grpSpPr>
          <a:xfrm>
            <a:off x="287338" y="404813"/>
            <a:ext cx="823912" cy="458787"/>
            <a:chOff x="295" y="1117"/>
            <a:chExt cx="519" cy="289"/>
          </a:xfrm>
        </p:grpSpPr>
        <p:sp>
          <p:nvSpPr>
            <p:cNvPr id="19653" name="Oval 201" descr="纸袋"/>
            <p:cNvSpPr/>
            <p:nvPr/>
          </p:nvSpPr>
          <p:spPr>
            <a:xfrm>
              <a:off x="295" y="1117"/>
              <a:ext cx="519" cy="289"/>
            </a:xfrm>
            <a:prstGeom prst="ellipse">
              <a:avLst/>
            </a:prstGeom>
            <a:blipFill rotWithShape="1">
              <a:blip r:embed="rId3"/>
            </a:blipFill>
            <a:ln w="57150" cap="flat" cmpd="thinThick">
              <a:solidFill>
                <a:srgbClr val="6633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9654" name="WordArt 202"/>
            <p:cNvSpPr>
              <a:spLocks noTextEdit="1"/>
            </p:cNvSpPr>
            <p:nvPr/>
          </p:nvSpPr>
          <p:spPr>
            <a:xfrm>
              <a:off x="431" y="1162"/>
              <a:ext cx="272" cy="18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FF66"/>
                    </a:solidFill>
                    <a:prstDash val="solid"/>
                    <a:round/>
                    <a:headEnd type="none" w="med" len="med"/>
                    <a:tailEnd type="none" w="med" len="med"/>
                  </a:ln>
                  <a:solidFill>
                    <a:srgbClr val="FFFF66"/>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例3</a:t>
              </a:r>
            </a:p>
          </p:txBody>
        </p:sp>
      </p:grpSp>
      <p:grpSp>
        <p:nvGrpSpPr>
          <p:cNvPr id="62595" name="Group 204"/>
          <p:cNvGrpSpPr/>
          <p:nvPr/>
        </p:nvGrpSpPr>
        <p:grpSpPr>
          <a:xfrm>
            <a:off x="6726238" y="2422525"/>
            <a:ext cx="1398587" cy="304800"/>
            <a:chOff x="2505" y="3055"/>
            <a:chExt cx="881" cy="192"/>
          </a:xfrm>
        </p:grpSpPr>
        <p:sp>
          <p:nvSpPr>
            <p:cNvPr id="19656" name="WordArt 205"/>
            <p:cNvSpPr>
              <a:spLocks noTextEdit="1"/>
            </p:cNvSpPr>
            <p:nvPr/>
          </p:nvSpPr>
          <p:spPr>
            <a:xfrm>
              <a:off x="2505" y="3055"/>
              <a:ext cx="881" cy="15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至少 2 块</a:t>
              </a:r>
            </a:p>
          </p:txBody>
        </p:sp>
        <p:sp>
          <p:nvSpPr>
            <p:cNvPr id="19657" name="Line 206"/>
            <p:cNvSpPr/>
            <p:nvPr/>
          </p:nvSpPr>
          <p:spPr>
            <a:xfrm>
              <a:off x="2506" y="3247"/>
              <a:ext cx="864" cy="0"/>
            </a:xfrm>
            <a:prstGeom prst="line">
              <a:avLst/>
            </a:prstGeom>
            <a:ln w="38100" cap="flat" cmpd="sng">
              <a:solidFill>
                <a:srgbClr val="FF9933"/>
              </a:solidFill>
              <a:prstDash val="solid"/>
              <a:round/>
              <a:headEnd type="none" w="med" len="med"/>
              <a:tailEnd type="none" w="med" len="med"/>
            </a:ln>
          </p:spPr>
        </p:sp>
      </p:grpSp>
      <p:grpSp>
        <p:nvGrpSpPr>
          <p:cNvPr id="62596" name="Group 210"/>
          <p:cNvGrpSpPr/>
          <p:nvPr/>
        </p:nvGrpSpPr>
        <p:grpSpPr>
          <a:xfrm>
            <a:off x="5867400" y="1304925"/>
            <a:ext cx="288925" cy="396875"/>
            <a:chOff x="5057" y="822"/>
            <a:chExt cx="182" cy="250"/>
          </a:xfrm>
        </p:grpSpPr>
        <p:sp>
          <p:nvSpPr>
            <p:cNvPr id="19659" name="WordArt 207"/>
            <p:cNvSpPr>
              <a:spLocks noTextEdit="1"/>
            </p:cNvSpPr>
            <p:nvPr/>
          </p:nvSpPr>
          <p:spPr>
            <a:xfrm>
              <a:off x="5057" y="981"/>
              <a:ext cx="136" cy="9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4</a:t>
              </a:r>
            </a:p>
          </p:txBody>
        </p:sp>
        <p:sp>
          <p:nvSpPr>
            <p:cNvPr id="19660" name="WordArt 208"/>
            <p:cNvSpPr>
              <a:spLocks noTextEdit="1"/>
            </p:cNvSpPr>
            <p:nvPr/>
          </p:nvSpPr>
          <p:spPr>
            <a:xfrm>
              <a:off x="5080" y="822"/>
              <a:ext cx="113" cy="9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latin typeface="宋体" panose="02010600030101010101" pitchFamily="2" charset="-122"/>
                  <a:ea typeface="宋体" panose="02010600030101010101" pitchFamily="2" charset="-122"/>
                </a:rPr>
                <a:t>1</a:t>
              </a:r>
            </a:p>
          </p:txBody>
        </p:sp>
        <p:sp>
          <p:nvSpPr>
            <p:cNvPr id="19661" name="Line 209"/>
            <p:cNvSpPr/>
            <p:nvPr/>
          </p:nvSpPr>
          <p:spPr>
            <a:xfrm>
              <a:off x="5057" y="958"/>
              <a:ext cx="182" cy="0"/>
            </a:xfrm>
            <a:prstGeom prst="line">
              <a:avLst/>
            </a:prstGeom>
            <a:ln w="38100" cap="flat" cmpd="sng">
              <a:solidFill>
                <a:srgbClr val="FF0000"/>
              </a:solidFill>
              <a:prstDash val="solid"/>
              <a:round/>
              <a:headEnd type="none" w="med" len="med"/>
              <a:tailEnd type="none" w="med" len="med"/>
            </a:ln>
          </p:spPr>
        </p:sp>
      </p:grpSp>
      <p:grpSp>
        <p:nvGrpSpPr>
          <p:cNvPr id="62597" name="Group 215"/>
          <p:cNvGrpSpPr/>
          <p:nvPr/>
        </p:nvGrpSpPr>
        <p:grpSpPr>
          <a:xfrm>
            <a:off x="1295400" y="4508500"/>
            <a:ext cx="539750" cy="973138"/>
            <a:chOff x="816" y="2840"/>
            <a:chExt cx="340" cy="613"/>
          </a:xfrm>
        </p:grpSpPr>
        <p:sp>
          <p:nvSpPr>
            <p:cNvPr id="19663" name="Line 211"/>
            <p:cNvSpPr/>
            <p:nvPr/>
          </p:nvSpPr>
          <p:spPr>
            <a:xfrm flipV="1">
              <a:off x="816" y="2840"/>
              <a:ext cx="0" cy="590"/>
            </a:xfrm>
            <a:prstGeom prst="line">
              <a:avLst/>
            </a:prstGeom>
            <a:ln w="57150" cap="flat" cmpd="sng">
              <a:solidFill>
                <a:srgbClr val="FF0000"/>
              </a:solidFill>
              <a:prstDash val="solid"/>
              <a:round/>
              <a:headEnd type="none" w="med" len="med"/>
              <a:tailEnd type="triangle" w="med" len="med"/>
            </a:ln>
          </p:spPr>
        </p:sp>
        <p:sp>
          <p:nvSpPr>
            <p:cNvPr id="19664" name="Line 212"/>
            <p:cNvSpPr/>
            <p:nvPr/>
          </p:nvSpPr>
          <p:spPr>
            <a:xfrm flipV="1">
              <a:off x="816" y="3135"/>
              <a:ext cx="340" cy="318"/>
            </a:xfrm>
            <a:prstGeom prst="line">
              <a:avLst/>
            </a:prstGeom>
            <a:ln w="57150" cap="flat" cmpd="sng">
              <a:solidFill>
                <a:srgbClr val="FF0000"/>
              </a:solidFill>
              <a:prstDash val="solid"/>
              <a:round/>
              <a:headEnd type="none" w="med" len="med"/>
              <a:tailEnd type="triangle" w="med" len="med"/>
            </a:ln>
          </p:spPr>
        </p:sp>
        <p:sp>
          <p:nvSpPr>
            <p:cNvPr id="19665" name="Line 214"/>
            <p:cNvSpPr/>
            <p:nvPr/>
          </p:nvSpPr>
          <p:spPr>
            <a:xfrm flipV="1">
              <a:off x="816" y="3453"/>
              <a:ext cx="340" cy="0"/>
            </a:xfrm>
            <a:prstGeom prst="line">
              <a:avLst/>
            </a:prstGeom>
            <a:ln w="57150" cap="flat" cmpd="sng">
              <a:solidFill>
                <a:srgbClr val="FF0000"/>
              </a:solidFill>
              <a:prstDash val="solid"/>
              <a:roun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62595"/>
                                        </p:tgtEl>
                                        <p:attrNameLst>
                                          <p:attrName>style.visibility</p:attrName>
                                        </p:attrNameLst>
                                      </p:cBhvr>
                                      <p:to>
                                        <p:strVal val="visible"/>
                                      </p:to>
                                    </p:set>
                                    <p:anim calcmode="lin" valueType="num">
                                      <p:cBhvr>
                                        <p:cTn id="17" dur="500" fill="hold"/>
                                        <p:tgtEl>
                                          <p:spTgt spid="62595"/>
                                        </p:tgtEl>
                                        <p:attrNameLst>
                                          <p:attrName>ppt_w</p:attrName>
                                        </p:attrNameLst>
                                      </p:cBhvr>
                                      <p:tavLst>
                                        <p:tav tm="0">
                                          <p:val>
                                            <p:fltVal val="0"/>
                                          </p:val>
                                        </p:tav>
                                        <p:tav tm="100000">
                                          <p:val>
                                            <p:strVal val="#ppt_w"/>
                                          </p:val>
                                        </p:tav>
                                      </p:tavLst>
                                    </p:anim>
                                    <p:anim calcmode="lin" valueType="num">
                                      <p:cBhvr>
                                        <p:cTn id="18" dur="500" fill="hold"/>
                                        <p:tgtEl>
                                          <p:spTgt spid="62595"/>
                                        </p:tgtEl>
                                        <p:attrNameLst>
                                          <p:attrName>ppt_h</p:attrName>
                                        </p:attrNameLst>
                                      </p:cBhvr>
                                      <p:tavLst>
                                        <p:tav tm="0">
                                          <p:val>
                                            <p:fltVal val="0"/>
                                          </p:val>
                                        </p:tav>
                                        <p:tav tm="100000">
                                          <p:val>
                                            <p:strVal val="#ppt_h"/>
                                          </p:val>
                                        </p:tav>
                                      </p:tavLst>
                                    </p:anim>
                                    <p:animEffect transition="in" filter="fade">
                                      <p:cBhvr>
                                        <p:cTn id="19" dur="500"/>
                                        <p:tgtEl>
                                          <p:spTgt spid="62595"/>
                                        </p:tgtEl>
                                      </p:cBhvr>
                                    </p:animEffec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15370"/>
                                        </p:tgtEl>
                                        <p:attrNameLst>
                                          <p:attrName>style.visibility</p:attrName>
                                        </p:attrNameLst>
                                      </p:cBhvr>
                                      <p:to>
                                        <p:strVal val="visible"/>
                                      </p:to>
                                    </p:set>
                                    <p:animEffect transition="in" filter="blinds(horizontal)">
                                      <p:cBhvr>
                                        <p:cTn id="23" dur="500"/>
                                        <p:tgtEl>
                                          <p:spTgt spid="1537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blinds(horizontal)">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62597"/>
                                        </p:tgtEl>
                                        <p:attrNameLst>
                                          <p:attrName>style.visibility</p:attrName>
                                        </p:attrNameLst>
                                      </p:cBhvr>
                                      <p:to>
                                        <p:strVal val="visible"/>
                                      </p:to>
                                    </p:set>
                                    <p:animEffect transition="in" filter="blinds(horizontal)">
                                      <p:cBhvr>
                                        <p:cTn id="33" dur="500"/>
                                        <p:tgtEl>
                                          <p:spTgt spid="6259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up)">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nodeType="clickEffect">
                                  <p:stCondLst>
                                    <p:cond delay="0"/>
                                  </p:stCondLst>
                                  <p:childTnLst>
                                    <p:set>
                                      <p:cBhvr>
                                        <p:cTn id="47" dur="1" fill="hold">
                                          <p:stCondLst>
                                            <p:cond delay="0"/>
                                          </p:stCondLst>
                                        </p:cTn>
                                        <p:tgtEl>
                                          <p:spTgt spid="30"/>
                                        </p:tgtEl>
                                        <p:attrNameLst>
                                          <p:attrName>style.visibility</p:attrName>
                                        </p:attrNameLst>
                                      </p:cBhvr>
                                      <p:to>
                                        <p:strVal val="visible"/>
                                      </p:to>
                                    </p:set>
                                    <p:anim calcmode="lin" valueType="num">
                                      <p:cBhvr>
                                        <p:cTn id="48" dur="500" fill="hold"/>
                                        <p:tgtEl>
                                          <p:spTgt spid="30"/>
                                        </p:tgtEl>
                                        <p:attrNameLst>
                                          <p:attrName>ppt_w</p:attrName>
                                        </p:attrNameLst>
                                      </p:cBhvr>
                                      <p:tavLst>
                                        <p:tav tm="0">
                                          <p:val>
                                            <p:fltVal val="0"/>
                                          </p:val>
                                        </p:tav>
                                        <p:tav tm="100000">
                                          <p:val>
                                            <p:strVal val="#ppt_w"/>
                                          </p:val>
                                        </p:tav>
                                      </p:tavLst>
                                    </p:anim>
                                    <p:anim calcmode="lin" valueType="num">
                                      <p:cBhvr>
                                        <p:cTn id="49" dur="500" fill="hold"/>
                                        <p:tgtEl>
                                          <p:spTgt spid="30"/>
                                        </p:tgtEl>
                                        <p:attrNameLst>
                                          <p:attrName>ppt_h</p:attrName>
                                        </p:attrNameLst>
                                      </p:cBhvr>
                                      <p:tavLst>
                                        <p:tav tm="0">
                                          <p:val>
                                            <p:fltVal val="0"/>
                                          </p:val>
                                        </p:tav>
                                        <p:tav tm="100000">
                                          <p:val>
                                            <p:strVal val="#ppt_h"/>
                                          </p:val>
                                        </p:tav>
                                      </p:tavLst>
                                    </p:anim>
                                    <p:animEffect transition="in" filter="fade">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wipe(left)">
                                      <p:cBhvr>
                                        <p:cTn id="55" dur="500"/>
                                        <p:tgtEl>
                                          <p:spTgt spid="3"/>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 calcmode="lin" valueType="num">
                                      <p:cBhvr>
                                        <p:cTn id="60" dur="500" fill="hold"/>
                                        <p:tgtEl>
                                          <p:spTgt spid="4"/>
                                        </p:tgtEl>
                                        <p:attrNameLst>
                                          <p:attrName>ppt_w</p:attrName>
                                        </p:attrNameLst>
                                      </p:cBhvr>
                                      <p:tavLst>
                                        <p:tav tm="0">
                                          <p:val>
                                            <p:fltVal val="0"/>
                                          </p:val>
                                        </p:tav>
                                        <p:tav tm="100000">
                                          <p:val>
                                            <p:strVal val="#ppt_w"/>
                                          </p:val>
                                        </p:tav>
                                      </p:tavLst>
                                    </p:anim>
                                    <p:anim calcmode="lin" valueType="num">
                                      <p:cBhvr>
                                        <p:cTn id="61" dur="500" fill="hold"/>
                                        <p:tgtEl>
                                          <p:spTgt spid="4"/>
                                        </p:tgtEl>
                                        <p:attrNameLst>
                                          <p:attrName>ppt_h</p:attrName>
                                        </p:attrNameLst>
                                      </p:cBhvr>
                                      <p:tavLst>
                                        <p:tav tm="0">
                                          <p:val>
                                            <p:fltVal val="0"/>
                                          </p:val>
                                        </p:tav>
                                        <p:tav tm="100000">
                                          <p:val>
                                            <p:strVal val="#ppt_h"/>
                                          </p:val>
                                        </p:tav>
                                      </p:tavLst>
                                    </p:anim>
                                    <p:animEffect transition="in" filter="fade">
                                      <p:cBhvr>
                                        <p:cTn id="62" dur="500"/>
                                        <p:tgtEl>
                                          <p:spTgt spid="4"/>
                                        </p:tgtEl>
                                      </p:cBhvr>
                                    </p:animEffect>
                                  </p:childTnLst>
                                </p:cTn>
                              </p:par>
                            </p:childTnLst>
                          </p:cTn>
                        </p:par>
                        <p:par>
                          <p:cTn id="63" fill="hold">
                            <p:stCondLst>
                              <p:cond delay="500"/>
                            </p:stCondLst>
                            <p:childTnLst>
                              <p:par>
                                <p:cTn id="64" presetID="3" presetClass="entr" presetSubtype="10" fill="hold" nodeType="afterEffect">
                                  <p:stCondLst>
                                    <p:cond delay="0"/>
                                  </p:stCondLst>
                                  <p:childTnLst>
                                    <p:set>
                                      <p:cBhvr>
                                        <p:cTn id="65" dur="1" fill="hold">
                                          <p:stCondLst>
                                            <p:cond delay="0"/>
                                          </p:stCondLst>
                                        </p:cTn>
                                        <p:tgtEl>
                                          <p:spTgt spid="62596"/>
                                        </p:tgtEl>
                                        <p:attrNameLst>
                                          <p:attrName>style.visibility</p:attrName>
                                        </p:attrNameLst>
                                      </p:cBhvr>
                                      <p:to>
                                        <p:strVal val="visible"/>
                                      </p:to>
                                    </p:set>
                                    <p:animEffect transition="in" filter="blinds(horizontal)">
                                      <p:cBhvr>
                                        <p:cTn id="66" dur="500"/>
                                        <p:tgtEl>
                                          <p:spTgt spid="62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4" descr="羊皮纸"/>
          <p:cNvSpPr/>
          <p:nvPr/>
        </p:nvSpPr>
        <p:spPr>
          <a:xfrm>
            <a:off x="0" y="6705600"/>
            <a:ext cx="9144000" cy="152400"/>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2" name="Group 9"/>
          <p:cNvGrpSpPr/>
          <p:nvPr/>
        </p:nvGrpSpPr>
        <p:grpSpPr>
          <a:xfrm>
            <a:off x="385763" y="3095625"/>
            <a:ext cx="5980112" cy="460375"/>
            <a:chOff x="288" y="2064"/>
            <a:chExt cx="3767" cy="290"/>
          </a:xfrm>
        </p:grpSpPr>
        <p:graphicFrame>
          <p:nvGraphicFramePr>
            <p:cNvPr id="20483" name="Object 10"/>
            <p:cNvGraphicFramePr>
              <a:graphicFrameLocks noChangeAspect="1"/>
            </p:cNvGraphicFramePr>
            <p:nvPr/>
          </p:nvGraphicFramePr>
          <p:xfrm>
            <a:off x="3350" y="2081"/>
            <a:ext cx="243" cy="252"/>
          </p:xfrm>
          <a:graphic>
            <a:graphicData uri="http://schemas.openxmlformats.org/presentationml/2006/ole">
              <mc:AlternateContent xmlns:mc="http://schemas.openxmlformats.org/markup-compatibility/2006">
                <mc:Choice xmlns:v="urn:schemas-microsoft-com:vml" Requires="v">
                  <p:oleObj r:id="rId3" imgW="317500" imgH="330200" progId="Equation.3">
                    <p:embed/>
                  </p:oleObj>
                </mc:Choice>
                <mc:Fallback>
                  <p:oleObj r:id="rId3" imgW="317500" imgH="330200" progId="Equation.3">
                    <p:embed/>
                    <p:pic>
                      <p:nvPicPr>
                        <p:cNvPr id="0" name="图片 3077"/>
                        <p:cNvPicPr/>
                        <p:nvPr/>
                      </p:nvPicPr>
                      <p:blipFill>
                        <a:blip r:embed="rId4"/>
                        <a:stretch>
                          <a:fillRect/>
                        </a:stretch>
                      </p:blipFill>
                      <p:spPr>
                        <a:xfrm>
                          <a:off x="3350" y="2081"/>
                          <a:ext cx="243" cy="252"/>
                        </a:xfrm>
                        <a:prstGeom prst="rect">
                          <a:avLst/>
                        </a:prstGeom>
                        <a:noFill/>
                        <a:ln w="38100">
                          <a:noFill/>
                          <a:miter/>
                        </a:ln>
                      </p:spPr>
                    </p:pic>
                  </p:oleObj>
                </mc:Fallback>
              </mc:AlternateContent>
            </a:graphicData>
          </a:graphic>
        </p:graphicFrame>
        <p:graphicFrame>
          <p:nvGraphicFramePr>
            <p:cNvPr id="20484" name="Object 11"/>
            <p:cNvGraphicFramePr>
              <a:graphicFrameLocks noChangeAspect="1"/>
            </p:cNvGraphicFramePr>
            <p:nvPr/>
          </p:nvGraphicFramePr>
          <p:xfrm>
            <a:off x="3803" y="2082"/>
            <a:ext cx="252" cy="251"/>
          </p:xfrm>
          <a:graphic>
            <a:graphicData uri="http://schemas.openxmlformats.org/presentationml/2006/ole">
              <mc:AlternateContent xmlns:mc="http://schemas.openxmlformats.org/markup-compatibility/2006">
                <mc:Choice xmlns:v="urn:schemas-microsoft-com:vml" Requires="v">
                  <p:oleObj r:id="rId5" imgW="330200" imgH="330200" progId="Equation.3">
                    <p:embed/>
                  </p:oleObj>
                </mc:Choice>
                <mc:Fallback>
                  <p:oleObj r:id="rId5" imgW="330200" imgH="330200" progId="Equation.3">
                    <p:embed/>
                    <p:pic>
                      <p:nvPicPr>
                        <p:cNvPr id="0" name="图片 3076"/>
                        <p:cNvPicPr/>
                        <p:nvPr/>
                      </p:nvPicPr>
                      <p:blipFill>
                        <a:blip r:embed="rId6"/>
                        <a:stretch>
                          <a:fillRect/>
                        </a:stretch>
                      </p:blipFill>
                      <p:spPr>
                        <a:xfrm>
                          <a:off x="3803" y="2082"/>
                          <a:ext cx="252" cy="251"/>
                        </a:xfrm>
                        <a:prstGeom prst="rect">
                          <a:avLst/>
                        </a:prstGeom>
                        <a:noFill/>
                        <a:ln w="38100">
                          <a:noFill/>
                          <a:miter/>
                        </a:ln>
                      </p:spPr>
                    </p:pic>
                  </p:oleObj>
                </mc:Fallback>
              </mc:AlternateContent>
            </a:graphicData>
          </a:graphic>
        </p:graphicFrame>
        <p:sp>
          <p:nvSpPr>
            <p:cNvPr id="20485" name="Text Box 12"/>
            <p:cNvSpPr txBox="1"/>
            <p:nvPr/>
          </p:nvSpPr>
          <p:spPr>
            <a:xfrm>
              <a:off x="288" y="2064"/>
              <a:ext cx="3114" cy="290"/>
            </a:xfrm>
            <a:prstGeom prst="rect">
              <a:avLst/>
            </a:prstGeom>
            <a:noFill/>
            <a:ln w="9525">
              <a:noFill/>
            </a:ln>
          </p:spPr>
          <p:txBody>
            <a:bodyPr wrap="square" anchor="t" anchorCtr="0">
              <a:spAutoFit/>
            </a:bodyPr>
            <a:lstStyle/>
            <a:p>
              <a:pPr>
                <a:spcBef>
                  <a:spcPct val="50000"/>
                </a:spcBef>
              </a:pPr>
              <a:r>
                <a:rPr lang="zh-CN" altLang="en-US" sz="2400" b="1" dirty="0">
                  <a:solidFill>
                    <a:srgbClr val="CC0000"/>
                  </a:solidFill>
                  <a:latin typeface="楷体_GB2312" pitchFamily="1" charset="-122"/>
                  <a:ea typeface="楷体_GB2312" pitchFamily="1" charset="-122"/>
                </a:rPr>
                <a:t>解  </a:t>
              </a:r>
              <a:r>
                <a:rPr lang="zh-CN" altLang="en-US" sz="2400" b="1" dirty="0">
                  <a:solidFill>
                    <a:srgbClr val="1C1C1C"/>
                  </a:solidFill>
                  <a:latin typeface="楷体_GB2312" pitchFamily="1" charset="-122"/>
                  <a:ea typeface="楷体_GB2312" pitchFamily="1" charset="-122"/>
                </a:rPr>
                <a:t>设两束单色自然光的强度分别</a:t>
              </a:r>
            </a:p>
          </p:txBody>
        </p:sp>
      </p:grpSp>
      <p:grpSp>
        <p:nvGrpSpPr>
          <p:cNvPr id="3" name="Group 13"/>
          <p:cNvGrpSpPr/>
          <p:nvPr/>
        </p:nvGrpSpPr>
        <p:grpSpPr>
          <a:xfrm>
            <a:off x="430213" y="3598863"/>
            <a:ext cx="5121275" cy="746125"/>
            <a:chOff x="336" y="2260"/>
            <a:chExt cx="3005" cy="470"/>
          </a:xfrm>
        </p:grpSpPr>
        <p:sp>
          <p:nvSpPr>
            <p:cNvPr id="20487" name="Text Box 14"/>
            <p:cNvSpPr txBox="1"/>
            <p:nvPr/>
          </p:nvSpPr>
          <p:spPr>
            <a:xfrm>
              <a:off x="336" y="2352"/>
              <a:ext cx="2782" cy="290"/>
            </a:xfrm>
            <a:prstGeom prst="rect">
              <a:avLst/>
            </a:prstGeom>
            <a:noFill/>
            <a:ln w="9525">
              <a:noFill/>
            </a:ln>
          </p:spPr>
          <p:txBody>
            <a:bodyPr wrap="square" anchor="t" anchorCtr="0">
              <a:spAutoFit/>
            </a:bodyPr>
            <a:lstStyle/>
            <a:p>
              <a:pPr>
                <a:spcBef>
                  <a:spcPct val="50000"/>
                </a:spcBef>
              </a:pPr>
              <a:r>
                <a:rPr lang="en-US" altLang="zh-CN" sz="2400" b="1" dirty="0">
                  <a:solidFill>
                    <a:srgbClr val="1C1C1C"/>
                  </a:solidFill>
                  <a:latin typeface="楷体_GB2312" pitchFamily="1" charset="-122"/>
                  <a:ea typeface="楷体_GB2312" pitchFamily="1" charset="-122"/>
                </a:rPr>
                <a:t> </a:t>
              </a:r>
              <a:r>
                <a:rPr lang="zh-CN" altLang="en-US" sz="2400" b="1" dirty="0">
                  <a:solidFill>
                    <a:srgbClr val="1C1C1C"/>
                  </a:solidFill>
                  <a:latin typeface="楷体_GB2312" pitchFamily="1" charset="-122"/>
                  <a:ea typeface="楷体_GB2312" pitchFamily="1" charset="-122"/>
                </a:rPr>
                <a:t>经过起偏器后光强分别为    和      </a:t>
              </a:r>
            </a:p>
          </p:txBody>
        </p:sp>
        <p:grpSp>
          <p:nvGrpSpPr>
            <p:cNvPr id="20488" name="Group 15"/>
            <p:cNvGrpSpPr/>
            <p:nvPr/>
          </p:nvGrpSpPr>
          <p:grpSpPr>
            <a:xfrm>
              <a:off x="2518" y="2260"/>
              <a:ext cx="823" cy="470"/>
              <a:chOff x="2507" y="2356"/>
              <a:chExt cx="823" cy="470"/>
            </a:xfrm>
          </p:grpSpPr>
          <p:graphicFrame>
            <p:nvGraphicFramePr>
              <p:cNvPr id="20489" name="Object 16"/>
              <p:cNvGraphicFramePr>
                <a:graphicFrameLocks noChangeAspect="1"/>
              </p:cNvGraphicFramePr>
              <p:nvPr/>
            </p:nvGraphicFramePr>
            <p:xfrm>
              <a:off x="3036" y="2356"/>
              <a:ext cx="294" cy="470"/>
            </p:xfrm>
            <a:graphic>
              <a:graphicData uri="http://schemas.openxmlformats.org/presentationml/2006/ole">
                <mc:AlternateContent xmlns:mc="http://schemas.openxmlformats.org/markup-compatibility/2006">
                  <mc:Choice xmlns:v="urn:schemas-microsoft-com:vml" Requires="v">
                    <p:oleObj r:id="rId7" imgW="381000" imgH="609600" progId="Equation.3">
                      <p:embed/>
                    </p:oleObj>
                  </mc:Choice>
                  <mc:Fallback>
                    <p:oleObj r:id="rId7" imgW="381000" imgH="609600" progId="Equation.3">
                      <p:embed/>
                      <p:pic>
                        <p:nvPicPr>
                          <p:cNvPr id="0" name="图片 3078"/>
                          <p:cNvPicPr/>
                          <p:nvPr/>
                        </p:nvPicPr>
                        <p:blipFill>
                          <a:blip r:embed="rId8"/>
                          <a:stretch>
                            <a:fillRect/>
                          </a:stretch>
                        </p:blipFill>
                        <p:spPr>
                          <a:xfrm>
                            <a:off x="3036" y="2356"/>
                            <a:ext cx="294" cy="470"/>
                          </a:xfrm>
                          <a:prstGeom prst="rect">
                            <a:avLst/>
                          </a:prstGeom>
                          <a:noFill/>
                          <a:ln w="38100">
                            <a:noFill/>
                            <a:miter/>
                          </a:ln>
                        </p:spPr>
                      </p:pic>
                    </p:oleObj>
                  </mc:Fallback>
                </mc:AlternateContent>
              </a:graphicData>
            </a:graphic>
          </p:graphicFrame>
          <p:graphicFrame>
            <p:nvGraphicFramePr>
              <p:cNvPr id="20490" name="Object 17"/>
              <p:cNvGraphicFramePr>
                <a:graphicFrameLocks noChangeAspect="1"/>
              </p:cNvGraphicFramePr>
              <p:nvPr/>
            </p:nvGraphicFramePr>
            <p:xfrm>
              <a:off x="2507" y="2370"/>
              <a:ext cx="276" cy="456"/>
            </p:xfrm>
            <a:graphic>
              <a:graphicData uri="http://schemas.openxmlformats.org/presentationml/2006/ole">
                <mc:AlternateContent xmlns:mc="http://schemas.openxmlformats.org/markup-compatibility/2006">
                  <mc:Choice xmlns:v="urn:schemas-microsoft-com:vml" Requires="v">
                    <p:oleObj r:id="rId9" imgW="368300" imgH="609600" progId="Equation.3">
                      <p:embed/>
                    </p:oleObj>
                  </mc:Choice>
                  <mc:Fallback>
                    <p:oleObj r:id="rId9" imgW="368300" imgH="609600" progId="Equation.3">
                      <p:embed/>
                      <p:pic>
                        <p:nvPicPr>
                          <p:cNvPr id="0" name="图片 3079"/>
                          <p:cNvPicPr/>
                          <p:nvPr/>
                        </p:nvPicPr>
                        <p:blipFill>
                          <a:blip r:embed="rId10"/>
                          <a:stretch>
                            <a:fillRect/>
                          </a:stretch>
                        </p:blipFill>
                        <p:spPr>
                          <a:xfrm>
                            <a:off x="2507" y="2370"/>
                            <a:ext cx="276" cy="456"/>
                          </a:xfrm>
                          <a:prstGeom prst="rect">
                            <a:avLst/>
                          </a:prstGeom>
                          <a:noFill/>
                          <a:ln w="38100">
                            <a:noFill/>
                            <a:miter/>
                          </a:ln>
                        </p:spPr>
                      </p:pic>
                    </p:oleObj>
                  </mc:Fallback>
                </mc:AlternateContent>
              </a:graphicData>
            </a:graphic>
          </p:graphicFrame>
        </p:grpSp>
      </p:grpSp>
      <p:grpSp>
        <p:nvGrpSpPr>
          <p:cNvPr id="5" name="Group 18"/>
          <p:cNvGrpSpPr/>
          <p:nvPr/>
        </p:nvGrpSpPr>
        <p:grpSpPr>
          <a:xfrm>
            <a:off x="430213" y="4364038"/>
            <a:ext cx="6700837" cy="911225"/>
            <a:chOff x="278" y="2743"/>
            <a:chExt cx="4221" cy="574"/>
          </a:xfrm>
        </p:grpSpPr>
        <p:sp>
          <p:nvSpPr>
            <p:cNvPr id="20492" name="Rectangle 19"/>
            <p:cNvSpPr/>
            <p:nvPr/>
          </p:nvSpPr>
          <p:spPr>
            <a:xfrm>
              <a:off x="278" y="2903"/>
              <a:ext cx="1397" cy="290"/>
            </a:xfrm>
            <a:prstGeom prst="rect">
              <a:avLst/>
            </a:prstGeom>
            <a:noFill/>
            <a:ln w="9525">
              <a:noFill/>
            </a:ln>
          </p:spPr>
          <p:txBody>
            <a:bodyPr wrap="square" anchor="t" anchorCtr="0">
              <a:spAutoFit/>
            </a:bodyPr>
            <a:lstStyle/>
            <a:p>
              <a:r>
                <a:rPr lang="zh-CN" altLang="en-US" sz="2400" b="1" dirty="0">
                  <a:solidFill>
                    <a:srgbClr val="1C1C1C"/>
                  </a:solidFill>
                  <a:latin typeface="楷体_GB2312" pitchFamily="1" charset="-122"/>
                  <a:ea typeface="楷体_GB2312" pitchFamily="1" charset="-122"/>
                </a:rPr>
                <a:t>经过检偏器后</a:t>
              </a:r>
            </a:p>
          </p:txBody>
        </p:sp>
        <p:graphicFrame>
          <p:nvGraphicFramePr>
            <p:cNvPr id="20493" name="Object 20"/>
            <p:cNvGraphicFramePr>
              <a:graphicFrameLocks noChangeAspect="1"/>
            </p:cNvGraphicFramePr>
            <p:nvPr/>
          </p:nvGraphicFramePr>
          <p:xfrm>
            <a:off x="1548" y="2839"/>
            <a:ext cx="1221" cy="478"/>
          </p:xfrm>
          <a:graphic>
            <a:graphicData uri="http://schemas.openxmlformats.org/presentationml/2006/ole">
              <mc:AlternateContent xmlns:mc="http://schemas.openxmlformats.org/markup-compatibility/2006">
                <mc:Choice xmlns:v="urn:schemas-microsoft-com:vml" Requires="v">
                  <p:oleObj r:id="rId11" imgW="1651000" imgH="609600" progId="Equation.3">
                    <p:embed/>
                  </p:oleObj>
                </mc:Choice>
                <mc:Fallback>
                  <p:oleObj r:id="rId11" imgW="1651000" imgH="609600" progId="Equation.3">
                    <p:embed/>
                    <p:pic>
                      <p:nvPicPr>
                        <p:cNvPr id="0" name="图片 3080"/>
                        <p:cNvPicPr/>
                        <p:nvPr/>
                      </p:nvPicPr>
                      <p:blipFill>
                        <a:blip r:embed="rId12"/>
                        <a:stretch>
                          <a:fillRect/>
                        </a:stretch>
                      </p:blipFill>
                      <p:spPr>
                        <a:xfrm>
                          <a:off x="1548" y="2839"/>
                          <a:ext cx="1221" cy="478"/>
                        </a:xfrm>
                        <a:prstGeom prst="rect">
                          <a:avLst/>
                        </a:prstGeom>
                        <a:noFill/>
                        <a:ln w="38100">
                          <a:noFill/>
                          <a:miter/>
                        </a:ln>
                      </p:spPr>
                    </p:pic>
                  </p:oleObj>
                </mc:Fallback>
              </mc:AlternateContent>
            </a:graphicData>
          </a:graphic>
        </p:graphicFrame>
        <p:graphicFrame>
          <p:nvGraphicFramePr>
            <p:cNvPr id="20494" name="Object 21"/>
            <p:cNvGraphicFramePr>
              <a:graphicFrameLocks noChangeAspect="1"/>
            </p:cNvGraphicFramePr>
            <p:nvPr/>
          </p:nvGraphicFramePr>
          <p:xfrm>
            <a:off x="3181" y="2743"/>
            <a:ext cx="1318" cy="533"/>
          </p:xfrm>
          <a:graphic>
            <a:graphicData uri="http://schemas.openxmlformats.org/presentationml/2006/ole">
              <mc:AlternateContent xmlns:mc="http://schemas.openxmlformats.org/markup-compatibility/2006">
                <mc:Choice xmlns:v="urn:schemas-microsoft-com:vml" Requires="v">
                  <p:oleObj r:id="rId13" imgW="1714500" imgH="609600" progId="Equation.3">
                    <p:embed/>
                  </p:oleObj>
                </mc:Choice>
                <mc:Fallback>
                  <p:oleObj r:id="rId13" imgW="1714500" imgH="609600" progId="Equation.3">
                    <p:embed/>
                    <p:pic>
                      <p:nvPicPr>
                        <p:cNvPr id="0" name="图片 3081"/>
                        <p:cNvPicPr/>
                        <p:nvPr/>
                      </p:nvPicPr>
                      <p:blipFill>
                        <a:blip r:embed="rId14"/>
                        <a:stretch>
                          <a:fillRect/>
                        </a:stretch>
                      </p:blipFill>
                      <p:spPr>
                        <a:xfrm>
                          <a:off x="3181" y="2743"/>
                          <a:ext cx="1318" cy="533"/>
                        </a:xfrm>
                        <a:prstGeom prst="rect">
                          <a:avLst/>
                        </a:prstGeom>
                        <a:noFill/>
                        <a:ln w="38100">
                          <a:noFill/>
                          <a:miter/>
                        </a:ln>
                      </p:spPr>
                    </p:pic>
                  </p:oleObj>
                </mc:Fallback>
              </mc:AlternateContent>
            </a:graphicData>
          </a:graphic>
        </p:graphicFrame>
      </p:grpSp>
      <p:graphicFrame>
        <p:nvGraphicFramePr>
          <p:cNvPr id="68630" name="Object 22"/>
          <p:cNvGraphicFramePr>
            <a:graphicFrameLocks noChangeAspect="1"/>
          </p:cNvGraphicFramePr>
          <p:nvPr/>
        </p:nvGraphicFramePr>
        <p:xfrm>
          <a:off x="1368425" y="5373688"/>
          <a:ext cx="4930775" cy="1069975"/>
        </p:xfrm>
        <a:graphic>
          <a:graphicData uri="http://schemas.openxmlformats.org/presentationml/2006/ole">
            <mc:AlternateContent xmlns:mc="http://schemas.openxmlformats.org/markup-compatibility/2006">
              <mc:Choice xmlns:v="urn:schemas-microsoft-com:vml" Requires="v">
                <p:oleObj r:id="rId15" imgW="1917065" imgH="457200" progId="Equation.3">
                  <p:embed/>
                </p:oleObj>
              </mc:Choice>
              <mc:Fallback>
                <p:oleObj r:id="rId15" imgW="1917065" imgH="457200" progId="Equation.3">
                  <p:embed/>
                  <p:pic>
                    <p:nvPicPr>
                      <p:cNvPr id="0" name="图片 3082"/>
                      <p:cNvPicPr/>
                      <p:nvPr/>
                    </p:nvPicPr>
                    <p:blipFill>
                      <a:blip r:embed="rId16"/>
                      <a:stretch>
                        <a:fillRect/>
                      </a:stretch>
                    </p:blipFill>
                    <p:spPr>
                      <a:xfrm>
                        <a:off x="1368425" y="5373688"/>
                        <a:ext cx="4930775" cy="1069975"/>
                      </a:xfrm>
                      <a:prstGeom prst="rect">
                        <a:avLst/>
                      </a:prstGeom>
                      <a:noFill/>
                      <a:ln w="38100">
                        <a:noFill/>
                        <a:miter/>
                      </a:ln>
                    </p:spPr>
                  </p:pic>
                </p:oleObj>
              </mc:Fallback>
            </mc:AlternateContent>
          </a:graphicData>
        </a:graphic>
      </p:graphicFrame>
      <p:sp>
        <p:nvSpPr>
          <p:cNvPr id="20496" name="Rectangle 23" descr="羊皮纸"/>
          <p:cNvSpPr/>
          <p:nvPr/>
        </p:nvSpPr>
        <p:spPr>
          <a:xfrm>
            <a:off x="0" y="0"/>
            <a:ext cx="9144000" cy="152400"/>
          </a:xfrm>
          <a:prstGeom prst="rect">
            <a:avLst/>
          </a:prstGeom>
          <a:blipFill rotWithShape="0">
            <a:blip r:embed="rId2"/>
          </a:blipFill>
          <a:ln w="952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20497" name="Group 2"/>
          <p:cNvGrpSpPr/>
          <p:nvPr/>
        </p:nvGrpSpPr>
        <p:grpSpPr>
          <a:xfrm>
            <a:off x="215900" y="225425"/>
            <a:ext cx="8610600" cy="2860675"/>
            <a:chOff x="147" y="384"/>
            <a:chExt cx="5424" cy="1802"/>
          </a:xfrm>
        </p:grpSpPr>
        <p:sp>
          <p:nvSpPr>
            <p:cNvPr id="20498" name="Text Box 3"/>
            <p:cNvSpPr txBox="1"/>
            <p:nvPr/>
          </p:nvSpPr>
          <p:spPr>
            <a:xfrm>
              <a:off x="147" y="384"/>
              <a:ext cx="5424" cy="1802"/>
            </a:xfrm>
            <a:prstGeom prst="rect">
              <a:avLst/>
            </a:prstGeom>
            <a:noFill/>
            <a:ln w="9525">
              <a:noFill/>
            </a:ln>
          </p:spPr>
          <p:txBody>
            <a:bodyPr anchor="t" anchorCtr="0">
              <a:spAutoFit/>
            </a:bodyPr>
            <a:lstStyle/>
            <a:p>
              <a:pPr>
                <a:lnSpc>
                  <a:spcPct val="150000"/>
                </a:lnSpc>
                <a:spcBef>
                  <a:spcPct val="50000"/>
                </a:spcBef>
              </a:pPr>
              <a:r>
                <a:rPr lang="en-US" altLang="zh-CN" sz="2400" b="1" dirty="0">
                  <a:solidFill>
                    <a:srgbClr val="CC0000"/>
                  </a:solidFill>
                  <a:latin typeface="楷体_GB2312" pitchFamily="1" charset="-122"/>
                  <a:ea typeface="楷体_GB2312" pitchFamily="1" charset="-122"/>
                </a:rPr>
                <a:t> </a:t>
              </a:r>
              <a:r>
                <a:rPr lang="zh-CN" altLang="en-US" sz="2400" b="1" dirty="0">
                  <a:solidFill>
                    <a:srgbClr val="CC0000"/>
                  </a:solidFill>
                  <a:latin typeface="楷体_GB2312" pitchFamily="1" charset="-122"/>
                  <a:ea typeface="楷体_GB2312" pitchFamily="1" charset="-122"/>
                </a:rPr>
                <a:t>例</a:t>
              </a:r>
              <a:r>
                <a:rPr lang="en-US" altLang="zh-CN" sz="2400" dirty="0">
                  <a:solidFill>
                    <a:srgbClr val="CC0000"/>
                  </a:solidFill>
                  <a:latin typeface="楷体_GB2312" pitchFamily="1" charset="-122"/>
                  <a:ea typeface="楷体_GB2312" pitchFamily="1" charset="-122"/>
                </a:rPr>
                <a:t>1</a:t>
              </a:r>
              <a:r>
                <a:rPr lang="en-US" altLang="zh-CN" sz="2400" b="1" dirty="0">
                  <a:solidFill>
                    <a:srgbClr val="1C1C1C"/>
                  </a:solidFill>
                  <a:latin typeface="楷体_GB2312" pitchFamily="1" charset="-122"/>
                  <a:ea typeface="楷体_GB2312" pitchFamily="1" charset="-122"/>
                </a:rPr>
                <a:t> </a:t>
              </a:r>
              <a:r>
                <a:rPr lang="zh-CN" altLang="en-US" sz="2400" b="1" dirty="0">
                  <a:solidFill>
                    <a:srgbClr val="1C1C1C"/>
                  </a:solidFill>
                  <a:latin typeface="楷体_GB2312" pitchFamily="1" charset="-122"/>
                  <a:ea typeface="楷体_GB2312" pitchFamily="1" charset="-122"/>
                </a:rPr>
                <a:t>有两个偏振片</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一个用作起偏器</a:t>
              </a:r>
              <a:r>
                <a:rPr lang="en-US" altLang="zh-CN" sz="2400" b="1" dirty="0">
                  <a:solidFill>
                    <a:srgbClr val="1C1C1C"/>
                  </a:solidFill>
                  <a:latin typeface="楷体_GB2312" pitchFamily="1" charset="-122"/>
                  <a:ea typeface="楷体_GB2312" pitchFamily="1" charset="-122"/>
                </a:rPr>
                <a:t>,  </a:t>
              </a:r>
              <a:r>
                <a:rPr lang="zh-CN" altLang="en-US" sz="2400" b="1" dirty="0">
                  <a:solidFill>
                    <a:srgbClr val="1C1C1C"/>
                  </a:solidFill>
                  <a:latin typeface="楷体_GB2312" pitchFamily="1" charset="-122"/>
                  <a:ea typeface="楷体_GB2312" pitchFamily="1" charset="-122"/>
                </a:rPr>
                <a:t>一个用作检偏器</a:t>
              </a:r>
              <a:r>
                <a:rPr lang="en-US" altLang="zh-CN" sz="2400" b="1" dirty="0">
                  <a:solidFill>
                    <a:srgbClr val="1C1C1C"/>
                  </a:solidFill>
                  <a:latin typeface="楷体_GB2312" pitchFamily="1" charset="-122"/>
                  <a:ea typeface="楷体_GB2312" pitchFamily="1" charset="-122"/>
                </a:rPr>
                <a:t>. </a:t>
              </a:r>
              <a:r>
                <a:rPr lang="zh-CN" altLang="en-US" sz="2400" b="1" dirty="0">
                  <a:solidFill>
                    <a:srgbClr val="1C1C1C"/>
                  </a:solidFill>
                  <a:latin typeface="楷体_GB2312" pitchFamily="1" charset="-122"/>
                  <a:ea typeface="楷体_GB2312" pitchFamily="1" charset="-122"/>
                </a:rPr>
                <a:t>当它们偏振化方向间的夹角为      时 </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一束单色自然光穿过它们</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出射光强为   </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当它们偏振化方向间的夹角为     时</a:t>
              </a:r>
              <a:r>
                <a:rPr lang="en-US" altLang="zh-CN" sz="2400" b="1" dirty="0">
                  <a:solidFill>
                    <a:srgbClr val="1C1C1C"/>
                  </a:solidFill>
                  <a:latin typeface="楷体_GB2312" pitchFamily="1" charset="-122"/>
                  <a:ea typeface="楷体_GB2312" pitchFamily="1" charset="-122"/>
                </a:rPr>
                <a:t>, </a:t>
              </a:r>
              <a:r>
                <a:rPr lang="zh-CN" altLang="en-US" sz="2400" b="1" dirty="0">
                  <a:solidFill>
                    <a:srgbClr val="1C1C1C"/>
                  </a:solidFill>
                  <a:latin typeface="楷体_GB2312" pitchFamily="1" charset="-122"/>
                  <a:ea typeface="楷体_GB2312" pitchFamily="1" charset="-122"/>
                </a:rPr>
                <a:t>另一束单色自然光穿过它们</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出射光强为   </a:t>
              </a:r>
              <a:r>
                <a:rPr lang="en-US" altLang="zh-CN" sz="2400" b="1" dirty="0">
                  <a:solidFill>
                    <a:srgbClr val="1C1C1C"/>
                  </a:solidFill>
                  <a:latin typeface="楷体_GB2312" pitchFamily="1" charset="-122"/>
                  <a:ea typeface="楷体_GB2312" pitchFamily="1" charset="-122"/>
                </a:rPr>
                <a:t>,</a:t>
              </a:r>
              <a:r>
                <a:rPr lang="zh-CN" altLang="en-US" sz="2400" b="1" dirty="0">
                  <a:solidFill>
                    <a:srgbClr val="1C1C1C"/>
                  </a:solidFill>
                  <a:latin typeface="楷体_GB2312" pitchFamily="1" charset="-122"/>
                  <a:ea typeface="楷体_GB2312" pitchFamily="1" charset="-122"/>
                </a:rPr>
                <a:t>且       ，求两束单色自然光的强度之比 </a:t>
              </a:r>
              <a:r>
                <a:rPr lang="en-US" altLang="zh-CN" sz="2400" b="1" dirty="0">
                  <a:solidFill>
                    <a:srgbClr val="1C1C1C"/>
                  </a:solidFill>
                  <a:latin typeface="楷体_GB2312" pitchFamily="1" charset="-122"/>
                  <a:ea typeface="楷体_GB2312" pitchFamily="1" charset="-122"/>
                </a:rPr>
                <a:t>.</a:t>
              </a:r>
            </a:p>
          </p:txBody>
        </p:sp>
        <p:graphicFrame>
          <p:nvGraphicFramePr>
            <p:cNvPr id="20499" name="Object 4"/>
            <p:cNvGraphicFramePr>
              <a:graphicFrameLocks noChangeAspect="1"/>
            </p:cNvGraphicFramePr>
            <p:nvPr/>
          </p:nvGraphicFramePr>
          <p:xfrm>
            <a:off x="2414" y="815"/>
            <a:ext cx="313" cy="270"/>
          </p:xfrm>
          <a:graphic>
            <a:graphicData uri="http://schemas.openxmlformats.org/presentationml/2006/ole">
              <mc:AlternateContent xmlns:mc="http://schemas.openxmlformats.org/markup-compatibility/2006">
                <mc:Choice xmlns:v="urn:schemas-microsoft-com:vml" Requires="v">
                  <p:oleObj r:id="rId17" imgW="368300" imgH="317500" progId="Equation.3">
                    <p:embed/>
                  </p:oleObj>
                </mc:Choice>
                <mc:Fallback>
                  <p:oleObj r:id="rId17" imgW="368300" imgH="317500" progId="Equation.3">
                    <p:embed/>
                    <p:pic>
                      <p:nvPicPr>
                        <p:cNvPr id="0" name="图片 3083"/>
                        <p:cNvPicPr/>
                        <p:nvPr/>
                      </p:nvPicPr>
                      <p:blipFill>
                        <a:blip r:embed="rId18"/>
                        <a:stretch>
                          <a:fillRect/>
                        </a:stretch>
                      </p:blipFill>
                      <p:spPr>
                        <a:xfrm>
                          <a:off x="2414" y="815"/>
                          <a:ext cx="313" cy="270"/>
                        </a:xfrm>
                        <a:prstGeom prst="rect">
                          <a:avLst/>
                        </a:prstGeom>
                        <a:noFill/>
                        <a:ln w="38100">
                          <a:noFill/>
                          <a:miter/>
                        </a:ln>
                      </p:spPr>
                    </p:pic>
                  </p:oleObj>
                </mc:Fallback>
              </mc:AlternateContent>
            </a:graphicData>
          </a:graphic>
        </p:graphicFrame>
        <p:graphicFrame>
          <p:nvGraphicFramePr>
            <p:cNvPr id="20500" name="Object 5"/>
            <p:cNvGraphicFramePr>
              <a:graphicFrameLocks noChangeAspect="1"/>
            </p:cNvGraphicFramePr>
            <p:nvPr/>
          </p:nvGraphicFramePr>
          <p:xfrm>
            <a:off x="4161" y="1165"/>
            <a:ext cx="290" cy="250"/>
          </p:xfrm>
          <a:graphic>
            <a:graphicData uri="http://schemas.openxmlformats.org/presentationml/2006/ole">
              <mc:AlternateContent xmlns:mc="http://schemas.openxmlformats.org/markup-compatibility/2006">
                <mc:Choice xmlns:v="urn:schemas-microsoft-com:vml" Requires="v">
                  <p:oleObj r:id="rId19" imgW="368300" imgH="317500" progId="Equation.3">
                    <p:embed/>
                  </p:oleObj>
                </mc:Choice>
                <mc:Fallback>
                  <p:oleObj r:id="rId19" imgW="368300" imgH="317500" progId="Equation.3">
                    <p:embed/>
                    <p:pic>
                      <p:nvPicPr>
                        <p:cNvPr id="0" name="图片 3084"/>
                        <p:cNvPicPr/>
                        <p:nvPr/>
                      </p:nvPicPr>
                      <p:blipFill>
                        <a:blip r:embed="rId20"/>
                        <a:stretch>
                          <a:fillRect/>
                        </a:stretch>
                      </p:blipFill>
                      <p:spPr>
                        <a:xfrm>
                          <a:off x="4161" y="1165"/>
                          <a:ext cx="290" cy="250"/>
                        </a:xfrm>
                        <a:prstGeom prst="rect">
                          <a:avLst/>
                        </a:prstGeom>
                        <a:noFill/>
                        <a:ln w="38100">
                          <a:noFill/>
                          <a:miter/>
                        </a:ln>
                      </p:spPr>
                    </p:pic>
                  </p:oleObj>
                </mc:Fallback>
              </mc:AlternateContent>
            </a:graphicData>
          </a:graphic>
        </p:graphicFrame>
        <p:graphicFrame>
          <p:nvGraphicFramePr>
            <p:cNvPr id="20501" name="Object 6"/>
            <p:cNvGraphicFramePr>
              <a:graphicFrameLocks noChangeAspect="1"/>
            </p:cNvGraphicFramePr>
            <p:nvPr/>
          </p:nvGraphicFramePr>
          <p:xfrm>
            <a:off x="1235" y="1165"/>
            <a:ext cx="183" cy="269"/>
          </p:xfrm>
          <a:graphic>
            <a:graphicData uri="http://schemas.openxmlformats.org/presentationml/2006/ole">
              <mc:AlternateContent xmlns:mc="http://schemas.openxmlformats.org/markup-compatibility/2006">
                <mc:Choice xmlns:v="urn:schemas-microsoft-com:vml" Requires="v">
                  <p:oleObj r:id="rId21" imgW="215900" imgH="316865" progId="Equation.3">
                    <p:embed/>
                  </p:oleObj>
                </mc:Choice>
                <mc:Fallback>
                  <p:oleObj r:id="rId21" imgW="215900" imgH="316865" progId="Equation.3">
                    <p:embed/>
                    <p:pic>
                      <p:nvPicPr>
                        <p:cNvPr id="0" name="图片 3085"/>
                        <p:cNvPicPr/>
                        <p:nvPr/>
                      </p:nvPicPr>
                      <p:blipFill>
                        <a:blip r:embed="rId22"/>
                        <a:stretch>
                          <a:fillRect/>
                        </a:stretch>
                      </p:blipFill>
                      <p:spPr>
                        <a:xfrm>
                          <a:off x="1235" y="1165"/>
                          <a:ext cx="183" cy="269"/>
                        </a:xfrm>
                        <a:prstGeom prst="rect">
                          <a:avLst/>
                        </a:prstGeom>
                        <a:noFill/>
                        <a:ln w="38100">
                          <a:noFill/>
                          <a:miter/>
                        </a:ln>
                      </p:spPr>
                    </p:pic>
                  </p:oleObj>
                </mc:Fallback>
              </mc:AlternateContent>
            </a:graphicData>
          </a:graphic>
        </p:graphicFrame>
        <p:graphicFrame>
          <p:nvGraphicFramePr>
            <p:cNvPr id="20502" name="Object 7"/>
            <p:cNvGraphicFramePr>
              <a:graphicFrameLocks noChangeAspect="1"/>
            </p:cNvGraphicFramePr>
            <p:nvPr/>
          </p:nvGraphicFramePr>
          <p:xfrm>
            <a:off x="3032" y="1540"/>
            <a:ext cx="207" cy="272"/>
          </p:xfrm>
          <a:graphic>
            <a:graphicData uri="http://schemas.openxmlformats.org/presentationml/2006/ole">
              <mc:AlternateContent xmlns:mc="http://schemas.openxmlformats.org/markup-compatibility/2006">
                <mc:Choice xmlns:v="urn:schemas-microsoft-com:vml" Requires="v">
                  <p:oleObj r:id="rId23" imgW="241300" imgH="317500" progId="Equation.3">
                    <p:embed/>
                  </p:oleObj>
                </mc:Choice>
                <mc:Fallback>
                  <p:oleObj r:id="rId23" imgW="241300" imgH="317500" progId="Equation.3">
                    <p:embed/>
                    <p:pic>
                      <p:nvPicPr>
                        <p:cNvPr id="0" name="图片 3086"/>
                        <p:cNvPicPr/>
                        <p:nvPr/>
                      </p:nvPicPr>
                      <p:blipFill>
                        <a:blip r:embed="rId24"/>
                        <a:stretch>
                          <a:fillRect/>
                        </a:stretch>
                      </p:blipFill>
                      <p:spPr>
                        <a:xfrm>
                          <a:off x="3032" y="1540"/>
                          <a:ext cx="207" cy="272"/>
                        </a:xfrm>
                        <a:prstGeom prst="rect">
                          <a:avLst/>
                        </a:prstGeom>
                        <a:noFill/>
                        <a:ln w="38100">
                          <a:noFill/>
                          <a:miter/>
                        </a:ln>
                      </p:spPr>
                    </p:pic>
                  </p:oleObj>
                </mc:Fallback>
              </mc:AlternateContent>
            </a:graphicData>
          </a:graphic>
        </p:graphicFrame>
        <p:graphicFrame>
          <p:nvGraphicFramePr>
            <p:cNvPr id="20503" name="Object 8"/>
            <p:cNvGraphicFramePr>
              <a:graphicFrameLocks noChangeAspect="1"/>
            </p:cNvGraphicFramePr>
            <p:nvPr/>
          </p:nvGraphicFramePr>
          <p:xfrm>
            <a:off x="3610" y="1527"/>
            <a:ext cx="610" cy="281"/>
          </p:xfrm>
          <a:graphic>
            <a:graphicData uri="http://schemas.openxmlformats.org/presentationml/2006/ole">
              <mc:AlternateContent xmlns:mc="http://schemas.openxmlformats.org/markup-compatibility/2006">
                <mc:Choice xmlns:v="urn:schemas-microsoft-com:vml" Requires="v">
                  <p:oleObj r:id="rId25" imgW="685800" imgH="317500" progId="Equation.3">
                    <p:embed/>
                  </p:oleObj>
                </mc:Choice>
                <mc:Fallback>
                  <p:oleObj r:id="rId25" imgW="685800" imgH="317500" progId="Equation.3">
                    <p:embed/>
                    <p:pic>
                      <p:nvPicPr>
                        <p:cNvPr id="0" name="图片 3075"/>
                        <p:cNvPicPr/>
                        <p:nvPr/>
                      </p:nvPicPr>
                      <p:blipFill>
                        <a:blip r:embed="rId26"/>
                        <a:stretch>
                          <a:fillRect/>
                        </a:stretch>
                      </p:blipFill>
                      <p:spPr>
                        <a:xfrm>
                          <a:off x="3610" y="1527"/>
                          <a:ext cx="610" cy="281"/>
                        </a:xfrm>
                        <a:prstGeom prst="rect">
                          <a:avLst/>
                        </a:prstGeom>
                        <a:noFill/>
                        <a:ln w="38100">
                          <a:noFill/>
                          <a:miter/>
                        </a:ln>
                      </p:spPr>
                    </p:pic>
                  </p:oleObj>
                </mc:Fallback>
              </mc:AlternateContent>
            </a:graphicData>
          </a:graphic>
        </p:graphicFrame>
      </p:grpSp>
      <p:grpSp>
        <p:nvGrpSpPr>
          <p:cNvPr id="20504" name="Group 25"/>
          <p:cNvGrpSpPr/>
          <p:nvPr/>
        </p:nvGrpSpPr>
        <p:grpSpPr>
          <a:xfrm>
            <a:off x="169863" y="296863"/>
            <a:ext cx="823912" cy="458787"/>
            <a:chOff x="295" y="1117"/>
            <a:chExt cx="519" cy="289"/>
          </a:xfrm>
        </p:grpSpPr>
        <p:sp>
          <p:nvSpPr>
            <p:cNvPr id="20505" name="Oval 26" descr="纸袋"/>
            <p:cNvSpPr/>
            <p:nvPr/>
          </p:nvSpPr>
          <p:spPr>
            <a:xfrm>
              <a:off x="295" y="1117"/>
              <a:ext cx="519" cy="289"/>
            </a:xfrm>
            <a:prstGeom prst="ellipse">
              <a:avLst/>
            </a:prstGeom>
            <a:blipFill rotWithShape="1">
              <a:blip r:embed="rId27"/>
            </a:blipFill>
            <a:ln w="57150" cap="flat" cmpd="thinThick">
              <a:solidFill>
                <a:srgbClr val="6633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0506" name="WordArt 27"/>
            <p:cNvSpPr>
              <a:spLocks noTextEdit="1"/>
            </p:cNvSpPr>
            <p:nvPr/>
          </p:nvSpPr>
          <p:spPr>
            <a:xfrm>
              <a:off x="431" y="1162"/>
              <a:ext cx="272" cy="18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FF66"/>
                    </a:solidFill>
                    <a:prstDash val="solid"/>
                    <a:round/>
                    <a:headEnd type="none" w="med" len="med"/>
                    <a:tailEnd type="none" w="med" len="med"/>
                  </a:ln>
                  <a:solidFill>
                    <a:srgbClr val="FFFF66"/>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例4</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8630"/>
                                        </p:tgtEl>
                                        <p:attrNameLst>
                                          <p:attrName>style.visibility</p:attrName>
                                        </p:attrNameLst>
                                      </p:cBhvr>
                                      <p:to>
                                        <p:strVal val="visible"/>
                                      </p:to>
                                    </p:set>
                                    <p:animEffect transition="in" filter="blinds(horizontal)">
                                      <p:cBhvr>
                                        <p:cTn id="22" dur="500"/>
                                        <p:tgtEl>
                                          <p:spTgt spid="68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vert="horz" wrap="square" lIns="91440" tIns="45720" rIns="91440" bIns="45720" anchor="ctr" anchorCtr="0"/>
          <a:lstStyle/>
          <a:p>
            <a:pPr eaLnBrk="1" hangingPunct="1"/>
            <a:r>
              <a:rPr lang="zh-CN" altLang="en-US" dirty="0"/>
              <a:t>光的偏振</a:t>
            </a:r>
            <a:r>
              <a:rPr lang="en-US" altLang="zh-CN" dirty="0"/>
              <a:t>—</a:t>
            </a:r>
            <a:r>
              <a:rPr lang="zh-CN" altLang="en-US" dirty="0"/>
              <a:t>马吕斯定律</a:t>
            </a:r>
          </a:p>
        </p:txBody>
      </p:sp>
      <p:pic>
        <p:nvPicPr>
          <p:cNvPr id="21506" name="Picture 3" descr="IMAGE0020"/>
          <p:cNvPicPr>
            <a:picLocks noChangeAspect="1"/>
          </p:cNvPicPr>
          <p:nvPr/>
        </p:nvPicPr>
        <p:blipFill>
          <a:blip r:embed="rId4"/>
          <a:stretch>
            <a:fillRect/>
          </a:stretch>
        </p:blipFill>
        <p:spPr>
          <a:xfrm>
            <a:off x="304800" y="1484630"/>
            <a:ext cx="8229600" cy="2132013"/>
          </a:xfrm>
          <a:prstGeom prst="rect">
            <a:avLst/>
          </a:prstGeom>
          <a:noFill/>
          <a:ln w="9525">
            <a:noFill/>
          </a:ln>
        </p:spPr>
      </p:pic>
      <p:sp>
        <p:nvSpPr>
          <p:cNvPr id="16388" name="WordArt 4"/>
          <p:cNvSpPr>
            <a:spLocks noTextEdit="1"/>
          </p:cNvSpPr>
          <p:nvPr/>
        </p:nvSpPr>
        <p:spPr>
          <a:xfrm>
            <a:off x="3779838" y="2673350"/>
            <a:ext cx="611187" cy="323850"/>
          </a:xfrm>
          <a:prstGeom prst="rect">
            <a:avLst/>
          </a:prstGeom>
        </p:spPr>
        <p:txBody>
          <a:bodyPr wrap="none" fromWordArt="1">
            <a:prstTxWarp prst="textPlain">
              <a:avLst>
                <a:gd name="adj" fmla="val 50000"/>
              </a:avLst>
            </a:prstTxWarp>
            <a:normAutofit fontScale="40000"/>
          </a:bodyPr>
          <a:lstStyle/>
          <a:p>
            <a:pPr algn="ctr"/>
            <a:r>
              <a:rPr lang="zh-CN" altLang="en-US" sz="3600">
                <a:ln w="9525" cap="flat" cmpd="sng">
                  <a:solidFill>
                    <a:srgbClr val="FF0000"/>
                  </a:solidFill>
                  <a:prstDash val="solid"/>
                  <a:round/>
                  <a:headEnd type="none" w="med" len="med"/>
                  <a:tailEnd type="none" w="med" len="med"/>
                </a:ln>
                <a:solidFill>
                  <a:srgbClr val="FF00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偏振</a:t>
            </a:r>
          </a:p>
        </p:txBody>
      </p:sp>
      <p:sp>
        <p:nvSpPr>
          <p:cNvPr id="16389" name="WordArt 5"/>
          <p:cNvSpPr>
            <a:spLocks noTextEdit="1"/>
          </p:cNvSpPr>
          <p:nvPr/>
        </p:nvSpPr>
        <p:spPr>
          <a:xfrm>
            <a:off x="7416800" y="2565400"/>
            <a:ext cx="611188" cy="323850"/>
          </a:xfrm>
          <a:prstGeom prst="rect">
            <a:avLst/>
          </a:prstGeom>
        </p:spPr>
        <p:txBody>
          <a:bodyPr wrap="none" fromWordArt="1">
            <a:prstTxWarp prst="textPlain">
              <a:avLst>
                <a:gd name="adj" fmla="val 50000"/>
              </a:avLst>
            </a:prstTxWarp>
            <a:normAutofit fontScale="40000"/>
          </a:bodyPr>
          <a:lstStyle/>
          <a:p>
            <a:pPr algn="ctr"/>
            <a:r>
              <a:rPr lang="zh-CN" altLang="en-US" sz="3600">
                <a:ln w="9525" cap="flat" cmpd="sng">
                  <a:solidFill>
                    <a:srgbClr val="FF0000"/>
                  </a:solidFill>
                  <a:prstDash val="solid"/>
                  <a:round/>
                  <a:headEnd type="none" w="med" len="med"/>
                  <a:tailEnd type="none" w="med" len="med"/>
                </a:ln>
                <a:solidFill>
                  <a:srgbClr val="FF00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光振动</a:t>
            </a:r>
          </a:p>
        </p:txBody>
      </p:sp>
      <p:sp>
        <p:nvSpPr>
          <p:cNvPr id="16390" name="WordArt 6"/>
          <p:cNvSpPr>
            <a:spLocks noTextEdit="1"/>
          </p:cNvSpPr>
          <p:nvPr/>
        </p:nvSpPr>
        <p:spPr>
          <a:xfrm>
            <a:off x="2268538" y="3392488"/>
            <a:ext cx="611187" cy="323850"/>
          </a:xfrm>
          <a:prstGeom prst="rect">
            <a:avLst/>
          </a:prstGeom>
        </p:spPr>
        <p:txBody>
          <a:bodyPr wrap="none" fromWordArt="1">
            <a:prstTxWarp prst="textPlain">
              <a:avLst>
                <a:gd name="adj" fmla="val 50000"/>
              </a:avLst>
            </a:prstTxWarp>
            <a:normAutofit fontScale="40000"/>
          </a:bodyPr>
          <a:lstStyle/>
          <a:p>
            <a:pPr algn="ctr"/>
            <a:r>
              <a:rPr lang="zh-CN" altLang="en-US" sz="3600">
                <a:ln w="9525" cap="flat" cmpd="sng">
                  <a:solidFill>
                    <a:srgbClr val="FF0000"/>
                  </a:solidFill>
                  <a:prstDash val="solid"/>
                  <a:round/>
                  <a:headEnd type="none" w="med" len="med"/>
                  <a:tailEnd type="none" w="med" len="med"/>
                </a:ln>
                <a:solidFill>
                  <a:srgbClr val="FF00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透光</a:t>
            </a:r>
          </a:p>
        </p:txBody>
      </p:sp>
      <p:pic>
        <p:nvPicPr>
          <p:cNvPr id="22530" name="Picture 3" descr="IMAGE0019"/>
          <p:cNvPicPr>
            <a:picLocks noChangeAspect="1"/>
          </p:cNvPicPr>
          <p:nvPr>
            <p:custDataLst>
              <p:tags r:id="rId1"/>
            </p:custDataLst>
          </p:nvPr>
        </p:nvPicPr>
        <p:blipFill>
          <a:blip r:embed="rId5"/>
          <a:stretch>
            <a:fillRect/>
          </a:stretch>
        </p:blipFill>
        <p:spPr>
          <a:xfrm>
            <a:off x="467043" y="3860800"/>
            <a:ext cx="8229600" cy="2220913"/>
          </a:xfrm>
          <a:prstGeom prst="rect">
            <a:avLst/>
          </a:prstGeom>
          <a:noFill/>
          <a:ln w="9525">
            <a:noFill/>
          </a:ln>
        </p:spPr>
      </p:pic>
      <p:sp>
        <p:nvSpPr>
          <p:cNvPr id="2" name="WordArt 4"/>
          <p:cNvSpPr>
            <a:spLocks noTextEdit="1"/>
          </p:cNvSpPr>
          <p:nvPr>
            <p:custDataLst>
              <p:tags r:id="rId2"/>
            </p:custDataLst>
          </p:nvPr>
        </p:nvSpPr>
        <p:spPr>
          <a:xfrm>
            <a:off x="6892925" y="5977255"/>
            <a:ext cx="379730" cy="396875"/>
          </a:xfrm>
          <a:prstGeom prst="rect">
            <a:avLst/>
          </a:prstGeom>
        </p:spPr>
        <p:txBody>
          <a:bodyPr wrap="none" fromWordArt="1">
            <a:prstTxWarp prst="textPlain">
              <a:avLst>
                <a:gd name="adj" fmla="val 45198"/>
              </a:avLst>
            </a:prstTxWarp>
            <a:normAutofit fontScale="50000"/>
          </a:bodyPr>
          <a:lstStyle/>
          <a:p>
            <a:pPr algn="ctr"/>
            <a:r>
              <a:rPr lang="zh-CN" altLang="en-US" sz="3600">
                <a:ln w="9525" cap="flat" cmpd="sng">
                  <a:solidFill>
                    <a:srgbClr val="FF0000"/>
                  </a:solidFill>
                  <a:prstDash val="solid"/>
                  <a:round/>
                  <a:headEnd type="none" w="med" len="med"/>
                  <a:tailEnd type="none" w="med" len="med"/>
                </a:ln>
                <a:solidFill>
                  <a:srgbClr val="FF00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blinds(horizontal)">
                                      <p:cBhvr>
                                        <p:cTn id="7" dur="500"/>
                                        <p:tgtEl>
                                          <p:spTgt spid="1638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6389"/>
                                        </p:tgtEl>
                                        <p:attrNameLst>
                                          <p:attrName>style.visibility</p:attrName>
                                        </p:attrNameLst>
                                      </p:cBhvr>
                                      <p:to>
                                        <p:strVal val="visible"/>
                                      </p:to>
                                    </p:set>
                                    <p:animEffect transition="in" filter="blinds(horizontal)">
                                      <p:cBhvr>
                                        <p:cTn id="12" dur="500"/>
                                        <p:tgtEl>
                                          <p:spTgt spid="1638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390"/>
                                        </p:tgtEl>
                                        <p:attrNameLst>
                                          <p:attrName>style.visibility</p:attrName>
                                        </p:attrNameLst>
                                      </p:cBhvr>
                                      <p:to>
                                        <p:strVal val="visible"/>
                                      </p:to>
                                    </p:set>
                                    <p:animEffect transition="in" filter="blinds(horizontal)">
                                      <p:cBhvr>
                                        <p:cTn id="17" dur="500"/>
                                        <p:tgtEl>
                                          <p:spTgt spid="1639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3" descr="IMAGE0021"/>
          <p:cNvPicPr>
            <a:picLocks noChangeAspect="1"/>
          </p:cNvPicPr>
          <p:nvPr>
            <p:custDataLst>
              <p:tags r:id="rId1"/>
            </p:custDataLst>
          </p:nvPr>
        </p:nvPicPr>
        <p:blipFill>
          <a:blip r:embed="rId8"/>
          <a:stretch>
            <a:fillRect/>
          </a:stretch>
        </p:blipFill>
        <p:spPr>
          <a:xfrm>
            <a:off x="467995" y="404495"/>
            <a:ext cx="8229600" cy="1878013"/>
          </a:xfrm>
          <a:prstGeom prst="rect">
            <a:avLst/>
          </a:prstGeom>
          <a:noFill/>
          <a:ln w="9525">
            <a:noFill/>
          </a:ln>
        </p:spPr>
      </p:pic>
      <p:grpSp>
        <p:nvGrpSpPr>
          <p:cNvPr id="4" name="Group 7"/>
          <p:cNvGrpSpPr/>
          <p:nvPr/>
        </p:nvGrpSpPr>
        <p:grpSpPr>
          <a:xfrm>
            <a:off x="7427595" y="1549083"/>
            <a:ext cx="325438" cy="611187"/>
            <a:chOff x="4263" y="3045"/>
            <a:chExt cx="205" cy="385"/>
          </a:xfrm>
        </p:grpSpPr>
        <p:sp>
          <p:nvSpPr>
            <p:cNvPr id="26628" name="WordArt 4"/>
            <p:cNvSpPr>
              <a:spLocks noTextEdit="1"/>
            </p:cNvSpPr>
            <p:nvPr>
              <p:custDataLst>
                <p:tags r:id="rId4"/>
              </p:custDataLst>
            </p:nvPr>
          </p:nvSpPr>
          <p:spPr>
            <a:xfrm>
              <a:off x="4309" y="3045"/>
              <a:ext cx="91" cy="13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1</a:t>
              </a:r>
            </a:p>
          </p:txBody>
        </p:sp>
        <p:sp>
          <p:nvSpPr>
            <p:cNvPr id="26629" name="WordArt 5"/>
            <p:cNvSpPr>
              <a:spLocks noTextEdit="1"/>
            </p:cNvSpPr>
            <p:nvPr>
              <p:custDataLst>
                <p:tags r:id="rId5"/>
              </p:custDataLst>
            </p:nvPr>
          </p:nvSpPr>
          <p:spPr>
            <a:xfrm>
              <a:off x="4332" y="3294"/>
              <a:ext cx="68" cy="13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0000"/>
                    </a:solidFill>
                    <a:prstDash val="solid"/>
                    <a:round/>
                    <a:headEnd type="none" w="med" len="med"/>
                    <a:tailEnd type="none" w="med" len="med"/>
                  </a:ln>
                  <a:solidFill>
                    <a:srgbClr val="FF00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2</a:t>
              </a:r>
            </a:p>
          </p:txBody>
        </p:sp>
        <p:sp>
          <p:nvSpPr>
            <p:cNvPr id="26630" name="Line 6"/>
            <p:cNvSpPr/>
            <p:nvPr>
              <p:custDataLst>
                <p:tags r:id="rId6"/>
              </p:custDataLst>
            </p:nvPr>
          </p:nvSpPr>
          <p:spPr>
            <a:xfrm>
              <a:off x="4263" y="3249"/>
              <a:ext cx="205" cy="0"/>
            </a:xfrm>
            <a:prstGeom prst="line">
              <a:avLst/>
            </a:prstGeom>
            <a:ln w="38100" cap="flat" cmpd="sng">
              <a:solidFill>
                <a:srgbClr val="FF0000"/>
              </a:solidFill>
              <a:prstDash val="solid"/>
              <a:round/>
              <a:headEnd type="none" w="med" len="med"/>
              <a:tailEnd type="none" w="med" len="med"/>
            </a:ln>
          </p:spPr>
        </p:sp>
      </p:grpSp>
      <p:pic>
        <p:nvPicPr>
          <p:cNvPr id="23554" name="Picture 3" descr="IMAGE0020"/>
          <p:cNvPicPr>
            <a:picLocks noChangeAspect="1"/>
          </p:cNvPicPr>
          <p:nvPr>
            <p:custDataLst>
              <p:tags r:id="rId2"/>
            </p:custDataLst>
          </p:nvPr>
        </p:nvPicPr>
        <p:blipFill>
          <a:blip r:embed="rId9"/>
          <a:stretch>
            <a:fillRect/>
          </a:stretch>
        </p:blipFill>
        <p:spPr>
          <a:xfrm>
            <a:off x="457200" y="2636520"/>
            <a:ext cx="8229600" cy="2522538"/>
          </a:xfrm>
          <a:prstGeom prst="rect">
            <a:avLst/>
          </a:prstGeom>
          <a:noFill/>
          <a:ln w="9525">
            <a:noFill/>
          </a:ln>
        </p:spPr>
      </p:pic>
      <p:sp>
        <p:nvSpPr>
          <p:cNvPr id="18436" name="WordArt 4"/>
          <p:cNvSpPr>
            <a:spLocks noTextEdit="1"/>
          </p:cNvSpPr>
          <p:nvPr>
            <p:custDataLst>
              <p:tags r:id="rId3"/>
            </p:custDataLst>
          </p:nvPr>
        </p:nvSpPr>
        <p:spPr>
          <a:xfrm>
            <a:off x="7704138" y="4609783"/>
            <a:ext cx="360362" cy="457200"/>
          </a:xfrm>
          <a:prstGeom prst="rect">
            <a:avLst/>
          </a:prstGeom>
        </p:spPr>
        <p:txBody>
          <a:bodyPr wrap="none" fromWordArt="1">
            <a:prstTxWarp prst="textPlain">
              <a:avLst>
                <a:gd name="adj" fmla="val 50000"/>
              </a:avLst>
            </a:prstTxWarp>
            <a:normAutofit fontScale="60000"/>
          </a:bodyPr>
          <a:lstStyle/>
          <a:p>
            <a:pPr algn="ctr"/>
            <a:r>
              <a:rPr lang="zh-CN" altLang="en-US" sz="3600">
                <a:ln w="9525" cap="flat" cmpd="sng">
                  <a:solidFill>
                    <a:srgbClr val="FF0000"/>
                  </a:solidFill>
                  <a:prstDash val="solid"/>
                  <a:round/>
                  <a:headEnd type="none" w="med" len="med"/>
                  <a:tailEnd type="none" w="med" len="med"/>
                </a:ln>
                <a:solidFill>
                  <a:srgbClr val="FF00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8436"/>
                                        </p:tgtEl>
                                        <p:attrNameLst>
                                          <p:attrName>style.visibility</p:attrName>
                                        </p:attrNameLst>
                                      </p:cBhvr>
                                      <p:to>
                                        <p:strVal val="visible"/>
                                      </p:to>
                                    </p:set>
                                    <p:animEffect transition="in" filter="blinds(horizontal)">
                                      <p:cBhvr>
                                        <p:cTn id="12" dur="500"/>
                                        <p:tgtEl>
                                          <p:spTgt spid="18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3" descr="IMAGE0021"/>
          <p:cNvPicPr>
            <a:picLocks noChangeAspect="1"/>
          </p:cNvPicPr>
          <p:nvPr>
            <p:custDataLst>
              <p:tags r:id="rId1"/>
            </p:custDataLst>
          </p:nvPr>
        </p:nvPicPr>
        <p:blipFill>
          <a:blip r:embed="rId8"/>
          <a:stretch>
            <a:fillRect/>
          </a:stretch>
        </p:blipFill>
        <p:spPr>
          <a:xfrm>
            <a:off x="252095" y="116205"/>
            <a:ext cx="8229600" cy="2257425"/>
          </a:xfrm>
          <a:prstGeom prst="rect">
            <a:avLst/>
          </a:prstGeom>
          <a:noFill/>
          <a:ln w="9525">
            <a:noFill/>
          </a:ln>
        </p:spPr>
      </p:pic>
      <p:sp>
        <p:nvSpPr>
          <p:cNvPr id="19460" name="WordArt 4"/>
          <p:cNvSpPr>
            <a:spLocks noTextEdit="1"/>
          </p:cNvSpPr>
          <p:nvPr>
            <p:custDataLst>
              <p:tags r:id="rId2"/>
            </p:custDataLst>
          </p:nvPr>
        </p:nvSpPr>
        <p:spPr>
          <a:xfrm>
            <a:off x="6635433" y="1624013"/>
            <a:ext cx="360362" cy="457200"/>
          </a:xfrm>
          <a:prstGeom prst="rect">
            <a:avLst/>
          </a:prstGeom>
        </p:spPr>
        <p:txBody>
          <a:bodyPr wrap="none" fromWordArt="1">
            <a:prstTxWarp prst="textPlain">
              <a:avLst>
                <a:gd name="adj" fmla="val 50000"/>
              </a:avLst>
            </a:prstTxWarp>
            <a:normAutofit fontScale="60000"/>
          </a:bodyPr>
          <a:lstStyle/>
          <a:p>
            <a:pPr algn="ctr"/>
            <a:r>
              <a:rPr lang="zh-CN" altLang="en-US" sz="3600">
                <a:ln w="9525" cap="flat" cmpd="sng">
                  <a:solidFill>
                    <a:srgbClr val="FF0000"/>
                  </a:solidFill>
                  <a:prstDash val="solid"/>
                  <a:round/>
                  <a:headEnd type="none" w="med" len="med"/>
                  <a:tailEnd type="none" w="med" len="med"/>
                </a:ln>
                <a:solidFill>
                  <a:srgbClr val="FF00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A</a:t>
            </a:r>
          </a:p>
        </p:txBody>
      </p:sp>
      <p:pic>
        <p:nvPicPr>
          <p:cNvPr id="25602" name="Picture 3" descr="IMAGE0005"/>
          <p:cNvPicPr>
            <a:picLocks noChangeAspect="1"/>
          </p:cNvPicPr>
          <p:nvPr>
            <p:custDataLst>
              <p:tags r:id="rId3"/>
            </p:custDataLst>
          </p:nvPr>
        </p:nvPicPr>
        <p:blipFill>
          <a:blip r:embed="rId9"/>
          <a:stretch>
            <a:fillRect/>
          </a:stretch>
        </p:blipFill>
        <p:spPr>
          <a:xfrm>
            <a:off x="457200" y="2564765"/>
            <a:ext cx="8229600" cy="2365375"/>
          </a:xfrm>
          <a:prstGeom prst="rect">
            <a:avLst/>
          </a:prstGeom>
          <a:noFill/>
          <a:ln w="9525">
            <a:noFill/>
          </a:ln>
        </p:spPr>
      </p:pic>
      <p:sp>
        <p:nvSpPr>
          <p:cNvPr id="20484" name="WordArt 4"/>
          <p:cNvSpPr>
            <a:spLocks noTextEdit="1"/>
          </p:cNvSpPr>
          <p:nvPr>
            <p:custDataLst>
              <p:tags r:id="rId4"/>
            </p:custDataLst>
          </p:nvPr>
        </p:nvSpPr>
        <p:spPr>
          <a:xfrm>
            <a:off x="6923088" y="4144328"/>
            <a:ext cx="360362" cy="457200"/>
          </a:xfrm>
          <a:prstGeom prst="rect">
            <a:avLst/>
          </a:prstGeom>
        </p:spPr>
        <p:txBody>
          <a:bodyPr wrap="none" fromWordArt="1">
            <a:prstTxWarp prst="textPlain">
              <a:avLst>
                <a:gd name="adj" fmla="val 50000"/>
              </a:avLst>
            </a:prstTxWarp>
            <a:normAutofit fontScale="60000"/>
          </a:bodyPr>
          <a:lstStyle/>
          <a:p>
            <a:pPr algn="ctr"/>
            <a:r>
              <a:rPr lang="zh-CN" altLang="en-US" sz="3600">
                <a:ln w="9525" cap="flat" cmpd="sng">
                  <a:solidFill>
                    <a:srgbClr val="FF0000"/>
                  </a:solidFill>
                  <a:prstDash val="solid"/>
                  <a:round/>
                  <a:headEnd type="none" w="med" len="med"/>
                  <a:tailEnd type="none" w="med" len="med"/>
                </a:ln>
                <a:solidFill>
                  <a:srgbClr val="FF00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E</a:t>
            </a:r>
          </a:p>
        </p:txBody>
      </p:sp>
      <p:pic>
        <p:nvPicPr>
          <p:cNvPr id="27650" name="Picture 3" descr="IMAGE0004"/>
          <p:cNvPicPr>
            <a:picLocks noChangeAspect="1"/>
          </p:cNvPicPr>
          <p:nvPr>
            <p:custDataLst>
              <p:tags r:id="rId5"/>
            </p:custDataLst>
          </p:nvPr>
        </p:nvPicPr>
        <p:blipFill>
          <a:blip r:embed="rId10"/>
          <a:stretch>
            <a:fillRect/>
          </a:stretch>
        </p:blipFill>
        <p:spPr>
          <a:xfrm>
            <a:off x="395605" y="4869180"/>
            <a:ext cx="8229600" cy="1947863"/>
          </a:xfrm>
          <a:prstGeom prst="rect">
            <a:avLst/>
          </a:prstGeom>
          <a:noFill/>
          <a:ln w="9525">
            <a:noFill/>
          </a:ln>
        </p:spPr>
      </p:pic>
      <p:sp>
        <p:nvSpPr>
          <p:cNvPr id="22532" name="WordArt 4"/>
          <p:cNvSpPr>
            <a:spLocks noTextEdit="1"/>
          </p:cNvSpPr>
          <p:nvPr>
            <p:custDataLst>
              <p:tags r:id="rId6"/>
            </p:custDataLst>
          </p:nvPr>
        </p:nvSpPr>
        <p:spPr>
          <a:xfrm>
            <a:off x="6778943" y="6159818"/>
            <a:ext cx="360362" cy="457200"/>
          </a:xfrm>
          <a:prstGeom prst="rect">
            <a:avLst/>
          </a:prstGeom>
        </p:spPr>
        <p:txBody>
          <a:bodyPr wrap="none" fromWordArt="1">
            <a:prstTxWarp prst="textPlain">
              <a:avLst>
                <a:gd name="adj" fmla="val 50000"/>
              </a:avLst>
            </a:prstTxWarp>
            <a:normAutofit fontScale="60000"/>
          </a:bodyPr>
          <a:lstStyle/>
          <a:p>
            <a:pPr algn="ctr"/>
            <a:r>
              <a:rPr lang="zh-CN" altLang="en-US" sz="3600">
                <a:ln w="9525" cap="flat" cmpd="sng">
                  <a:solidFill>
                    <a:srgbClr val="FF0000"/>
                  </a:solidFill>
                  <a:prstDash val="solid"/>
                  <a:round/>
                  <a:headEnd type="none" w="med" len="med"/>
                  <a:tailEnd type="none" w="med" len="med"/>
                </a:ln>
                <a:solidFill>
                  <a:srgbClr val="FF00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blinds(horizontal)">
                                      <p:cBhvr>
                                        <p:cTn id="7" dur="500"/>
                                        <p:tgtEl>
                                          <p:spTgt spid="1946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0484"/>
                                        </p:tgtEl>
                                        <p:attrNameLst>
                                          <p:attrName>style.visibility</p:attrName>
                                        </p:attrNameLst>
                                      </p:cBhvr>
                                      <p:to>
                                        <p:strVal val="visible"/>
                                      </p:to>
                                    </p:set>
                                    <p:animEffect transition="in" filter="blinds(horizontal)">
                                      <p:cBhvr>
                                        <p:cTn id="12" dur="500"/>
                                        <p:tgtEl>
                                          <p:spTgt spid="2048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532"/>
                                        </p:tgtEl>
                                        <p:attrNameLst>
                                          <p:attrName>style.visibility</p:attrName>
                                        </p:attrNameLst>
                                      </p:cBhvr>
                                      <p:to>
                                        <p:strVal val="visible"/>
                                      </p:to>
                                    </p:set>
                                    <p:animEffect transition="in" filter="blinds(horizontal)">
                                      <p:cBhvr>
                                        <p:cTn id="17" dur="500"/>
                                        <p:tgtEl>
                                          <p:spTgt spid="22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ext Box 6"/>
          <p:cNvSpPr txBox="1"/>
          <p:nvPr/>
        </p:nvSpPr>
        <p:spPr>
          <a:xfrm>
            <a:off x="285750" y="317500"/>
            <a:ext cx="4275138" cy="522288"/>
          </a:xfrm>
          <a:prstGeom prst="rect">
            <a:avLst/>
          </a:prstGeom>
          <a:noFill/>
          <a:ln w="9525">
            <a:noFill/>
          </a:ln>
        </p:spPr>
        <p:txBody>
          <a:bodyPr wrap="square" anchor="t" anchorCtr="0">
            <a:spAutoFit/>
          </a:bodyPr>
          <a:lstStyle/>
          <a:p>
            <a:pPr>
              <a:spcBef>
                <a:spcPct val="50000"/>
              </a:spcBef>
            </a:pPr>
            <a:r>
              <a:rPr lang="zh-CN" altLang="en-US" sz="2800" b="1" dirty="0">
                <a:latin typeface="宋体" panose="02010600030101010101" pitchFamily="2" charset="-122"/>
                <a:ea typeface="宋体" panose="02010600030101010101" pitchFamily="2" charset="-122"/>
              </a:rPr>
              <a:t>布鲁斯特定律（</a:t>
            </a:r>
            <a:r>
              <a:rPr lang="en-US" altLang="zh-CN" sz="2800" b="1" dirty="0">
                <a:latin typeface="宋体" panose="02010600030101010101" pitchFamily="2" charset="-122"/>
                <a:ea typeface="宋体" panose="02010600030101010101" pitchFamily="2" charset="-122"/>
              </a:rPr>
              <a:t>0</a:t>
            </a:r>
            <a:r>
              <a:rPr lang="zh-CN" altLang="en-US" sz="2800" b="1" dirty="0">
                <a:latin typeface="宋体" panose="02010600030101010101" pitchFamily="2" charset="-122"/>
                <a:ea typeface="宋体" panose="02010600030101010101" pitchFamily="2" charset="-122"/>
              </a:rPr>
              <a:t>分或</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分）</a:t>
            </a:r>
            <a:endParaRPr lang="en-US" altLang="zh-CN" sz="2800" b="1" dirty="0">
              <a:latin typeface="宋体" panose="02010600030101010101" pitchFamily="2" charset="-122"/>
              <a:ea typeface="宋体" panose="02010600030101010101" pitchFamily="2" charset="-122"/>
            </a:endParaRPr>
          </a:p>
        </p:txBody>
      </p:sp>
      <p:graphicFrame>
        <p:nvGraphicFramePr>
          <p:cNvPr id="46083" name="Object 2"/>
          <p:cNvGraphicFramePr>
            <a:graphicFrameLocks noChangeAspect="1"/>
          </p:cNvGraphicFramePr>
          <p:nvPr/>
        </p:nvGraphicFramePr>
        <p:xfrm>
          <a:off x="2714625" y="1071563"/>
          <a:ext cx="1836738" cy="1060450"/>
        </p:xfrm>
        <a:graphic>
          <a:graphicData uri="http://schemas.openxmlformats.org/presentationml/2006/ole">
            <mc:AlternateContent xmlns:mc="http://schemas.openxmlformats.org/markup-compatibility/2006">
              <mc:Choice xmlns:v="urn:schemas-microsoft-com:vml" Requires="v">
                <p:oleObj r:id="rId2" imgW="26212800" imgH="16154400" progId="Equation.3">
                  <p:embed/>
                </p:oleObj>
              </mc:Choice>
              <mc:Fallback>
                <p:oleObj r:id="rId2" imgW="26212800" imgH="16154400" progId="Equation.3">
                  <p:embed/>
                  <p:pic>
                    <p:nvPicPr>
                      <p:cNvPr id="0" name="图片 3218"/>
                      <p:cNvPicPr/>
                      <p:nvPr/>
                    </p:nvPicPr>
                    <p:blipFill>
                      <a:blip r:embed="rId3"/>
                      <a:stretch>
                        <a:fillRect/>
                      </a:stretch>
                    </p:blipFill>
                    <p:spPr>
                      <a:xfrm>
                        <a:off x="2714625" y="1071563"/>
                        <a:ext cx="1836738" cy="1060450"/>
                      </a:xfrm>
                      <a:prstGeom prst="rect">
                        <a:avLst/>
                      </a:prstGeom>
                      <a:solidFill>
                        <a:srgbClr val="FFFF99"/>
                      </a:solidFill>
                      <a:ln w="12700" cap="flat" cmpd="sng">
                        <a:solidFill>
                          <a:srgbClr val="FF0000"/>
                        </a:solidFill>
                        <a:prstDash val="solid"/>
                        <a:miter/>
                        <a:headEnd type="none" w="med" len="med"/>
                        <a:tailEnd type="none" w="med" len="med"/>
                      </a:ln>
                    </p:spPr>
                  </p:pic>
                </p:oleObj>
              </mc:Fallback>
            </mc:AlternateContent>
          </a:graphicData>
        </a:graphic>
      </p:graphicFrame>
      <p:sp>
        <p:nvSpPr>
          <p:cNvPr id="152" name="Text Box 6"/>
          <p:cNvSpPr txBox="1"/>
          <p:nvPr/>
        </p:nvSpPr>
        <p:spPr>
          <a:xfrm>
            <a:off x="500063" y="1214438"/>
            <a:ext cx="2447925" cy="523875"/>
          </a:xfrm>
          <a:prstGeom prst="rect">
            <a:avLst/>
          </a:prstGeom>
          <a:noFill/>
          <a:ln w="9525">
            <a:noFill/>
          </a:ln>
        </p:spPr>
        <p:txBody>
          <a:bodyPr wrap="square" anchor="t" anchorCtr="0">
            <a:spAutoFit/>
          </a:bodyPr>
          <a:lstStyle/>
          <a:p>
            <a:pPr>
              <a:spcBef>
                <a:spcPct val="50000"/>
              </a:spcBef>
            </a:pPr>
            <a:r>
              <a:rPr lang="zh-CN" altLang="en-US" sz="2800" b="1" dirty="0">
                <a:latin typeface="宋体" panose="02010600030101010101" pitchFamily="2" charset="-122"/>
                <a:ea typeface="宋体" panose="02010600030101010101" pitchFamily="2" charset="-122"/>
              </a:rPr>
              <a:t>布鲁斯特角</a:t>
            </a:r>
            <a:endParaRPr lang="en-US" altLang="zh-CN" sz="2800" b="1" dirty="0">
              <a:latin typeface="宋体" panose="02010600030101010101" pitchFamily="2" charset="-122"/>
              <a:ea typeface="宋体" panose="02010600030101010101" pitchFamily="2" charset="-122"/>
            </a:endParaRPr>
          </a:p>
        </p:txBody>
      </p:sp>
      <p:grpSp>
        <p:nvGrpSpPr>
          <p:cNvPr id="150" name="Group 4"/>
          <p:cNvGrpSpPr/>
          <p:nvPr/>
        </p:nvGrpSpPr>
        <p:grpSpPr>
          <a:xfrm>
            <a:off x="5143500" y="500063"/>
            <a:ext cx="3500438" cy="2324100"/>
            <a:chOff x="3024" y="1986"/>
            <a:chExt cx="2340" cy="1824"/>
          </a:xfrm>
        </p:grpSpPr>
        <p:grpSp>
          <p:nvGrpSpPr>
            <p:cNvPr id="54277" name="Group 5"/>
            <p:cNvGrpSpPr/>
            <p:nvPr/>
          </p:nvGrpSpPr>
          <p:grpSpPr>
            <a:xfrm>
              <a:off x="3024" y="2093"/>
              <a:ext cx="1195" cy="597"/>
              <a:chOff x="341" y="731"/>
              <a:chExt cx="1195" cy="597"/>
            </a:xfrm>
          </p:grpSpPr>
          <p:sp>
            <p:nvSpPr>
              <p:cNvPr id="54278" name="Line 6"/>
              <p:cNvSpPr/>
              <p:nvPr/>
            </p:nvSpPr>
            <p:spPr>
              <a:xfrm rot="1813361">
                <a:off x="341" y="1040"/>
                <a:ext cx="1195" cy="0"/>
              </a:xfrm>
              <a:prstGeom prst="line">
                <a:avLst/>
              </a:prstGeom>
              <a:ln w="28575" cap="flat" cmpd="sng">
                <a:solidFill>
                  <a:srgbClr val="FF0000"/>
                </a:solidFill>
                <a:prstDash val="solid"/>
                <a:round/>
                <a:headEnd type="none" w="med" len="med"/>
                <a:tailEnd type="triangl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79" name="Line 7"/>
              <p:cNvSpPr/>
              <p:nvPr/>
            </p:nvSpPr>
            <p:spPr>
              <a:xfrm rot="1813361">
                <a:off x="596" y="731"/>
                <a:ext cx="0" cy="224"/>
              </a:xfrm>
              <a:prstGeom prst="line">
                <a:avLst/>
              </a:prstGeom>
              <a:ln w="28575" cap="flat" cmpd="sng">
                <a:solidFill>
                  <a:srgbClr val="FF0000"/>
                </a:solidFill>
                <a:prstDash val="solid"/>
                <a:round/>
                <a:headEnd type="none" w="med" len="med"/>
                <a:tailEnd type="non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80" name="Line 8"/>
              <p:cNvSpPr/>
              <p:nvPr/>
            </p:nvSpPr>
            <p:spPr>
              <a:xfrm rot="1813361">
                <a:off x="763" y="829"/>
                <a:ext cx="0" cy="224"/>
              </a:xfrm>
              <a:prstGeom prst="line">
                <a:avLst/>
              </a:prstGeom>
              <a:ln w="28575" cap="flat" cmpd="sng">
                <a:solidFill>
                  <a:srgbClr val="FF0000"/>
                </a:solidFill>
                <a:prstDash val="solid"/>
                <a:round/>
                <a:headEnd type="none" w="med" len="med"/>
                <a:tailEnd type="non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81" name="Line 9"/>
              <p:cNvSpPr/>
              <p:nvPr/>
            </p:nvSpPr>
            <p:spPr>
              <a:xfrm rot="1813361">
                <a:off x="931" y="927"/>
                <a:ext cx="0" cy="224"/>
              </a:xfrm>
              <a:prstGeom prst="line">
                <a:avLst/>
              </a:prstGeom>
              <a:ln w="28575" cap="flat" cmpd="sng">
                <a:solidFill>
                  <a:srgbClr val="FF0000"/>
                </a:solidFill>
                <a:prstDash val="solid"/>
                <a:round/>
                <a:headEnd type="none" w="med" len="med"/>
                <a:tailEnd type="non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82" name="Line 10"/>
              <p:cNvSpPr/>
              <p:nvPr/>
            </p:nvSpPr>
            <p:spPr>
              <a:xfrm rot="1813361">
                <a:off x="1099" y="1024"/>
                <a:ext cx="0" cy="224"/>
              </a:xfrm>
              <a:prstGeom prst="line">
                <a:avLst/>
              </a:prstGeom>
              <a:ln w="28575" cap="flat" cmpd="sng">
                <a:solidFill>
                  <a:srgbClr val="FF0000"/>
                </a:solidFill>
                <a:prstDash val="solid"/>
                <a:round/>
                <a:headEnd type="none" w="med" len="med"/>
                <a:tailEnd type="non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83" name="Line 11"/>
              <p:cNvSpPr/>
              <p:nvPr/>
            </p:nvSpPr>
            <p:spPr>
              <a:xfrm rot="1813361">
                <a:off x="1296" y="1104"/>
                <a:ext cx="0" cy="224"/>
              </a:xfrm>
              <a:prstGeom prst="line">
                <a:avLst/>
              </a:prstGeom>
              <a:ln w="28575" cap="flat" cmpd="sng">
                <a:solidFill>
                  <a:srgbClr val="FF0000"/>
                </a:solidFill>
                <a:prstDash val="solid"/>
                <a:round/>
                <a:headEnd type="none" w="med" len="med"/>
                <a:tailEnd type="non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84" name="Oval 12"/>
              <p:cNvSpPr/>
              <p:nvPr/>
            </p:nvSpPr>
            <p:spPr>
              <a:xfrm rot="1813361">
                <a:off x="480" y="767"/>
                <a:ext cx="65" cy="56"/>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85" name="Oval 13"/>
              <p:cNvSpPr/>
              <p:nvPr/>
            </p:nvSpPr>
            <p:spPr>
              <a:xfrm rot="1813361">
                <a:off x="647" y="865"/>
                <a:ext cx="65" cy="56"/>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86" name="Oval 14"/>
              <p:cNvSpPr/>
              <p:nvPr/>
            </p:nvSpPr>
            <p:spPr>
              <a:xfrm rot="1813361">
                <a:off x="815" y="962"/>
                <a:ext cx="64" cy="56"/>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87" name="Oval 15"/>
              <p:cNvSpPr/>
              <p:nvPr/>
            </p:nvSpPr>
            <p:spPr>
              <a:xfrm rot="1813361">
                <a:off x="983" y="1059"/>
                <a:ext cx="64" cy="56"/>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88" name="Oval 16"/>
              <p:cNvSpPr/>
              <p:nvPr/>
            </p:nvSpPr>
            <p:spPr>
              <a:xfrm rot="1813361">
                <a:off x="1149" y="1157"/>
                <a:ext cx="65" cy="56"/>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grpSp>
        <p:sp>
          <p:nvSpPr>
            <p:cNvPr id="54289" name="Line 17"/>
            <p:cNvSpPr/>
            <p:nvPr/>
          </p:nvSpPr>
          <p:spPr>
            <a:xfrm rot="-1745951">
              <a:off x="4020" y="2403"/>
              <a:ext cx="1344" cy="4"/>
            </a:xfrm>
            <a:prstGeom prst="line">
              <a:avLst/>
            </a:prstGeom>
            <a:ln w="28575" cap="flat" cmpd="sng">
              <a:solidFill>
                <a:srgbClr val="FF0000"/>
              </a:solidFill>
              <a:prstDash val="solid"/>
              <a:round/>
              <a:headEnd type="none" w="med" len="med"/>
              <a:tailEnd type="triangl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90" name="Oval 18"/>
            <p:cNvSpPr/>
            <p:nvPr/>
          </p:nvSpPr>
          <p:spPr>
            <a:xfrm rot="-1745951">
              <a:off x="4213" y="2616"/>
              <a:ext cx="64" cy="63"/>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91" name="Oval 19"/>
            <p:cNvSpPr/>
            <p:nvPr/>
          </p:nvSpPr>
          <p:spPr>
            <a:xfrm rot="-1745951">
              <a:off x="4443" y="2478"/>
              <a:ext cx="64" cy="63"/>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92" name="Oval 20"/>
            <p:cNvSpPr/>
            <p:nvPr/>
          </p:nvSpPr>
          <p:spPr>
            <a:xfrm rot="-1745951">
              <a:off x="4635" y="2382"/>
              <a:ext cx="64" cy="63"/>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93" name="Oval 21"/>
            <p:cNvSpPr/>
            <p:nvPr/>
          </p:nvSpPr>
          <p:spPr>
            <a:xfrm rot="-1745951">
              <a:off x="4827" y="2271"/>
              <a:ext cx="64" cy="63"/>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294" name="Oval 22"/>
            <p:cNvSpPr/>
            <p:nvPr/>
          </p:nvSpPr>
          <p:spPr>
            <a:xfrm rot="-1745951">
              <a:off x="4987" y="2175"/>
              <a:ext cx="64" cy="63"/>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graphicFrame>
          <p:nvGraphicFramePr>
            <p:cNvPr id="54295" name="Object 3"/>
            <p:cNvGraphicFramePr>
              <a:graphicFrameLocks noChangeAspect="1"/>
            </p:cNvGraphicFramePr>
            <p:nvPr/>
          </p:nvGraphicFramePr>
          <p:xfrm>
            <a:off x="3835" y="2034"/>
            <a:ext cx="197" cy="412"/>
          </p:xfrm>
          <a:graphic>
            <a:graphicData uri="http://schemas.openxmlformats.org/presentationml/2006/ole">
              <mc:AlternateContent xmlns:mc="http://schemas.openxmlformats.org/markup-compatibility/2006">
                <mc:Choice xmlns:v="urn:schemas-microsoft-com:vml" Requires="v">
                  <p:oleObj r:id="rId4" imgW="3962400" imgH="7924800" progId="Equation.3">
                    <p:embed/>
                  </p:oleObj>
                </mc:Choice>
                <mc:Fallback>
                  <p:oleObj r:id="rId4" imgW="3962400" imgH="7924800" progId="Equation.3">
                    <p:embed/>
                    <p:pic>
                      <p:nvPicPr>
                        <p:cNvPr id="0" name="图片 3219"/>
                        <p:cNvPicPr/>
                        <p:nvPr/>
                      </p:nvPicPr>
                      <p:blipFill>
                        <a:blip r:embed="rId5"/>
                        <a:stretch>
                          <a:fillRect/>
                        </a:stretch>
                      </p:blipFill>
                      <p:spPr>
                        <a:xfrm>
                          <a:off x="3835" y="2034"/>
                          <a:ext cx="197" cy="412"/>
                        </a:xfrm>
                        <a:prstGeom prst="rect">
                          <a:avLst/>
                        </a:prstGeom>
                        <a:noFill/>
                        <a:ln w="38100">
                          <a:noFill/>
                          <a:miter/>
                        </a:ln>
                      </p:spPr>
                    </p:pic>
                  </p:oleObj>
                </mc:Fallback>
              </mc:AlternateContent>
            </a:graphicData>
          </a:graphic>
        </p:graphicFrame>
        <p:graphicFrame>
          <p:nvGraphicFramePr>
            <p:cNvPr id="54296" name="Object 4"/>
            <p:cNvGraphicFramePr>
              <a:graphicFrameLocks noChangeAspect="1"/>
            </p:cNvGraphicFramePr>
            <p:nvPr/>
          </p:nvGraphicFramePr>
          <p:xfrm>
            <a:off x="4267" y="2034"/>
            <a:ext cx="196" cy="409"/>
          </p:xfrm>
          <a:graphic>
            <a:graphicData uri="http://schemas.openxmlformats.org/presentationml/2006/ole">
              <mc:AlternateContent xmlns:mc="http://schemas.openxmlformats.org/markup-compatibility/2006">
                <mc:Choice xmlns:v="urn:schemas-microsoft-com:vml" Requires="v">
                  <p:oleObj r:id="rId4" imgW="3962400" imgH="7924800" progId="Equation.3">
                    <p:embed/>
                  </p:oleObj>
                </mc:Choice>
                <mc:Fallback>
                  <p:oleObj r:id="rId4" imgW="3962400" imgH="7924800" progId="Equation.3">
                    <p:embed/>
                    <p:pic>
                      <p:nvPicPr>
                        <p:cNvPr id="0" name="图片 3220"/>
                        <p:cNvPicPr/>
                        <p:nvPr/>
                      </p:nvPicPr>
                      <p:blipFill>
                        <a:blip r:embed="rId5"/>
                        <a:stretch>
                          <a:fillRect/>
                        </a:stretch>
                      </p:blipFill>
                      <p:spPr>
                        <a:xfrm>
                          <a:off x="4267" y="2034"/>
                          <a:ext cx="196" cy="409"/>
                        </a:xfrm>
                        <a:prstGeom prst="rect">
                          <a:avLst/>
                        </a:prstGeom>
                        <a:noFill/>
                        <a:ln w="38100">
                          <a:noFill/>
                          <a:miter/>
                        </a:ln>
                      </p:spPr>
                    </p:pic>
                  </p:oleObj>
                </mc:Fallback>
              </mc:AlternateContent>
            </a:graphicData>
          </a:graphic>
        </p:graphicFrame>
        <p:sp>
          <p:nvSpPr>
            <p:cNvPr id="54297" name="Arc 25"/>
            <p:cNvSpPr/>
            <p:nvPr/>
          </p:nvSpPr>
          <p:spPr>
            <a:xfrm rot="9220608" flipH="1" flipV="1">
              <a:off x="4158" y="2369"/>
              <a:ext cx="207" cy="249"/>
            </a:xfrm>
            <a:custGeom>
              <a:avLst/>
              <a:gdLst/>
              <a:ahLst/>
              <a:cxnLst>
                <a:cxn ang="0">
                  <a:pos x="0" y="0"/>
                </a:cxn>
                <a:cxn ang="0">
                  <a:pos x="0" y="0"/>
                </a:cxn>
                <a:cxn ang="0">
                  <a:pos x="0" y="0"/>
                </a:cxn>
              </a:cxnLst>
              <a:rect l="0" t="0" r="0" b="0"/>
              <a:pathLst>
                <a:path w="24985" h="21600" fill="none">
                  <a:moveTo>
                    <a:pt x="-1" y="266"/>
                  </a:moveTo>
                  <a:cubicBezTo>
                    <a:pt x="1119" y="89"/>
                    <a:pt x="2251" y="-1"/>
                    <a:pt x="3385" y="0"/>
                  </a:cubicBezTo>
                  <a:cubicBezTo>
                    <a:pt x="15314" y="0"/>
                    <a:pt x="24985" y="9670"/>
                    <a:pt x="24985" y="21600"/>
                  </a:cubicBezTo>
                </a:path>
                <a:path w="24985" h="21600" stroke="0">
                  <a:moveTo>
                    <a:pt x="-1" y="266"/>
                  </a:moveTo>
                  <a:cubicBezTo>
                    <a:pt x="1119" y="89"/>
                    <a:pt x="2251" y="-1"/>
                    <a:pt x="3385" y="0"/>
                  </a:cubicBezTo>
                  <a:cubicBezTo>
                    <a:pt x="15314" y="0"/>
                    <a:pt x="24985" y="9670"/>
                    <a:pt x="24985" y="21600"/>
                  </a:cubicBezTo>
                  <a:lnTo>
                    <a:pt x="3385" y="21600"/>
                  </a:lnTo>
                  <a:close/>
                </a:path>
              </a:pathLst>
            </a:custGeom>
            <a:noFill/>
            <a:ln w="28575" cap="flat" cmpd="sng">
              <a:solidFill>
                <a:srgbClr val="33CC33"/>
              </a:solidFill>
              <a:prstDash val="solid"/>
              <a:round/>
              <a:headEnd type="none" w="med" len="med"/>
              <a:tailEnd type="none" w="sm" len="lg"/>
            </a:ln>
          </p:spPr>
          <p:txBody>
            <a:bodyPr/>
            <a:lstStyle/>
            <a:p>
              <a:endParaRPr lang="zh-CN" altLang="en-US"/>
            </a:p>
          </p:txBody>
        </p:sp>
        <p:sp>
          <p:nvSpPr>
            <p:cNvPr id="54298" name="Line 26"/>
            <p:cNvSpPr/>
            <p:nvPr/>
          </p:nvSpPr>
          <p:spPr>
            <a:xfrm>
              <a:off x="4123" y="1986"/>
              <a:ext cx="0" cy="1632"/>
            </a:xfrm>
            <a:prstGeom prst="line">
              <a:avLst/>
            </a:prstGeom>
            <a:ln w="19050" cap="flat" cmpd="sng">
              <a:solidFill>
                <a:srgbClr val="000000"/>
              </a:solidFill>
              <a:prstDash val="dash"/>
              <a:round/>
              <a:headEnd type="none" w="med" len="med"/>
              <a:tailEnd type="non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graphicFrame>
          <p:nvGraphicFramePr>
            <p:cNvPr id="54299" name="Object 5"/>
            <p:cNvGraphicFramePr>
              <a:graphicFrameLocks noChangeAspect="1"/>
            </p:cNvGraphicFramePr>
            <p:nvPr/>
          </p:nvGraphicFramePr>
          <p:xfrm>
            <a:off x="4788" y="2319"/>
            <a:ext cx="277" cy="387"/>
          </p:xfrm>
          <a:graphic>
            <a:graphicData uri="http://schemas.openxmlformats.org/presentationml/2006/ole">
              <mc:AlternateContent xmlns:mc="http://schemas.openxmlformats.org/markup-compatibility/2006">
                <mc:Choice xmlns:v="urn:schemas-microsoft-com:vml" Requires="v">
                  <p:oleObj r:id="rId6" imgW="5486400" imgH="7620000" progId="Equation.3">
                    <p:embed/>
                  </p:oleObj>
                </mc:Choice>
                <mc:Fallback>
                  <p:oleObj r:id="rId6" imgW="5486400" imgH="7620000" progId="Equation.3">
                    <p:embed/>
                    <p:pic>
                      <p:nvPicPr>
                        <p:cNvPr id="0" name="图片 3221"/>
                        <p:cNvPicPr/>
                        <p:nvPr/>
                      </p:nvPicPr>
                      <p:blipFill>
                        <a:blip r:embed="rId7"/>
                        <a:stretch>
                          <a:fillRect/>
                        </a:stretch>
                      </p:blipFill>
                      <p:spPr>
                        <a:xfrm>
                          <a:off x="4788" y="2319"/>
                          <a:ext cx="277" cy="387"/>
                        </a:xfrm>
                        <a:prstGeom prst="rect">
                          <a:avLst/>
                        </a:prstGeom>
                        <a:noFill/>
                        <a:ln w="38100">
                          <a:noFill/>
                          <a:miter/>
                        </a:ln>
                      </p:spPr>
                    </p:pic>
                  </p:oleObj>
                </mc:Fallback>
              </mc:AlternateContent>
            </a:graphicData>
          </a:graphic>
        </p:graphicFrame>
        <p:grpSp>
          <p:nvGrpSpPr>
            <p:cNvPr id="54300" name="Group 28"/>
            <p:cNvGrpSpPr/>
            <p:nvPr/>
          </p:nvGrpSpPr>
          <p:grpSpPr>
            <a:xfrm>
              <a:off x="4165" y="2658"/>
              <a:ext cx="470" cy="1152"/>
              <a:chOff x="1482" y="1296"/>
              <a:chExt cx="470" cy="1152"/>
            </a:xfrm>
          </p:grpSpPr>
          <p:sp>
            <p:nvSpPr>
              <p:cNvPr id="54301" name="Line 29"/>
              <p:cNvSpPr/>
              <p:nvPr/>
            </p:nvSpPr>
            <p:spPr>
              <a:xfrm rot="3581093" flipH="1">
                <a:off x="1158" y="1853"/>
                <a:ext cx="1152" cy="15"/>
              </a:xfrm>
              <a:prstGeom prst="line">
                <a:avLst/>
              </a:prstGeom>
              <a:ln w="28575" cap="flat" cmpd="sng">
                <a:solidFill>
                  <a:srgbClr val="FF0000"/>
                </a:solidFill>
                <a:prstDash val="solid"/>
                <a:round/>
                <a:headEnd type="triangle" w="sm" len="lg"/>
                <a:tailEnd type="non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302" name="Line 30"/>
              <p:cNvSpPr/>
              <p:nvPr/>
            </p:nvSpPr>
            <p:spPr>
              <a:xfrm rot="3581093" flipV="1">
                <a:off x="1584" y="1488"/>
                <a:ext cx="0" cy="192"/>
              </a:xfrm>
              <a:prstGeom prst="line">
                <a:avLst/>
              </a:prstGeom>
              <a:ln w="28575" cap="flat" cmpd="sng">
                <a:solidFill>
                  <a:srgbClr val="FF0000"/>
                </a:solidFill>
                <a:prstDash val="solid"/>
                <a:round/>
                <a:headEnd type="none" w="med" len="med"/>
                <a:tailEnd type="non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303" name="Line 31"/>
              <p:cNvSpPr/>
              <p:nvPr/>
            </p:nvSpPr>
            <p:spPr>
              <a:xfrm rot="3581093">
                <a:off x="1839" y="1927"/>
                <a:ext cx="18" cy="187"/>
              </a:xfrm>
              <a:prstGeom prst="line">
                <a:avLst/>
              </a:prstGeom>
              <a:ln w="28575" cap="flat" cmpd="sng">
                <a:solidFill>
                  <a:srgbClr val="FF0000"/>
                </a:solidFill>
                <a:prstDash val="solid"/>
                <a:round/>
                <a:headEnd type="none" w="med" len="med"/>
                <a:tailEnd type="non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304" name="Oval 32"/>
              <p:cNvSpPr/>
              <p:nvPr/>
            </p:nvSpPr>
            <p:spPr>
              <a:xfrm rot="3581093">
                <a:off x="1471" y="1439"/>
                <a:ext cx="64" cy="63"/>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305" name="Oval 33"/>
              <p:cNvSpPr/>
              <p:nvPr/>
            </p:nvSpPr>
            <p:spPr>
              <a:xfrm rot="3581093">
                <a:off x="1682" y="1771"/>
                <a:ext cx="64" cy="63"/>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306" name="Oval 34"/>
              <p:cNvSpPr/>
              <p:nvPr/>
            </p:nvSpPr>
            <p:spPr>
              <a:xfrm rot="3581093">
                <a:off x="1873" y="2087"/>
                <a:ext cx="64" cy="63"/>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307" name="Line 35"/>
              <p:cNvSpPr/>
              <p:nvPr/>
            </p:nvSpPr>
            <p:spPr>
              <a:xfrm rot="3581093">
                <a:off x="1753" y="1809"/>
                <a:ext cx="18" cy="187"/>
              </a:xfrm>
              <a:prstGeom prst="line">
                <a:avLst/>
              </a:prstGeom>
              <a:ln w="28575" cap="flat" cmpd="sng">
                <a:solidFill>
                  <a:srgbClr val="FF0000"/>
                </a:solidFill>
                <a:prstDash val="solid"/>
                <a:round/>
                <a:headEnd type="none" w="med" len="med"/>
                <a:tailEnd type="non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sp>
            <p:nvSpPr>
              <p:cNvPr id="54308" name="Line 36"/>
              <p:cNvSpPr/>
              <p:nvPr/>
            </p:nvSpPr>
            <p:spPr>
              <a:xfrm rot="3581093">
                <a:off x="1657" y="1617"/>
                <a:ext cx="18" cy="187"/>
              </a:xfrm>
              <a:prstGeom prst="line">
                <a:avLst/>
              </a:prstGeom>
              <a:ln w="28575" cap="flat" cmpd="sng">
                <a:solidFill>
                  <a:srgbClr val="FF0000"/>
                </a:solidFill>
                <a:prstDash val="solid"/>
                <a:round/>
                <a:headEnd type="none" w="med" len="med"/>
                <a:tailEnd type="none" w="sm" len="lg"/>
              </a:ln>
            </p:spPr>
            <p:txBody>
              <a:bodyPr wrap="none" anchor="ctr" anchorCtr="0"/>
              <a:lstStyle/>
              <a:p>
                <a:endParaRPr lang="zh-CN" altLang="en-US">
                  <a:latin typeface="宋体" panose="02010600030101010101" pitchFamily="2" charset="-122"/>
                  <a:ea typeface="宋体" panose="02010600030101010101" pitchFamily="2" charset="-122"/>
                </a:endParaRPr>
              </a:p>
            </p:txBody>
          </p:sp>
        </p:grpSp>
        <p:grpSp>
          <p:nvGrpSpPr>
            <p:cNvPr id="54309" name="Group 37"/>
            <p:cNvGrpSpPr/>
            <p:nvPr/>
          </p:nvGrpSpPr>
          <p:grpSpPr>
            <a:xfrm>
              <a:off x="3211" y="2706"/>
              <a:ext cx="1934" cy="1056"/>
              <a:chOff x="528" y="1344"/>
              <a:chExt cx="1934" cy="1056"/>
            </a:xfrm>
          </p:grpSpPr>
          <p:sp>
            <p:nvSpPr>
              <p:cNvPr id="54310" name="Rectangle 38"/>
              <p:cNvSpPr/>
              <p:nvPr/>
            </p:nvSpPr>
            <p:spPr>
              <a:xfrm>
                <a:off x="528" y="1344"/>
                <a:ext cx="1920" cy="1056"/>
              </a:xfrm>
              <a:prstGeom prst="rect">
                <a:avLst/>
              </a:prstGeom>
              <a:solidFill>
                <a:srgbClr val="7F7F7F">
                  <a:alpha val="18999"/>
                </a:srgbClr>
              </a:solidFill>
              <a:ln w="19050" cap="flat" cmpd="sng">
                <a:solidFill>
                  <a:schemeClr val="tx2"/>
                </a:solidFill>
                <a:prstDash val="solid"/>
                <a:miter/>
                <a:headEnd type="none" w="med" len="med"/>
                <a:tailEnd type="none" w="med" len="med"/>
              </a:ln>
            </p:spPr>
            <p:txBody>
              <a:bodyPr wrap="none" anchor="ctr" anchorCtr="0"/>
              <a:lstStyle/>
              <a:p>
                <a:endParaRPr lang="zh-CN" altLang="en-US">
                  <a:latin typeface="宋体" panose="02010600030101010101" pitchFamily="2" charset="-122"/>
                  <a:ea typeface="宋体" panose="02010600030101010101" pitchFamily="2" charset="-122"/>
                </a:endParaRPr>
              </a:p>
            </p:txBody>
          </p:sp>
          <p:graphicFrame>
            <p:nvGraphicFramePr>
              <p:cNvPr id="54311" name="Object 7"/>
              <p:cNvGraphicFramePr>
                <a:graphicFrameLocks noChangeAspect="1"/>
              </p:cNvGraphicFramePr>
              <p:nvPr/>
            </p:nvGraphicFramePr>
            <p:xfrm>
              <a:off x="2153" y="1392"/>
              <a:ext cx="309" cy="387"/>
            </p:xfrm>
            <a:graphic>
              <a:graphicData uri="http://schemas.openxmlformats.org/presentationml/2006/ole">
                <mc:AlternateContent xmlns:mc="http://schemas.openxmlformats.org/markup-compatibility/2006">
                  <mc:Choice xmlns:v="urn:schemas-microsoft-com:vml" Requires="v">
                    <p:oleObj r:id="rId6" imgW="6096000" imgH="7620000" progId="Equation.3">
                      <p:embed/>
                    </p:oleObj>
                  </mc:Choice>
                  <mc:Fallback>
                    <p:oleObj r:id="rId6" imgW="6096000" imgH="7620000" progId="Equation.3">
                      <p:embed/>
                      <p:pic>
                        <p:nvPicPr>
                          <p:cNvPr id="0" name="图片 3223"/>
                          <p:cNvPicPr/>
                          <p:nvPr/>
                        </p:nvPicPr>
                        <p:blipFill>
                          <a:blip r:embed="rId8"/>
                          <a:stretch>
                            <a:fillRect/>
                          </a:stretch>
                        </p:blipFill>
                        <p:spPr>
                          <a:xfrm>
                            <a:off x="2153" y="1392"/>
                            <a:ext cx="309" cy="387"/>
                          </a:xfrm>
                          <a:prstGeom prst="rect">
                            <a:avLst/>
                          </a:prstGeom>
                          <a:noFill/>
                          <a:ln w="38100">
                            <a:noFill/>
                            <a:miter/>
                          </a:ln>
                        </p:spPr>
                      </p:pic>
                    </p:oleObj>
                  </mc:Fallback>
                </mc:AlternateContent>
              </a:graphicData>
            </a:graphic>
          </p:graphicFrame>
        </p:grpSp>
        <p:sp>
          <p:nvSpPr>
            <p:cNvPr id="54312" name="Arc 41"/>
            <p:cNvSpPr/>
            <p:nvPr/>
          </p:nvSpPr>
          <p:spPr>
            <a:xfrm rot="6572052" flipH="1" flipV="1">
              <a:off x="3853" y="2333"/>
              <a:ext cx="182" cy="249"/>
            </a:xfrm>
            <a:custGeom>
              <a:avLst/>
              <a:gdLst/>
              <a:ahLst/>
              <a:cxnLst>
                <a:cxn ang="0">
                  <a:pos x="0" y="0"/>
                </a:cxn>
                <a:cxn ang="0">
                  <a:pos x="0" y="0"/>
                </a:cxn>
                <a:cxn ang="0">
                  <a:pos x="0" y="0"/>
                </a:cxn>
              </a:cxnLst>
              <a:rect l="0" t="0" r="0" b="0"/>
              <a:pathLst>
                <a:path w="21960" h="21600" fill="none">
                  <a:moveTo>
                    <a:pt x="0" y="3"/>
                  </a:moveTo>
                  <a:cubicBezTo>
                    <a:pt x="119" y="1"/>
                    <a:pt x="239" y="-1"/>
                    <a:pt x="360" y="0"/>
                  </a:cubicBezTo>
                  <a:cubicBezTo>
                    <a:pt x="12289" y="0"/>
                    <a:pt x="21960" y="9670"/>
                    <a:pt x="21960" y="21600"/>
                  </a:cubicBezTo>
                </a:path>
                <a:path w="21960" h="21600" stroke="0">
                  <a:moveTo>
                    <a:pt x="0" y="3"/>
                  </a:moveTo>
                  <a:cubicBezTo>
                    <a:pt x="119" y="1"/>
                    <a:pt x="239" y="-1"/>
                    <a:pt x="360" y="0"/>
                  </a:cubicBezTo>
                  <a:cubicBezTo>
                    <a:pt x="12289" y="0"/>
                    <a:pt x="21960" y="9670"/>
                    <a:pt x="21960" y="21600"/>
                  </a:cubicBezTo>
                  <a:lnTo>
                    <a:pt x="360" y="21600"/>
                  </a:lnTo>
                  <a:close/>
                </a:path>
              </a:pathLst>
            </a:custGeom>
            <a:noFill/>
            <a:ln w="28575" cap="flat" cmpd="sng">
              <a:solidFill>
                <a:srgbClr val="FFCC66"/>
              </a:solidFill>
              <a:prstDash val="solid"/>
              <a:round/>
              <a:headEnd type="none" w="med" len="med"/>
              <a:tailEnd type="none" w="sm" len="lg"/>
            </a:ln>
          </p:spPr>
          <p:txBody>
            <a:bodyPr/>
            <a:lstStyle/>
            <a:p>
              <a:endParaRPr lang="zh-CN" altLang="en-US"/>
            </a:p>
          </p:txBody>
        </p:sp>
        <p:grpSp>
          <p:nvGrpSpPr>
            <p:cNvPr id="54313" name="Group 42"/>
            <p:cNvGrpSpPr/>
            <p:nvPr/>
          </p:nvGrpSpPr>
          <p:grpSpPr>
            <a:xfrm>
              <a:off x="4170" y="2946"/>
              <a:ext cx="223" cy="498"/>
              <a:chOff x="1487" y="1584"/>
              <a:chExt cx="223" cy="498"/>
            </a:xfrm>
          </p:grpSpPr>
          <p:sp>
            <p:nvSpPr>
              <p:cNvPr id="54314" name="Arc 43"/>
              <p:cNvSpPr/>
              <p:nvPr/>
            </p:nvSpPr>
            <p:spPr>
              <a:xfrm rot="-8332883" flipH="1">
                <a:off x="1488" y="1584"/>
                <a:ext cx="95" cy="191"/>
              </a:xfrm>
              <a:custGeom>
                <a:avLst/>
                <a:gdLst/>
                <a:ahLst/>
                <a:cxnLst>
                  <a:cxn ang="0">
                    <a:pos x="0" y="0"/>
                  </a:cxn>
                  <a:cxn ang="0">
                    <a:pos x="0" y="0"/>
                  </a:cxn>
                  <a:cxn ang="0">
                    <a:pos x="0" y="0"/>
                  </a:cxn>
                </a:cxnLst>
                <a:rect l="0" t="0" r="0" b="0"/>
                <a:pathLst>
                  <a:path w="21403" h="21600" fill="none">
                    <a:moveTo>
                      <a:pt x="-1" y="0"/>
                    </a:moveTo>
                    <a:cubicBezTo>
                      <a:pt x="10805" y="0"/>
                      <a:pt x="19948" y="7984"/>
                      <a:pt x="21403" y="18690"/>
                    </a:cubicBezTo>
                  </a:path>
                  <a:path w="21403" h="21600" stroke="0">
                    <a:moveTo>
                      <a:pt x="-1" y="0"/>
                    </a:moveTo>
                    <a:cubicBezTo>
                      <a:pt x="10805" y="0"/>
                      <a:pt x="19948" y="7984"/>
                      <a:pt x="21403" y="18690"/>
                    </a:cubicBezTo>
                    <a:lnTo>
                      <a:pt x="0" y="21600"/>
                    </a:lnTo>
                    <a:close/>
                  </a:path>
                </a:pathLst>
              </a:custGeom>
              <a:noFill/>
              <a:ln w="28575" cap="flat" cmpd="sng">
                <a:solidFill>
                  <a:srgbClr val="FFCC66"/>
                </a:solidFill>
                <a:prstDash val="solid"/>
                <a:round/>
                <a:headEnd type="none" w="med" len="med"/>
                <a:tailEnd type="none" w="sm" len="lg"/>
              </a:ln>
            </p:spPr>
            <p:txBody>
              <a:bodyPr/>
              <a:lstStyle/>
              <a:p>
                <a:endParaRPr lang="zh-CN" altLang="en-US"/>
              </a:p>
            </p:txBody>
          </p:sp>
          <p:graphicFrame>
            <p:nvGraphicFramePr>
              <p:cNvPr id="54315" name="Object 6"/>
              <p:cNvGraphicFramePr>
                <a:graphicFrameLocks noChangeAspect="1"/>
              </p:cNvGraphicFramePr>
              <p:nvPr/>
            </p:nvGraphicFramePr>
            <p:xfrm>
              <a:off x="1487" y="1771"/>
              <a:ext cx="223" cy="311"/>
            </p:xfrm>
            <a:graphic>
              <a:graphicData uri="http://schemas.openxmlformats.org/presentationml/2006/ole">
                <mc:AlternateContent xmlns:mc="http://schemas.openxmlformats.org/markup-compatibility/2006">
                  <mc:Choice xmlns:v="urn:schemas-microsoft-com:vml" Requires="v">
                    <p:oleObj r:id="rId6" imgW="4267200" imgH="5791200" progId="Equation.3">
                      <p:embed/>
                    </p:oleObj>
                  </mc:Choice>
                  <mc:Fallback>
                    <p:oleObj r:id="rId6" imgW="4267200" imgH="5791200" progId="Equation.3">
                      <p:embed/>
                      <p:pic>
                        <p:nvPicPr>
                          <p:cNvPr id="0" name="图片 3224"/>
                          <p:cNvPicPr/>
                          <p:nvPr/>
                        </p:nvPicPr>
                        <p:blipFill>
                          <a:blip r:embed="rId9"/>
                          <a:stretch>
                            <a:fillRect/>
                          </a:stretch>
                        </p:blipFill>
                        <p:spPr>
                          <a:xfrm>
                            <a:off x="1487" y="1771"/>
                            <a:ext cx="223" cy="311"/>
                          </a:xfrm>
                          <a:prstGeom prst="rect">
                            <a:avLst/>
                          </a:prstGeom>
                          <a:noFill/>
                          <a:ln w="38100">
                            <a:noFill/>
                            <a:miter/>
                          </a:ln>
                        </p:spPr>
                      </p:pic>
                    </p:oleObj>
                  </mc:Fallback>
                </mc:AlternateContent>
              </a:graphicData>
            </a:graphic>
          </p:graphicFrame>
        </p:grpSp>
      </p:grpSp>
      <p:sp>
        <p:nvSpPr>
          <p:cNvPr id="193" name="Text Box 2"/>
          <p:cNvSpPr txBox="1"/>
          <p:nvPr/>
        </p:nvSpPr>
        <p:spPr>
          <a:xfrm>
            <a:off x="285750" y="2143125"/>
            <a:ext cx="4929188" cy="1384300"/>
          </a:xfrm>
          <a:prstGeom prst="rect">
            <a:avLst/>
          </a:prstGeom>
          <a:noFill/>
          <a:ln w="9525">
            <a:noFill/>
          </a:ln>
        </p:spPr>
        <p:txBody>
          <a:bodyPr wrap="square" anchor="t" anchorCtr="0">
            <a:spAutoFit/>
          </a:bodyPr>
          <a:lstStyle/>
          <a:p>
            <a:pPr>
              <a:lnSpc>
                <a:spcPct val="150000"/>
              </a:lnSpc>
              <a:spcBef>
                <a:spcPct val="50000"/>
              </a:spcBef>
            </a:pPr>
            <a:r>
              <a:rPr lang="en-US" altLang="zh-CN" sz="2800" b="1" dirty="0">
                <a:solidFill>
                  <a:srgbClr val="CC0000"/>
                </a:solidFill>
                <a:latin typeface="宋体" panose="02010600030101010101" pitchFamily="2" charset="-122"/>
                <a:ea typeface="宋体" panose="02010600030101010101" pitchFamily="2" charset="-122"/>
              </a:rPr>
              <a:t>(1</a:t>
            </a:r>
            <a:r>
              <a:rPr lang="zh-CN" altLang="en-US" sz="2800" b="1" dirty="0">
                <a:solidFill>
                  <a:srgbClr val="CC0000"/>
                </a:solidFill>
                <a:latin typeface="宋体" panose="02010600030101010101" pitchFamily="2" charset="-122"/>
                <a:ea typeface="宋体" panose="02010600030101010101" pitchFamily="2" charset="-122"/>
              </a:rPr>
              <a:t>）</a:t>
            </a:r>
            <a:r>
              <a:rPr lang="zh-CN" altLang="en-US" sz="2800" b="1" dirty="0">
                <a:solidFill>
                  <a:srgbClr val="000000"/>
                </a:solidFill>
                <a:latin typeface="宋体" panose="02010600030101010101" pitchFamily="2" charset="-122"/>
                <a:ea typeface="宋体" panose="02010600030101010101" pitchFamily="2" charset="-122"/>
              </a:rPr>
              <a:t>反射光为线偏振光，振动方向垂直于入射面</a:t>
            </a:r>
            <a:endParaRPr lang="en-US" altLang="zh-CN" sz="2800" b="1" dirty="0">
              <a:solidFill>
                <a:srgbClr val="000000"/>
              </a:solidFill>
              <a:latin typeface="宋体" panose="02010600030101010101" pitchFamily="2" charset="-122"/>
              <a:ea typeface="宋体" panose="02010600030101010101" pitchFamily="2" charset="-122"/>
            </a:endParaRPr>
          </a:p>
        </p:txBody>
      </p:sp>
      <p:sp>
        <p:nvSpPr>
          <p:cNvPr id="194" name="Text Box 2"/>
          <p:cNvSpPr txBox="1"/>
          <p:nvPr/>
        </p:nvSpPr>
        <p:spPr>
          <a:xfrm>
            <a:off x="285750" y="3500438"/>
            <a:ext cx="8215313" cy="1284287"/>
          </a:xfrm>
          <a:prstGeom prst="rect">
            <a:avLst/>
          </a:prstGeom>
          <a:noFill/>
          <a:ln w="9525">
            <a:noFill/>
          </a:ln>
        </p:spPr>
        <p:txBody>
          <a:bodyPr wrap="square" anchor="t" anchorCtr="0">
            <a:spAutoFit/>
          </a:bodyPr>
          <a:lstStyle/>
          <a:p>
            <a:pPr>
              <a:lnSpc>
                <a:spcPct val="150000"/>
              </a:lnSpc>
              <a:spcBef>
                <a:spcPct val="50000"/>
              </a:spcBef>
            </a:pPr>
            <a:r>
              <a:rPr lang="en-US" altLang="zh-CN" sz="2800" b="1" dirty="0">
                <a:solidFill>
                  <a:srgbClr val="CC0000"/>
                </a:solidFill>
                <a:latin typeface="宋体" panose="02010600030101010101" pitchFamily="2" charset="-122"/>
                <a:ea typeface="宋体" panose="02010600030101010101" pitchFamily="2" charset="-122"/>
              </a:rPr>
              <a:t>(2</a:t>
            </a:r>
            <a:r>
              <a:rPr lang="zh-CN" altLang="en-US" sz="2800" b="1" dirty="0">
                <a:solidFill>
                  <a:srgbClr val="CC0000"/>
                </a:solidFill>
                <a:latin typeface="宋体" panose="02010600030101010101" pitchFamily="2" charset="-122"/>
                <a:ea typeface="宋体" panose="02010600030101010101" pitchFamily="2" charset="-122"/>
              </a:rPr>
              <a:t>）折</a:t>
            </a:r>
            <a:r>
              <a:rPr lang="zh-CN" altLang="en-US" sz="2800" b="1" dirty="0">
                <a:solidFill>
                  <a:srgbClr val="000000"/>
                </a:solidFill>
                <a:latin typeface="宋体" panose="02010600030101010101" pitchFamily="2" charset="-122"/>
                <a:ea typeface="宋体" panose="02010600030101010101" pitchFamily="2" charset="-122"/>
              </a:rPr>
              <a:t>射光为部分偏振光，振动方向平行入射面占优势。</a:t>
            </a:r>
            <a:endParaRPr lang="en-US" altLang="zh-CN" sz="2800" b="1" dirty="0">
              <a:solidFill>
                <a:srgbClr val="000000"/>
              </a:solidFill>
              <a:latin typeface="宋体" panose="02010600030101010101" pitchFamily="2" charset="-122"/>
              <a:ea typeface="宋体" panose="02010600030101010101" pitchFamily="2" charset="-122"/>
            </a:endParaRPr>
          </a:p>
        </p:txBody>
      </p:sp>
      <p:graphicFrame>
        <p:nvGraphicFramePr>
          <p:cNvPr id="195" name="Object 5"/>
          <p:cNvGraphicFramePr>
            <a:graphicFrameLocks noChangeAspect="1"/>
          </p:cNvGraphicFramePr>
          <p:nvPr/>
        </p:nvGraphicFramePr>
        <p:xfrm>
          <a:off x="3097213" y="5500688"/>
          <a:ext cx="1689100" cy="993775"/>
        </p:xfrm>
        <a:graphic>
          <a:graphicData uri="http://schemas.openxmlformats.org/presentationml/2006/ole">
            <mc:AlternateContent xmlns:mc="http://schemas.openxmlformats.org/markup-compatibility/2006">
              <mc:Choice xmlns:v="urn:schemas-microsoft-com:vml" Requires="v">
                <p:oleObj r:id="rId6" imgW="24384000" imgH="14630400" progId="Equation.3">
                  <p:embed/>
                </p:oleObj>
              </mc:Choice>
              <mc:Fallback>
                <p:oleObj r:id="rId6" imgW="24384000" imgH="14630400" progId="Equation.3">
                  <p:embed/>
                  <p:pic>
                    <p:nvPicPr>
                      <p:cNvPr id="0" name="图片 3222"/>
                      <p:cNvPicPr/>
                      <p:nvPr/>
                    </p:nvPicPr>
                    <p:blipFill>
                      <a:blip r:embed="rId10"/>
                      <a:stretch>
                        <a:fillRect/>
                      </a:stretch>
                    </p:blipFill>
                    <p:spPr>
                      <a:xfrm>
                        <a:off x="3097213" y="5500688"/>
                        <a:ext cx="1689100" cy="993775"/>
                      </a:xfrm>
                      <a:prstGeom prst="rect">
                        <a:avLst/>
                      </a:prstGeom>
                      <a:noFill/>
                      <a:ln w="38100">
                        <a:noFill/>
                        <a:miter/>
                      </a:ln>
                    </p:spPr>
                  </p:pic>
                </p:oleObj>
              </mc:Fallback>
            </mc:AlternateContent>
          </a:graphicData>
        </a:graphic>
      </p:graphicFrame>
      <p:sp>
        <p:nvSpPr>
          <p:cNvPr id="196" name="Text Box 6"/>
          <p:cNvSpPr txBox="1"/>
          <p:nvPr/>
        </p:nvSpPr>
        <p:spPr>
          <a:xfrm>
            <a:off x="468313" y="4786313"/>
            <a:ext cx="8064500" cy="1427162"/>
          </a:xfrm>
          <a:prstGeom prst="rect">
            <a:avLst/>
          </a:prstGeom>
          <a:noFill/>
          <a:ln w="9525">
            <a:noFill/>
          </a:ln>
        </p:spPr>
        <p:txBody>
          <a:bodyPr wrap="square" anchor="t" anchorCtr="0">
            <a:spAutoFit/>
          </a:bodyPr>
          <a:lstStyle/>
          <a:p>
            <a:pPr>
              <a:lnSpc>
                <a:spcPct val="150000"/>
              </a:lnSpc>
              <a:spcBef>
                <a:spcPct val="50000"/>
              </a:spcBef>
            </a:pP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入射光以布鲁斯特角时，反射光与折射光垂直，即</a:t>
            </a:r>
            <a:endParaRPr lang="en-US" altLang="zh-CN" sz="2800" b="1"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blinds(horizontal)">
                                      <p:cBhvr>
                                        <p:cTn id="7" dur="500"/>
                                        <p:tgtEl>
                                          <p:spTgt spid="15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608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5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93"/>
                                        </p:tgtEl>
                                        <p:attrNameLst>
                                          <p:attrName>style.visibility</p:attrName>
                                        </p:attrNameLst>
                                      </p:cBhvr>
                                      <p:to>
                                        <p:strVal val="visible"/>
                                      </p:to>
                                    </p:set>
                                    <p:animEffect transition="in" filter="blinds(horizontal)">
                                      <p:cBhvr>
                                        <p:cTn id="20" dur="500"/>
                                        <p:tgtEl>
                                          <p:spTgt spid="19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94"/>
                                        </p:tgtEl>
                                        <p:attrNameLst>
                                          <p:attrName>style.visibility</p:attrName>
                                        </p:attrNameLst>
                                      </p:cBhvr>
                                      <p:to>
                                        <p:strVal val="visible"/>
                                      </p:to>
                                    </p:set>
                                    <p:animEffect transition="in" filter="blinds(horizontal)">
                                      <p:cBhvr>
                                        <p:cTn id="25" dur="500"/>
                                        <p:tgtEl>
                                          <p:spTgt spid="19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96"/>
                                        </p:tgtEl>
                                        <p:attrNameLst>
                                          <p:attrName>style.visibility</p:attrName>
                                        </p:attrNameLst>
                                      </p:cBhvr>
                                      <p:to>
                                        <p:strVal val="visible"/>
                                      </p:to>
                                    </p:set>
                                    <p:animEffect transition="in" filter="blinds(horizontal)">
                                      <p:cBhvr>
                                        <p:cTn id="30" dur="500"/>
                                        <p:tgtEl>
                                          <p:spTgt spid="19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95"/>
                                        </p:tgtEl>
                                        <p:attrNameLst>
                                          <p:attrName>style.visibility</p:attrName>
                                        </p:attrNameLst>
                                      </p:cBhvr>
                                      <p:to>
                                        <p:strVal val="visible"/>
                                      </p:to>
                                    </p:set>
                                    <p:animEffect transition="in" filter="blinds(horizontal)">
                                      <p:cBhvr>
                                        <p:cTn id="35" dur="5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p:bldP spid="193" grpId="0"/>
      <p:bldP spid="194" grpId="0"/>
      <p:bldP spid="196"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p:nvPr/>
        </p:nvSpPr>
        <p:spPr>
          <a:xfrm>
            <a:off x="334963" y="260350"/>
            <a:ext cx="8351837" cy="2032000"/>
          </a:xfrm>
          <a:prstGeom prst="rect">
            <a:avLst/>
          </a:prstGeom>
          <a:noFill/>
          <a:ln w="9525">
            <a:noFill/>
          </a:ln>
        </p:spPr>
        <p:txBody>
          <a:bodyPr anchor="t" anchorCtr="0">
            <a:spAutoFit/>
          </a:bodyPr>
          <a:lstStyle/>
          <a:p>
            <a:pPr>
              <a:lnSpc>
                <a:spcPct val="150000"/>
              </a:lnSpc>
              <a:spcBef>
                <a:spcPct val="50000"/>
              </a:spcBef>
            </a:pPr>
            <a:r>
              <a:rPr lang="en-US" altLang="zh-CN" sz="2800" b="1" dirty="0">
                <a:latin typeface="楷体_GB2312" pitchFamily="1" charset="-122"/>
                <a:ea typeface="楷体_GB2312" pitchFamily="1" charset="-122"/>
              </a:rPr>
              <a:t>(4</a:t>
            </a:r>
            <a:r>
              <a:rPr lang="zh-CN" altLang="en-US" sz="2800" b="1" dirty="0">
                <a:latin typeface="楷体_GB2312" pitchFamily="1" charset="-122"/>
                <a:ea typeface="楷体_GB2312" pitchFamily="1" charset="-122"/>
              </a:rPr>
              <a:t>）</a:t>
            </a:r>
            <a:r>
              <a:rPr lang="zh-CN" altLang="en-US" sz="2800" b="1" dirty="0">
                <a:solidFill>
                  <a:srgbClr val="000000"/>
                </a:solidFill>
                <a:latin typeface="楷体_GB2312" pitchFamily="1" charset="-122"/>
                <a:ea typeface="楷体_GB2312" pitchFamily="1" charset="-122"/>
              </a:rPr>
              <a:t>一自然光自空气射向一块平板玻璃，入射角为布儒斯特角，上表面和下表面的反射光都是线偏振光</a:t>
            </a:r>
          </a:p>
        </p:txBody>
      </p:sp>
      <p:sp>
        <p:nvSpPr>
          <p:cNvPr id="6" name="Rectangle 9"/>
          <p:cNvSpPr/>
          <p:nvPr/>
        </p:nvSpPr>
        <p:spPr>
          <a:xfrm>
            <a:off x="2286000" y="3213100"/>
            <a:ext cx="4662488" cy="3311525"/>
          </a:xfrm>
          <a:prstGeom prst="rect">
            <a:avLst/>
          </a:prstGeom>
          <a:noFill/>
          <a:ln w="9525">
            <a:noFill/>
          </a:ln>
        </p:spPr>
        <p:txBody>
          <a:bodyPr wrap="none" anchor="ctr" anchorCtr="0"/>
          <a:lstStyle/>
          <a:p>
            <a:endParaRPr lang="zh-CN" altLang="en-US">
              <a:latin typeface="Arial" panose="020B0604020202020204" pitchFamily="34" charset="0"/>
              <a:ea typeface="宋体" panose="02010600030101010101" pitchFamily="2" charset="-122"/>
            </a:endParaRPr>
          </a:p>
        </p:txBody>
      </p:sp>
      <p:grpSp>
        <p:nvGrpSpPr>
          <p:cNvPr id="7" name="Group 11"/>
          <p:cNvGrpSpPr/>
          <p:nvPr/>
        </p:nvGrpSpPr>
        <p:grpSpPr>
          <a:xfrm>
            <a:off x="2214563" y="2168525"/>
            <a:ext cx="1700212" cy="693738"/>
            <a:chOff x="144" y="1694"/>
            <a:chExt cx="1243" cy="574"/>
          </a:xfrm>
        </p:grpSpPr>
        <p:sp>
          <p:nvSpPr>
            <p:cNvPr id="55300" name="Line 12"/>
            <p:cNvSpPr/>
            <p:nvPr/>
          </p:nvSpPr>
          <p:spPr>
            <a:xfrm rot="1541964">
              <a:off x="144" y="1960"/>
              <a:ext cx="1243" cy="0"/>
            </a:xfrm>
            <a:prstGeom prst="line">
              <a:avLst/>
            </a:prstGeom>
            <a:ln w="28575" cap="flat" cmpd="sng">
              <a:solidFill>
                <a:srgbClr val="0000FF"/>
              </a:solidFill>
              <a:prstDash val="solid"/>
              <a:round/>
              <a:headEnd type="none" w="med" len="med"/>
              <a:tailEnd type="triangl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01" name="Line 13"/>
            <p:cNvSpPr/>
            <p:nvPr/>
          </p:nvSpPr>
          <p:spPr>
            <a:xfrm rot="1541964">
              <a:off x="447" y="1694"/>
              <a:ext cx="0" cy="224"/>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02" name="Line 14"/>
            <p:cNvSpPr/>
            <p:nvPr/>
          </p:nvSpPr>
          <p:spPr>
            <a:xfrm rot="1541964">
              <a:off x="629" y="1782"/>
              <a:ext cx="0" cy="224"/>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03" name="Line 15"/>
            <p:cNvSpPr/>
            <p:nvPr/>
          </p:nvSpPr>
          <p:spPr>
            <a:xfrm rot="1541964">
              <a:off x="811" y="1869"/>
              <a:ext cx="0" cy="224"/>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04" name="Line 16"/>
            <p:cNvSpPr/>
            <p:nvPr/>
          </p:nvSpPr>
          <p:spPr>
            <a:xfrm rot="1541964">
              <a:off x="992" y="1956"/>
              <a:ext cx="0" cy="224"/>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05" name="Line 17"/>
            <p:cNvSpPr/>
            <p:nvPr/>
          </p:nvSpPr>
          <p:spPr>
            <a:xfrm rot="1541964">
              <a:off x="1174" y="2044"/>
              <a:ext cx="0" cy="224"/>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06" name="Oval 18"/>
            <p:cNvSpPr/>
            <p:nvPr/>
          </p:nvSpPr>
          <p:spPr>
            <a:xfrm rot="1541964">
              <a:off x="322" y="1735"/>
              <a:ext cx="68" cy="5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07" name="Oval 19"/>
            <p:cNvSpPr/>
            <p:nvPr/>
          </p:nvSpPr>
          <p:spPr>
            <a:xfrm rot="1541964">
              <a:off x="504" y="1822"/>
              <a:ext cx="67" cy="5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08" name="Oval 20"/>
            <p:cNvSpPr/>
            <p:nvPr/>
          </p:nvSpPr>
          <p:spPr>
            <a:xfrm rot="1541964">
              <a:off x="686" y="1910"/>
              <a:ext cx="67" cy="5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09" name="Oval 21"/>
            <p:cNvSpPr/>
            <p:nvPr/>
          </p:nvSpPr>
          <p:spPr>
            <a:xfrm rot="1541964">
              <a:off x="868" y="1997"/>
              <a:ext cx="67" cy="5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10" name="Oval 22"/>
            <p:cNvSpPr/>
            <p:nvPr/>
          </p:nvSpPr>
          <p:spPr>
            <a:xfrm rot="1541964">
              <a:off x="1050" y="2085"/>
              <a:ext cx="67" cy="5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grpSp>
      <p:grpSp>
        <p:nvGrpSpPr>
          <p:cNvPr id="19" name="Group 23"/>
          <p:cNvGrpSpPr/>
          <p:nvPr/>
        </p:nvGrpSpPr>
        <p:grpSpPr>
          <a:xfrm>
            <a:off x="3876675" y="2744788"/>
            <a:ext cx="609600" cy="1393825"/>
            <a:chOff x="1392" y="2134"/>
            <a:chExt cx="445" cy="1152"/>
          </a:xfrm>
        </p:grpSpPr>
        <p:sp>
          <p:nvSpPr>
            <p:cNvPr id="55312" name="Line 24"/>
            <p:cNvSpPr/>
            <p:nvPr/>
          </p:nvSpPr>
          <p:spPr>
            <a:xfrm rot="3581093">
              <a:off x="1028" y="2710"/>
              <a:ext cx="1152" cy="0"/>
            </a:xfrm>
            <a:prstGeom prst="line">
              <a:avLst/>
            </a:prstGeom>
            <a:ln w="28575" cap="flat" cmpd="sng">
              <a:solidFill>
                <a:srgbClr val="0000FF"/>
              </a:solidFill>
              <a:prstDash val="solid"/>
              <a:round/>
              <a:headEnd type="none" w="med" len="med"/>
              <a:tailEnd type="triangl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13" name="Line 25"/>
            <p:cNvSpPr/>
            <p:nvPr/>
          </p:nvSpPr>
          <p:spPr>
            <a:xfrm rot="3581093" flipV="1">
              <a:off x="1481" y="2440"/>
              <a:ext cx="0" cy="185"/>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14" name="Line 26"/>
            <p:cNvSpPr/>
            <p:nvPr/>
          </p:nvSpPr>
          <p:spPr>
            <a:xfrm rot="3581093">
              <a:off x="1534" y="2509"/>
              <a:ext cx="0" cy="185"/>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15" name="Line 27"/>
            <p:cNvSpPr/>
            <p:nvPr/>
          </p:nvSpPr>
          <p:spPr>
            <a:xfrm rot="3581093">
              <a:off x="1674" y="2765"/>
              <a:ext cx="3" cy="198"/>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16" name="Line 28"/>
            <p:cNvSpPr/>
            <p:nvPr/>
          </p:nvSpPr>
          <p:spPr>
            <a:xfrm rot="3581093">
              <a:off x="1726" y="2858"/>
              <a:ext cx="19" cy="180"/>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17" name="Oval 29"/>
            <p:cNvSpPr/>
            <p:nvPr/>
          </p:nvSpPr>
          <p:spPr>
            <a:xfrm rot="3581093">
              <a:off x="1377" y="2374"/>
              <a:ext cx="67" cy="60"/>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18" name="Oval 30"/>
            <p:cNvSpPr/>
            <p:nvPr/>
          </p:nvSpPr>
          <p:spPr>
            <a:xfrm rot="3581093">
              <a:off x="1570" y="2708"/>
              <a:ext cx="68" cy="61"/>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grpSp>
      <p:grpSp>
        <p:nvGrpSpPr>
          <p:cNvPr id="27" name="Group 94"/>
          <p:cNvGrpSpPr/>
          <p:nvPr/>
        </p:nvGrpSpPr>
        <p:grpSpPr>
          <a:xfrm>
            <a:off x="3702050" y="2147888"/>
            <a:ext cx="1773238" cy="619125"/>
            <a:chOff x="1336" y="1449"/>
            <a:chExt cx="1117" cy="390"/>
          </a:xfrm>
        </p:grpSpPr>
        <p:sp>
          <p:nvSpPr>
            <p:cNvPr id="55320" name="Oval 32"/>
            <p:cNvSpPr/>
            <p:nvPr/>
          </p:nvSpPr>
          <p:spPr>
            <a:xfrm rot="-1745951">
              <a:off x="1497" y="1791"/>
              <a:ext cx="55" cy="48"/>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grpSp>
          <p:nvGrpSpPr>
            <p:cNvPr id="55321" name="Group 93"/>
            <p:cNvGrpSpPr/>
            <p:nvPr/>
          </p:nvGrpSpPr>
          <p:grpSpPr>
            <a:xfrm>
              <a:off x="1336" y="1453"/>
              <a:ext cx="1117" cy="318"/>
              <a:chOff x="1336" y="1453"/>
              <a:chExt cx="1117" cy="318"/>
            </a:xfrm>
          </p:grpSpPr>
          <p:sp>
            <p:nvSpPr>
              <p:cNvPr id="55322" name="Line 31"/>
              <p:cNvSpPr/>
              <p:nvPr/>
            </p:nvSpPr>
            <p:spPr>
              <a:xfrm rot="-1745951">
                <a:off x="1336" y="1635"/>
                <a:ext cx="1117" cy="14"/>
              </a:xfrm>
              <a:prstGeom prst="line">
                <a:avLst/>
              </a:prstGeom>
              <a:ln w="28575" cap="flat" cmpd="sng">
                <a:solidFill>
                  <a:srgbClr val="0000FF"/>
                </a:solidFill>
                <a:prstDash val="solid"/>
                <a:round/>
                <a:headEnd type="none" w="med" len="med"/>
                <a:tailEnd type="triangl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grpSp>
            <p:nvGrpSpPr>
              <p:cNvPr id="55323" name="Group 33"/>
              <p:cNvGrpSpPr/>
              <p:nvPr/>
            </p:nvGrpSpPr>
            <p:grpSpPr>
              <a:xfrm>
                <a:off x="1634" y="1453"/>
                <a:ext cx="604" cy="318"/>
                <a:chOff x="1600" y="1696"/>
                <a:chExt cx="704" cy="416"/>
              </a:xfrm>
            </p:grpSpPr>
            <p:sp>
              <p:nvSpPr>
                <p:cNvPr id="55324" name="Oval 34"/>
                <p:cNvSpPr/>
                <p:nvPr/>
              </p:nvSpPr>
              <p:spPr>
                <a:xfrm rot="-1745951">
                  <a:off x="1600" y="2049"/>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25" name="Oval 35"/>
                <p:cNvSpPr/>
                <p:nvPr/>
              </p:nvSpPr>
              <p:spPr>
                <a:xfrm rot="-1745951">
                  <a:off x="1768" y="1956"/>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26" name="Oval 36"/>
                <p:cNvSpPr/>
                <p:nvPr/>
              </p:nvSpPr>
              <p:spPr>
                <a:xfrm rot="-1745951">
                  <a:off x="1935" y="1862"/>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27" name="Oval 37"/>
                <p:cNvSpPr/>
                <p:nvPr/>
              </p:nvSpPr>
              <p:spPr>
                <a:xfrm rot="-1745951">
                  <a:off x="2104" y="1768"/>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28" name="Oval 38"/>
                <p:cNvSpPr/>
                <p:nvPr/>
              </p:nvSpPr>
              <p:spPr>
                <a:xfrm rot="-1745951">
                  <a:off x="2240" y="1696"/>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grpSp>
        </p:grpSp>
      </p:grpSp>
      <p:graphicFrame>
        <p:nvGraphicFramePr>
          <p:cNvPr id="37" name="Object 3"/>
          <p:cNvGraphicFramePr>
            <a:graphicFrameLocks noChangeAspect="1"/>
          </p:cNvGraphicFramePr>
          <p:nvPr/>
        </p:nvGraphicFramePr>
        <p:xfrm>
          <a:off x="3403600" y="2090738"/>
          <a:ext cx="238125" cy="439737"/>
        </p:xfrm>
        <a:graphic>
          <a:graphicData uri="http://schemas.openxmlformats.org/presentationml/2006/ole">
            <mc:AlternateContent xmlns:mc="http://schemas.openxmlformats.org/markup-compatibility/2006">
              <mc:Choice xmlns:v="urn:schemas-microsoft-com:vml" Requires="v">
                <p:oleObj r:id="rId2" imgW="3962400" imgH="7924800" progId="Equation.3">
                  <p:embed/>
                </p:oleObj>
              </mc:Choice>
              <mc:Fallback>
                <p:oleObj r:id="rId2" imgW="3962400" imgH="7924800" progId="Equation.3">
                  <p:embed/>
                  <p:pic>
                    <p:nvPicPr>
                      <p:cNvPr id="0" name="图片 3225"/>
                      <p:cNvPicPr/>
                      <p:nvPr/>
                    </p:nvPicPr>
                    <p:blipFill>
                      <a:blip r:embed="rId3"/>
                      <a:stretch>
                        <a:fillRect/>
                      </a:stretch>
                    </p:blipFill>
                    <p:spPr>
                      <a:xfrm>
                        <a:off x="3403600" y="2090738"/>
                        <a:ext cx="238125" cy="439737"/>
                      </a:xfrm>
                      <a:prstGeom prst="rect">
                        <a:avLst/>
                      </a:prstGeom>
                      <a:noFill/>
                      <a:ln w="38100">
                        <a:noFill/>
                        <a:miter/>
                      </a:ln>
                    </p:spPr>
                  </p:pic>
                </p:oleObj>
              </mc:Fallback>
            </mc:AlternateContent>
          </a:graphicData>
        </a:graphic>
      </p:graphicFrame>
      <p:graphicFrame>
        <p:nvGraphicFramePr>
          <p:cNvPr id="38" name="Object 4"/>
          <p:cNvGraphicFramePr>
            <a:graphicFrameLocks noChangeAspect="1"/>
          </p:cNvGraphicFramePr>
          <p:nvPr/>
        </p:nvGraphicFramePr>
        <p:xfrm>
          <a:off x="3965575" y="2100263"/>
          <a:ext cx="238125" cy="439737"/>
        </p:xfrm>
        <a:graphic>
          <a:graphicData uri="http://schemas.openxmlformats.org/presentationml/2006/ole">
            <mc:AlternateContent xmlns:mc="http://schemas.openxmlformats.org/markup-compatibility/2006">
              <mc:Choice xmlns:v="urn:schemas-microsoft-com:vml" Requires="v">
                <p:oleObj r:id="rId2" imgW="3962400" imgH="7924800" progId="Equation.3">
                  <p:embed/>
                </p:oleObj>
              </mc:Choice>
              <mc:Fallback>
                <p:oleObj r:id="rId2" imgW="3962400" imgH="7924800" progId="Equation.3">
                  <p:embed/>
                  <p:pic>
                    <p:nvPicPr>
                      <p:cNvPr id="0" name="图片 3227"/>
                      <p:cNvPicPr/>
                      <p:nvPr/>
                    </p:nvPicPr>
                    <p:blipFill>
                      <a:blip r:embed="rId3"/>
                      <a:stretch>
                        <a:fillRect/>
                      </a:stretch>
                    </p:blipFill>
                    <p:spPr>
                      <a:xfrm>
                        <a:off x="3965575" y="2100263"/>
                        <a:ext cx="238125" cy="439737"/>
                      </a:xfrm>
                      <a:prstGeom prst="rect">
                        <a:avLst/>
                      </a:prstGeom>
                      <a:noFill/>
                      <a:ln w="38100">
                        <a:noFill/>
                        <a:miter/>
                      </a:ln>
                    </p:spPr>
                  </p:pic>
                </p:oleObj>
              </mc:Fallback>
            </mc:AlternateContent>
          </a:graphicData>
        </a:graphic>
      </p:graphicFrame>
      <p:sp>
        <p:nvSpPr>
          <p:cNvPr id="39" name="Arc 41"/>
          <p:cNvSpPr/>
          <p:nvPr/>
        </p:nvSpPr>
        <p:spPr>
          <a:xfrm rot="9220608" flipH="1" flipV="1">
            <a:off x="3505200" y="2447925"/>
            <a:ext cx="684213" cy="349250"/>
          </a:xfrm>
          <a:custGeom>
            <a:avLst/>
            <a:gdLst/>
            <a:ahLst/>
            <a:cxnLst>
              <a:cxn ang="0">
                <a:pos x="0" y="0"/>
              </a:cxn>
              <a:cxn ang="0">
                <a:pos x="0" y="0"/>
              </a:cxn>
              <a:cxn ang="0">
                <a:pos x="0" y="0"/>
              </a:cxn>
            </a:cxnLst>
            <a:rect l="0" t="0" r="0" b="0"/>
            <a:pathLst>
              <a:path w="24985" h="21600" fill="none">
                <a:moveTo>
                  <a:pt x="-1" y="266"/>
                </a:moveTo>
                <a:cubicBezTo>
                  <a:pt x="1119" y="89"/>
                  <a:pt x="2251" y="-1"/>
                  <a:pt x="3385" y="0"/>
                </a:cubicBezTo>
                <a:cubicBezTo>
                  <a:pt x="15314" y="0"/>
                  <a:pt x="24985" y="9670"/>
                  <a:pt x="24985" y="21600"/>
                </a:cubicBezTo>
              </a:path>
              <a:path w="24985" h="21600" stroke="0">
                <a:moveTo>
                  <a:pt x="-1" y="266"/>
                </a:moveTo>
                <a:cubicBezTo>
                  <a:pt x="1119" y="89"/>
                  <a:pt x="2251" y="-1"/>
                  <a:pt x="3385" y="0"/>
                </a:cubicBezTo>
                <a:cubicBezTo>
                  <a:pt x="15314" y="0"/>
                  <a:pt x="24985" y="9670"/>
                  <a:pt x="24985" y="21600"/>
                </a:cubicBezTo>
                <a:lnTo>
                  <a:pt x="3385" y="21600"/>
                </a:lnTo>
                <a:close/>
              </a:path>
            </a:pathLst>
          </a:custGeom>
          <a:noFill/>
          <a:ln w="19050" cap="flat" cmpd="sng">
            <a:solidFill>
              <a:srgbClr val="FFCC00"/>
            </a:solidFill>
            <a:prstDash val="solid"/>
            <a:round/>
            <a:headEnd type="none" w="med" len="med"/>
            <a:tailEnd type="none" w="sm" len="lg"/>
          </a:ln>
        </p:spPr>
        <p:txBody>
          <a:bodyPr/>
          <a:lstStyle/>
          <a:p>
            <a:endParaRPr lang="zh-CN" altLang="en-US"/>
          </a:p>
        </p:txBody>
      </p:sp>
      <p:sp>
        <p:nvSpPr>
          <p:cNvPr id="40" name="Line 42"/>
          <p:cNvSpPr/>
          <p:nvPr/>
        </p:nvSpPr>
        <p:spPr>
          <a:xfrm>
            <a:off x="3833813" y="1925638"/>
            <a:ext cx="0" cy="1684337"/>
          </a:xfrm>
          <a:prstGeom prst="line">
            <a:avLst/>
          </a:prstGeom>
          <a:ln w="19050" cap="flat" cmpd="sng">
            <a:solidFill>
              <a:schemeClr val="tx1"/>
            </a:solidFill>
            <a:prstDash val="dash"/>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graphicFrame>
        <p:nvGraphicFramePr>
          <p:cNvPr id="41" name="Object 5"/>
          <p:cNvGraphicFramePr>
            <a:graphicFrameLocks noChangeAspect="1"/>
          </p:cNvGraphicFramePr>
          <p:nvPr/>
        </p:nvGraphicFramePr>
        <p:xfrm>
          <a:off x="2408238" y="2413000"/>
          <a:ext cx="358775" cy="468313"/>
        </p:xfrm>
        <a:graphic>
          <a:graphicData uri="http://schemas.openxmlformats.org/presentationml/2006/ole">
            <mc:AlternateContent xmlns:mc="http://schemas.openxmlformats.org/markup-compatibility/2006">
              <mc:Choice xmlns:v="urn:schemas-microsoft-com:vml" Requires="v">
                <p:oleObj r:id="rId2" imgW="5181600" imgH="7620000" progId="Equation.3">
                  <p:embed/>
                </p:oleObj>
              </mc:Choice>
              <mc:Fallback>
                <p:oleObj r:id="rId2" imgW="5181600" imgH="7620000" progId="Equation.3">
                  <p:embed/>
                  <p:pic>
                    <p:nvPicPr>
                      <p:cNvPr id="0" name="图片 3226"/>
                      <p:cNvPicPr/>
                      <p:nvPr/>
                    </p:nvPicPr>
                    <p:blipFill>
                      <a:blip r:embed="rId4"/>
                      <a:stretch>
                        <a:fillRect/>
                      </a:stretch>
                    </p:blipFill>
                    <p:spPr>
                      <a:xfrm>
                        <a:off x="2408238" y="2413000"/>
                        <a:ext cx="358775" cy="468313"/>
                      </a:xfrm>
                      <a:prstGeom prst="rect">
                        <a:avLst/>
                      </a:prstGeom>
                      <a:noFill/>
                      <a:ln w="38100">
                        <a:noFill/>
                        <a:miter/>
                      </a:ln>
                    </p:spPr>
                  </p:pic>
                </p:oleObj>
              </mc:Fallback>
            </mc:AlternateContent>
          </a:graphicData>
        </a:graphic>
      </p:graphicFrame>
      <p:sp>
        <p:nvSpPr>
          <p:cNvPr id="42" name="Text Box 44"/>
          <p:cNvSpPr txBox="1"/>
          <p:nvPr/>
        </p:nvSpPr>
        <p:spPr>
          <a:xfrm>
            <a:off x="6197600" y="2478088"/>
            <a:ext cx="336550" cy="457200"/>
          </a:xfrm>
          <a:prstGeom prst="rect">
            <a:avLst/>
          </a:prstGeom>
          <a:noFill/>
          <a:ln w="9525">
            <a:noFill/>
          </a:ln>
        </p:spPr>
        <p:txBody>
          <a:bodyPr wrap="none" anchor="t" anchorCtr="0">
            <a:spAutoFit/>
          </a:bodyPr>
          <a:lstStyle/>
          <a:p>
            <a:pPr>
              <a:spcBef>
                <a:spcPct val="50000"/>
              </a:spcBef>
            </a:pPr>
            <a:r>
              <a:rPr lang="en-US" altLang="zh-CN" sz="2400" b="1">
                <a:solidFill>
                  <a:srgbClr val="000000"/>
                </a:solidFill>
                <a:latin typeface="Times New Roman" panose="02020603050405020304" pitchFamily="18" charset="0"/>
                <a:ea typeface="宋体" panose="02010600030101010101" pitchFamily="2" charset="-122"/>
              </a:rPr>
              <a:t>1</a:t>
            </a:r>
          </a:p>
        </p:txBody>
      </p:sp>
      <p:sp>
        <p:nvSpPr>
          <p:cNvPr id="43" name="Line 47"/>
          <p:cNvSpPr/>
          <p:nvPr/>
        </p:nvSpPr>
        <p:spPr>
          <a:xfrm>
            <a:off x="4510088" y="3314700"/>
            <a:ext cx="0" cy="1397000"/>
          </a:xfrm>
          <a:prstGeom prst="line">
            <a:avLst/>
          </a:prstGeom>
          <a:ln w="19050" cap="flat" cmpd="sng">
            <a:solidFill>
              <a:srgbClr val="0000FF"/>
            </a:solidFill>
            <a:prstDash val="dash"/>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grpSp>
        <p:nvGrpSpPr>
          <p:cNvPr id="44" name="Group 48"/>
          <p:cNvGrpSpPr/>
          <p:nvPr/>
        </p:nvGrpSpPr>
        <p:grpSpPr>
          <a:xfrm>
            <a:off x="4533900" y="2790825"/>
            <a:ext cx="404813" cy="1323975"/>
            <a:chOff x="1922" y="2178"/>
            <a:chExt cx="296" cy="1093"/>
          </a:xfrm>
        </p:grpSpPr>
        <p:sp>
          <p:nvSpPr>
            <p:cNvPr id="55337" name="Line 49"/>
            <p:cNvSpPr/>
            <p:nvPr/>
          </p:nvSpPr>
          <p:spPr>
            <a:xfrm rot="-3885590" flipH="1">
              <a:off x="1547" y="2705"/>
              <a:ext cx="1093" cy="17"/>
            </a:xfrm>
            <a:prstGeom prst="line">
              <a:avLst/>
            </a:prstGeom>
            <a:ln w="28575" cap="flat" cmpd="sng">
              <a:solidFill>
                <a:srgbClr val="0000FF"/>
              </a:solidFill>
              <a:prstDash val="solid"/>
              <a:round/>
              <a:headEnd type="triangle" w="sm" len="lg"/>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38" name="Oval 50"/>
            <p:cNvSpPr/>
            <p:nvPr/>
          </p:nvSpPr>
          <p:spPr>
            <a:xfrm rot="-3885590">
              <a:off x="1906" y="3011"/>
              <a:ext cx="55" cy="4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39" name="Oval 51"/>
            <p:cNvSpPr/>
            <p:nvPr/>
          </p:nvSpPr>
          <p:spPr>
            <a:xfrm rot="-3885590">
              <a:off x="1979" y="2867"/>
              <a:ext cx="55" cy="4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40" name="Oval 52"/>
            <p:cNvSpPr/>
            <p:nvPr/>
          </p:nvSpPr>
          <p:spPr>
            <a:xfrm rot="-3885590">
              <a:off x="2062" y="2734"/>
              <a:ext cx="54" cy="4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41" name="Oval 53"/>
            <p:cNvSpPr/>
            <p:nvPr/>
          </p:nvSpPr>
          <p:spPr>
            <a:xfrm rot="-3885590">
              <a:off x="2098" y="2586"/>
              <a:ext cx="55" cy="4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42" name="Oval 54"/>
            <p:cNvSpPr/>
            <p:nvPr/>
          </p:nvSpPr>
          <p:spPr>
            <a:xfrm rot="-3885590">
              <a:off x="2156" y="2442"/>
              <a:ext cx="55" cy="4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grpSp>
      <p:grpSp>
        <p:nvGrpSpPr>
          <p:cNvPr id="51" name="Group 92"/>
          <p:cNvGrpSpPr/>
          <p:nvPr/>
        </p:nvGrpSpPr>
        <p:grpSpPr>
          <a:xfrm>
            <a:off x="4400550" y="4127500"/>
            <a:ext cx="1871663" cy="582613"/>
            <a:chOff x="1783" y="2668"/>
            <a:chExt cx="1179" cy="367"/>
          </a:xfrm>
        </p:grpSpPr>
        <p:sp>
          <p:nvSpPr>
            <p:cNvPr id="55344" name="Line 55"/>
            <p:cNvSpPr/>
            <p:nvPr/>
          </p:nvSpPr>
          <p:spPr>
            <a:xfrm rot="1541964">
              <a:off x="1783" y="2879"/>
              <a:ext cx="1179" cy="0"/>
            </a:xfrm>
            <a:prstGeom prst="line">
              <a:avLst/>
            </a:prstGeom>
            <a:ln w="28575" cap="flat" cmpd="sng">
              <a:solidFill>
                <a:srgbClr val="0000FF"/>
              </a:solidFill>
              <a:prstDash val="solid"/>
              <a:round/>
              <a:headEnd type="none" w="med" len="med"/>
              <a:tailEnd type="triangl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45" name="Line 56"/>
            <p:cNvSpPr/>
            <p:nvPr/>
          </p:nvSpPr>
          <p:spPr>
            <a:xfrm rot="1541964">
              <a:off x="2071" y="2668"/>
              <a:ext cx="0" cy="164"/>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46" name="Line 57"/>
            <p:cNvSpPr/>
            <p:nvPr/>
          </p:nvSpPr>
          <p:spPr>
            <a:xfrm rot="1541964">
              <a:off x="2243" y="2732"/>
              <a:ext cx="0" cy="165"/>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47" name="Line 58"/>
            <p:cNvSpPr/>
            <p:nvPr/>
          </p:nvSpPr>
          <p:spPr>
            <a:xfrm rot="1541964">
              <a:off x="2416" y="2796"/>
              <a:ext cx="0" cy="164"/>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48" name="Line 59"/>
            <p:cNvSpPr/>
            <p:nvPr/>
          </p:nvSpPr>
          <p:spPr>
            <a:xfrm rot="1541964">
              <a:off x="2587" y="2860"/>
              <a:ext cx="0" cy="164"/>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49" name="Oval 60"/>
            <p:cNvSpPr/>
            <p:nvPr/>
          </p:nvSpPr>
          <p:spPr>
            <a:xfrm rot="1541964">
              <a:off x="1952" y="2698"/>
              <a:ext cx="65" cy="41"/>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50" name="Oval 61"/>
            <p:cNvSpPr/>
            <p:nvPr/>
          </p:nvSpPr>
          <p:spPr>
            <a:xfrm rot="1541964">
              <a:off x="2298" y="2838"/>
              <a:ext cx="62" cy="41"/>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51" name="Oval 62"/>
            <p:cNvSpPr/>
            <p:nvPr/>
          </p:nvSpPr>
          <p:spPr>
            <a:xfrm rot="1541964">
              <a:off x="2617" y="2978"/>
              <a:ext cx="71" cy="57"/>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52" name="Line 63"/>
            <p:cNvSpPr/>
            <p:nvPr/>
          </p:nvSpPr>
          <p:spPr>
            <a:xfrm rot="1541964">
              <a:off x="2148" y="2710"/>
              <a:ext cx="0" cy="165"/>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53" name="Line 64"/>
            <p:cNvSpPr/>
            <p:nvPr/>
          </p:nvSpPr>
          <p:spPr>
            <a:xfrm rot="1541964">
              <a:off x="2501" y="2849"/>
              <a:ext cx="0" cy="129"/>
            </a:xfrm>
            <a:prstGeom prst="line">
              <a:avLst/>
            </a:prstGeom>
            <a:ln w="28575" cap="flat" cmpd="sng">
              <a:solidFill>
                <a:srgbClr val="0000FF"/>
              </a:solidFill>
              <a:prstDash val="solid"/>
              <a:round/>
              <a:headEnd type="none" w="med" len="med"/>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grpSp>
      <p:grpSp>
        <p:nvGrpSpPr>
          <p:cNvPr id="62" name="Group 65"/>
          <p:cNvGrpSpPr/>
          <p:nvPr/>
        </p:nvGrpSpPr>
        <p:grpSpPr>
          <a:xfrm>
            <a:off x="4857750" y="2211388"/>
            <a:ext cx="1773238" cy="1463675"/>
            <a:chOff x="2592" y="1152"/>
            <a:chExt cx="1296" cy="1210"/>
          </a:xfrm>
        </p:grpSpPr>
        <p:grpSp>
          <p:nvGrpSpPr>
            <p:cNvPr id="55355" name="Group 66"/>
            <p:cNvGrpSpPr/>
            <p:nvPr/>
          </p:nvGrpSpPr>
          <p:grpSpPr>
            <a:xfrm>
              <a:off x="2592" y="1152"/>
              <a:ext cx="1296" cy="509"/>
              <a:chOff x="2880" y="1055"/>
              <a:chExt cx="1296" cy="509"/>
            </a:xfrm>
          </p:grpSpPr>
          <p:sp>
            <p:nvSpPr>
              <p:cNvPr id="55356" name="Line 67"/>
              <p:cNvSpPr/>
              <p:nvPr/>
            </p:nvSpPr>
            <p:spPr>
              <a:xfrm rot="-1745951">
                <a:off x="2880" y="1296"/>
                <a:ext cx="1296" cy="18"/>
              </a:xfrm>
              <a:prstGeom prst="line">
                <a:avLst/>
              </a:prstGeom>
              <a:ln w="28575" cap="flat" cmpd="sng">
                <a:solidFill>
                  <a:srgbClr val="0000FF"/>
                </a:solidFill>
                <a:prstDash val="solid"/>
                <a:round/>
                <a:headEnd type="none" w="sm" len="lg"/>
                <a:tailEnd type="triangl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57" name="Oval 68"/>
              <p:cNvSpPr/>
              <p:nvPr/>
            </p:nvSpPr>
            <p:spPr>
              <a:xfrm rot="-1745951">
                <a:off x="3066" y="1501"/>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58" name="Oval 69"/>
              <p:cNvSpPr/>
              <p:nvPr/>
            </p:nvSpPr>
            <p:spPr>
              <a:xfrm rot="-1745951">
                <a:off x="3235" y="1408"/>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59" name="Oval 70"/>
              <p:cNvSpPr/>
              <p:nvPr/>
            </p:nvSpPr>
            <p:spPr>
              <a:xfrm rot="-1745951">
                <a:off x="3403" y="1315"/>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60" name="Oval 71"/>
              <p:cNvSpPr/>
              <p:nvPr/>
            </p:nvSpPr>
            <p:spPr>
              <a:xfrm rot="-1745951">
                <a:off x="3570" y="1221"/>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61" name="Oval 72"/>
              <p:cNvSpPr/>
              <p:nvPr/>
            </p:nvSpPr>
            <p:spPr>
              <a:xfrm rot="-1745951">
                <a:off x="3739" y="1127"/>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62" name="Oval 73"/>
              <p:cNvSpPr/>
              <p:nvPr/>
            </p:nvSpPr>
            <p:spPr>
              <a:xfrm rot="-1745951">
                <a:off x="3875" y="1055"/>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grpSp>
        <p:grpSp>
          <p:nvGrpSpPr>
            <p:cNvPr id="55363" name="Group 74"/>
            <p:cNvGrpSpPr/>
            <p:nvPr/>
          </p:nvGrpSpPr>
          <p:grpSpPr>
            <a:xfrm rot="83576">
              <a:off x="2736" y="1630"/>
              <a:ext cx="277" cy="730"/>
              <a:chOff x="4149" y="1421"/>
              <a:chExt cx="277" cy="730"/>
            </a:xfrm>
          </p:grpSpPr>
          <p:sp>
            <p:nvSpPr>
              <p:cNvPr id="55364" name="Line 75"/>
              <p:cNvSpPr/>
              <p:nvPr/>
            </p:nvSpPr>
            <p:spPr>
              <a:xfrm rot="3361829" flipH="1">
                <a:off x="3922" y="1769"/>
                <a:ext cx="730" cy="11"/>
              </a:xfrm>
              <a:prstGeom prst="line">
                <a:avLst/>
              </a:prstGeom>
              <a:ln w="28575" cap="flat" cmpd="sng">
                <a:solidFill>
                  <a:srgbClr val="0000FF"/>
                </a:solidFill>
                <a:prstDash val="solid"/>
                <a:round/>
                <a:headEnd type="triangle" w="sm" len="lg"/>
                <a:tailEnd type="none" w="sm" len="lg"/>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65" name="Oval 76"/>
              <p:cNvSpPr/>
              <p:nvPr/>
            </p:nvSpPr>
            <p:spPr>
              <a:xfrm rot="3361829">
                <a:off x="4138" y="1578"/>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66" name="Oval 77"/>
              <p:cNvSpPr/>
              <p:nvPr/>
            </p:nvSpPr>
            <p:spPr>
              <a:xfrm rot="3361829">
                <a:off x="4245" y="1738"/>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67" name="Oval 78"/>
              <p:cNvSpPr/>
              <p:nvPr/>
            </p:nvSpPr>
            <p:spPr>
              <a:xfrm rot="3361829">
                <a:off x="4352" y="1898"/>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grpSp>
      </p:grpSp>
      <p:grpSp>
        <p:nvGrpSpPr>
          <p:cNvPr id="76" name="Group 79"/>
          <p:cNvGrpSpPr/>
          <p:nvPr/>
        </p:nvGrpSpPr>
        <p:grpSpPr>
          <a:xfrm>
            <a:off x="2263775" y="2843213"/>
            <a:ext cx="3751263" cy="1357312"/>
            <a:chOff x="576" y="2232"/>
            <a:chExt cx="2742" cy="1121"/>
          </a:xfrm>
        </p:grpSpPr>
        <p:sp>
          <p:nvSpPr>
            <p:cNvPr id="55369" name="Rectangle 80"/>
            <p:cNvSpPr/>
            <p:nvPr/>
          </p:nvSpPr>
          <p:spPr>
            <a:xfrm>
              <a:off x="576" y="2232"/>
              <a:ext cx="2736" cy="963"/>
            </a:xfrm>
            <a:prstGeom prst="rect">
              <a:avLst/>
            </a:prstGeom>
            <a:solidFill>
              <a:srgbClr val="D5F7FF">
                <a:alpha val="20000"/>
              </a:srgbClr>
            </a:solidFill>
            <a:ln w="9525" cap="flat" cmpd="sng">
              <a:solidFill>
                <a:schemeClr val="tx1"/>
              </a:solidFill>
              <a:prstDash val="solid"/>
              <a:miter/>
              <a:headEnd type="none" w="med" len="med"/>
              <a:tailEnd type="none" w="med" len="med"/>
            </a:ln>
          </p:spPr>
          <p:txBody>
            <a:bodyPr wrap="none" anchor="ctr" anchorCtr="0"/>
            <a:lstStyle/>
            <a:p>
              <a:endParaRPr lang="zh-CN" altLang="en-US">
                <a:latin typeface="Arial" panose="020B0604020202020204" pitchFamily="34" charset="0"/>
                <a:ea typeface="宋体" panose="02010600030101010101" pitchFamily="2" charset="-122"/>
              </a:endParaRPr>
            </a:p>
          </p:txBody>
        </p:sp>
        <p:sp>
          <p:nvSpPr>
            <p:cNvPr id="55370" name="Rectangle 81"/>
            <p:cNvSpPr/>
            <p:nvPr/>
          </p:nvSpPr>
          <p:spPr>
            <a:xfrm>
              <a:off x="672" y="2840"/>
              <a:ext cx="720" cy="429"/>
            </a:xfrm>
            <a:prstGeom prst="rect">
              <a:avLst/>
            </a:prstGeom>
            <a:noFill/>
            <a:ln w="9525">
              <a:noFill/>
            </a:ln>
          </p:spPr>
          <p:txBody>
            <a:bodyPr anchor="t" anchorCtr="0">
              <a:spAutoFit/>
            </a:bodyPr>
            <a:lstStyle/>
            <a:p>
              <a:r>
                <a:rPr lang="zh-CN" altLang="en-US" sz="2800" b="1">
                  <a:solidFill>
                    <a:srgbClr val="000000"/>
                  </a:solidFill>
                  <a:latin typeface="Times New Roman" panose="02020603050405020304" pitchFamily="18" charset="0"/>
                  <a:ea typeface="楷体_GB2312" pitchFamily="1" charset="-122"/>
                </a:rPr>
                <a:t>玻璃</a:t>
              </a:r>
            </a:p>
          </p:txBody>
        </p:sp>
        <p:graphicFrame>
          <p:nvGraphicFramePr>
            <p:cNvPr id="55371" name="Object 9"/>
            <p:cNvGraphicFramePr>
              <a:graphicFrameLocks noChangeAspect="1"/>
            </p:cNvGraphicFramePr>
            <p:nvPr/>
          </p:nvGraphicFramePr>
          <p:xfrm>
            <a:off x="624" y="2331"/>
            <a:ext cx="294" cy="398"/>
          </p:xfrm>
          <a:graphic>
            <a:graphicData uri="http://schemas.openxmlformats.org/presentationml/2006/ole">
              <mc:AlternateContent xmlns:mc="http://schemas.openxmlformats.org/markup-compatibility/2006">
                <mc:Choice xmlns:v="urn:schemas-microsoft-com:vml" Requires="v">
                  <p:oleObj r:id="rId2" imgW="5791200" imgH="7620000" progId="Equation.3">
                    <p:embed/>
                  </p:oleObj>
                </mc:Choice>
                <mc:Fallback>
                  <p:oleObj r:id="rId2" imgW="5791200" imgH="7620000" progId="Equation.3">
                    <p:embed/>
                    <p:pic>
                      <p:nvPicPr>
                        <p:cNvPr id="0" name="图片 3229"/>
                        <p:cNvPicPr/>
                        <p:nvPr/>
                      </p:nvPicPr>
                      <p:blipFill>
                        <a:blip r:embed="rId5"/>
                        <a:stretch>
                          <a:fillRect/>
                        </a:stretch>
                      </p:blipFill>
                      <p:spPr>
                        <a:xfrm>
                          <a:off x="624" y="2331"/>
                          <a:ext cx="294" cy="398"/>
                        </a:xfrm>
                        <a:prstGeom prst="rect">
                          <a:avLst/>
                        </a:prstGeom>
                        <a:noFill/>
                        <a:ln w="38100">
                          <a:noFill/>
                          <a:miter/>
                        </a:ln>
                      </p:spPr>
                    </p:pic>
                  </p:oleObj>
                </mc:Fallback>
              </mc:AlternateContent>
            </a:graphicData>
          </a:graphic>
        </p:graphicFrame>
        <p:sp>
          <p:nvSpPr>
            <p:cNvPr id="55372" name="Text Box 83"/>
            <p:cNvSpPr txBox="1"/>
            <p:nvPr/>
          </p:nvSpPr>
          <p:spPr>
            <a:xfrm>
              <a:off x="3072" y="2975"/>
              <a:ext cx="246" cy="378"/>
            </a:xfrm>
            <a:prstGeom prst="rect">
              <a:avLst/>
            </a:prstGeom>
            <a:noFill/>
            <a:ln w="9525">
              <a:noFill/>
            </a:ln>
          </p:spPr>
          <p:txBody>
            <a:bodyPr wrap="none" anchor="t" anchorCtr="0">
              <a:spAutoFit/>
            </a:bodyPr>
            <a:lstStyle/>
            <a:p>
              <a:pPr>
                <a:spcBef>
                  <a:spcPct val="50000"/>
                </a:spcBef>
              </a:pPr>
              <a:r>
                <a:rPr lang="en-US" altLang="zh-CN" sz="2400" b="1">
                  <a:solidFill>
                    <a:srgbClr val="000000"/>
                  </a:solidFill>
                  <a:latin typeface="Times New Roman" panose="02020603050405020304" pitchFamily="18" charset="0"/>
                  <a:ea typeface="宋体" panose="02010600030101010101" pitchFamily="2" charset="-122"/>
                </a:rPr>
                <a:t>2</a:t>
              </a:r>
            </a:p>
          </p:txBody>
        </p:sp>
      </p:grpSp>
      <p:grpSp>
        <p:nvGrpSpPr>
          <p:cNvPr id="81" name="Group 84"/>
          <p:cNvGrpSpPr/>
          <p:nvPr/>
        </p:nvGrpSpPr>
        <p:grpSpPr>
          <a:xfrm>
            <a:off x="3848100" y="3130550"/>
            <a:ext cx="328613" cy="611188"/>
            <a:chOff x="1344" y="2400"/>
            <a:chExt cx="240" cy="504"/>
          </a:xfrm>
        </p:grpSpPr>
        <p:sp>
          <p:nvSpPr>
            <p:cNvPr id="55374" name="Arc 85"/>
            <p:cNvSpPr/>
            <p:nvPr/>
          </p:nvSpPr>
          <p:spPr>
            <a:xfrm rot="-8332883" flipH="1">
              <a:off x="1375" y="2400"/>
              <a:ext cx="61" cy="191"/>
            </a:xfrm>
            <a:custGeom>
              <a:avLst/>
              <a:gdLst/>
              <a:ahLst/>
              <a:cxnLst>
                <a:cxn ang="0">
                  <a:pos x="0" y="0"/>
                </a:cxn>
                <a:cxn ang="0">
                  <a:pos x="0" y="0"/>
                </a:cxn>
                <a:cxn ang="0">
                  <a:pos x="0" y="0"/>
                </a:cxn>
              </a:cxnLst>
              <a:rect l="0" t="0" r="0" b="0"/>
              <a:pathLst>
                <a:path w="21399" h="21600" fill="none">
                  <a:moveTo>
                    <a:pt x="-1" y="0"/>
                  </a:moveTo>
                  <a:cubicBezTo>
                    <a:pt x="10792" y="0"/>
                    <a:pt x="19928" y="7966"/>
                    <a:pt x="21398" y="18658"/>
                  </a:cubicBezTo>
                </a:path>
                <a:path w="21399" h="21600" stroke="0">
                  <a:moveTo>
                    <a:pt x="-1" y="0"/>
                  </a:moveTo>
                  <a:cubicBezTo>
                    <a:pt x="10792" y="0"/>
                    <a:pt x="19928" y="7966"/>
                    <a:pt x="21398" y="18658"/>
                  </a:cubicBezTo>
                  <a:lnTo>
                    <a:pt x="0" y="21600"/>
                  </a:lnTo>
                  <a:close/>
                </a:path>
              </a:pathLst>
            </a:custGeom>
            <a:noFill/>
            <a:ln w="28575" cap="flat" cmpd="sng">
              <a:solidFill>
                <a:srgbClr val="FF3399"/>
              </a:solidFill>
              <a:prstDash val="solid"/>
              <a:round/>
              <a:headEnd type="none" w="med" len="med"/>
              <a:tailEnd type="none" w="sm" len="lg"/>
            </a:ln>
          </p:spPr>
          <p:txBody>
            <a:bodyPr/>
            <a:lstStyle/>
            <a:p>
              <a:endParaRPr lang="zh-CN" altLang="en-US"/>
            </a:p>
          </p:txBody>
        </p:sp>
        <p:graphicFrame>
          <p:nvGraphicFramePr>
            <p:cNvPr id="55375" name="Object 8"/>
            <p:cNvGraphicFramePr>
              <a:graphicFrameLocks noChangeAspect="1"/>
            </p:cNvGraphicFramePr>
            <p:nvPr/>
          </p:nvGraphicFramePr>
          <p:xfrm>
            <a:off x="1344" y="2593"/>
            <a:ext cx="240" cy="311"/>
          </p:xfrm>
          <a:graphic>
            <a:graphicData uri="http://schemas.openxmlformats.org/presentationml/2006/ole">
              <mc:AlternateContent xmlns:mc="http://schemas.openxmlformats.org/markup-compatibility/2006">
                <mc:Choice xmlns:v="urn:schemas-microsoft-com:vml" Requires="v">
                  <p:oleObj r:id="rId2" imgW="4267200" imgH="5791200" progId="Equation.3">
                    <p:embed/>
                  </p:oleObj>
                </mc:Choice>
                <mc:Fallback>
                  <p:oleObj r:id="rId2" imgW="4267200" imgH="5791200" progId="Equation.3">
                    <p:embed/>
                    <p:pic>
                      <p:nvPicPr>
                        <p:cNvPr id="0" name="图片 3228"/>
                        <p:cNvPicPr/>
                        <p:nvPr/>
                      </p:nvPicPr>
                      <p:blipFill>
                        <a:blip r:embed="rId6"/>
                        <a:stretch>
                          <a:fillRect/>
                        </a:stretch>
                      </p:blipFill>
                      <p:spPr>
                        <a:xfrm>
                          <a:off x="1344" y="2593"/>
                          <a:ext cx="240" cy="311"/>
                        </a:xfrm>
                        <a:prstGeom prst="rect">
                          <a:avLst/>
                        </a:prstGeom>
                        <a:noFill/>
                        <a:ln w="38100">
                          <a:noFill/>
                          <a:miter/>
                        </a:ln>
                      </p:spPr>
                    </p:pic>
                  </p:oleObj>
                </mc:Fallback>
              </mc:AlternateContent>
            </a:graphicData>
          </a:graphic>
        </p:graphicFrame>
      </p:grpSp>
      <p:sp>
        <p:nvSpPr>
          <p:cNvPr id="55376" name="Rectangle 3" descr="羊皮纸"/>
          <p:cNvSpPr/>
          <p:nvPr/>
        </p:nvSpPr>
        <p:spPr>
          <a:xfrm>
            <a:off x="0" y="6453188"/>
            <a:ext cx="9067800" cy="171450"/>
          </a:xfrm>
          <a:prstGeom prst="rect">
            <a:avLst/>
          </a:prstGeom>
          <a:solidFill>
            <a:schemeClr val="accent1"/>
          </a:solidFill>
          <a:ln w="95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2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par>
                                <p:cTn id="16" presetID="22" presetClass="entr" presetSubtype="4"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down)">
                                      <p:cBhvr>
                                        <p:cTn id="18" dur="500"/>
                                        <p:tgtEl>
                                          <p:spTgt spid="19"/>
                                        </p:tgtEl>
                                      </p:cBhvr>
                                    </p:animEffect>
                                  </p:childTnLst>
                                </p:cTn>
                              </p:par>
                              <p:par>
                                <p:cTn id="19" presetID="22" presetClass="entr" presetSubtype="4"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down)">
                                      <p:cBhvr>
                                        <p:cTn id="21" dur="500"/>
                                        <p:tgtEl>
                                          <p:spTgt spid="27"/>
                                        </p:tgtEl>
                                      </p:cBhvr>
                                    </p:animEffect>
                                  </p:childTnLst>
                                </p:cTn>
                              </p:par>
                              <p:par>
                                <p:cTn id="22" presetID="22" presetClass="entr" presetSubtype="4" fill="hold"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down)">
                                      <p:cBhvr>
                                        <p:cTn id="24" dur="500"/>
                                        <p:tgtEl>
                                          <p:spTgt spid="37"/>
                                        </p:tgtEl>
                                      </p:cBhvr>
                                    </p:animEffect>
                                  </p:childTnLst>
                                </p:cTn>
                              </p:par>
                              <p:par>
                                <p:cTn id="25" presetID="22" presetClass="entr" presetSubtype="4"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wipe(down)">
                                      <p:cBhvr>
                                        <p:cTn id="27" dur="500"/>
                                        <p:tgtEl>
                                          <p:spTgt spid="38"/>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down)">
                                      <p:cBhvr>
                                        <p:cTn id="30" dur="500"/>
                                        <p:tgtEl>
                                          <p:spTgt spid="39"/>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wipe(down)">
                                      <p:cBhvr>
                                        <p:cTn id="33" dur="500"/>
                                        <p:tgtEl>
                                          <p:spTgt spid="40"/>
                                        </p:tgtEl>
                                      </p:cBhvr>
                                    </p:animEffect>
                                  </p:childTnLst>
                                </p:cTn>
                              </p:par>
                              <p:par>
                                <p:cTn id="34" presetID="22" presetClass="entr" presetSubtype="4" fill="hold" nodeType="with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wipe(down)">
                                      <p:cBhvr>
                                        <p:cTn id="36" dur="500"/>
                                        <p:tgtEl>
                                          <p:spTgt spid="41"/>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wipe(down)">
                                      <p:cBhvr>
                                        <p:cTn id="39" dur="500"/>
                                        <p:tgtEl>
                                          <p:spTgt spid="42"/>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wipe(down)">
                                      <p:cBhvr>
                                        <p:cTn id="42" dur="500"/>
                                        <p:tgtEl>
                                          <p:spTgt spid="43"/>
                                        </p:tgtEl>
                                      </p:cBhvr>
                                    </p:animEffect>
                                  </p:childTnLst>
                                </p:cTn>
                              </p:par>
                              <p:par>
                                <p:cTn id="43" presetID="22" presetClass="entr" presetSubtype="4"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wipe(down)">
                                      <p:cBhvr>
                                        <p:cTn id="45" dur="500"/>
                                        <p:tgtEl>
                                          <p:spTgt spid="44"/>
                                        </p:tgtEl>
                                      </p:cBhvr>
                                    </p:animEffect>
                                  </p:childTnLst>
                                </p:cTn>
                              </p:par>
                              <p:par>
                                <p:cTn id="46" presetID="22" presetClass="entr" presetSubtype="4" fill="hold" nodeType="withEffect">
                                  <p:stCondLst>
                                    <p:cond delay="0"/>
                                  </p:stCondLst>
                                  <p:childTnLst>
                                    <p:set>
                                      <p:cBhvr>
                                        <p:cTn id="47" dur="1" fill="hold">
                                          <p:stCondLst>
                                            <p:cond delay="0"/>
                                          </p:stCondLst>
                                        </p:cTn>
                                        <p:tgtEl>
                                          <p:spTgt spid="51"/>
                                        </p:tgtEl>
                                        <p:attrNameLst>
                                          <p:attrName>style.visibility</p:attrName>
                                        </p:attrNameLst>
                                      </p:cBhvr>
                                      <p:to>
                                        <p:strVal val="visible"/>
                                      </p:to>
                                    </p:set>
                                    <p:animEffect transition="in" filter="wipe(down)">
                                      <p:cBhvr>
                                        <p:cTn id="48" dur="500"/>
                                        <p:tgtEl>
                                          <p:spTgt spid="51"/>
                                        </p:tgtEl>
                                      </p:cBhvr>
                                    </p:animEffect>
                                  </p:childTnLst>
                                </p:cTn>
                              </p:par>
                              <p:par>
                                <p:cTn id="49" presetID="22" presetClass="entr" presetSubtype="4" fill="hold" nodeType="with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wipe(down)">
                                      <p:cBhvr>
                                        <p:cTn id="51" dur="500"/>
                                        <p:tgtEl>
                                          <p:spTgt spid="62"/>
                                        </p:tgtEl>
                                      </p:cBhvr>
                                    </p:animEffect>
                                  </p:childTnLst>
                                </p:cTn>
                              </p:par>
                              <p:par>
                                <p:cTn id="52" presetID="22" presetClass="entr" presetSubtype="4" fill="hold" nodeType="withEffect">
                                  <p:stCondLst>
                                    <p:cond delay="0"/>
                                  </p:stCondLst>
                                  <p:childTnLst>
                                    <p:set>
                                      <p:cBhvr>
                                        <p:cTn id="53" dur="1" fill="hold">
                                          <p:stCondLst>
                                            <p:cond delay="0"/>
                                          </p:stCondLst>
                                        </p:cTn>
                                        <p:tgtEl>
                                          <p:spTgt spid="76"/>
                                        </p:tgtEl>
                                        <p:attrNameLst>
                                          <p:attrName>style.visibility</p:attrName>
                                        </p:attrNameLst>
                                      </p:cBhvr>
                                      <p:to>
                                        <p:strVal val="visible"/>
                                      </p:to>
                                    </p:set>
                                    <p:animEffect transition="in" filter="wipe(down)">
                                      <p:cBhvr>
                                        <p:cTn id="54" dur="500"/>
                                        <p:tgtEl>
                                          <p:spTgt spid="76"/>
                                        </p:tgtEl>
                                      </p:cBhvr>
                                    </p:animEffect>
                                  </p:childTnLst>
                                </p:cTn>
                              </p:par>
                              <p:par>
                                <p:cTn id="55" presetID="22" presetClass="entr" presetSubtype="4" fill="hold" nodeType="withEffect">
                                  <p:stCondLst>
                                    <p:cond delay="0"/>
                                  </p:stCondLst>
                                  <p:childTnLst>
                                    <p:set>
                                      <p:cBhvr>
                                        <p:cTn id="56" dur="1" fill="hold">
                                          <p:stCondLst>
                                            <p:cond delay="0"/>
                                          </p:stCondLst>
                                        </p:cTn>
                                        <p:tgtEl>
                                          <p:spTgt spid="81"/>
                                        </p:tgtEl>
                                        <p:attrNameLst>
                                          <p:attrName>style.visibility</p:attrName>
                                        </p:attrNameLst>
                                      </p:cBhvr>
                                      <p:to>
                                        <p:strVal val="visible"/>
                                      </p:to>
                                    </p:set>
                                    <p:animEffect transition="in" filter="wipe(down)">
                                      <p:cBhvr>
                                        <p:cTn id="5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39" grpId="0" bldLvl="0" animBg="1"/>
      <p:bldP spid="40" grpId="0" bldLvl="0" animBg="1"/>
      <p:bldP spid="42" grpId="0"/>
      <p:bldP spid="43" grpId="0" bldLvl="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文本框 1"/>
          <p:cNvSpPr txBox="1"/>
          <p:nvPr/>
        </p:nvSpPr>
        <p:spPr>
          <a:xfrm>
            <a:off x="530225" y="582613"/>
            <a:ext cx="7918450" cy="1753235"/>
          </a:xfrm>
          <a:prstGeom prst="rect">
            <a:avLst/>
          </a:prstGeom>
          <a:noFill/>
          <a:ln w="9525">
            <a:noFill/>
          </a:ln>
        </p:spPr>
        <p:txBody>
          <a:bodyPr wrap="square" anchor="t" anchorCtr="0">
            <a:spAutoFit/>
          </a:bodyPr>
          <a:lstStyle/>
          <a:p>
            <a:pPr>
              <a:lnSpc>
                <a:spcPct val="150000"/>
              </a:lnSpc>
            </a:pPr>
            <a:r>
              <a:rPr lang="zh-CN" altLang="en-US" sz="2400">
                <a:solidFill>
                  <a:srgbClr val="0000FF"/>
                </a:solidFill>
                <a:latin typeface="Symbol" panose="05050102010706020507" pitchFamily="18" charset="2"/>
                <a:ea typeface="宋体" panose="02010600030101010101" pitchFamily="2" charset="-122"/>
                <a:sym typeface="宋体" panose="02010600030101010101" pitchFamily="2" charset="-122"/>
              </a:rPr>
              <a:t>讨论题：</a:t>
            </a:r>
            <a:r>
              <a:rPr lang="zh-CN" altLang="en-US" sz="2400">
                <a:latin typeface="Symbol" panose="05050102010706020507" pitchFamily="18" charset="2"/>
                <a:ea typeface="宋体" panose="02010600030101010101" pitchFamily="2" charset="-122"/>
                <a:sym typeface="宋体" panose="02010600030101010101" pitchFamily="2" charset="-122"/>
              </a:rPr>
              <a:t>一束光从一块平板玻璃入射到空气上，试讨论：</a:t>
            </a:r>
          </a:p>
          <a:p>
            <a:pPr>
              <a:lnSpc>
                <a:spcPct val="150000"/>
              </a:lnSpc>
            </a:pPr>
            <a:r>
              <a:rPr lang="en-US" altLang="zh-CN" sz="2400">
                <a:latin typeface="Symbol" panose="05050102010706020507" pitchFamily="18" charset="2"/>
                <a:ea typeface="宋体" panose="02010600030101010101" pitchFamily="2" charset="-122"/>
                <a:sym typeface="宋体" panose="02010600030101010101" pitchFamily="2" charset="-122"/>
              </a:rPr>
              <a:t>               1</a:t>
            </a:r>
            <a:r>
              <a:rPr lang="zh-CN" altLang="en-US" sz="2400">
                <a:latin typeface="Symbol" panose="05050102010706020507" pitchFamily="18" charset="2"/>
                <a:ea typeface="宋体" panose="02010600030101010101" pitchFamily="2" charset="-122"/>
                <a:sym typeface="宋体" panose="02010600030101010101" pitchFamily="2" charset="-122"/>
              </a:rPr>
              <a:t>）什么条件下，只有折射光，没有反射光？</a:t>
            </a:r>
          </a:p>
          <a:p>
            <a:pPr>
              <a:lnSpc>
                <a:spcPct val="150000"/>
              </a:lnSpc>
            </a:pPr>
            <a:r>
              <a:rPr lang="en-US" altLang="zh-CN" sz="2400">
                <a:latin typeface="Symbol" panose="05050102010706020507" pitchFamily="18" charset="2"/>
                <a:ea typeface="宋体" panose="02010600030101010101" pitchFamily="2" charset="-122"/>
                <a:sym typeface="宋体" panose="02010600030101010101" pitchFamily="2" charset="-122"/>
              </a:rPr>
              <a:t>               2</a:t>
            </a:r>
            <a:r>
              <a:rPr lang="zh-CN" altLang="en-US" sz="2400">
                <a:latin typeface="Symbol" panose="05050102010706020507" pitchFamily="18" charset="2"/>
                <a:ea typeface="宋体" panose="02010600030101010101" pitchFamily="2" charset="-122"/>
                <a:sym typeface="宋体" panose="02010600030101010101" pitchFamily="2" charset="-122"/>
              </a:rPr>
              <a:t>）什么条件下，只有反射光，没有折射光？</a:t>
            </a:r>
            <a:r>
              <a:rPr lang="en-US" altLang="zh-CN" sz="2000">
                <a:latin typeface="Symbol" panose="05050102010706020507" pitchFamily="18" charset="2"/>
                <a:ea typeface="宋体" panose="02010600030101010101" pitchFamily="2" charset="-122"/>
                <a:sym typeface="宋体" panose="02010600030101010101" pitchFamily="2" charset="-122"/>
              </a:rPr>
              <a:t>   </a:t>
            </a:r>
          </a:p>
        </p:txBody>
      </p:sp>
      <p:sp>
        <p:nvSpPr>
          <p:cNvPr id="21506" name="Rectangle 136"/>
          <p:cNvSpPr/>
          <p:nvPr>
            <p:custDataLst>
              <p:tags r:id="rId1"/>
            </p:custDataLst>
          </p:nvPr>
        </p:nvSpPr>
        <p:spPr>
          <a:xfrm>
            <a:off x="1439863" y="3832225"/>
            <a:ext cx="2286000" cy="990600"/>
          </a:xfrm>
          <a:prstGeom prst="rect">
            <a:avLst/>
          </a:prstGeom>
          <a:solidFill>
            <a:srgbClr val="C5FFFF">
              <a:alpha val="50194"/>
            </a:srgbClr>
          </a:solid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nvGrpSpPr>
          <p:cNvPr id="5" name="Group 155"/>
          <p:cNvGrpSpPr/>
          <p:nvPr/>
        </p:nvGrpSpPr>
        <p:grpSpPr>
          <a:xfrm>
            <a:off x="1287463" y="3097213"/>
            <a:ext cx="1373187" cy="600075"/>
            <a:chOff x="2064" y="1265"/>
            <a:chExt cx="865" cy="378"/>
          </a:xfrm>
        </p:grpSpPr>
        <p:sp>
          <p:nvSpPr>
            <p:cNvPr id="21508" name="Line 34"/>
            <p:cNvSpPr/>
            <p:nvPr>
              <p:custDataLst>
                <p:tags r:id="rId10"/>
              </p:custDataLst>
            </p:nvPr>
          </p:nvSpPr>
          <p:spPr>
            <a:xfrm rot="1987225">
              <a:off x="2064" y="1474"/>
              <a:ext cx="865" cy="0"/>
            </a:xfrm>
            <a:prstGeom prst="line">
              <a:avLst/>
            </a:prstGeom>
            <a:ln w="28575" cap="flat" cmpd="sng">
              <a:solidFill>
                <a:srgbClr val="FF0000"/>
              </a:solidFill>
              <a:prstDash val="solid"/>
              <a:round/>
              <a:headEnd type="none" w="med" len="med"/>
              <a:tailEnd type="triangle" w="sm" len="lg"/>
            </a:ln>
          </p:spPr>
        </p:sp>
        <p:sp>
          <p:nvSpPr>
            <p:cNvPr id="21509" name="Line 35"/>
            <p:cNvSpPr/>
            <p:nvPr>
              <p:custDataLst>
                <p:tags r:id="rId11"/>
              </p:custDataLst>
            </p:nvPr>
          </p:nvSpPr>
          <p:spPr>
            <a:xfrm rot="1987225">
              <a:off x="2291" y="1265"/>
              <a:ext cx="0" cy="152"/>
            </a:xfrm>
            <a:prstGeom prst="line">
              <a:avLst/>
            </a:prstGeom>
            <a:ln w="28575" cap="flat" cmpd="sng">
              <a:solidFill>
                <a:srgbClr val="FF0000"/>
              </a:solidFill>
              <a:prstDash val="solid"/>
              <a:round/>
              <a:headEnd type="none" w="med" len="med"/>
              <a:tailEnd type="none" w="sm" len="lg"/>
            </a:ln>
          </p:spPr>
        </p:sp>
        <p:sp>
          <p:nvSpPr>
            <p:cNvPr id="21510" name="Line 36"/>
            <p:cNvSpPr/>
            <p:nvPr>
              <p:custDataLst>
                <p:tags r:id="rId12"/>
              </p:custDataLst>
            </p:nvPr>
          </p:nvSpPr>
          <p:spPr>
            <a:xfrm rot="1987225">
              <a:off x="2408" y="1341"/>
              <a:ext cx="0" cy="152"/>
            </a:xfrm>
            <a:prstGeom prst="line">
              <a:avLst/>
            </a:prstGeom>
            <a:ln w="28575" cap="flat" cmpd="sng">
              <a:solidFill>
                <a:srgbClr val="FF0000"/>
              </a:solidFill>
              <a:prstDash val="solid"/>
              <a:round/>
              <a:headEnd type="none" w="med" len="med"/>
              <a:tailEnd type="none" w="sm" len="lg"/>
            </a:ln>
          </p:spPr>
        </p:sp>
        <p:sp>
          <p:nvSpPr>
            <p:cNvPr id="21511" name="Line 37"/>
            <p:cNvSpPr/>
            <p:nvPr>
              <p:custDataLst>
                <p:tags r:id="rId13"/>
              </p:custDataLst>
            </p:nvPr>
          </p:nvSpPr>
          <p:spPr>
            <a:xfrm rot="1987225">
              <a:off x="2527" y="1418"/>
              <a:ext cx="0" cy="150"/>
            </a:xfrm>
            <a:prstGeom prst="line">
              <a:avLst/>
            </a:prstGeom>
            <a:ln w="28575" cap="flat" cmpd="sng">
              <a:solidFill>
                <a:srgbClr val="FF0000"/>
              </a:solidFill>
              <a:prstDash val="solid"/>
              <a:round/>
              <a:headEnd type="none" w="med" len="med"/>
              <a:tailEnd type="none" w="sm" len="lg"/>
            </a:ln>
          </p:spPr>
        </p:sp>
        <p:sp>
          <p:nvSpPr>
            <p:cNvPr id="21512" name="Line 38"/>
            <p:cNvSpPr/>
            <p:nvPr>
              <p:custDataLst>
                <p:tags r:id="rId14"/>
              </p:custDataLst>
            </p:nvPr>
          </p:nvSpPr>
          <p:spPr>
            <a:xfrm rot="1987225">
              <a:off x="2644" y="1492"/>
              <a:ext cx="0" cy="151"/>
            </a:xfrm>
            <a:prstGeom prst="line">
              <a:avLst/>
            </a:prstGeom>
            <a:ln w="28575" cap="flat" cmpd="sng">
              <a:solidFill>
                <a:srgbClr val="FF0000"/>
              </a:solidFill>
              <a:prstDash val="solid"/>
              <a:round/>
              <a:headEnd type="none" w="med" len="med"/>
              <a:tailEnd type="none" w="sm" len="lg"/>
            </a:ln>
          </p:spPr>
        </p:sp>
      </p:grpSp>
      <p:graphicFrame>
        <p:nvGraphicFramePr>
          <p:cNvPr id="242727" name="Object 39"/>
          <p:cNvGraphicFramePr/>
          <p:nvPr>
            <p:custDataLst>
              <p:tags r:id="rId2"/>
            </p:custDataLst>
          </p:nvPr>
        </p:nvGraphicFramePr>
        <p:xfrm>
          <a:off x="2063750" y="2755900"/>
          <a:ext cx="427038" cy="842963"/>
        </p:xfrm>
        <a:graphic>
          <a:graphicData uri="http://schemas.openxmlformats.org/presentationml/2006/ole">
            <mc:AlternateContent xmlns:mc="http://schemas.openxmlformats.org/markup-compatibility/2006">
              <mc:Choice xmlns:v="urn:schemas-microsoft-com:vml" Requires="v">
                <p:oleObj r:id="rId16" imgW="127000" imgH="227965" progId="Equation.3">
                  <p:embed/>
                </p:oleObj>
              </mc:Choice>
              <mc:Fallback>
                <p:oleObj r:id="rId16" imgW="127000" imgH="227965" progId="Equation.3">
                  <p:embed/>
                  <p:pic>
                    <p:nvPicPr>
                      <p:cNvPr id="0" name="图片 3104"/>
                      <p:cNvPicPr/>
                      <p:nvPr/>
                    </p:nvPicPr>
                    <p:blipFill>
                      <a:blip r:embed="rId17"/>
                      <a:stretch>
                        <a:fillRect/>
                      </a:stretch>
                    </p:blipFill>
                    <p:spPr>
                      <a:xfrm>
                        <a:off x="2063750" y="2755900"/>
                        <a:ext cx="427038" cy="842963"/>
                      </a:xfrm>
                      <a:prstGeom prst="rect">
                        <a:avLst/>
                      </a:prstGeom>
                      <a:noFill/>
                      <a:ln w="38100">
                        <a:noFill/>
                        <a:miter/>
                      </a:ln>
                    </p:spPr>
                  </p:pic>
                </p:oleObj>
              </mc:Fallback>
            </mc:AlternateContent>
          </a:graphicData>
        </a:graphic>
      </p:graphicFrame>
      <p:sp>
        <p:nvSpPr>
          <p:cNvPr id="21514" name="Line 40"/>
          <p:cNvSpPr/>
          <p:nvPr>
            <p:custDataLst>
              <p:tags r:id="rId3"/>
            </p:custDataLst>
          </p:nvPr>
        </p:nvSpPr>
        <p:spPr>
          <a:xfrm>
            <a:off x="2536825" y="2841625"/>
            <a:ext cx="0" cy="1979613"/>
          </a:xfrm>
          <a:prstGeom prst="line">
            <a:avLst/>
          </a:prstGeom>
          <a:ln w="28575" cap="flat" cmpd="sng">
            <a:solidFill>
              <a:srgbClr val="000000"/>
            </a:solidFill>
            <a:prstDash val="dash"/>
            <a:round/>
            <a:headEnd type="none" w="med" len="med"/>
            <a:tailEnd type="none" w="sm" len="lg"/>
          </a:ln>
        </p:spPr>
      </p:sp>
      <p:sp>
        <p:nvSpPr>
          <p:cNvPr id="21515" name="Line 41"/>
          <p:cNvSpPr/>
          <p:nvPr>
            <p:custDataLst>
              <p:tags r:id="rId4"/>
            </p:custDataLst>
          </p:nvPr>
        </p:nvSpPr>
        <p:spPr>
          <a:xfrm>
            <a:off x="1490663" y="3797300"/>
            <a:ext cx="2159000" cy="0"/>
          </a:xfrm>
          <a:prstGeom prst="line">
            <a:avLst/>
          </a:prstGeom>
          <a:ln w="28575" cap="flat" cmpd="sng">
            <a:solidFill>
              <a:schemeClr val="tx1"/>
            </a:solidFill>
            <a:prstDash val="solid"/>
            <a:round/>
            <a:headEnd type="none" w="med" len="med"/>
            <a:tailEnd type="none" w="sm" len="lg"/>
          </a:ln>
        </p:spPr>
      </p:sp>
      <p:grpSp>
        <p:nvGrpSpPr>
          <p:cNvPr id="6" name="Group 42"/>
          <p:cNvGrpSpPr/>
          <p:nvPr/>
        </p:nvGrpSpPr>
        <p:grpSpPr>
          <a:xfrm>
            <a:off x="2536825" y="3729038"/>
            <a:ext cx="503238" cy="1093787"/>
            <a:chOff x="2851" y="1663"/>
            <a:chExt cx="317" cy="689"/>
          </a:xfrm>
        </p:grpSpPr>
        <p:sp>
          <p:nvSpPr>
            <p:cNvPr id="21517" name="Line 43"/>
            <p:cNvSpPr/>
            <p:nvPr>
              <p:custDataLst>
                <p:tags r:id="rId5"/>
              </p:custDataLst>
            </p:nvPr>
          </p:nvSpPr>
          <p:spPr>
            <a:xfrm rot="3581093" flipH="1">
              <a:off x="2671" y="1995"/>
              <a:ext cx="689" cy="13"/>
            </a:xfrm>
            <a:prstGeom prst="line">
              <a:avLst/>
            </a:prstGeom>
            <a:ln w="28575" cap="flat" cmpd="sng">
              <a:solidFill>
                <a:srgbClr val="FF0000"/>
              </a:solidFill>
              <a:prstDash val="solid"/>
              <a:round/>
              <a:headEnd type="triangle" w="sm" len="lg"/>
              <a:tailEnd type="none" w="med" len="med"/>
            </a:ln>
          </p:spPr>
        </p:sp>
        <p:sp>
          <p:nvSpPr>
            <p:cNvPr id="21518" name="Line 44"/>
            <p:cNvSpPr/>
            <p:nvPr>
              <p:custDataLst>
                <p:tags r:id="rId6"/>
              </p:custDataLst>
            </p:nvPr>
          </p:nvSpPr>
          <p:spPr>
            <a:xfrm rot="3581093" flipV="1">
              <a:off x="2968" y="1832"/>
              <a:ext cx="0" cy="165"/>
            </a:xfrm>
            <a:prstGeom prst="line">
              <a:avLst/>
            </a:prstGeom>
            <a:ln w="28575" cap="flat" cmpd="sng">
              <a:solidFill>
                <a:srgbClr val="FF0000"/>
              </a:solidFill>
              <a:prstDash val="solid"/>
              <a:round/>
              <a:headEnd type="none" w="sm" len="lg"/>
              <a:tailEnd type="none" w="med" len="med"/>
            </a:ln>
          </p:spPr>
        </p:sp>
        <p:sp>
          <p:nvSpPr>
            <p:cNvPr id="21519" name="Line 45"/>
            <p:cNvSpPr/>
            <p:nvPr>
              <p:custDataLst>
                <p:tags r:id="rId7"/>
              </p:custDataLst>
            </p:nvPr>
          </p:nvSpPr>
          <p:spPr>
            <a:xfrm rot="3581093">
              <a:off x="3010" y="1918"/>
              <a:ext cx="0" cy="165"/>
            </a:xfrm>
            <a:prstGeom prst="line">
              <a:avLst/>
            </a:prstGeom>
            <a:ln w="28575" cap="flat" cmpd="sng">
              <a:solidFill>
                <a:srgbClr val="FF0000"/>
              </a:solidFill>
              <a:prstDash val="solid"/>
              <a:round/>
              <a:headEnd type="none" w="sm" len="lg"/>
              <a:tailEnd type="none" w="med" len="med"/>
            </a:ln>
          </p:spPr>
        </p:sp>
        <p:sp>
          <p:nvSpPr>
            <p:cNvPr id="21520" name="Line 46"/>
            <p:cNvSpPr/>
            <p:nvPr>
              <p:custDataLst>
                <p:tags r:id="rId8"/>
              </p:custDataLst>
            </p:nvPr>
          </p:nvSpPr>
          <p:spPr>
            <a:xfrm rot="3581093">
              <a:off x="3079" y="2004"/>
              <a:ext cx="0" cy="165"/>
            </a:xfrm>
            <a:prstGeom prst="line">
              <a:avLst/>
            </a:prstGeom>
            <a:ln w="28575" cap="flat" cmpd="sng">
              <a:solidFill>
                <a:srgbClr val="FF0000"/>
              </a:solidFill>
              <a:prstDash val="solid"/>
              <a:round/>
              <a:headEnd type="none" w="sm" len="lg"/>
              <a:tailEnd type="none" w="med" len="med"/>
            </a:ln>
          </p:spPr>
        </p:sp>
        <p:sp>
          <p:nvSpPr>
            <p:cNvPr id="21521" name="Line 47"/>
            <p:cNvSpPr/>
            <p:nvPr>
              <p:custDataLst>
                <p:tags r:id="rId9"/>
              </p:custDataLst>
            </p:nvPr>
          </p:nvSpPr>
          <p:spPr>
            <a:xfrm rot="3581093" flipV="1">
              <a:off x="2927" y="1746"/>
              <a:ext cx="0" cy="165"/>
            </a:xfrm>
            <a:prstGeom prst="line">
              <a:avLst/>
            </a:prstGeom>
            <a:ln w="28575" cap="flat" cmpd="sng">
              <a:solidFill>
                <a:srgbClr val="FF0000"/>
              </a:solidFill>
              <a:prstDash val="solid"/>
              <a:round/>
              <a:headEnd type="none" w="sm" len="lg"/>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Righ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2727"/>
                                        </p:tgtEl>
                                        <p:attrNameLst>
                                          <p:attrName>style.visibility</p:attrName>
                                        </p:attrNameLst>
                                      </p:cBhvr>
                                      <p:to>
                                        <p:strVal val="visible"/>
                                      </p:to>
                                    </p:set>
                                    <p:animEffect transition="in" filter="blinds(horizontal)">
                                      <p:cBhvr>
                                        <p:cTn id="17" dur="500"/>
                                        <p:tgtEl>
                                          <p:spTgt spid="242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95289" y="475933"/>
            <a:ext cx="8748712" cy="5779134"/>
            <a:chOff x="611811" y="1957425"/>
            <a:chExt cx="8748191" cy="5780604"/>
          </a:xfrm>
        </p:grpSpPr>
        <p:sp>
          <p:nvSpPr>
            <p:cNvPr id="57354" name="Text Box 10"/>
            <p:cNvSpPr txBox="1">
              <a:spLocks noChangeArrowheads="1"/>
            </p:cNvSpPr>
            <p:nvPr>
              <p:custDataLst>
                <p:tags r:id="rId2"/>
              </p:custDataLst>
            </p:nvPr>
          </p:nvSpPr>
          <p:spPr bwMode="auto">
            <a:xfrm>
              <a:off x="611811" y="1957425"/>
              <a:ext cx="8748191" cy="1384017"/>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0033CC"/>
                  </a:solidFill>
                  <a:effectLst/>
                  <a:uLnTx/>
                  <a:uFillTx/>
                  <a:latin typeface="Times New Roman" panose="02020603050405020304" pitchFamily="18" charset="0"/>
                  <a:cs typeface="Times New Roman" panose="02020603050405020304" pitchFamily="18" charset="0"/>
                </a:rPr>
                <a:t>课前测：</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一束自然光以</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60</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的入射角照射到某两介质</a:t>
              </a:r>
            </a:p>
            <a:p>
              <a:pPr marL="0" marR="0" lvl="0" indent="0" algn="l" defTabSz="914400" rtl="0" eaLnBrk="1" fontAlgn="base" latinLnBrk="0" hangingPunct="1">
                <a:lnSpc>
                  <a:spcPct val="15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交界面时，反射光为完全偏振光，则知折射光为</a:t>
              </a:r>
            </a:p>
          </p:txBody>
        </p:sp>
        <p:sp>
          <p:nvSpPr>
            <p:cNvPr id="57355" name="Text Box 11"/>
            <p:cNvSpPr txBox="1">
              <a:spLocks noChangeArrowheads="1"/>
            </p:cNvSpPr>
            <p:nvPr>
              <p:custDataLst>
                <p:tags r:id="rId3"/>
              </p:custDataLst>
            </p:nvPr>
          </p:nvSpPr>
          <p:spPr bwMode="auto">
            <a:xfrm>
              <a:off x="683561" y="3397971"/>
              <a:ext cx="5795617" cy="607850"/>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 </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完全偏振光</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且折射角是</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30</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sym typeface="Symbol" panose="05050102010706020507" pitchFamily="18" charset="2"/>
                </a:rPr>
                <a:t>.</a:t>
              </a:r>
            </a:p>
          </p:txBody>
        </p:sp>
        <p:sp>
          <p:nvSpPr>
            <p:cNvPr id="6155" name="Text Box 12"/>
            <p:cNvSpPr txBox="1">
              <a:spLocks noChangeArrowheads="1"/>
            </p:cNvSpPr>
            <p:nvPr>
              <p:custDataLst>
                <p:tags r:id="rId4"/>
              </p:custDataLst>
            </p:nvPr>
          </p:nvSpPr>
          <p:spPr bwMode="auto">
            <a:xfrm>
              <a:off x="683562" y="4190653"/>
              <a:ext cx="8513573" cy="1384017"/>
            </a:xfrm>
            <a:prstGeom prst="rect">
              <a:avLst/>
            </a:prstGeom>
            <a:noFill/>
            <a:ln>
              <a:noFill/>
            </a:ln>
          </p:spPr>
          <p:txBody>
            <a:bodyPr wrap="square">
              <a:spAutoFit/>
            </a:bodyPr>
            <a:lstStyle>
              <a:lvl1pPr marL="542925" indent="-54292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542925" marR="0" lvl="0" indent="-542925" algn="l" defTabSz="914400" rtl="0" eaLnBrk="1" fontAlgn="base" latinLnBrk="0" hangingPunct="1">
                <a:lnSpc>
                  <a:spcPct val="150000"/>
                </a:lnSpc>
                <a:spcBef>
                  <a:spcPct val="50000"/>
                </a:spcBef>
                <a:spcAft>
                  <a:spcPct val="0"/>
                </a:spcAft>
                <a:buClrTx/>
                <a:buSzTx/>
                <a:buFontTx/>
                <a:buNone/>
                <a:defRPr/>
              </a:pP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(B) </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部分偏振光</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且只是在该光由真空入射到折射率为       的介质时，折射角是</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30</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 name="Text Box 4"/>
            <p:cNvSpPr txBox="1">
              <a:spLocks noChangeArrowheads="1"/>
            </p:cNvSpPr>
            <p:nvPr>
              <p:custDataLst>
                <p:tags r:id="rId5"/>
              </p:custDataLst>
            </p:nvPr>
          </p:nvSpPr>
          <p:spPr bwMode="auto">
            <a:xfrm>
              <a:off x="683562" y="5702973"/>
              <a:ext cx="8544052" cy="1384017"/>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50000"/>
                </a:spcBef>
                <a:spcAft>
                  <a:spcPct val="0"/>
                </a:spcAft>
                <a:buClrTx/>
                <a:buSzTx/>
                <a:buFontTx/>
                <a:buNone/>
                <a:defRPr/>
              </a:pP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(C) </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部分偏振光，且必须在已知两种介质的折射率时才能确定折射角</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p>
          </p:txBody>
        </p:sp>
        <p:sp>
          <p:nvSpPr>
            <p:cNvPr id="13" name="Text Box 5"/>
            <p:cNvSpPr txBox="1">
              <a:spLocks noChangeArrowheads="1"/>
            </p:cNvSpPr>
            <p:nvPr>
              <p:custDataLst>
                <p:tags r:id="rId6"/>
              </p:custDataLst>
            </p:nvPr>
          </p:nvSpPr>
          <p:spPr bwMode="auto">
            <a:xfrm>
              <a:off x="755629" y="7215926"/>
              <a:ext cx="5903562" cy="522103"/>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(D) </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部分偏振光，且折射角是</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30</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sym typeface="Symbol" panose="05050102010706020507" pitchFamily="18" charset="2"/>
                </a:rPr>
                <a:t>.</a:t>
              </a:r>
            </a:p>
          </p:txBody>
        </p:sp>
        <p:graphicFrame>
          <p:nvGraphicFramePr>
            <p:cNvPr id="38926" name="Object 13"/>
            <p:cNvGraphicFramePr>
              <a:graphicFrameLocks noChangeAspect="1"/>
            </p:cNvGraphicFramePr>
            <p:nvPr>
              <p:custDataLst>
                <p:tags r:id="rId7"/>
              </p:custDataLst>
            </p:nvPr>
          </p:nvGraphicFramePr>
          <p:xfrm>
            <a:off x="828258" y="5054626"/>
            <a:ext cx="485775" cy="484188"/>
          </p:xfrm>
          <a:graphic>
            <a:graphicData uri="http://schemas.openxmlformats.org/presentationml/2006/ole">
              <mc:AlternateContent xmlns:mc="http://schemas.openxmlformats.org/markup-compatibility/2006">
                <mc:Choice xmlns:v="urn:schemas-microsoft-com:vml" Requires="v">
                  <p:oleObj r:id="rId9" imgW="198755" imgH="198755" progId="Equation.DSMT4">
                    <p:embed/>
                  </p:oleObj>
                </mc:Choice>
                <mc:Fallback>
                  <p:oleObj r:id="rId9" imgW="198755" imgH="198755" progId="Equation.DSMT4">
                    <p:embed/>
                    <p:pic>
                      <p:nvPicPr>
                        <p:cNvPr id="0" name="图片 3119"/>
                        <p:cNvPicPr/>
                        <p:nvPr/>
                      </p:nvPicPr>
                      <p:blipFill>
                        <a:blip r:embed="rId10">
                          <a:clrChange>
                            <a:clrFrom>
                              <a:srgbClr val="000000"/>
                            </a:clrFrom>
                            <a:clrTo>
                              <a:srgbClr val="FFCCFF"/>
                            </a:clrTo>
                          </a:clrChange>
                          <a:lum bright="-100000"/>
                        </a:blip>
                        <a:stretch>
                          <a:fillRect/>
                        </a:stretch>
                      </p:blipFill>
                      <p:spPr>
                        <a:xfrm>
                          <a:off x="828258" y="5054626"/>
                          <a:ext cx="485775" cy="484188"/>
                        </a:xfrm>
                        <a:prstGeom prst="rect">
                          <a:avLst/>
                        </a:prstGeom>
                        <a:noFill/>
                        <a:ln w="38100">
                          <a:noFill/>
                          <a:miter/>
                        </a:ln>
                      </p:spPr>
                    </p:pic>
                  </p:oleObj>
                </mc:Fallback>
              </mc:AlternateContent>
            </a:graphicData>
          </a:graphic>
        </p:graphicFrame>
      </p:grpSp>
      <p:sp>
        <p:nvSpPr>
          <p:cNvPr id="7" name="Text Box 3"/>
          <p:cNvSpPr txBox="1">
            <a:spLocks noChangeArrowheads="1"/>
          </p:cNvSpPr>
          <p:nvPr>
            <p:custDataLst>
              <p:tags r:id="rId1"/>
            </p:custDataLst>
          </p:nvPr>
        </p:nvSpPr>
        <p:spPr bwMode="auto">
          <a:xfrm>
            <a:off x="6155690" y="5588953"/>
            <a:ext cx="2667000" cy="737235"/>
          </a:xfrm>
          <a:prstGeom prst="rect">
            <a:avLst/>
          </a:prstGeom>
          <a:noFill/>
          <a:ln w="9525">
            <a:noFill/>
            <a:miter lim="800000"/>
          </a:ln>
        </p:spPr>
        <p:txBody>
          <a:bodyPr>
            <a:spAutoFit/>
          </a:bodyPr>
          <a:lstStyle/>
          <a:p>
            <a:pPr>
              <a:lnSpc>
                <a:spcPct val="150000"/>
              </a:lnSpc>
              <a:spcBef>
                <a:spcPct val="50000"/>
              </a:spcBef>
              <a:defRPr/>
            </a:pPr>
            <a:r>
              <a:rPr kumimoji="1" lang="zh-CN" altLang="en-US" sz="2800" b="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答案 </a:t>
            </a:r>
            <a:r>
              <a:rPr kumimoji="1" lang="en-US" altLang="zh-CN" sz="2800" b="1" dirty="0">
                <a:solidFill>
                  <a:srgbClr val="C00000"/>
                </a:solidFill>
                <a:latin typeface="Times New Roman" panose="02020603050405020304" pitchFamily="18" charset="0"/>
                <a:cs typeface="Times New Roman" panose="02020603050405020304" pitchFamily="18" charset="0"/>
              </a:rPr>
              <a: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iterate type="lt">
                                    <p:tmPct val="100000"/>
                                  </p:iterate>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up)">
                                      <p:cBhvr>
                                        <p:cTn id="11" dur="75"/>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51"/>
          <p:cNvSpPr/>
          <p:nvPr/>
        </p:nvSpPr>
        <p:spPr>
          <a:xfrm>
            <a:off x="0" y="6343650"/>
            <a:ext cx="9144000" cy="514350"/>
          </a:xfrm>
          <a:prstGeom prst="rect">
            <a:avLst/>
          </a:prstGeom>
          <a:gradFill rotWithShape="0">
            <a:gsLst>
              <a:gs pos="0">
                <a:srgbClr val="F0E2D0"/>
              </a:gs>
              <a:gs pos="100000">
                <a:srgbClr val="FFFFE7"/>
              </a:gs>
            </a:gsLst>
            <a:lin ang="0" scaled="1"/>
            <a:tileRect/>
          </a:grad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482" name="Rectangle 139"/>
          <p:cNvSpPr/>
          <p:nvPr/>
        </p:nvSpPr>
        <p:spPr>
          <a:xfrm>
            <a:off x="3429000" y="5257800"/>
            <a:ext cx="2286000" cy="1066800"/>
          </a:xfrm>
          <a:prstGeom prst="rect">
            <a:avLst/>
          </a:prstGeom>
          <a:solidFill>
            <a:srgbClr val="C5FFFF">
              <a:alpha val="50195"/>
            </a:srgbClr>
          </a:solid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483" name="Rectangle 138"/>
          <p:cNvSpPr/>
          <p:nvPr/>
        </p:nvSpPr>
        <p:spPr>
          <a:xfrm>
            <a:off x="762000" y="5257800"/>
            <a:ext cx="2286000" cy="1066800"/>
          </a:xfrm>
          <a:prstGeom prst="rect">
            <a:avLst/>
          </a:prstGeom>
          <a:solidFill>
            <a:srgbClr val="C5FFFF">
              <a:alpha val="50195"/>
            </a:srgbClr>
          </a:solid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484" name="Rectangle 137"/>
          <p:cNvSpPr/>
          <p:nvPr/>
        </p:nvSpPr>
        <p:spPr>
          <a:xfrm>
            <a:off x="6019800" y="3986213"/>
            <a:ext cx="2286000" cy="990600"/>
          </a:xfrm>
          <a:prstGeom prst="rect">
            <a:avLst/>
          </a:prstGeom>
          <a:solidFill>
            <a:srgbClr val="C5FFFF">
              <a:alpha val="50195"/>
            </a:srgbClr>
          </a:solid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485" name="Rectangle 136"/>
          <p:cNvSpPr/>
          <p:nvPr/>
        </p:nvSpPr>
        <p:spPr>
          <a:xfrm>
            <a:off x="3429000" y="2743200"/>
            <a:ext cx="2286000" cy="990600"/>
          </a:xfrm>
          <a:prstGeom prst="rect">
            <a:avLst/>
          </a:prstGeom>
          <a:solidFill>
            <a:srgbClr val="C5FFFF">
              <a:alpha val="50195"/>
            </a:srgbClr>
          </a:solid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486" name="Rectangle 135"/>
          <p:cNvSpPr/>
          <p:nvPr/>
        </p:nvSpPr>
        <p:spPr>
          <a:xfrm>
            <a:off x="762000" y="2743200"/>
            <a:ext cx="2286000" cy="990600"/>
          </a:xfrm>
          <a:prstGeom prst="rect">
            <a:avLst/>
          </a:prstGeom>
          <a:solidFill>
            <a:srgbClr val="C5FFFF">
              <a:alpha val="50195"/>
            </a:srgbClr>
          </a:solid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487" name="Rectangle 150"/>
          <p:cNvSpPr/>
          <p:nvPr/>
        </p:nvSpPr>
        <p:spPr>
          <a:xfrm>
            <a:off x="0" y="0"/>
            <a:ext cx="9144000" cy="1082675"/>
          </a:xfrm>
          <a:prstGeom prst="rect">
            <a:avLst/>
          </a:prstGeom>
          <a:gradFill rotWithShape="0">
            <a:gsLst>
              <a:gs pos="0">
                <a:srgbClr val="F0E2D0"/>
              </a:gs>
              <a:gs pos="100000">
                <a:srgbClr val="FFFFE7"/>
              </a:gs>
            </a:gsLst>
            <a:lin ang="0" scaled="1"/>
            <a:tileRect/>
          </a:grad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488" name="Rectangle 2"/>
          <p:cNvSpPr/>
          <p:nvPr/>
        </p:nvSpPr>
        <p:spPr>
          <a:xfrm>
            <a:off x="533400" y="4038600"/>
            <a:ext cx="8001000" cy="2362200"/>
          </a:xfrm>
          <a:prstGeom prst="rect">
            <a:avLst/>
          </a:prstGeom>
          <a:no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489" name="Rectangle 3"/>
          <p:cNvSpPr/>
          <p:nvPr/>
        </p:nvSpPr>
        <p:spPr>
          <a:xfrm>
            <a:off x="533400" y="1524000"/>
            <a:ext cx="8001000" cy="2286000"/>
          </a:xfrm>
          <a:prstGeom prst="rect">
            <a:avLst/>
          </a:prstGeom>
          <a:no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nvGrpSpPr>
          <p:cNvPr id="2" name="Group 4"/>
          <p:cNvGrpSpPr/>
          <p:nvPr/>
        </p:nvGrpSpPr>
        <p:grpSpPr>
          <a:xfrm>
            <a:off x="1746250" y="2098675"/>
            <a:ext cx="1377950" cy="546100"/>
            <a:chOff x="1100" y="1322"/>
            <a:chExt cx="868" cy="344"/>
          </a:xfrm>
        </p:grpSpPr>
        <p:sp>
          <p:nvSpPr>
            <p:cNvPr id="20491" name="Line 5"/>
            <p:cNvSpPr/>
            <p:nvPr/>
          </p:nvSpPr>
          <p:spPr>
            <a:xfrm rot="-1869536" flipV="1">
              <a:off x="1100" y="1440"/>
              <a:ext cx="868" cy="26"/>
            </a:xfrm>
            <a:prstGeom prst="line">
              <a:avLst/>
            </a:prstGeom>
            <a:ln w="28575" cap="flat" cmpd="sng">
              <a:solidFill>
                <a:srgbClr val="FF0000"/>
              </a:solidFill>
              <a:prstDash val="solid"/>
              <a:round/>
              <a:headEnd type="none" w="med" len="med"/>
              <a:tailEnd type="triangle" w="sm" len="lg"/>
            </a:ln>
          </p:spPr>
        </p:sp>
        <p:sp>
          <p:nvSpPr>
            <p:cNvPr id="20492" name="Oval 6"/>
            <p:cNvSpPr/>
            <p:nvPr/>
          </p:nvSpPr>
          <p:spPr>
            <a:xfrm rot="-1869536">
              <a:off x="1253" y="1620"/>
              <a:ext cx="41" cy="46"/>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493" name="Oval 7"/>
            <p:cNvSpPr/>
            <p:nvPr/>
          </p:nvSpPr>
          <p:spPr>
            <a:xfrm rot="-1869536">
              <a:off x="1359" y="1538"/>
              <a:ext cx="40" cy="46"/>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494" name="Oval 8"/>
            <p:cNvSpPr/>
            <p:nvPr/>
          </p:nvSpPr>
          <p:spPr>
            <a:xfrm rot="-1869536">
              <a:off x="1464" y="1467"/>
              <a:ext cx="41" cy="46"/>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495" name="Oval 9"/>
            <p:cNvSpPr/>
            <p:nvPr/>
          </p:nvSpPr>
          <p:spPr>
            <a:xfrm rot="-1869536">
              <a:off x="1568" y="1395"/>
              <a:ext cx="41" cy="46"/>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496" name="Oval 10"/>
            <p:cNvSpPr/>
            <p:nvPr/>
          </p:nvSpPr>
          <p:spPr>
            <a:xfrm rot="-1869536">
              <a:off x="1673" y="1322"/>
              <a:ext cx="42" cy="47"/>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pSp>
        <p:nvGrpSpPr>
          <p:cNvPr id="20497" name="Group 11"/>
          <p:cNvGrpSpPr/>
          <p:nvPr/>
        </p:nvGrpSpPr>
        <p:grpSpPr>
          <a:xfrm>
            <a:off x="612775" y="1974850"/>
            <a:ext cx="1379538" cy="606425"/>
            <a:chOff x="386" y="1244"/>
            <a:chExt cx="869" cy="382"/>
          </a:xfrm>
        </p:grpSpPr>
        <p:sp>
          <p:nvSpPr>
            <p:cNvPr id="20498" name="Line 12"/>
            <p:cNvSpPr/>
            <p:nvPr/>
          </p:nvSpPr>
          <p:spPr>
            <a:xfrm rot="2042175">
              <a:off x="386" y="1455"/>
              <a:ext cx="869" cy="0"/>
            </a:xfrm>
            <a:prstGeom prst="line">
              <a:avLst/>
            </a:prstGeom>
            <a:ln w="28575" cap="flat" cmpd="sng">
              <a:solidFill>
                <a:srgbClr val="FF0000"/>
              </a:solidFill>
              <a:prstDash val="solid"/>
              <a:round/>
              <a:headEnd type="none" w="med" len="med"/>
              <a:tailEnd type="triangle" w="sm" len="lg"/>
            </a:ln>
          </p:spPr>
        </p:sp>
        <p:sp>
          <p:nvSpPr>
            <p:cNvPr id="20499" name="Line 13"/>
            <p:cNvSpPr/>
            <p:nvPr/>
          </p:nvSpPr>
          <p:spPr>
            <a:xfrm rot="2042175">
              <a:off x="615" y="1244"/>
              <a:ext cx="0" cy="151"/>
            </a:xfrm>
            <a:prstGeom prst="line">
              <a:avLst/>
            </a:prstGeom>
            <a:ln w="28575" cap="flat" cmpd="sng">
              <a:solidFill>
                <a:srgbClr val="FF0000"/>
              </a:solidFill>
              <a:prstDash val="solid"/>
              <a:round/>
              <a:headEnd type="none" w="med" len="med"/>
              <a:tailEnd type="none" w="sm" len="lg"/>
            </a:ln>
          </p:spPr>
        </p:sp>
        <p:sp>
          <p:nvSpPr>
            <p:cNvPr id="20500" name="Line 14"/>
            <p:cNvSpPr/>
            <p:nvPr/>
          </p:nvSpPr>
          <p:spPr>
            <a:xfrm rot="2042175">
              <a:off x="732" y="1321"/>
              <a:ext cx="0" cy="151"/>
            </a:xfrm>
            <a:prstGeom prst="line">
              <a:avLst/>
            </a:prstGeom>
            <a:ln w="28575" cap="flat" cmpd="sng">
              <a:solidFill>
                <a:srgbClr val="FF0000"/>
              </a:solidFill>
              <a:prstDash val="solid"/>
              <a:round/>
              <a:headEnd type="none" w="med" len="med"/>
              <a:tailEnd type="none" w="sm" len="lg"/>
            </a:ln>
          </p:spPr>
        </p:sp>
        <p:sp>
          <p:nvSpPr>
            <p:cNvPr id="20501" name="Line 15"/>
            <p:cNvSpPr/>
            <p:nvPr/>
          </p:nvSpPr>
          <p:spPr>
            <a:xfrm rot="2042175">
              <a:off x="849" y="1398"/>
              <a:ext cx="0" cy="151"/>
            </a:xfrm>
            <a:prstGeom prst="line">
              <a:avLst/>
            </a:prstGeom>
            <a:ln w="28575" cap="flat" cmpd="sng">
              <a:solidFill>
                <a:srgbClr val="FF0000"/>
              </a:solidFill>
              <a:prstDash val="solid"/>
              <a:round/>
              <a:headEnd type="none" w="med" len="med"/>
              <a:tailEnd type="none" w="sm" len="lg"/>
            </a:ln>
          </p:spPr>
        </p:sp>
        <p:sp>
          <p:nvSpPr>
            <p:cNvPr id="20502" name="Line 16"/>
            <p:cNvSpPr/>
            <p:nvPr/>
          </p:nvSpPr>
          <p:spPr>
            <a:xfrm rot="2042175">
              <a:off x="966" y="1475"/>
              <a:ext cx="0" cy="151"/>
            </a:xfrm>
            <a:prstGeom prst="line">
              <a:avLst/>
            </a:prstGeom>
            <a:ln w="28575" cap="flat" cmpd="sng">
              <a:solidFill>
                <a:srgbClr val="FF0000"/>
              </a:solidFill>
              <a:prstDash val="solid"/>
              <a:round/>
              <a:headEnd type="none" w="med" len="med"/>
              <a:tailEnd type="none" w="sm" len="lg"/>
            </a:ln>
          </p:spPr>
        </p:sp>
        <p:sp>
          <p:nvSpPr>
            <p:cNvPr id="20503" name="Oval 17"/>
            <p:cNvSpPr/>
            <p:nvPr/>
          </p:nvSpPr>
          <p:spPr>
            <a:xfrm rot="2042175">
              <a:off x="532" y="1263"/>
              <a:ext cx="48" cy="37"/>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04" name="Oval 18"/>
            <p:cNvSpPr/>
            <p:nvPr/>
          </p:nvSpPr>
          <p:spPr>
            <a:xfrm rot="2042175">
              <a:off x="650" y="1339"/>
              <a:ext cx="47" cy="38"/>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05" name="Oval 19"/>
            <p:cNvSpPr/>
            <p:nvPr/>
          </p:nvSpPr>
          <p:spPr>
            <a:xfrm rot="2042175">
              <a:off x="767" y="1417"/>
              <a:ext cx="47" cy="37"/>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06" name="Oval 20"/>
            <p:cNvSpPr/>
            <p:nvPr/>
          </p:nvSpPr>
          <p:spPr>
            <a:xfrm rot="2042175">
              <a:off x="884" y="1493"/>
              <a:ext cx="47" cy="38"/>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07" name="Oval 21"/>
            <p:cNvSpPr/>
            <p:nvPr/>
          </p:nvSpPr>
          <p:spPr>
            <a:xfrm rot="2042175">
              <a:off x="1001" y="1571"/>
              <a:ext cx="47" cy="37"/>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aphicFrame>
        <p:nvGraphicFramePr>
          <p:cNvPr id="242710" name="Object 22"/>
          <p:cNvGraphicFramePr/>
          <p:nvPr/>
        </p:nvGraphicFramePr>
        <p:xfrm>
          <a:off x="1357313" y="1498600"/>
          <a:ext cx="433387" cy="852488"/>
        </p:xfrm>
        <a:graphic>
          <a:graphicData uri="http://schemas.openxmlformats.org/presentationml/2006/ole">
            <mc:AlternateContent xmlns:mc="http://schemas.openxmlformats.org/markup-compatibility/2006">
              <mc:Choice xmlns:v="urn:schemas-microsoft-com:vml" Requires="v">
                <p:oleObj r:id="rId2" imgW="127000" imgH="227965" progId="Equation.3">
                  <p:embed/>
                </p:oleObj>
              </mc:Choice>
              <mc:Fallback>
                <p:oleObj r:id="rId2" imgW="127000" imgH="227965" progId="Equation.3">
                  <p:embed/>
                  <p:pic>
                    <p:nvPicPr>
                      <p:cNvPr id="0" name="图片 3075"/>
                      <p:cNvPicPr/>
                      <p:nvPr/>
                    </p:nvPicPr>
                    <p:blipFill>
                      <a:blip r:embed="rId3"/>
                      <a:stretch>
                        <a:fillRect/>
                      </a:stretch>
                    </p:blipFill>
                    <p:spPr>
                      <a:xfrm>
                        <a:off x="1357313" y="1498600"/>
                        <a:ext cx="433387" cy="852488"/>
                      </a:xfrm>
                      <a:prstGeom prst="rect">
                        <a:avLst/>
                      </a:prstGeom>
                      <a:noFill/>
                      <a:ln w="38100">
                        <a:noFill/>
                        <a:miter/>
                      </a:ln>
                    </p:spPr>
                  </p:pic>
                </p:oleObj>
              </mc:Fallback>
            </mc:AlternateContent>
          </a:graphicData>
        </a:graphic>
      </p:graphicFrame>
      <p:sp>
        <p:nvSpPr>
          <p:cNvPr id="20509" name="Line 23"/>
          <p:cNvSpPr/>
          <p:nvPr/>
        </p:nvSpPr>
        <p:spPr>
          <a:xfrm>
            <a:off x="1857375" y="1752600"/>
            <a:ext cx="0" cy="1979613"/>
          </a:xfrm>
          <a:prstGeom prst="line">
            <a:avLst/>
          </a:prstGeom>
          <a:ln w="28575" cap="flat" cmpd="sng">
            <a:solidFill>
              <a:srgbClr val="000000"/>
            </a:solidFill>
            <a:prstDash val="dash"/>
            <a:round/>
            <a:headEnd type="none" w="med" len="med"/>
            <a:tailEnd type="none" w="sm" len="lg"/>
          </a:ln>
        </p:spPr>
      </p:sp>
      <p:sp>
        <p:nvSpPr>
          <p:cNvPr id="20510" name="Line 24"/>
          <p:cNvSpPr/>
          <p:nvPr/>
        </p:nvSpPr>
        <p:spPr>
          <a:xfrm>
            <a:off x="806450" y="2708275"/>
            <a:ext cx="2168525" cy="0"/>
          </a:xfrm>
          <a:prstGeom prst="line">
            <a:avLst/>
          </a:prstGeom>
          <a:ln w="28575" cap="flat" cmpd="sng">
            <a:solidFill>
              <a:schemeClr val="tx1"/>
            </a:solidFill>
            <a:prstDash val="solid"/>
            <a:round/>
            <a:headEnd type="none" w="med" len="med"/>
            <a:tailEnd type="none" w="sm" len="lg"/>
          </a:ln>
        </p:spPr>
      </p:sp>
      <p:grpSp>
        <p:nvGrpSpPr>
          <p:cNvPr id="4" name="Group 25"/>
          <p:cNvGrpSpPr/>
          <p:nvPr/>
        </p:nvGrpSpPr>
        <p:grpSpPr>
          <a:xfrm>
            <a:off x="1905000" y="2590800"/>
            <a:ext cx="490538" cy="1143000"/>
            <a:chOff x="1200" y="1680"/>
            <a:chExt cx="309" cy="720"/>
          </a:xfrm>
        </p:grpSpPr>
        <p:sp>
          <p:nvSpPr>
            <p:cNvPr id="20512" name="Line 26"/>
            <p:cNvSpPr/>
            <p:nvPr/>
          </p:nvSpPr>
          <p:spPr>
            <a:xfrm rot="3581093" flipH="1">
              <a:off x="992" y="2040"/>
              <a:ext cx="720" cy="0"/>
            </a:xfrm>
            <a:prstGeom prst="line">
              <a:avLst/>
            </a:prstGeom>
            <a:ln w="28575" cap="flat" cmpd="sng">
              <a:solidFill>
                <a:srgbClr val="FF0000"/>
              </a:solidFill>
              <a:prstDash val="solid"/>
              <a:round/>
              <a:headEnd type="triangle" w="sm" len="lg"/>
              <a:tailEnd type="none" w="med" len="med"/>
            </a:ln>
          </p:spPr>
        </p:sp>
        <p:sp>
          <p:nvSpPr>
            <p:cNvPr id="20513" name="Line 27"/>
            <p:cNvSpPr/>
            <p:nvPr/>
          </p:nvSpPr>
          <p:spPr>
            <a:xfrm rot="3581093" flipV="1">
              <a:off x="1288" y="1814"/>
              <a:ext cx="0" cy="166"/>
            </a:xfrm>
            <a:prstGeom prst="line">
              <a:avLst/>
            </a:prstGeom>
            <a:ln w="28575" cap="flat" cmpd="sng">
              <a:solidFill>
                <a:srgbClr val="FF0000"/>
              </a:solidFill>
              <a:prstDash val="solid"/>
              <a:round/>
              <a:headEnd type="none" w="sm" len="lg"/>
              <a:tailEnd type="none" w="med" len="med"/>
            </a:ln>
          </p:spPr>
        </p:sp>
        <p:sp>
          <p:nvSpPr>
            <p:cNvPr id="20514" name="Line 28"/>
            <p:cNvSpPr/>
            <p:nvPr/>
          </p:nvSpPr>
          <p:spPr>
            <a:xfrm rot="3581093">
              <a:off x="1329" y="1857"/>
              <a:ext cx="0" cy="166"/>
            </a:xfrm>
            <a:prstGeom prst="line">
              <a:avLst/>
            </a:prstGeom>
            <a:ln w="28575" cap="flat" cmpd="sng">
              <a:solidFill>
                <a:srgbClr val="FF0000"/>
              </a:solidFill>
              <a:prstDash val="solid"/>
              <a:round/>
              <a:headEnd type="none" w="sm" len="lg"/>
              <a:tailEnd type="none" w="med" len="med"/>
            </a:ln>
          </p:spPr>
        </p:sp>
        <p:sp>
          <p:nvSpPr>
            <p:cNvPr id="20515" name="Line 29"/>
            <p:cNvSpPr/>
            <p:nvPr/>
          </p:nvSpPr>
          <p:spPr>
            <a:xfrm rot="3581093">
              <a:off x="1405" y="2029"/>
              <a:ext cx="0" cy="166"/>
            </a:xfrm>
            <a:prstGeom prst="line">
              <a:avLst/>
            </a:prstGeom>
            <a:ln w="28575" cap="flat" cmpd="sng">
              <a:solidFill>
                <a:srgbClr val="FF0000"/>
              </a:solidFill>
              <a:prstDash val="solid"/>
              <a:round/>
              <a:headEnd type="none" w="sm" len="lg"/>
              <a:tailEnd type="none" w="med" len="med"/>
            </a:ln>
          </p:spPr>
        </p:sp>
        <p:sp>
          <p:nvSpPr>
            <p:cNvPr id="20516" name="Oval 30"/>
            <p:cNvSpPr/>
            <p:nvPr/>
          </p:nvSpPr>
          <p:spPr>
            <a:xfrm rot="3581093">
              <a:off x="1192" y="1771"/>
              <a:ext cx="57" cy="54"/>
            </a:xfrm>
            <a:prstGeom prst="ellipse">
              <a:avLst/>
            </a:prstGeom>
            <a:solidFill>
              <a:srgbClr val="FF0000"/>
            </a:solidFill>
            <a:ln w="19050"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17" name="Oval 31"/>
            <p:cNvSpPr/>
            <p:nvPr/>
          </p:nvSpPr>
          <p:spPr>
            <a:xfrm rot="3581093">
              <a:off x="1321" y="2002"/>
              <a:ext cx="57" cy="54"/>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18" name="Line 32"/>
            <p:cNvSpPr/>
            <p:nvPr/>
          </p:nvSpPr>
          <p:spPr>
            <a:xfrm rot="3581093">
              <a:off x="1420" y="2071"/>
              <a:ext cx="0" cy="165"/>
            </a:xfrm>
            <a:prstGeom prst="line">
              <a:avLst/>
            </a:prstGeom>
            <a:ln w="28575" cap="flat" cmpd="sng">
              <a:solidFill>
                <a:srgbClr val="FF0000"/>
              </a:solidFill>
              <a:prstDash val="solid"/>
              <a:round/>
              <a:headEnd type="none" w="sm" len="lg"/>
              <a:tailEnd type="none" w="med" len="med"/>
            </a:ln>
          </p:spPr>
        </p:sp>
      </p:grpSp>
      <p:grpSp>
        <p:nvGrpSpPr>
          <p:cNvPr id="5" name="Group 155"/>
          <p:cNvGrpSpPr/>
          <p:nvPr/>
        </p:nvGrpSpPr>
        <p:grpSpPr>
          <a:xfrm>
            <a:off x="3276600" y="2008188"/>
            <a:ext cx="1373188" cy="600075"/>
            <a:chOff x="2064" y="1265"/>
            <a:chExt cx="865" cy="378"/>
          </a:xfrm>
        </p:grpSpPr>
        <p:sp>
          <p:nvSpPr>
            <p:cNvPr id="20520" name="Line 34"/>
            <p:cNvSpPr/>
            <p:nvPr/>
          </p:nvSpPr>
          <p:spPr>
            <a:xfrm rot="1987225">
              <a:off x="2064" y="1474"/>
              <a:ext cx="865" cy="0"/>
            </a:xfrm>
            <a:prstGeom prst="line">
              <a:avLst/>
            </a:prstGeom>
            <a:ln w="28575" cap="flat" cmpd="sng">
              <a:solidFill>
                <a:srgbClr val="FF0000"/>
              </a:solidFill>
              <a:prstDash val="solid"/>
              <a:round/>
              <a:headEnd type="none" w="med" len="med"/>
              <a:tailEnd type="triangle" w="sm" len="lg"/>
            </a:ln>
          </p:spPr>
        </p:sp>
        <p:sp>
          <p:nvSpPr>
            <p:cNvPr id="20521" name="Line 35"/>
            <p:cNvSpPr/>
            <p:nvPr/>
          </p:nvSpPr>
          <p:spPr>
            <a:xfrm rot="1987225">
              <a:off x="2291" y="1265"/>
              <a:ext cx="0" cy="152"/>
            </a:xfrm>
            <a:prstGeom prst="line">
              <a:avLst/>
            </a:prstGeom>
            <a:ln w="28575" cap="flat" cmpd="sng">
              <a:solidFill>
                <a:srgbClr val="FF0000"/>
              </a:solidFill>
              <a:prstDash val="solid"/>
              <a:round/>
              <a:headEnd type="none" w="med" len="med"/>
              <a:tailEnd type="none" w="sm" len="lg"/>
            </a:ln>
          </p:spPr>
        </p:sp>
        <p:sp>
          <p:nvSpPr>
            <p:cNvPr id="20522" name="Line 36"/>
            <p:cNvSpPr/>
            <p:nvPr/>
          </p:nvSpPr>
          <p:spPr>
            <a:xfrm rot="1987225">
              <a:off x="2408" y="1341"/>
              <a:ext cx="0" cy="152"/>
            </a:xfrm>
            <a:prstGeom prst="line">
              <a:avLst/>
            </a:prstGeom>
            <a:ln w="28575" cap="flat" cmpd="sng">
              <a:solidFill>
                <a:srgbClr val="FF0000"/>
              </a:solidFill>
              <a:prstDash val="solid"/>
              <a:round/>
              <a:headEnd type="none" w="med" len="med"/>
              <a:tailEnd type="none" w="sm" len="lg"/>
            </a:ln>
          </p:spPr>
        </p:sp>
        <p:sp>
          <p:nvSpPr>
            <p:cNvPr id="20523" name="Line 37"/>
            <p:cNvSpPr/>
            <p:nvPr/>
          </p:nvSpPr>
          <p:spPr>
            <a:xfrm rot="1987225">
              <a:off x="2527" y="1418"/>
              <a:ext cx="0" cy="150"/>
            </a:xfrm>
            <a:prstGeom prst="line">
              <a:avLst/>
            </a:prstGeom>
            <a:ln w="28575" cap="flat" cmpd="sng">
              <a:solidFill>
                <a:srgbClr val="FF0000"/>
              </a:solidFill>
              <a:prstDash val="solid"/>
              <a:round/>
              <a:headEnd type="none" w="med" len="med"/>
              <a:tailEnd type="none" w="sm" len="lg"/>
            </a:ln>
          </p:spPr>
        </p:sp>
        <p:sp>
          <p:nvSpPr>
            <p:cNvPr id="20524" name="Line 38"/>
            <p:cNvSpPr/>
            <p:nvPr/>
          </p:nvSpPr>
          <p:spPr>
            <a:xfrm rot="1987225">
              <a:off x="2644" y="1492"/>
              <a:ext cx="0" cy="151"/>
            </a:xfrm>
            <a:prstGeom prst="line">
              <a:avLst/>
            </a:prstGeom>
            <a:ln w="28575" cap="flat" cmpd="sng">
              <a:solidFill>
                <a:srgbClr val="FF0000"/>
              </a:solidFill>
              <a:prstDash val="solid"/>
              <a:round/>
              <a:headEnd type="none" w="med" len="med"/>
              <a:tailEnd type="none" w="sm" len="lg"/>
            </a:ln>
          </p:spPr>
        </p:sp>
      </p:grpSp>
      <p:graphicFrame>
        <p:nvGraphicFramePr>
          <p:cNvPr id="242727" name="Object 39"/>
          <p:cNvGraphicFramePr/>
          <p:nvPr/>
        </p:nvGraphicFramePr>
        <p:xfrm>
          <a:off x="4052888" y="1666875"/>
          <a:ext cx="427037" cy="842963"/>
        </p:xfrm>
        <a:graphic>
          <a:graphicData uri="http://schemas.openxmlformats.org/presentationml/2006/ole">
            <mc:AlternateContent xmlns:mc="http://schemas.openxmlformats.org/markup-compatibility/2006">
              <mc:Choice xmlns:v="urn:schemas-microsoft-com:vml" Requires="v">
                <p:oleObj r:id="rId4" imgW="127000" imgH="227965" progId="Equation.3">
                  <p:embed/>
                </p:oleObj>
              </mc:Choice>
              <mc:Fallback>
                <p:oleObj r:id="rId4" imgW="127000" imgH="227965" progId="Equation.3">
                  <p:embed/>
                  <p:pic>
                    <p:nvPicPr>
                      <p:cNvPr id="0" name="图片 3076"/>
                      <p:cNvPicPr/>
                      <p:nvPr/>
                    </p:nvPicPr>
                    <p:blipFill>
                      <a:blip r:embed="rId5"/>
                      <a:stretch>
                        <a:fillRect/>
                      </a:stretch>
                    </p:blipFill>
                    <p:spPr>
                      <a:xfrm>
                        <a:off x="4052888" y="1666875"/>
                        <a:ext cx="427037" cy="842963"/>
                      </a:xfrm>
                      <a:prstGeom prst="rect">
                        <a:avLst/>
                      </a:prstGeom>
                      <a:noFill/>
                      <a:ln w="38100">
                        <a:noFill/>
                        <a:miter/>
                      </a:ln>
                    </p:spPr>
                  </p:pic>
                </p:oleObj>
              </mc:Fallback>
            </mc:AlternateContent>
          </a:graphicData>
        </a:graphic>
      </p:graphicFrame>
      <p:sp>
        <p:nvSpPr>
          <p:cNvPr id="20526" name="Line 40"/>
          <p:cNvSpPr/>
          <p:nvPr/>
        </p:nvSpPr>
        <p:spPr>
          <a:xfrm>
            <a:off x="4525963" y="1752600"/>
            <a:ext cx="0" cy="1979613"/>
          </a:xfrm>
          <a:prstGeom prst="line">
            <a:avLst/>
          </a:prstGeom>
          <a:ln w="28575" cap="flat" cmpd="sng">
            <a:solidFill>
              <a:srgbClr val="000000"/>
            </a:solidFill>
            <a:prstDash val="dash"/>
            <a:round/>
            <a:headEnd type="none" w="med" len="med"/>
            <a:tailEnd type="none" w="sm" len="lg"/>
          </a:ln>
        </p:spPr>
      </p:sp>
      <p:sp>
        <p:nvSpPr>
          <p:cNvPr id="20527" name="Line 41"/>
          <p:cNvSpPr/>
          <p:nvPr/>
        </p:nvSpPr>
        <p:spPr>
          <a:xfrm>
            <a:off x="3479800" y="2708275"/>
            <a:ext cx="2159000" cy="0"/>
          </a:xfrm>
          <a:prstGeom prst="line">
            <a:avLst/>
          </a:prstGeom>
          <a:ln w="28575" cap="flat" cmpd="sng">
            <a:solidFill>
              <a:schemeClr val="tx1"/>
            </a:solidFill>
            <a:prstDash val="solid"/>
            <a:round/>
            <a:headEnd type="none" w="med" len="med"/>
            <a:tailEnd type="none" w="sm" len="lg"/>
          </a:ln>
        </p:spPr>
      </p:sp>
      <p:grpSp>
        <p:nvGrpSpPr>
          <p:cNvPr id="6" name="Group 42"/>
          <p:cNvGrpSpPr/>
          <p:nvPr/>
        </p:nvGrpSpPr>
        <p:grpSpPr>
          <a:xfrm>
            <a:off x="4525963" y="2640013"/>
            <a:ext cx="503237" cy="1093787"/>
            <a:chOff x="2851" y="1663"/>
            <a:chExt cx="317" cy="689"/>
          </a:xfrm>
        </p:grpSpPr>
        <p:sp>
          <p:nvSpPr>
            <p:cNvPr id="20529" name="Line 43"/>
            <p:cNvSpPr/>
            <p:nvPr/>
          </p:nvSpPr>
          <p:spPr>
            <a:xfrm rot="3581093" flipH="1">
              <a:off x="2671" y="1995"/>
              <a:ext cx="689" cy="13"/>
            </a:xfrm>
            <a:prstGeom prst="line">
              <a:avLst/>
            </a:prstGeom>
            <a:ln w="28575" cap="flat" cmpd="sng">
              <a:solidFill>
                <a:srgbClr val="FF0000"/>
              </a:solidFill>
              <a:prstDash val="solid"/>
              <a:round/>
              <a:headEnd type="triangle" w="sm" len="lg"/>
              <a:tailEnd type="none" w="med" len="med"/>
            </a:ln>
          </p:spPr>
        </p:sp>
        <p:sp>
          <p:nvSpPr>
            <p:cNvPr id="20530" name="Line 44"/>
            <p:cNvSpPr/>
            <p:nvPr/>
          </p:nvSpPr>
          <p:spPr>
            <a:xfrm rot="3581093" flipV="1">
              <a:off x="2968" y="1832"/>
              <a:ext cx="0" cy="165"/>
            </a:xfrm>
            <a:prstGeom prst="line">
              <a:avLst/>
            </a:prstGeom>
            <a:ln w="28575" cap="flat" cmpd="sng">
              <a:solidFill>
                <a:srgbClr val="FF0000"/>
              </a:solidFill>
              <a:prstDash val="solid"/>
              <a:round/>
              <a:headEnd type="none" w="sm" len="lg"/>
              <a:tailEnd type="none" w="med" len="med"/>
            </a:ln>
          </p:spPr>
        </p:sp>
        <p:sp>
          <p:nvSpPr>
            <p:cNvPr id="20531" name="Line 45"/>
            <p:cNvSpPr/>
            <p:nvPr/>
          </p:nvSpPr>
          <p:spPr>
            <a:xfrm rot="3581093">
              <a:off x="3010" y="1918"/>
              <a:ext cx="0" cy="165"/>
            </a:xfrm>
            <a:prstGeom prst="line">
              <a:avLst/>
            </a:prstGeom>
            <a:ln w="28575" cap="flat" cmpd="sng">
              <a:solidFill>
                <a:srgbClr val="FF0000"/>
              </a:solidFill>
              <a:prstDash val="solid"/>
              <a:round/>
              <a:headEnd type="none" w="sm" len="lg"/>
              <a:tailEnd type="none" w="med" len="med"/>
            </a:ln>
          </p:spPr>
        </p:sp>
        <p:sp>
          <p:nvSpPr>
            <p:cNvPr id="20532" name="Line 46"/>
            <p:cNvSpPr/>
            <p:nvPr/>
          </p:nvSpPr>
          <p:spPr>
            <a:xfrm rot="3581093">
              <a:off x="3079" y="2004"/>
              <a:ext cx="0" cy="165"/>
            </a:xfrm>
            <a:prstGeom prst="line">
              <a:avLst/>
            </a:prstGeom>
            <a:ln w="28575" cap="flat" cmpd="sng">
              <a:solidFill>
                <a:srgbClr val="FF0000"/>
              </a:solidFill>
              <a:prstDash val="solid"/>
              <a:round/>
              <a:headEnd type="none" w="sm" len="lg"/>
              <a:tailEnd type="none" w="med" len="med"/>
            </a:ln>
          </p:spPr>
        </p:sp>
        <p:sp>
          <p:nvSpPr>
            <p:cNvPr id="20533" name="Line 47"/>
            <p:cNvSpPr/>
            <p:nvPr/>
          </p:nvSpPr>
          <p:spPr>
            <a:xfrm rot="3581093" flipV="1">
              <a:off x="2927" y="1746"/>
              <a:ext cx="0" cy="165"/>
            </a:xfrm>
            <a:prstGeom prst="line">
              <a:avLst/>
            </a:prstGeom>
            <a:ln w="28575" cap="flat" cmpd="sng">
              <a:solidFill>
                <a:srgbClr val="FF0000"/>
              </a:solidFill>
              <a:prstDash val="solid"/>
              <a:round/>
              <a:headEnd type="none" w="sm" len="lg"/>
              <a:tailEnd type="none" w="med" len="med"/>
            </a:ln>
          </p:spPr>
        </p:sp>
      </p:grpSp>
      <p:grpSp>
        <p:nvGrpSpPr>
          <p:cNvPr id="7" name="Group 156"/>
          <p:cNvGrpSpPr/>
          <p:nvPr/>
        </p:nvGrpSpPr>
        <p:grpSpPr>
          <a:xfrm>
            <a:off x="5867400" y="3224213"/>
            <a:ext cx="1422400" cy="609600"/>
            <a:chOff x="3696" y="1248"/>
            <a:chExt cx="896" cy="384"/>
          </a:xfrm>
        </p:grpSpPr>
        <p:sp>
          <p:nvSpPr>
            <p:cNvPr id="20535" name="Line 49"/>
            <p:cNvSpPr/>
            <p:nvPr/>
          </p:nvSpPr>
          <p:spPr>
            <a:xfrm rot="2172927">
              <a:off x="3696" y="1455"/>
              <a:ext cx="896" cy="0"/>
            </a:xfrm>
            <a:prstGeom prst="line">
              <a:avLst/>
            </a:prstGeom>
            <a:ln w="28575" cap="flat" cmpd="sng">
              <a:solidFill>
                <a:srgbClr val="FF0000"/>
              </a:solidFill>
              <a:prstDash val="solid"/>
              <a:round/>
              <a:headEnd type="none" w="sm" len="lg"/>
              <a:tailEnd type="triangle" w="sm" len="lg"/>
            </a:ln>
          </p:spPr>
        </p:sp>
        <p:sp>
          <p:nvSpPr>
            <p:cNvPr id="20536" name="Oval 50"/>
            <p:cNvSpPr/>
            <p:nvPr/>
          </p:nvSpPr>
          <p:spPr>
            <a:xfrm rot="2172927">
              <a:off x="3852" y="1248"/>
              <a:ext cx="55" cy="42"/>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37" name="Oval 51"/>
            <p:cNvSpPr/>
            <p:nvPr/>
          </p:nvSpPr>
          <p:spPr>
            <a:xfrm rot="2172927">
              <a:off x="3976" y="1318"/>
              <a:ext cx="42" cy="51"/>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38" name="Oval 52"/>
            <p:cNvSpPr/>
            <p:nvPr/>
          </p:nvSpPr>
          <p:spPr>
            <a:xfrm rot="2172927">
              <a:off x="4091" y="1402"/>
              <a:ext cx="42" cy="49"/>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39" name="Oval 53"/>
            <p:cNvSpPr/>
            <p:nvPr/>
          </p:nvSpPr>
          <p:spPr>
            <a:xfrm rot="2172927">
              <a:off x="4208" y="1489"/>
              <a:ext cx="51" cy="52"/>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40" name="Oval 54"/>
            <p:cNvSpPr/>
            <p:nvPr/>
          </p:nvSpPr>
          <p:spPr>
            <a:xfrm rot="2172927">
              <a:off x="4311" y="1570"/>
              <a:ext cx="57" cy="62"/>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aphicFrame>
        <p:nvGraphicFramePr>
          <p:cNvPr id="242743" name="Object 55"/>
          <p:cNvGraphicFramePr/>
          <p:nvPr/>
        </p:nvGraphicFramePr>
        <p:xfrm>
          <a:off x="6726238" y="2735263"/>
          <a:ext cx="452437" cy="862012"/>
        </p:xfrm>
        <a:graphic>
          <a:graphicData uri="http://schemas.openxmlformats.org/presentationml/2006/ole">
            <mc:AlternateContent xmlns:mc="http://schemas.openxmlformats.org/markup-compatibility/2006">
              <mc:Choice xmlns:v="urn:schemas-microsoft-com:vml" Requires="v">
                <p:oleObj r:id="rId6" imgW="127000" imgH="227965" progId="Equation.3">
                  <p:embed/>
                </p:oleObj>
              </mc:Choice>
              <mc:Fallback>
                <p:oleObj r:id="rId6" imgW="127000" imgH="227965" progId="Equation.3">
                  <p:embed/>
                  <p:pic>
                    <p:nvPicPr>
                      <p:cNvPr id="0" name="图片 3077"/>
                      <p:cNvPicPr/>
                      <p:nvPr/>
                    </p:nvPicPr>
                    <p:blipFill>
                      <a:blip r:embed="rId7"/>
                      <a:stretch>
                        <a:fillRect/>
                      </a:stretch>
                    </p:blipFill>
                    <p:spPr>
                      <a:xfrm>
                        <a:off x="6726238" y="2735263"/>
                        <a:ext cx="452437" cy="862012"/>
                      </a:xfrm>
                      <a:prstGeom prst="rect">
                        <a:avLst/>
                      </a:prstGeom>
                      <a:noFill/>
                      <a:ln w="38100">
                        <a:noFill/>
                        <a:miter/>
                      </a:ln>
                    </p:spPr>
                  </p:pic>
                </p:oleObj>
              </mc:Fallback>
            </mc:AlternateContent>
          </a:graphicData>
        </a:graphic>
      </p:graphicFrame>
      <p:sp>
        <p:nvSpPr>
          <p:cNvPr id="20542" name="Line 56"/>
          <p:cNvSpPr/>
          <p:nvPr/>
        </p:nvSpPr>
        <p:spPr>
          <a:xfrm>
            <a:off x="7151688" y="2995613"/>
            <a:ext cx="0" cy="1981200"/>
          </a:xfrm>
          <a:prstGeom prst="line">
            <a:avLst/>
          </a:prstGeom>
          <a:ln w="28575" cap="flat" cmpd="sng">
            <a:solidFill>
              <a:srgbClr val="000000"/>
            </a:solidFill>
            <a:prstDash val="dash"/>
            <a:round/>
            <a:headEnd type="none" w="sm" len="lg"/>
            <a:tailEnd type="none" w="sm" len="lg"/>
          </a:ln>
        </p:spPr>
      </p:sp>
      <p:sp>
        <p:nvSpPr>
          <p:cNvPr id="20543" name="Line 57"/>
          <p:cNvSpPr/>
          <p:nvPr/>
        </p:nvSpPr>
        <p:spPr>
          <a:xfrm>
            <a:off x="6067425" y="3951288"/>
            <a:ext cx="2235200" cy="0"/>
          </a:xfrm>
          <a:prstGeom prst="line">
            <a:avLst/>
          </a:prstGeom>
          <a:ln w="28575" cap="flat" cmpd="sng">
            <a:solidFill>
              <a:schemeClr val="tx1"/>
            </a:solidFill>
            <a:prstDash val="solid"/>
            <a:round/>
            <a:headEnd type="none" w="sm" len="lg"/>
            <a:tailEnd type="none" w="sm" len="lg"/>
          </a:ln>
        </p:spPr>
      </p:sp>
      <p:grpSp>
        <p:nvGrpSpPr>
          <p:cNvPr id="8" name="Group 58"/>
          <p:cNvGrpSpPr/>
          <p:nvPr/>
        </p:nvGrpSpPr>
        <p:grpSpPr>
          <a:xfrm>
            <a:off x="7032625" y="3424238"/>
            <a:ext cx="1255713" cy="409575"/>
            <a:chOff x="4430" y="1335"/>
            <a:chExt cx="791" cy="258"/>
          </a:xfrm>
        </p:grpSpPr>
        <p:sp>
          <p:nvSpPr>
            <p:cNvPr id="20545" name="Line 59"/>
            <p:cNvSpPr/>
            <p:nvPr/>
          </p:nvSpPr>
          <p:spPr>
            <a:xfrm rot="-1869536" flipV="1">
              <a:off x="4430" y="1443"/>
              <a:ext cx="791" cy="48"/>
            </a:xfrm>
            <a:prstGeom prst="line">
              <a:avLst/>
            </a:prstGeom>
            <a:ln w="28575" cap="flat" cmpd="sng">
              <a:solidFill>
                <a:srgbClr val="FF0000"/>
              </a:solidFill>
              <a:prstDash val="solid"/>
              <a:round/>
              <a:headEnd type="none" w="sm" len="lg"/>
              <a:tailEnd type="triangle" w="sm" len="lg"/>
            </a:ln>
          </p:spPr>
        </p:sp>
        <p:sp>
          <p:nvSpPr>
            <p:cNvPr id="20546" name="Oval 60"/>
            <p:cNvSpPr/>
            <p:nvPr/>
          </p:nvSpPr>
          <p:spPr>
            <a:xfrm rot="-1869536">
              <a:off x="4661" y="1536"/>
              <a:ext cx="43" cy="57"/>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47" name="Oval 61"/>
            <p:cNvSpPr/>
            <p:nvPr/>
          </p:nvSpPr>
          <p:spPr>
            <a:xfrm rot="-1869536">
              <a:off x="4777" y="1443"/>
              <a:ext cx="44" cy="57"/>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48" name="Oval 62"/>
            <p:cNvSpPr/>
            <p:nvPr/>
          </p:nvSpPr>
          <p:spPr>
            <a:xfrm rot="-1869536">
              <a:off x="4953" y="1335"/>
              <a:ext cx="44" cy="59"/>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pSp>
        <p:nvGrpSpPr>
          <p:cNvPr id="9" name="Group 160"/>
          <p:cNvGrpSpPr/>
          <p:nvPr/>
        </p:nvGrpSpPr>
        <p:grpSpPr>
          <a:xfrm>
            <a:off x="7285038" y="3944938"/>
            <a:ext cx="177800" cy="1100137"/>
            <a:chOff x="4580" y="3297"/>
            <a:chExt cx="112" cy="693"/>
          </a:xfrm>
        </p:grpSpPr>
        <p:sp>
          <p:nvSpPr>
            <p:cNvPr id="20550" name="Line 64"/>
            <p:cNvSpPr/>
            <p:nvPr/>
          </p:nvSpPr>
          <p:spPr>
            <a:xfrm rot="3581093" flipH="1">
              <a:off x="4332" y="3631"/>
              <a:ext cx="693" cy="12"/>
            </a:xfrm>
            <a:prstGeom prst="line">
              <a:avLst/>
            </a:prstGeom>
            <a:ln w="28575" cap="flat" cmpd="sng">
              <a:solidFill>
                <a:srgbClr val="FF0000"/>
              </a:solidFill>
              <a:prstDash val="solid"/>
              <a:round/>
              <a:headEnd type="triangle" w="sm" len="lg"/>
              <a:tailEnd type="none" w="sm" len="lg"/>
            </a:ln>
          </p:spPr>
        </p:sp>
        <p:sp>
          <p:nvSpPr>
            <p:cNvPr id="20551" name="Oval 65"/>
            <p:cNvSpPr/>
            <p:nvPr/>
          </p:nvSpPr>
          <p:spPr>
            <a:xfrm rot="3581093">
              <a:off x="4570" y="3461"/>
              <a:ext cx="57" cy="50"/>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52" name="Oval 68"/>
            <p:cNvSpPr/>
            <p:nvPr/>
          </p:nvSpPr>
          <p:spPr>
            <a:xfrm rot="3581093">
              <a:off x="4632" y="3554"/>
              <a:ext cx="57" cy="50"/>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pSp>
        <p:nvGrpSpPr>
          <p:cNvPr id="10" name="Group 70"/>
          <p:cNvGrpSpPr/>
          <p:nvPr/>
        </p:nvGrpSpPr>
        <p:grpSpPr>
          <a:xfrm>
            <a:off x="690563" y="4446588"/>
            <a:ext cx="1371600" cy="661987"/>
            <a:chOff x="435" y="2801"/>
            <a:chExt cx="864" cy="417"/>
          </a:xfrm>
        </p:grpSpPr>
        <p:sp>
          <p:nvSpPr>
            <p:cNvPr id="20554" name="Line 71"/>
            <p:cNvSpPr/>
            <p:nvPr/>
          </p:nvSpPr>
          <p:spPr>
            <a:xfrm rot="2535919">
              <a:off x="435" y="3033"/>
              <a:ext cx="864" cy="0"/>
            </a:xfrm>
            <a:prstGeom prst="line">
              <a:avLst/>
            </a:prstGeom>
            <a:ln w="28575" cap="flat" cmpd="sng">
              <a:solidFill>
                <a:srgbClr val="FF0000"/>
              </a:solidFill>
              <a:prstDash val="solid"/>
              <a:round/>
              <a:headEnd type="none" w="med" len="med"/>
              <a:tailEnd type="triangle" w="sm" len="lg"/>
            </a:ln>
          </p:spPr>
        </p:sp>
        <p:sp>
          <p:nvSpPr>
            <p:cNvPr id="20555" name="Line 72"/>
            <p:cNvSpPr/>
            <p:nvPr/>
          </p:nvSpPr>
          <p:spPr>
            <a:xfrm rot="2535919">
              <a:off x="684" y="2801"/>
              <a:ext cx="0" cy="146"/>
            </a:xfrm>
            <a:prstGeom prst="line">
              <a:avLst/>
            </a:prstGeom>
            <a:ln w="28575" cap="flat" cmpd="sng">
              <a:solidFill>
                <a:srgbClr val="FF0000"/>
              </a:solidFill>
              <a:prstDash val="solid"/>
              <a:round/>
              <a:headEnd type="none" w="med" len="med"/>
              <a:tailEnd type="none" w="sm" len="lg"/>
            </a:ln>
          </p:spPr>
        </p:sp>
        <p:sp>
          <p:nvSpPr>
            <p:cNvPr id="20556" name="Line 73"/>
            <p:cNvSpPr/>
            <p:nvPr/>
          </p:nvSpPr>
          <p:spPr>
            <a:xfrm rot="2535919">
              <a:off x="789" y="2892"/>
              <a:ext cx="0" cy="146"/>
            </a:xfrm>
            <a:prstGeom prst="line">
              <a:avLst/>
            </a:prstGeom>
            <a:ln w="28575" cap="flat" cmpd="sng">
              <a:solidFill>
                <a:srgbClr val="FF0000"/>
              </a:solidFill>
              <a:prstDash val="solid"/>
              <a:round/>
              <a:headEnd type="none" w="med" len="med"/>
              <a:tailEnd type="none" w="sm" len="lg"/>
            </a:ln>
          </p:spPr>
        </p:sp>
        <p:sp>
          <p:nvSpPr>
            <p:cNvPr id="20557" name="Line 74"/>
            <p:cNvSpPr/>
            <p:nvPr/>
          </p:nvSpPr>
          <p:spPr>
            <a:xfrm rot="2535919">
              <a:off x="894" y="2983"/>
              <a:ext cx="0" cy="145"/>
            </a:xfrm>
            <a:prstGeom prst="line">
              <a:avLst/>
            </a:prstGeom>
            <a:ln w="28575" cap="flat" cmpd="sng">
              <a:solidFill>
                <a:srgbClr val="FF0000"/>
              </a:solidFill>
              <a:prstDash val="solid"/>
              <a:round/>
              <a:headEnd type="none" w="med" len="med"/>
              <a:tailEnd type="none" w="sm" len="lg"/>
            </a:ln>
          </p:spPr>
        </p:sp>
        <p:sp>
          <p:nvSpPr>
            <p:cNvPr id="20558" name="Line 75"/>
            <p:cNvSpPr/>
            <p:nvPr/>
          </p:nvSpPr>
          <p:spPr>
            <a:xfrm rot="2535919">
              <a:off x="998" y="3072"/>
              <a:ext cx="0" cy="146"/>
            </a:xfrm>
            <a:prstGeom prst="line">
              <a:avLst/>
            </a:prstGeom>
            <a:ln w="28575" cap="flat" cmpd="sng">
              <a:solidFill>
                <a:srgbClr val="FF0000"/>
              </a:solidFill>
              <a:prstDash val="solid"/>
              <a:round/>
              <a:headEnd type="none" w="med" len="med"/>
              <a:tailEnd type="none" w="sm" len="lg"/>
            </a:ln>
          </p:spPr>
        </p:sp>
        <p:sp>
          <p:nvSpPr>
            <p:cNvPr id="20559" name="Oval 76"/>
            <p:cNvSpPr/>
            <p:nvPr/>
          </p:nvSpPr>
          <p:spPr>
            <a:xfrm rot="2535919">
              <a:off x="608" y="2811"/>
              <a:ext cx="47" cy="36"/>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60" name="Oval 77"/>
            <p:cNvSpPr/>
            <p:nvPr/>
          </p:nvSpPr>
          <p:spPr>
            <a:xfrm rot="2535919">
              <a:off x="712" y="2901"/>
              <a:ext cx="47" cy="37"/>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61" name="Oval 78"/>
            <p:cNvSpPr/>
            <p:nvPr/>
          </p:nvSpPr>
          <p:spPr>
            <a:xfrm rot="2535919">
              <a:off x="818" y="2992"/>
              <a:ext cx="46" cy="37"/>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62" name="Oval 79"/>
            <p:cNvSpPr/>
            <p:nvPr/>
          </p:nvSpPr>
          <p:spPr>
            <a:xfrm rot="2535919">
              <a:off x="923" y="3082"/>
              <a:ext cx="47" cy="36"/>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63" name="Oval 80"/>
            <p:cNvSpPr/>
            <p:nvPr/>
          </p:nvSpPr>
          <p:spPr>
            <a:xfrm rot="2535919">
              <a:off x="1028" y="3173"/>
              <a:ext cx="46" cy="36"/>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aphicFrame>
        <p:nvGraphicFramePr>
          <p:cNvPr id="242769" name="Object 81"/>
          <p:cNvGraphicFramePr/>
          <p:nvPr/>
        </p:nvGraphicFramePr>
        <p:xfrm>
          <a:off x="1541463" y="4419600"/>
          <a:ext cx="258762" cy="542925"/>
        </p:xfrm>
        <a:graphic>
          <a:graphicData uri="http://schemas.openxmlformats.org/presentationml/2006/ole">
            <mc:AlternateContent xmlns:mc="http://schemas.openxmlformats.org/markup-compatibility/2006">
              <mc:Choice xmlns:v="urn:schemas-microsoft-com:vml" Requires="v">
                <p:oleObj r:id="rId8" imgW="114300" imgH="227965" progId="Equation.3">
                  <p:embed/>
                </p:oleObj>
              </mc:Choice>
              <mc:Fallback>
                <p:oleObj r:id="rId8" imgW="114300" imgH="227965" progId="Equation.3">
                  <p:embed/>
                  <p:pic>
                    <p:nvPicPr>
                      <p:cNvPr id="0" name="图片 3105"/>
                      <p:cNvPicPr/>
                      <p:nvPr/>
                    </p:nvPicPr>
                    <p:blipFill>
                      <a:blip r:embed="rId9"/>
                      <a:stretch>
                        <a:fillRect/>
                      </a:stretch>
                    </p:blipFill>
                    <p:spPr>
                      <a:xfrm>
                        <a:off x="1541463" y="4419600"/>
                        <a:ext cx="258762" cy="542925"/>
                      </a:xfrm>
                      <a:prstGeom prst="rect">
                        <a:avLst/>
                      </a:prstGeom>
                      <a:noFill/>
                      <a:ln w="38100">
                        <a:noFill/>
                        <a:miter/>
                      </a:ln>
                    </p:spPr>
                  </p:pic>
                </p:oleObj>
              </mc:Fallback>
            </mc:AlternateContent>
          </a:graphicData>
        </a:graphic>
      </p:graphicFrame>
      <p:sp>
        <p:nvSpPr>
          <p:cNvPr id="20565" name="Line 82"/>
          <p:cNvSpPr/>
          <p:nvPr/>
        </p:nvSpPr>
        <p:spPr>
          <a:xfrm>
            <a:off x="1862138" y="4343400"/>
            <a:ext cx="0" cy="1905000"/>
          </a:xfrm>
          <a:prstGeom prst="line">
            <a:avLst/>
          </a:prstGeom>
          <a:ln w="28575" cap="flat" cmpd="sng">
            <a:solidFill>
              <a:schemeClr val="tx1"/>
            </a:solidFill>
            <a:prstDash val="dash"/>
            <a:round/>
            <a:headEnd type="none" w="med" len="med"/>
            <a:tailEnd type="none" w="sm" len="lg"/>
          </a:ln>
        </p:spPr>
      </p:sp>
      <p:sp>
        <p:nvSpPr>
          <p:cNvPr id="20566" name="Line 83"/>
          <p:cNvSpPr/>
          <p:nvPr/>
        </p:nvSpPr>
        <p:spPr>
          <a:xfrm>
            <a:off x="815975" y="5262563"/>
            <a:ext cx="2155825" cy="0"/>
          </a:xfrm>
          <a:prstGeom prst="line">
            <a:avLst/>
          </a:prstGeom>
          <a:ln w="28575" cap="flat" cmpd="sng">
            <a:solidFill>
              <a:schemeClr val="tx1"/>
            </a:solidFill>
            <a:prstDash val="solid"/>
            <a:round/>
            <a:headEnd type="none" w="med" len="med"/>
            <a:tailEnd type="none" w="sm" len="lg"/>
          </a:ln>
        </p:spPr>
      </p:sp>
      <p:grpSp>
        <p:nvGrpSpPr>
          <p:cNvPr id="11" name="Group 84"/>
          <p:cNvGrpSpPr/>
          <p:nvPr/>
        </p:nvGrpSpPr>
        <p:grpSpPr>
          <a:xfrm>
            <a:off x="1905000" y="5197475"/>
            <a:ext cx="488950" cy="1052513"/>
            <a:chOff x="1200" y="3274"/>
            <a:chExt cx="308" cy="663"/>
          </a:xfrm>
        </p:grpSpPr>
        <p:sp>
          <p:nvSpPr>
            <p:cNvPr id="20568" name="Line 85"/>
            <p:cNvSpPr/>
            <p:nvPr/>
          </p:nvSpPr>
          <p:spPr>
            <a:xfrm rot="3581093" flipH="1">
              <a:off x="1005" y="3593"/>
              <a:ext cx="663" cy="12"/>
            </a:xfrm>
            <a:prstGeom prst="line">
              <a:avLst/>
            </a:prstGeom>
            <a:ln w="28575" cap="flat" cmpd="sng">
              <a:solidFill>
                <a:srgbClr val="FF0000"/>
              </a:solidFill>
              <a:prstDash val="solid"/>
              <a:round/>
              <a:headEnd type="triangle" w="sm" len="lg"/>
              <a:tailEnd type="none" w="med" len="med"/>
            </a:ln>
          </p:spPr>
        </p:sp>
        <p:sp>
          <p:nvSpPr>
            <p:cNvPr id="20569" name="Line 86"/>
            <p:cNvSpPr/>
            <p:nvPr/>
          </p:nvSpPr>
          <p:spPr>
            <a:xfrm rot="3581093" flipV="1">
              <a:off x="1276" y="3415"/>
              <a:ext cx="0" cy="165"/>
            </a:xfrm>
            <a:prstGeom prst="line">
              <a:avLst/>
            </a:prstGeom>
            <a:ln w="28575" cap="flat" cmpd="sng">
              <a:solidFill>
                <a:srgbClr val="FF0000"/>
              </a:solidFill>
              <a:prstDash val="solid"/>
              <a:round/>
              <a:headEnd type="none" w="sm" len="lg"/>
              <a:tailEnd type="none" w="med" len="med"/>
            </a:ln>
          </p:spPr>
        </p:sp>
        <p:sp>
          <p:nvSpPr>
            <p:cNvPr id="20570" name="Line 87"/>
            <p:cNvSpPr/>
            <p:nvPr/>
          </p:nvSpPr>
          <p:spPr>
            <a:xfrm rot="3581093">
              <a:off x="1317" y="3456"/>
              <a:ext cx="0" cy="165"/>
            </a:xfrm>
            <a:prstGeom prst="line">
              <a:avLst/>
            </a:prstGeom>
            <a:ln w="28575" cap="flat" cmpd="sng">
              <a:solidFill>
                <a:srgbClr val="FF0000"/>
              </a:solidFill>
              <a:prstDash val="solid"/>
              <a:round/>
              <a:headEnd type="none" w="sm" len="lg"/>
              <a:tailEnd type="none" w="med" len="med"/>
            </a:ln>
          </p:spPr>
        </p:sp>
        <p:sp>
          <p:nvSpPr>
            <p:cNvPr id="20571" name="Line 88"/>
            <p:cNvSpPr/>
            <p:nvPr/>
          </p:nvSpPr>
          <p:spPr>
            <a:xfrm rot="3581093">
              <a:off x="1399" y="3580"/>
              <a:ext cx="0" cy="165"/>
            </a:xfrm>
            <a:prstGeom prst="line">
              <a:avLst/>
            </a:prstGeom>
            <a:ln w="28575" cap="flat" cmpd="sng">
              <a:solidFill>
                <a:srgbClr val="FF0000"/>
              </a:solidFill>
              <a:prstDash val="solid"/>
              <a:round/>
              <a:headEnd type="none" w="sm" len="lg"/>
              <a:tailEnd type="none" w="med" len="med"/>
            </a:ln>
          </p:spPr>
        </p:sp>
        <p:sp>
          <p:nvSpPr>
            <p:cNvPr id="20572" name="Oval 89"/>
            <p:cNvSpPr/>
            <p:nvPr/>
          </p:nvSpPr>
          <p:spPr>
            <a:xfrm rot="3581093">
              <a:off x="1199" y="3409"/>
              <a:ext cx="56" cy="54"/>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73" name="Oval 90"/>
            <p:cNvSpPr/>
            <p:nvPr/>
          </p:nvSpPr>
          <p:spPr>
            <a:xfrm rot="3581093">
              <a:off x="1316" y="3581"/>
              <a:ext cx="55" cy="54"/>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74" name="Line 91"/>
            <p:cNvSpPr/>
            <p:nvPr/>
          </p:nvSpPr>
          <p:spPr>
            <a:xfrm rot="3581093">
              <a:off x="1426" y="3629"/>
              <a:ext cx="0" cy="164"/>
            </a:xfrm>
            <a:prstGeom prst="line">
              <a:avLst/>
            </a:prstGeom>
            <a:ln w="28575" cap="flat" cmpd="sng">
              <a:solidFill>
                <a:srgbClr val="FF0000"/>
              </a:solidFill>
              <a:prstDash val="solid"/>
              <a:round/>
              <a:headEnd type="none" w="sm" len="lg"/>
              <a:tailEnd type="none" w="med" len="med"/>
            </a:ln>
          </p:spPr>
        </p:sp>
      </p:grpSp>
      <p:grpSp>
        <p:nvGrpSpPr>
          <p:cNvPr id="12" name="Group 92"/>
          <p:cNvGrpSpPr/>
          <p:nvPr/>
        </p:nvGrpSpPr>
        <p:grpSpPr>
          <a:xfrm>
            <a:off x="1862138" y="4343400"/>
            <a:ext cx="914400" cy="919163"/>
            <a:chOff x="1104" y="2544"/>
            <a:chExt cx="672" cy="672"/>
          </a:xfrm>
        </p:grpSpPr>
        <p:sp>
          <p:nvSpPr>
            <p:cNvPr id="20576" name="Line 93"/>
            <p:cNvSpPr/>
            <p:nvPr/>
          </p:nvSpPr>
          <p:spPr>
            <a:xfrm flipV="1">
              <a:off x="1104" y="2544"/>
              <a:ext cx="672" cy="672"/>
            </a:xfrm>
            <a:prstGeom prst="line">
              <a:avLst/>
            </a:prstGeom>
            <a:ln w="28575" cap="flat" cmpd="sng">
              <a:solidFill>
                <a:srgbClr val="FF0000"/>
              </a:solidFill>
              <a:prstDash val="solid"/>
              <a:round/>
              <a:headEnd type="none" w="med" len="med"/>
              <a:tailEnd type="triangle" w="sm" len="lg"/>
            </a:ln>
          </p:spPr>
        </p:sp>
        <p:sp>
          <p:nvSpPr>
            <p:cNvPr id="20577" name="Oval 94"/>
            <p:cNvSpPr/>
            <p:nvPr/>
          </p:nvSpPr>
          <p:spPr>
            <a:xfrm>
              <a:off x="1248" y="3024"/>
              <a:ext cx="48" cy="48"/>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78" name="Oval 95"/>
            <p:cNvSpPr/>
            <p:nvPr/>
          </p:nvSpPr>
          <p:spPr>
            <a:xfrm>
              <a:off x="1344" y="2928"/>
              <a:ext cx="48" cy="48"/>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79" name="Line 96"/>
            <p:cNvSpPr/>
            <p:nvPr/>
          </p:nvSpPr>
          <p:spPr>
            <a:xfrm>
              <a:off x="1392" y="2832"/>
              <a:ext cx="96" cy="96"/>
            </a:xfrm>
            <a:prstGeom prst="line">
              <a:avLst/>
            </a:prstGeom>
            <a:ln w="28575" cap="flat" cmpd="sng">
              <a:solidFill>
                <a:srgbClr val="FF0000"/>
              </a:solidFill>
              <a:prstDash val="solid"/>
              <a:round/>
              <a:headEnd type="none" w="med" len="med"/>
              <a:tailEnd type="none" w="sm" len="lg"/>
            </a:ln>
          </p:spPr>
        </p:sp>
        <p:sp>
          <p:nvSpPr>
            <p:cNvPr id="20580" name="Oval 97"/>
            <p:cNvSpPr/>
            <p:nvPr/>
          </p:nvSpPr>
          <p:spPr>
            <a:xfrm>
              <a:off x="1536" y="2736"/>
              <a:ext cx="48" cy="48"/>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81" name="Oval 98"/>
            <p:cNvSpPr/>
            <p:nvPr/>
          </p:nvSpPr>
          <p:spPr>
            <a:xfrm>
              <a:off x="1488" y="2784"/>
              <a:ext cx="48" cy="48"/>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582" name="Line 99"/>
            <p:cNvSpPr/>
            <p:nvPr/>
          </p:nvSpPr>
          <p:spPr>
            <a:xfrm>
              <a:off x="1584" y="2640"/>
              <a:ext cx="96" cy="96"/>
            </a:xfrm>
            <a:prstGeom prst="line">
              <a:avLst/>
            </a:prstGeom>
            <a:ln w="28575" cap="flat" cmpd="sng">
              <a:solidFill>
                <a:srgbClr val="FF0000"/>
              </a:solidFill>
              <a:prstDash val="solid"/>
              <a:round/>
              <a:headEnd type="none" w="med" len="med"/>
              <a:tailEnd type="none" w="sm" len="lg"/>
            </a:ln>
          </p:spPr>
        </p:sp>
      </p:grpSp>
      <p:grpSp>
        <p:nvGrpSpPr>
          <p:cNvPr id="13" name="Group 157"/>
          <p:cNvGrpSpPr/>
          <p:nvPr/>
        </p:nvGrpSpPr>
        <p:grpSpPr>
          <a:xfrm>
            <a:off x="3276600" y="4378325"/>
            <a:ext cx="1374775" cy="714375"/>
            <a:chOff x="2064" y="2758"/>
            <a:chExt cx="866" cy="450"/>
          </a:xfrm>
        </p:grpSpPr>
        <p:sp>
          <p:nvSpPr>
            <p:cNvPr id="20584" name="Line 101"/>
            <p:cNvSpPr/>
            <p:nvPr/>
          </p:nvSpPr>
          <p:spPr>
            <a:xfrm rot="2535919">
              <a:off x="2064" y="3008"/>
              <a:ext cx="866" cy="0"/>
            </a:xfrm>
            <a:prstGeom prst="line">
              <a:avLst/>
            </a:prstGeom>
            <a:ln w="28575" cap="flat" cmpd="sng">
              <a:solidFill>
                <a:srgbClr val="FF0000"/>
              </a:solidFill>
              <a:prstDash val="solid"/>
              <a:round/>
              <a:headEnd type="none" w="sm" len="lg"/>
              <a:tailEnd type="triangle" w="sm" len="lg"/>
            </a:ln>
          </p:spPr>
        </p:sp>
        <p:sp>
          <p:nvSpPr>
            <p:cNvPr id="20585" name="Line 102"/>
            <p:cNvSpPr/>
            <p:nvPr/>
          </p:nvSpPr>
          <p:spPr>
            <a:xfrm rot="2535919">
              <a:off x="2313" y="2758"/>
              <a:ext cx="0" cy="157"/>
            </a:xfrm>
            <a:prstGeom prst="line">
              <a:avLst/>
            </a:prstGeom>
            <a:ln w="28575" cap="flat" cmpd="sng">
              <a:solidFill>
                <a:srgbClr val="FF0000"/>
              </a:solidFill>
              <a:prstDash val="solid"/>
              <a:round/>
              <a:headEnd type="none" w="sm" len="lg"/>
              <a:tailEnd type="none" w="sm" len="lg"/>
            </a:ln>
          </p:spPr>
        </p:sp>
        <p:sp>
          <p:nvSpPr>
            <p:cNvPr id="20586" name="Line 103"/>
            <p:cNvSpPr/>
            <p:nvPr/>
          </p:nvSpPr>
          <p:spPr>
            <a:xfrm rot="2535919">
              <a:off x="2418" y="2857"/>
              <a:ext cx="0" cy="157"/>
            </a:xfrm>
            <a:prstGeom prst="line">
              <a:avLst/>
            </a:prstGeom>
            <a:ln w="28575" cap="flat" cmpd="sng">
              <a:solidFill>
                <a:srgbClr val="FF0000"/>
              </a:solidFill>
              <a:prstDash val="solid"/>
              <a:round/>
              <a:headEnd type="none" w="sm" len="lg"/>
              <a:tailEnd type="none" w="sm" len="lg"/>
            </a:ln>
          </p:spPr>
        </p:sp>
        <p:sp>
          <p:nvSpPr>
            <p:cNvPr id="20587" name="Line 104"/>
            <p:cNvSpPr/>
            <p:nvPr/>
          </p:nvSpPr>
          <p:spPr>
            <a:xfrm rot="2535919">
              <a:off x="2524" y="2954"/>
              <a:ext cx="0" cy="157"/>
            </a:xfrm>
            <a:prstGeom prst="line">
              <a:avLst/>
            </a:prstGeom>
            <a:ln w="28575" cap="flat" cmpd="sng">
              <a:solidFill>
                <a:srgbClr val="FF0000"/>
              </a:solidFill>
              <a:prstDash val="solid"/>
              <a:round/>
              <a:headEnd type="none" w="sm" len="lg"/>
              <a:tailEnd type="none" w="sm" len="lg"/>
            </a:ln>
          </p:spPr>
        </p:sp>
        <p:sp>
          <p:nvSpPr>
            <p:cNvPr id="20588" name="Line 105"/>
            <p:cNvSpPr/>
            <p:nvPr/>
          </p:nvSpPr>
          <p:spPr>
            <a:xfrm rot="2535919">
              <a:off x="2628" y="3051"/>
              <a:ext cx="0" cy="157"/>
            </a:xfrm>
            <a:prstGeom prst="line">
              <a:avLst/>
            </a:prstGeom>
            <a:ln w="28575" cap="flat" cmpd="sng">
              <a:solidFill>
                <a:srgbClr val="FF0000"/>
              </a:solidFill>
              <a:prstDash val="solid"/>
              <a:round/>
              <a:headEnd type="none" w="sm" len="lg"/>
              <a:tailEnd type="none" w="sm" len="lg"/>
            </a:ln>
          </p:spPr>
        </p:sp>
      </p:grpSp>
      <p:graphicFrame>
        <p:nvGraphicFramePr>
          <p:cNvPr id="242794" name="Object 106"/>
          <p:cNvGraphicFramePr/>
          <p:nvPr/>
        </p:nvGraphicFramePr>
        <p:xfrm>
          <a:off x="4137025" y="4368800"/>
          <a:ext cx="231775" cy="525463"/>
        </p:xfrm>
        <a:graphic>
          <a:graphicData uri="http://schemas.openxmlformats.org/presentationml/2006/ole">
            <mc:AlternateContent xmlns:mc="http://schemas.openxmlformats.org/markup-compatibility/2006">
              <mc:Choice xmlns:v="urn:schemas-microsoft-com:vml" Requires="v">
                <p:oleObj r:id="rId10" imgW="114300" imgH="227965" progId="Equation.3">
                  <p:embed/>
                </p:oleObj>
              </mc:Choice>
              <mc:Fallback>
                <p:oleObj r:id="rId10" imgW="114300" imgH="227965" progId="Equation.3">
                  <p:embed/>
                  <p:pic>
                    <p:nvPicPr>
                      <p:cNvPr id="0" name="图片 3106"/>
                      <p:cNvPicPr/>
                      <p:nvPr/>
                    </p:nvPicPr>
                    <p:blipFill>
                      <a:blip r:embed="rId9"/>
                      <a:stretch>
                        <a:fillRect/>
                      </a:stretch>
                    </p:blipFill>
                    <p:spPr>
                      <a:xfrm>
                        <a:off x="4137025" y="4368800"/>
                        <a:ext cx="231775" cy="525463"/>
                      </a:xfrm>
                      <a:prstGeom prst="rect">
                        <a:avLst/>
                      </a:prstGeom>
                      <a:noFill/>
                      <a:ln w="38100">
                        <a:noFill/>
                        <a:miter/>
                      </a:ln>
                    </p:spPr>
                  </p:pic>
                </p:oleObj>
              </mc:Fallback>
            </mc:AlternateContent>
          </a:graphicData>
        </a:graphic>
      </p:graphicFrame>
      <p:sp>
        <p:nvSpPr>
          <p:cNvPr id="20590" name="Line 107"/>
          <p:cNvSpPr/>
          <p:nvPr/>
        </p:nvSpPr>
        <p:spPr>
          <a:xfrm>
            <a:off x="4525963" y="4267200"/>
            <a:ext cx="0" cy="2057400"/>
          </a:xfrm>
          <a:prstGeom prst="line">
            <a:avLst/>
          </a:prstGeom>
          <a:ln w="28575" cap="flat" cmpd="sng">
            <a:solidFill>
              <a:schemeClr val="tx1"/>
            </a:solidFill>
            <a:prstDash val="dash"/>
            <a:round/>
            <a:headEnd type="none" w="sm" len="lg"/>
            <a:tailEnd type="none" w="sm" len="lg"/>
          </a:ln>
        </p:spPr>
      </p:sp>
      <p:sp>
        <p:nvSpPr>
          <p:cNvPr id="20591" name="Line 108"/>
          <p:cNvSpPr/>
          <p:nvPr/>
        </p:nvSpPr>
        <p:spPr>
          <a:xfrm>
            <a:off x="3478213" y="5260975"/>
            <a:ext cx="2160587" cy="0"/>
          </a:xfrm>
          <a:prstGeom prst="line">
            <a:avLst/>
          </a:prstGeom>
          <a:ln w="28575" cap="flat" cmpd="sng">
            <a:solidFill>
              <a:schemeClr val="tx1"/>
            </a:solidFill>
            <a:prstDash val="solid"/>
            <a:round/>
            <a:headEnd type="none" w="sm" len="lg"/>
            <a:tailEnd type="none" w="sm" len="lg"/>
          </a:ln>
        </p:spPr>
      </p:sp>
      <p:grpSp>
        <p:nvGrpSpPr>
          <p:cNvPr id="14" name="Group 109"/>
          <p:cNvGrpSpPr/>
          <p:nvPr/>
        </p:nvGrpSpPr>
        <p:grpSpPr>
          <a:xfrm>
            <a:off x="4525963" y="5189538"/>
            <a:ext cx="393700" cy="995362"/>
            <a:chOff x="2851" y="3269"/>
            <a:chExt cx="248" cy="627"/>
          </a:xfrm>
        </p:grpSpPr>
        <p:sp>
          <p:nvSpPr>
            <p:cNvPr id="20593" name="Line 110"/>
            <p:cNvSpPr/>
            <p:nvPr/>
          </p:nvSpPr>
          <p:spPr>
            <a:xfrm rot="3581093" flipH="1">
              <a:off x="2682" y="3570"/>
              <a:ext cx="627" cy="12"/>
            </a:xfrm>
            <a:prstGeom prst="line">
              <a:avLst/>
            </a:prstGeom>
            <a:ln w="28575" cap="flat" cmpd="sng">
              <a:solidFill>
                <a:srgbClr val="FF0000"/>
              </a:solidFill>
              <a:prstDash val="solid"/>
              <a:round/>
              <a:headEnd type="triangle" w="sm" len="lg"/>
              <a:tailEnd type="none" w="sm" len="lg"/>
            </a:ln>
          </p:spPr>
        </p:sp>
        <p:sp>
          <p:nvSpPr>
            <p:cNvPr id="20594" name="Line 111"/>
            <p:cNvSpPr/>
            <p:nvPr/>
          </p:nvSpPr>
          <p:spPr>
            <a:xfrm rot="3581093" flipV="1">
              <a:off x="2927" y="3365"/>
              <a:ext cx="0" cy="165"/>
            </a:xfrm>
            <a:prstGeom prst="line">
              <a:avLst/>
            </a:prstGeom>
            <a:ln w="28575" cap="flat" cmpd="sng">
              <a:solidFill>
                <a:srgbClr val="FF0000"/>
              </a:solidFill>
              <a:prstDash val="solid"/>
              <a:round/>
              <a:headEnd type="none" w="sm" len="lg"/>
              <a:tailEnd type="none" w="sm" len="lg"/>
            </a:ln>
          </p:spPr>
        </p:sp>
        <p:sp>
          <p:nvSpPr>
            <p:cNvPr id="20595" name="Line 112"/>
            <p:cNvSpPr/>
            <p:nvPr/>
          </p:nvSpPr>
          <p:spPr>
            <a:xfrm rot="3581093">
              <a:off x="2968" y="3455"/>
              <a:ext cx="0" cy="165"/>
            </a:xfrm>
            <a:prstGeom prst="line">
              <a:avLst/>
            </a:prstGeom>
            <a:ln w="28575" cap="flat" cmpd="sng">
              <a:solidFill>
                <a:srgbClr val="FF0000"/>
              </a:solidFill>
              <a:prstDash val="solid"/>
              <a:round/>
              <a:headEnd type="none" w="sm" len="lg"/>
              <a:tailEnd type="none" w="sm" len="lg"/>
            </a:ln>
          </p:spPr>
        </p:sp>
        <p:sp>
          <p:nvSpPr>
            <p:cNvPr id="20596" name="Line 113"/>
            <p:cNvSpPr/>
            <p:nvPr/>
          </p:nvSpPr>
          <p:spPr>
            <a:xfrm rot="3581093">
              <a:off x="3010" y="3544"/>
              <a:ext cx="0" cy="165"/>
            </a:xfrm>
            <a:prstGeom prst="line">
              <a:avLst/>
            </a:prstGeom>
            <a:ln w="28575" cap="flat" cmpd="sng">
              <a:solidFill>
                <a:srgbClr val="FF0000"/>
              </a:solidFill>
              <a:prstDash val="solid"/>
              <a:round/>
              <a:headEnd type="none" w="sm" len="lg"/>
              <a:tailEnd type="none" w="sm" len="lg"/>
            </a:ln>
          </p:spPr>
        </p:sp>
      </p:grpSp>
      <p:grpSp>
        <p:nvGrpSpPr>
          <p:cNvPr id="15" name="Group 114"/>
          <p:cNvGrpSpPr/>
          <p:nvPr/>
        </p:nvGrpSpPr>
        <p:grpSpPr>
          <a:xfrm>
            <a:off x="4525963" y="4267200"/>
            <a:ext cx="915987" cy="993775"/>
            <a:chOff x="2928" y="2544"/>
            <a:chExt cx="672" cy="672"/>
          </a:xfrm>
        </p:grpSpPr>
        <p:sp>
          <p:nvSpPr>
            <p:cNvPr id="20598" name="Line 115"/>
            <p:cNvSpPr/>
            <p:nvPr/>
          </p:nvSpPr>
          <p:spPr>
            <a:xfrm flipV="1">
              <a:off x="2928" y="2544"/>
              <a:ext cx="672" cy="672"/>
            </a:xfrm>
            <a:prstGeom prst="line">
              <a:avLst/>
            </a:prstGeom>
            <a:ln w="28575" cap="flat" cmpd="sng">
              <a:solidFill>
                <a:srgbClr val="FF0000"/>
              </a:solidFill>
              <a:prstDash val="solid"/>
              <a:round/>
              <a:headEnd type="none" w="sm" len="lg"/>
              <a:tailEnd type="triangle" w="sm" len="lg"/>
            </a:ln>
          </p:spPr>
        </p:sp>
        <p:sp>
          <p:nvSpPr>
            <p:cNvPr id="20599" name="Line 116"/>
            <p:cNvSpPr/>
            <p:nvPr/>
          </p:nvSpPr>
          <p:spPr>
            <a:xfrm>
              <a:off x="3168" y="2880"/>
              <a:ext cx="96" cy="96"/>
            </a:xfrm>
            <a:prstGeom prst="line">
              <a:avLst/>
            </a:prstGeom>
            <a:ln w="28575" cap="flat" cmpd="sng">
              <a:solidFill>
                <a:srgbClr val="FF0000"/>
              </a:solidFill>
              <a:prstDash val="solid"/>
              <a:round/>
              <a:headEnd type="none" w="sm" len="lg"/>
              <a:tailEnd type="none" w="sm" len="lg"/>
            </a:ln>
          </p:spPr>
        </p:sp>
        <p:sp>
          <p:nvSpPr>
            <p:cNvPr id="20600" name="Line 117"/>
            <p:cNvSpPr/>
            <p:nvPr/>
          </p:nvSpPr>
          <p:spPr>
            <a:xfrm>
              <a:off x="3360" y="2688"/>
              <a:ext cx="96" cy="96"/>
            </a:xfrm>
            <a:prstGeom prst="line">
              <a:avLst/>
            </a:prstGeom>
            <a:ln w="28575" cap="flat" cmpd="sng">
              <a:solidFill>
                <a:srgbClr val="FF0000"/>
              </a:solidFill>
              <a:prstDash val="solid"/>
              <a:round/>
              <a:headEnd type="none" w="sm" len="lg"/>
              <a:tailEnd type="none" w="sm" len="lg"/>
            </a:ln>
          </p:spPr>
        </p:sp>
        <p:sp>
          <p:nvSpPr>
            <p:cNvPr id="20601" name="Line 118"/>
            <p:cNvSpPr/>
            <p:nvPr/>
          </p:nvSpPr>
          <p:spPr>
            <a:xfrm>
              <a:off x="3264" y="2784"/>
              <a:ext cx="96" cy="96"/>
            </a:xfrm>
            <a:prstGeom prst="line">
              <a:avLst/>
            </a:prstGeom>
            <a:ln w="28575" cap="flat" cmpd="sng">
              <a:solidFill>
                <a:srgbClr val="FF0000"/>
              </a:solidFill>
              <a:prstDash val="solid"/>
              <a:round/>
              <a:headEnd type="none" w="sm" len="lg"/>
              <a:tailEnd type="none" w="sm" len="lg"/>
            </a:ln>
          </p:spPr>
        </p:sp>
        <p:sp>
          <p:nvSpPr>
            <p:cNvPr id="20602" name="Line 119"/>
            <p:cNvSpPr/>
            <p:nvPr/>
          </p:nvSpPr>
          <p:spPr>
            <a:xfrm>
              <a:off x="3072" y="2976"/>
              <a:ext cx="96" cy="96"/>
            </a:xfrm>
            <a:prstGeom prst="line">
              <a:avLst/>
            </a:prstGeom>
            <a:ln w="28575" cap="flat" cmpd="sng">
              <a:solidFill>
                <a:srgbClr val="FF0000"/>
              </a:solidFill>
              <a:prstDash val="solid"/>
              <a:round/>
              <a:headEnd type="none" w="sm" len="lg"/>
              <a:tailEnd type="none" w="sm" len="lg"/>
            </a:ln>
          </p:spPr>
        </p:sp>
      </p:grpSp>
      <p:graphicFrame>
        <p:nvGraphicFramePr>
          <p:cNvPr id="242808" name="Object 120"/>
          <p:cNvGraphicFramePr/>
          <p:nvPr/>
        </p:nvGraphicFramePr>
        <p:xfrm>
          <a:off x="6435725" y="2868613"/>
          <a:ext cx="255588" cy="533400"/>
        </p:xfrm>
        <a:graphic>
          <a:graphicData uri="http://schemas.openxmlformats.org/presentationml/2006/ole">
            <mc:AlternateContent xmlns:mc="http://schemas.openxmlformats.org/markup-compatibility/2006">
              <mc:Choice xmlns:v="urn:schemas-microsoft-com:vml" Requires="v">
                <p:oleObj r:id="rId11" imgW="114300" imgH="227965" progId="Equation.3">
                  <p:embed/>
                </p:oleObj>
              </mc:Choice>
              <mc:Fallback>
                <p:oleObj r:id="rId11" imgW="114300" imgH="227965" progId="Equation.3">
                  <p:embed/>
                  <p:pic>
                    <p:nvPicPr>
                      <p:cNvPr id="0" name="图片 3098"/>
                      <p:cNvPicPr/>
                      <p:nvPr/>
                    </p:nvPicPr>
                    <p:blipFill>
                      <a:blip r:embed="rId9"/>
                      <a:stretch>
                        <a:fillRect/>
                      </a:stretch>
                    </p:blipFill>
                    <p:spPr>
                      <a:xfrm>
                        <a:off x="6435725" y="2868613"/>
                        <a:ext cx="255588" cy="533400"/>
                      </a:xfrm>
                      <a:prstGeom prst="rect">
                        <a:avLst/>
                      </a:prstGeom>
                      <a:noFill/>
                      <a:ln w="38100">
                        <a:noFill/>
                        <a:miter/>
                      </a:ln>
                    </p:spPr>
                  </p:pic>
                </p:oleObj>
              </mc:Fallback>
            </mc:AlternateContent>
          </a:graphicData>
        </a:graphic>
      </p:graphicFrame>
      <p:sp>
        <p:nvSpPr>
          <p:cNvPr id="20604" name="Text Box 142"/>
          <p:cNvSpPr txBox="1"/>
          <p:nvPr/>
        </p:nvSpPr>
        <p:spPr>
          <a:xfrm>
            <a:off x="908050" y="374650"/>
            <a:ext cx="8235950" cy="519113"/>
          </a:xfrm>
          <a:prstGeom prst="rect">
            <a:avLst/>
          </a:prstGeom>
          <a:noFill/>
          <a:ln w="9525">
            <a:noFill/>
          </a:ln>
        </p:spPr>
        <p:txBody>
          <a:bodyPr anchor="t" anchorCtr="0">
            <a:spAutoFit/>
          </a:bodyPr>
          <a:lstStyle/>
          <a:p>
            <a:pPr>
              <a:spcBef>
                <a:spcPct val="50000"/>
              </a:spcBef>
            </a:pPr>
            <a:r>
              <a:rPr lang="zh-CN" altLang="en-US" sz="2800" b="1" dirty="0">
                <a:solidFill>
                  <a:srgbClr val="1C1C1C"/>
                </a:solidFill>
                <a:latin typeface="楷体_GB2312" pitchFamily="1" charset="-122"/>
                <a:ea typeface="楷体_GB2312" pitchFamily="1" charset="-122"/>
              </a:rPr>
              <a:t>讨论下列光线的反射和折射中是以什么角入射的</a:t>
            </a:r>
            <a:r>
              <a:rPr lang="zh-CN" altLang="en-US" sz="2800" b="1" dirty="0">
                <a:solidFill>
                  <a:srgbClr val="000000"/>
                </a:solidFill>
                <a:latin typeface="楷体_GB2312" pitchFamily="1" charset="-122"/>
                <a:ea typeface="楷体_GB2312" pitchFamily="1" charset="-122"/>
              </a:rPr>
              <a:t>？</a:t>
            </a:r>
          </a:p>
        </p:txBody>
      </p:sp>
      <p:grpSp>
        <p:nvGrpSpPr>
          <p:cNvPr id="20605" name="Group 152"/>
          <p:cNvGrpSpPr/>
          <p:nvPr/>
        </p:nvGrpSpPr>
        <p:grpSpPr>
          <a:xfrm>
            <a:off x="0" y="409575"/>
            <a:ext cx="823913" cy="458788"/>
            <a:chOff x="295" y="1117"/>
            <a:chExt cx="519" cy="289"/>
          </a:xfrm>
        </p:grpSpPr>
        <p:sp>
          <p:nvSpPr>
            <p:cNvPr id="20606" name="Oval 153" descr="纸袋"/>
            <p:cNvSpPr/>
            <p:nvPr/>
          </p:nvSpPr>
          <p:spPr>
            <a:xfrm>
              <a:off x="295" y="1117"/>
              <a:ext cx="519" cy="289"/>
            </a:xfrm>
            <a:prstGeom prst="ellipse">
              <a:avLst/>
            </a:prstGeom>
            <a:blipFill rotWithShape="1">
              <a:blip r:embed="rId12"/>
            </a:blipFill>
            <a:ln w="57150" cap="flat" cmpd="thinThick">
              <a:solidFill>
                <a:srgbClr val="6633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0607" name="WordArt 154"/>
            <p:cNvSpPr>
              <a:spLocks noTextEdit="1"/>
            </p:cNvSpPr>
            <p:nvPr/>
          </p:nvSpPr>
          <p:spPr>
            <a:xfrm>
              <a:off x="431" y="1162"/>
              <a:ext cx="272" cy="18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FF00"/>
                    </a:solidFill>
                    <a:prstDash val="solid"/>
                    <a:round/>
                    <a:headEnd type="none" w="med" len="med"/>
                    <a:tailEnd type="none" w="med" len="med"/>
                  </a:ln>
                  <a:solidFill>
                    <a:srgbClr val="FFFF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例2</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up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downRigh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2710"/>
                                        </p:tgtEl>
                                        <p:attrNameLst>
                                          <p:attrName>style.visibility</p:attrName>
                                        </p:attrNameLst>
                                      </p:cBhvr>
                                      <p:to>
                                        <p:strVal val="visible"/>
                                      </p:to>
                                    </p:set>
                                    <p:animEffect transition="in" filter="blinds(horizontal)">
                                      <p:cBhvr>
                                        <p:cTn id="17" dur="500"/>
                                        <p:tgtEl>
                                          <p:spTgt spid="2427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strips(downRigh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42727"/>
                                        </p:tgtEl>
                                        <p:attrNameLst>
                                          <p:attrName>style.visibility</p:attrName>
                                        </p:attrNameLst>
                                      </p:cBhvr>
                                      <p:to>
                                        <p:strVal val="visible"/>
                                      </p:to>
                                    </p:set>
                                    <p:animEffect transition="in" filter="blinds(horizontal)">
                                      <p:cBhvr>
                                        <p:cTn id="32" dur="500"/>
                                        <p:tgtEl>
                                          <p:spTgt spid="24272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linds(horizontal)">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3"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strips(upRight)">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blinds(horizontal)">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42743"/>
                                        </p:tgtEl>
                                        <p:attrNameLst>
                                          <p:attrName>style.visibility</p:attrName>
                                        </p:attrNameLst>
                                      </p:cBhvr>
                                      <p:to>
                                        <p:strVal val="visible"/>
                                      </p:to>
                                    </p:set>
                                    <p:animEffect transition="in" filter="blinds(horizontal)">
                                      <p:cBhvr>
                                        <p:cTn id="52" dur="500"/>
                                        <p:tgtEl>
                                          <p:spTgt spid="242743"/>
                                        </p:tgtEl>
                                      </p:cBhvr>
                                    </p:animEffect>
                                  </p:childTnLst>
                                </p:cTn>
                              </p:par>
                            </p:childTnLst>
                          </p:cTn>
                        </p:par>
                        <p:par>
                          <p:cTn id="53" fill="hold">
                            <p:stCondLst>
                              <p:cond delay="500"/>
                            </p:stCondLst>
                            <p:childTnLst>
                              <p:par>
                                <p:cTn id="54" presetID="3" presetClass="entr" presetSubtype="10" fill="hold" nodeType="afterEffect">
                                  <p:stCondLst>
                                    <p:cond delay="0"/>
                                  </p:stCondLst>
                                  <p:childTnLst>
                                    <p:set>
                                      <p:cBhvr>
                                        <p:cTn id="55" dur="1" fill="hold">
                                          <p:stCondLst>
                                            <p:cond delay="0"/>
                                          </p:stCondLst>
                                        </p:cTn>
                                        <p:tgtEl>
                                          <p:spTgt spid="242808"/>
                                        </p:tgtEl>
                                        <p:attrNameLst>
                                          <p:attrName>style.visibility</p:attrName>
                                        </p:attrNameLst>
                                      </p:cBhvr>
                                      <p:to>
                                        <p:strVal val="visible"/>
                                      </p:to>
                                    </p:set>
                                    <p:animEffect transition="in" filter="blinds(horizontal)">
                                      <p:cBhvr>
                                        <p:cTn id="56" dur="500"/>
                                        <p:tgtEl>
                                          <p:spTgt spid="242808"/>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blinds(horizontal)">
                                      <p:cBhvr>
                                        <p:cTn id="61" dur="5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18" presetClass="entr" presetSubtype="3" fill="hold" nodeType="click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strips(upRight)">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18" presetClass="entr" presetSubtype="6" fill="hold" nodeType="click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strips(downRight)">
                                      <p:cBhvr>
                                        <p:cTn id="71" dur="500"/>
                                        <p:tgtEl>
                                          <p:spTgt spid="11"/>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242769"/>
                                        </p:tgtEl>
                                        <p:attrNameLst>
                                          <p:attrName>style.visibility</p:attrName>
                                        </p:attrNameLst>
                                      </p:cBhvr>
                                      <p:to>
                                        <p:strVal val="visible"/>
                                      </p:to>
                                    </p:set>
                                    <p:animEffect transition="in" filter="blinds(horizontal)">
                                      <p:cBhvr>
                                        <p:cTn id="76" dur="500"/>
                                        <p:tgtEl>
                                          <p:spTgt spid="242769"/>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blinds(horizontal)">
                                      <p:cBhvr>
                                        <p:cTn id="81" dur="500"/>
                                        <p:tgtEl>
                                          <p:spTgt spid="13"/>
                                        </p:tgtEl>
                                      </p:cBhvr>
                                    </p:animEffect>
                                  </p:childTnLst>
                                </p:cTn>
                              </p:par>
                            </p:childTnLst>
                          </p:cTn>
                        </p:par>
                      </p:childTnLst>
                    </p:cTn>
                  </p:par>
                  <p:par>
                    <p:cTn id="82" fill="hold">
                      <p:stCondLst>
                        <p:cond delay="indefinite"/>
                      </p:stCondLst>
                      <p:childTnLst>
                        <p:par>
                          <p:cTn id="83" fill="hold">
                            <p:stCondLst>
                              <p:cond delay="0"/>
                            </p:stCondLst>
                            <p:childTnLst>
                              <p:par>
                                <p:cTn id="84" presetID="18" presetClass="entr" presetSubtype="3" fill="hold" nodeType="clickEffect">
                                  <p:stCondLst>
                                    <p:cond delay="0"/>
                                  </p:stCondLst>
                                  <p:childTnLst>
                                    <p:set>
                                      <p:cBhvr>
                                        <p:cTn id="85" dur="1" fill="hold">
                                          <p:stCondLst>
                                            <p:cond delay="0"/>
                                          </p:stCondLst>
                                        </p:cTn>
                                        <p:tgtEl>
                                          <p:spTgt spid="15"/>
                                        </p:tgtEl>
                                        <p:attrNameLst>
                                          <p:attrName>style.visibility</p:attrName>
                                        </p:attrNameLst>
                                      </p:cBhvr>
                                      <p:to>
                                        <p:strVal val="visible"/>
                                      </p:to>
                                    </p:set>
                                    <p:animEffect transition="in" filter="strips(upRight)">
                                      <p:cBhvr>
                                        <p:cTn id="86" dur="500"/>
                                        <p:tgtEl>
                                          <p:spTgt spid="15"/>
                                        </p:tgtEl>
                                      </p:cBhvr>
                                    </p:animEffect>
                                  </p:childTnLst>
                                </p:cTn>
                              </p:par>
                            </p:childTnLst>
                          </p:cTn>
                        </p:par>
                      </p:childTnLst>
                    </p:cTn>
                  </p:par>
                  <p:par>
                    <p:cTn id="87" fill="hold">
                      <p:stCondLst>
                        <p:cond delay="indefinite"/>
                      </p:stCondLst>
                      <p:childTnLst>
                        <p:par>
                          <p:cTn id="88" fill="hold">
                            <p:stCondLst>
                              <p:cond delay="0"/>
                            </p:stCondLst>
                            <p:childTnLst>
                              <p:par>
                                <p:cTn id="89" presetID="18" presetClass="entr" presetSubtype="6" fill="hold" nodeType="clickEffect">
                                  <p:stCondLst>
                                    <p:cond delay="0"/>
                                  </p:stCondLst>
                                  <p:childTnLst>
                                    <p:set>
                                      <p:cBhvr>
                                        <p:cTn id="90" dur="1" fill="hold">
                                          <p:stCondLst>
                                            <p:cond delay="0"/>
                                          </p:stCondLst>
                                        </p:cTn>
                                        <p:tgtEl>
                                          <p:spTgt spid="14"/>
                                        </p:tgtEl>
                                        <p:attrNameLst>
                                          <p:attrName>style.visibility</p:attrName>
                                        </p:attrNameLst>
                                      </p:cBhvr>
                                      <p:to>
                                        <p:strVal val="visible"/>
                                      </p:to>
                                    </p:set>
                                    <p:animEffect transition="in" filter="strips(downRight)">
                                      <p:cBhvr>
                                        <p:cTn id="91" dur="500"/>
                                        <p:tgtEl>
                                          <p:spTgt spid="14"/>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242794"/>
                                        </p:tgtEl>
                                        <p:attrNameLst>
                                          <p:attrName>style.visibility</p:attrName>
                                        </p:attrNameLst>
                                      </p:cBhvr>
                                      <p:to>
                                        <p:strVal val="visible"/>
                                      </p:to>
                                    </p:set>
                                    <p:animEffect transition="in" filter="blinds(horizontal)">
                                      <p:cBhvr>
                                        <p:cTn id="96" dur="500"/>
                                        <p:tgtEl>
                                          <p:spTgt spid="242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5"/>
          <p:cNvSpPr/>
          <p:nvPr/>
        </p:nvSpPr>
        <p:spPr>
          <a:xfrm>
            <a:off x="0" y="0"/>
            <a:ext cx="9144000" cy="1082675"/>
          </a:xfrm>
          <a:prstGeom prst="rect">
            <a:avLst/>
          </a:prstGeom>
          <a:gradFill rotWithShape="0">
            <a:gsLst>
              <a:gs pos="0">
                <a:srgbClr val="F0E2D0"/>
              </a:gs>
              <a:gs pos="100000">
                <a:srgbClr val="FFFFE7"/>
              </a:gs>
            </a:gsLst>
            <a:lin ang="0" scaled="1"/>
            <a:tileRect/>
          </a:grad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30" name="Rectangle 6"/>
          <p:cNvSpPr/>
          <p:nvPr/>
        </p:nvSpPr>
        <p:spPr>
          <a:xfrm>
            <a:off x="0" y="5567363"/>
            <a:ext cx="9144000" cy="1290637"/>
          </a:xfrm>
          <a:prstGeom prst="rect">
            <a:avLst/>
          </a:prstGeom>
          <a:gradFill rotWithShape="0">
            <a:gsLst>
              <a:gs pos="0">
                <a:srgbClr val="F0E2D0"/>
              </a:gs>
              <a:gs pos="100000">
                <a:srgbClr val="FFFFE7"/>
              </a:gs>
            </a:gsLst>
            <a:lin ang="0" scaled="1"/>
            <a:tileRect/>
          </a:grad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31" name="Text Box 2"/>
          <p:cNvSpPr txBox="1"/>
          <p:nvPr/>
        </p:nvSpPr>
        <p:spPr>
          <a:xfrm>
            <a:off x="423863" y="0"/>
            <a:ext cx="8434387" cy="1158875"/>
          </a:xfrm>
          <a:prstGeom prst="rect">
            <a:avLst/>
          </a:prstGeom>
          <a:noFill/>
          <a:ln w="9525">
            <a:noFill/>
          </a:ln>
        </p:spPr>
        <p:txBody>
          <a:bodyPr anchor="t" anchorCtr="0">
            <a:spAutoFit/>
          </a:bodyPr>
          <a:lstStyle/>
          <a:p>
            <a:pPr>
              <a:lnSpc>
                <a:spcPct val="125000"/>
              </a:lnSpc>
              <a:spcBef>
                <a:spcPct val="50000"/>
              </a:spcBef>
            </a:pPr>
            <a:r>
              <a:rPr lang="en-US" altLang="zh-CN" sz="2800" b="1" dirty="0">
                <a:solidFill>
                  <a:srgbClr val="CC0000"/>
                </a:solidFill>
                <a:latin typeface="楷体_GB2312" pitchFamily="1" charset="-122"/>
                <a:ea typeface="楷体_GB2312" pitchFamily="1" charset="-122"/>
              </a:rPr>
              <a:t>    </a:t>
            </a:r>
            <a:r>
              <a:rPr lang="zh-CN" altLang="en-US" sz="2800" b="1" dirty="0">
                <a:solidFill>
                  <a:srgbClr val="000000"/>
                </a:solidFill>
                <a:latin typeface="楷体_GB2312" pitchFamily="1" charset="-122"/>
                <a:ea typeface="楷体_GB2312" pitchFamily="1" charset="-122"/>
              </a:rPr>
              <a:t>一束自然光自空气射向一块平板玻璃，入射角为布儒斯特角   ，问</a:t>
            </a:r>
            <a:r>
              <a:rPr lang="en-US" altLang="zh-CN" sz="2800" b="1" dirty="0">
                <a:solidFill>
                  <a:srgbClr val="000000"/>
                </a:solidFill>
                <a:latin typeface="楷体_GB2312" pitchFamily="1" charset="-122"/>
                <a:ea typeface="楷体_GB2312" pitchFamily="1" charset="-122"/>
              </a:rPr>
              <a:t>:</a:t>
            </a:r>
            <a:r>
              <a:rPr lang="zh-CN" altLang="en-US" sz="2800" b="1" dirty="0">
                <a:solidFill>
                  <a:srgbClr val="000000"/>
                </a:solidFill>
                <a:latin typeface="楷体_GB2312" pitchFamily="1" charset="-122"/>
                <a:ea typeface="楷体_GB2312" pitchFamily="1" charset="-122"/>
              </a:rPr>
              <a:t>在界面 </a:t>
            </a:r>
            <a:r>
              <a:rPr lang="en-US" altLang="zh-CN" sz="2800" b="1" dirty="0">
                <a:solidFill>
                  <a:srgbClr val="000000"/>
                </a:solidFill>
                <a:latin typeface="Times New Roman" panose="02020603050405020304" pitchFamily="18" charset="0"/>
                <a:ea typeface="楷体_GB2312" pitchFamily="1" charset="-122"/>
              </a:rPr>
              <a:t>2</a:t>
            </a:r>
            <a:r>
              <a:rPr lang="en-US" altLang="zh-CN" sz="2800" b="1" dirty="0">
                <a:solidFill>
                  <a:srgbClr val="000000"/>
                </a:solidFill>
                <a:latin typeface="楷体_GB2312" pitchFamily="1" charset="-122"/>
                <a:ea typeface="楷体_GB2312" pitchFamily="1" charset="-122"/>
              </a:rPr>
              <a:t> </a:t>
            </a:r>
            <a:r>
              <a:rPr lang="zh-CN" altLang="en-US" sz="2800" b="1" dirty="0">
                <a:solidFill>
                  <a:srgbClr val="000000"/>
                </a:solidFill>
                <a:latin typeface="楷体_GB2312" pitchFamily="1" charset="-122"/>
                <a:ea typeface="楷体_GB2312" pitchFamily="1" charset="-122"/>
              </a:rPr>
              <a:t>的反射光是什么光？</a:t>
            </a:r>
          </a:p>
        </p:txBody>
      </p:sp>
      <p:graphicFrame>
        <p:nvGraphicFramePr>
          <p:cNvPr id="22532" name="Object 3"/>
          <p:cNvGraphicFramePr/>
          <p:nvPr/>
        </p:nvGraphicFramePr>
        <p:xfrm>
          <a:off x="2359025" y="536575"/>
          <a:ext cx="328613" cy="685800"/>
        </p:xfrm>
        <a:graphic>
          <a:graphicData uri="http://schemas.openxmlformats.org/presentationml/2006/ole">
            <mc:AlternateContent xmlns:mc="http://schemas.openxmlformats.org/markup-compatibility/2006">
              <mc:Choice xmlns:v="urn:schemas-microsoft-com:vml" Requires="v">
                <p:oleObj r:id="rId2" imgW="165100" imgH="329565" progId="Equation.3">
                  <p:embed/>
                </p:oleObj>
              </mc:Choice>
              <mc:Fallback>
                <p:oleObj r:id="rId2" imgW="165100" imgH="329565" progId="Equation.3">
                  <p:embed/>
                  <p:pic>
                    <p:nvPicPr>
                      <p:cNvPr id="0" name="图片 3100"/>
                      <p:cNvPicPr/>
                      <p:nvPr/>
                    </p:nvPicPr>
                    <p:blipFill>
                      <a:blip r:embed="rId3"/>
                      <a:stretch>
                        <a:fillRect/>
                      </a:stretch>
                    </p:blipFill>
                    <p:spPr>
                      <a:xfrm>
                        <a:off x="2359025" y="536575"/>
                        <a:ext cx="328613" cy="685800"/>
                      </a:xfrm>
                      <a:prstGeom prst="rect">
                        <a:avLst/>
                      </a:prstGeom>
                      <a:noFill/>
                      <a:ln w="38100">
                        <a:noFill/>
                        <a:miter/>
                      </a:ln>
                    </p:spPr>
                  </p:pic>
                </p:oleObj>
              </mc:Fallback>
            </mc:AlternateContent>
          </a:graphicData>
        </a:graphic>
      </p:graphicFrame>
      <p:sp>
        <p:nvSpPr>
          <p:cNvPr id="243716" name="Text Box 4"/>
          <p:cNvSpPr txBox="1"/>
          <p:nvPr/>
        </p:nvSpPr>
        <p:spPr>
          <a:xfrm>
            <a:off x="684213" y="1266825"/>
            <a:ext cx="7219950" cy="549275"/>
          </a:xfrm>
          <a:prstGeom prst="rect">
            <a:avLst/>
          </a:prstGeom>
          <a:noFill/>
          <a:ln w="9525">
            <a:noFill/>
          </a:ln>
        </p:spPr>
        <p:txBody>
          <a:bodyPr anchor="t" anchorCtr="0">
            <a:spAutoFit/>
          </a:bodyPr>
          <a:lstStyle/>
          <a:p>
            <a:pPr>
              <a:lnSpc>
                <a:spcPct val="125000"/>
              </a:lnSpc>
              <a:spcBef>
                <a:spcPct val="50000"/>
              </a:spcBef>
            </a:pPr>
            <a:r>
              <a:rPr lang="zh-CN" altLang="en-US" b="1" dirty="0">
                <a:solidFill>
                  <a:srgbClr val="000000"/>
                </a:solidFill>
                <a:latin typeface="楷体_GB2312" pitchFamily="1" charset="-122"/>
                <a:ea typeface="楷体_GB2312" pitchFamily="1" charset="-122"/>
              </a:rPr>
              <a:t>只要证明界面</a:t>
            </a:r>
            <a:r>
              <a:rPr lang="en-US" altLang="zh-CN" b="1" dirty="0">
                <a:solidFill>
                  <a:srgbClr val="000000"/>
                </a:solidFill>
                <a:latin typeface="楷体_GB2312" pitchFamily="1" charset="-122"/>
                <a:ea typeface="楷体_GB2312" pitchFamily="1" charset="-122"/>
              </a:rPr>
              <a:t>2</a:t>
            </a:r>
            <a:r>
              <a:rPr lang="zh-CN" altLang="en-US" b="1" dirty="0">
                <a:solidFill>
                  <a:srgbClr val="000000"/>
                </a:solidFill>
                <a:latin typeface="楷体_GB2312" pitchFamily="1" charset="-122"/>
                <a:ea typeface="楷体_GB2312" pitchFamily="1" charset="-122"/>
              </a:rPr>
              <a:t>的入射角</a:t>
            </a:r>
            <a:r>
              <a:rPr lang="el-GR" altLang="zh-CN" b="1" dirty="0">
                <a:solidFill>
                  <a:srgbClr val="000000"/>
                </a:solidFill>
                <a:latin typeface="Times New Roman" panose="02020603050405020304" pitchFamily="18" charset="0"/>
                <a:ea typeface="楷体_GB2312" pitchFamily="1" charset="-122"/>
              </a:rPr>
              <a:t>γ</a:t>
            </a:r>
            <a:r>
              <a:rPr lang="zh-CN" altLang="en-US" b="1" dirty="0">
                <a:solidFill>
                  <a:srgbClr val="000000"/>
                </a:solidFill>
                <a:latin typeface="Times New Roman" panose="02020603050405020304" pitchFamily="18" charset="0"/>
                <a:ea typeface="楷体_GB2312" pitchFamily="1" charset="-122"/>
              </a:rPr>
              <a:t>为</a:t>
            </a:r>
            <a:r>
              <a:rPr lang="zh-CN" altLang="en-US" b="1" dirty="0">
                <a:solidFill>
                  <a:srgbClr val="000000"/>
                </a:solidFill>
                <a:latin typeface="楷体_GB2312" pitchFamily="1" charset="-122"/>
                <a:ea typeface="楷体_GB2312" pitchFamily="1" charset="-122"/>
              </a:rPr>
              <a:t>布儒斯特角入射即可。</a:t>
            </a:r>
          </a:p>
        </p:txBody>
      </p:sp>
      <p:grpSp>
        <p:nvGrpSpPr>
          <p:cNvPr id="22534" name="Group 7"/>
          <p:cNvGrpSpPr/>
          <p:nvPr/>
        </p:nvGrpSpPr>
        <p:grpSpPr>
          <a:xfrm>
            <a:off x="0" y="219075"/>
            <a:ext cx="823913" cy="458788"/>
            <a:chOff x="295" y="1117"/>
            <a:chExt cx="519" cy="289"/>
          </a:xfrm>
        </p:grpSpPr>
        <p:sp>
          <p:nvSpPr>
            <p:cNvPr id="22535" name="Oval 8" descr="纸袋"/>
            <p:cNvSpPr/>
            <p:nvPr/>
          </p:nvSpPr>
          <p:spPr>
            <a:xfrm>
              <a:off x="295" y="1117"/>
              <a:ext cx="519" cy="289"/>
            </a:xfrm>
            <a:prstGeom prst="ellipse">
              <a:avLst/>
            </a:prstGeom>
            <a:blipFill rotWithShape="1">
              <a:blip r:embed="rId4"/>
            </a:blipFill>
            <a:ln w="57150" cap="flat" cmpd="thinThick">
              <a:solidFill>
                <a:srgbClr val="6633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36" name="WordArt 9"/>
            <p:cNvSpPr>
              <a:spLocks noTextEdit="1"/>
            </p:cNvSpPr>
            <p:nvPr/>
          </p:nvSpPr>
          <p:spPr>
            <a:xfrm>
              <a:off x="431" y="1162"/>
              <a:ext cx="272" cy="18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FF00"/>
                    </a:solidFill>
                    <a:prstDash val="solid"/>
                    <a:round/>
                    <a:headEnd type="none" w="med" len="med"/>
                    <a:tailEnd type="none" w="med" len="med"/>
                  </a:ln>
                  <a:solidFill>
                    <a:srgbClr val="FFFF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例3</a:t>
              </a:r>
            </a:p>
          </p:txBody>
        </p:sp>
      </p:grpSp>
      <p:grpSp>
        <p:nvGrpSpPr>
          <p:cNvPr id="22537" name="Group 10"/>
          <p:cNvGrpSpPr/>
          <p:nvPr/>
        </p:nvGrpSpPr>
        <p:grpSpPr>
          <a:xfrm>
            <a:off x="4219575" y="1609725"/>
            <a:ext cx="4924425" cy="3311525"/>
            <a:chOff x="385" y="436"/>
            <a:chExt cx="3102" cy="2086"/>
          </a:xfrm>
        </p:grpSpPr>
        <p:grpSp>
          <p:nvGrpSpPr>
            <p:cNvPr id="22538" name="Group 11"/>
            <p:cNvGrpSpPr/>
            <p:nvPr/>
          </p:nvGrpSpPr>
          <p:grpSpPr>
            <a:xfrm>
              <a:off x="749" y="1248"/>
              <a:ext cx="2363" cy="860"/>
              <a:chOff x="576" y="2232"/>
              <a:chExt cx="2742" cy="1117"/>
            </a:xfrm>
          </p:grpSpPr>
          <p:sp>
            <p:nvSpPr>
              <p:cNvPr id="22539" name="Rectangle 12"/>
              <p:cNvSpPr/>
              <p:nvPr/>
            </p:nvSpPr>
            <p:spPr>
              <a:xfrm>
                <a:off x="576" y="2232"/>
                <a:ext cx="2736" cy="963"/>
              </a:xfrm>
              <a:prstGeom prst="rect">
                <a:avLst/>
              </a:prstGeom>
              <a:solidFill>
                <a:srgbClr val="D5F7FF">
                  <a:alpha val="50195"/>
                </a:srgbClr>
              </a:solidFill>
              <a:ln w="9525" cap="flat" cmpd="sng">
                <a:solidFill>
                  <a:schemeClr val="tx1"/>
                </a:solidFill>
                <a:prstDash val="solid"/>
                <a:miter/>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40" name="Rectangle 13"/>
              <p:cNvSpPr/>
              <p:nvPr/>
            </p:nvSpPr>
            <p:spPr>
              <a:xfrm>
                <a:off x="672" y="2840"/>
                <a:ext cx="720" cy="425"/>
              </a:xfrm>
              <a:prstGeom prst="rect">
                <a:avLst/>
              </a:prstGeom>
              <a:noFill/>
              <a:ln w="9525">
                <a:noFill/>
              </a:ln>
            </p:spPr>
            <p:txBody>
              <a:bodyPr anchor="t" anchorCtr="0">
                <a:spAutoFit/>
              </a:bodyPr>
              <a:lstStyle/>
              <a:p>
                <a:r>
                  <a:rPr lang="zh-CN" altLang="en-US" sz="2800" b="1" dirty="0">
                    <a:solidFill>
                      <a:srgbClr val="000000"/>
                    </a:solidFill>
                    <a:latin typeface="Times New Roman" panose="02020603050405020304" pitchFamily="18" charset="0"/>
                    <a:ea typeface="楷体_GB2312" pitchFamily="1" charset="-122"/>
                  </a:rPr>
                  <a:t>玻璃</a:t>
                </a:r>
              </a:p>
            </p:txBody>
          </p:sp>
          <p:graphicFrame>
            <p:nvGraphicFramePr>
              <p:cNvPr id="22541" name="Object 14"/>
              <p:cNvGraphicFramePr/>
              <p:nvPr/>
            </p:nvGraphicFramePr>
            <p:xfrm>
              <a:off x="624" y="2331"/>
              <a:ext cx="294" cy="398"/>
            </p:xfrm>
            <a:graphic>
              <a:graphicData uri="http://schemas.openxmlformats.org/presentationml/2006/ole">
                <mc:AlternateContent xmlns:mc="http://schemas.openxmlformats.org/markup-compatibility/2006">
                  <mc:Choice xmlns:v="urn:schemas-microsoft-com:vml" Requires="v">
                    <p:oleObj r:id="rId5" imgW="241300" imgH="317500" progId="Equation.3">
                      <p:embed/>
                    </p:oleObj>
                  </mc:Choice>
                  <mc:Fallback>
                    <p:oleObj r:id="rId5" imgW="241300" imgH="317500" progId="Equation.3">
                      <p:embed/>
                      <p:pic>
                        <p:nvPicPr>
                          <p:cNvPr id="0" name="图片 3101"/>
                          <p:cNvPicPr/>
                          <p:nvPr/>
                        </p:nvPicPr>
                        <p:blipFill>
                          <a:blip r:embed="rId6"/>
                          <a:stretch>
                            <a:fillRect/>
                          </a:stretch>
                        </p:blipFill>
                        <p:spPr>
                          <a:xfrm>
                            <a:off x="624" y="2331"/>
                            <a:ext cx="294" cy="398"/>
                          </a:xfrm>
                          <a:prstGeom prst="rect">
                            <a:avLst/>
                          </a:prstGeom>
                          <a:noFill/>
                          <a:ln w="38100">
                            <a:noFill/>
                            <a:miter/>
                          </a:ln>
                        </p:spPr>
                      </p:pic>
                    </p:oleObj>
                  </mc:Fallback>
                </mc:AlternateContent>
              </a:graphicData>
            </a:graphic>
          </p:graphicFrame>
          <p:sp>
            <p:nvSpPr>
              <p:cNvPr id="22542" name="Text Box 15"/>
              <p:cNvSpPr txBox="1"/>
              <p:nvPr/>
            </p:nvSpPr>
            <p:spPr>
              <a:xfrm>
                <a:off x="3072" y="2975"/>
                <a:ext cx="246" cy="374"/>
              </a:xfrm>
              <a:prstGeom prst="rect">
                <a:avLst/>
              </a:prstGeom>
              <a:noFill/>
              <a:ln w="9525">
                <a:noFill/>
              </a:ln>
            </p:spPr>
            <p:txBody>
              <a:bodyPr wrap="none" anchor="t" anchorCtr="0">
                <a:spAutoFit/>
              </a:bodyPr>
              <a:lstStyle/>
              <a:p>
                <a:pPr>
                  <a:spcBef>
                    <a:spcPct val="50000"/>
                  </a:spcBef>
                </a:pPr>
                <a:r>
                  <a:rPr lang="en-US" altLang="zh-CN" b="1" dirty="0">
                    <a:solidFill>
                      <a:srgbClr val="000000"/>
                    </a:solidFill>
                    <a:latin typeface="Times New Roman" panose="02020603050405020304" pitchFamily="18" charset="0"/>
                    <a:ea typeface="宋体" panose="02010600030101010101" pitchFamily="2" charset="-122"/>
                  </a:rPr>
                  <a:t>2</a:t>
                </a:r>
              </a:p>
            </p:txBody>
          </p:sp>
        </p:grpSp>
        <p:grpSp>
          <p:nvGrpSpPr>
            <p:cNvPr id="22543" name="Group 16"/>
            <p:cNvGrpSpPr/>
            <p:nvPr/>
          </p:nvGrpSpPr>
          <p:grpSpPr>
            <a:xfrm>
              <a:off x="385" y="436"/>
              <a:ext cx="3102" cy="2086"/>
              <a:chOff x="240" y="1248"/>
              <a:chExt cx="3600" cy="2736"/>
            </a:xfrm>
          </p:grpSpPr>
          <p:grpSp>
            <p:nvGrpSpPr>
              <p:cNvPr id="22544" name="Group 17"/>
              <p:cNvGrpSpPr/>
              <p:nvPr/>
            </p:nvGrpSpPr>
            <p:grpSpPr>
              <a:xfrm>
                <a:off x="240" y="1248"/>
                <a:ext cx="3408" cy="2736"/>
                <a:chOff x="144" y="1200"/>
                <a:chExt cx="3408" cy="2736"/>
              </a:xfrm>
            </p:grpSpPr>
            <p:grpSp>
              <p:nvGrpSpPr>
                <p:cNvPr id="22545" name="Group 18"/>
                <p:cNvGrpSpPr/>
                <p:nvPr/>
              </p:nvGrpSpPr>
              <p:grpSpPr>
                <a:xfrm>
                  <a:off x="144" y="1200"/>
                  <a:ext cx="3408" cy="2736"/>
                  <a:chOff x="144" y="1200"/>
                  <a:chExt cx="3408" cy="2736"/>
                </a:xfrm>
              </p:grpSpPr>
              <p:sp>
                <p:nvSpPr>
                  <p:cNvPr id="22546" name="Rectangle 19"/>
                  <p:cNvSpPr/>
                  <p:nvPr/>
                </p:nvSpPr>
                <p:spPr>
                  <a:xfrm>
                    <a:off x="144" y="1200"/>
                    <a:ext cx="3408" cy="2736"/>
                  </a:xfrm>
                  <a:prstGeom prst="rect">
                    <a:avLst/>
                  </a:prstGeom>
                  <a:no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nvGrpSpPr>
                  <p:cNvPr id="22547" name="Group 20"/>
                  <p:cNvGrpSpPr/>
                  <p:nvPr/>
                </p:nvGrpSpPr>
                <p:grpSpPr>
                  <a:xfrm>
                    <a:off x="144" y="1512"/>
                    <a:ext cx="2400" cy="1774"/>
                    <a:chOff x="144" y="1512"/>
                    <a:chExt cx="2400" cy="1774"/>
                  </a:xfrm>
                </p:grpSpPr>
                <p:grpSp>
                  <p:nvGrpSpPr>
                    <p:cNvPr id="22548" name="Group 21"/>
                    <p:cNvGrpSpPr/>
                    <p:nvPr/>
                  </p:nvGrpSpPr>
                  <p:grpSpPr>
                    <a:xfrm>
                      <a:off x="144" y="1694"/>
                      <a:ext cx="1243" cy="574"/>
                      <a:chOff x="144" y="1694"/>
                      <a:chExt cx="1243" cy="574"/>
                    </a:xfrm>
                  </p:grpSpPr>
                  <p:sp>
                    <p:nvSpPr>
                      <p:cNvPr id="22549" name="Line 22"/>
                      <p:cNvSpPr/>
                      <p:nvPr/>
                    </p:nvSpPr>
                    <p:spPr>
                      <a:xfrm rot="1541964">
                        <a:off x="144" y="1960"/>
                        <a:ext cx="1243" cy="0"/>
                      </a:xfrm>
                      <a:prstGeom prst="line">
                        <a:avLst/>
                      </a:prstGeom>
                      <a:ln w="28575" cap="flat" cmpd="sng">
                        <a:solidFill>
                          <a:srgbClr val="0000FF"/>
                        </a:solidFill>
                        <a:prstDash val="solid"/>
                        <a:round/>
                        <a:headEnd type="none" w="med" len="med"/>
                        <a:tailEnd type="triangle" w="sm" len="lg"/>
                      </a:ln>
                    </p:spPr>
                  </p:sp>
                  <p:sp>
                    <p:nvSpPr>
                      <p:cNvPr id="22550" name="Line 23"/>
                      <p:cNvSpPr/>
                      <p:nvPr/>
                    </p:nvSpPr>
                    <p:spPr>
                      <a:xfrm rot="1541964">
                        <a:off x="447" y="1694"/>
                        <a:ext cx="0" cy="224"/>
                      </a:xfrm>
                      <a:prstGeom prst="line">
                        <a:avLst/>
                      </a:prstGeom>
                      <a:ln w="28575" cap="flat" cmpd="sng">
                        <a:solidFill>
                          <a:srgbClr val="0000FF"/>
                        </a:solidFill>
                        <a:prstDash val="solid"/>
                        <a:round/>
                        <a:headEnd type="none" w="med" len="med"/>
                        <a:tailEnd type="none" w="sm" len="lg"/>
                      </a:ln>
                    </p:spPr>
                  </p:sp>
                  <p:sp>
                    <p:nvSpPr>
                      <p:cNvPr id="22551" name="Line 24"/>
                      <p:cNvSpPr/>
                      <p:nvPr/>
                    </p:nvSpPr>
                    <p:spPr>
                      <a:xfrm rot="1541964">
                        <a:off x="629" y="1782"/>
                        <a:ext cx="0" cy="224"/>
                      </a:xfrm>
                      <a:prstGeom prst="line">
                        <a:avLst/>
                      </a:prstGeom>
                      <a:ln w="28575" cap="flat" cmpd="sng">
                        <a:solidFill>
                          <a:srgbClr val="0000FF"/>
                        </a:solidFill>
                        <a:prstDash val="solid"/>
                        <a:round/>
                        <a:headEnd type="none" w="med" len="med"/>
                        <a:tailEnd type="none" w="sm" len="lg"/>
                      </a:ln>
                    </p:spPr>
                  </p:sp>
                  <p:sp>
                    <p:nvSpPr>
                      <p:cNvPr id="22552" name="Line 25"/>
                      <p:cNvSpPr/>
                      <p:nvPr/>
                    </p:nvSpPr>
                    <p:spPr>
                      <a:xfrm rot="1541964">
                        <a:off x="811" y="1869"/>
                        <a:ext cx="0" cy="224"/>
                      </a:xfrm>
                      <a:prstGeom prst="line">
                        <a:avLst/>
                      </a:prstGeom>
                      <a:ln w="28575" cap="flat" cmpd="sng">
                        <a:solidFill>
                          <a:srgbClr val="0000FF"/>
                        </a:solidFill>
                        <a:prstDash val="solid"/>
                        <a:round/>
                        <a:headEnd type="none" w="med" len="med"/>
                        <a:tailEnd type="none" w="sm" len="lg"/>
                      </a:ln>
                    </p:spPr>
                  </p:sp>
                  <p:sp>
                    <p:nvSpPr>
                      <p:cNvPr id="22553" name="Line 26"/>
                      <p:cNvSpPr/>
                      <p:nvPr/>
                    </p:nvSpPr>
                    <p:spPr>
                      <a:xfrm rot="1541964">
                        <a:off x="992" y="1956"/>
                        <a:ext cx="0" cy="224"/>
                      </a:xfrm>
                      <a:prstGeom prst="line">
                        <a:avLst/>
                      </a:prstGeom>
                      <a:ln w="28575" cap="flat" cmpd="sng">
                        <a:solidFill>
                          <a:srgbClr val="0000FF"/>
                        </a:solidFill>
                        <a:prstDash val="solid"/>
                        <a:round/>
                        <a:headEnd type="none" w="med" len="med"/>
                        <a:tailEnd type="none" w="sm" len="lg"/>
                      </a:ln>
                    </p:spPr>
                  </p:sp>
                  <p:sp>
                    <p:nvSpPr>
                      <p:cNvPr id="22554" name="Line 27"/>
                      <p:cNvSpPr/>
                      <p:nvPr/>
                    </p:nvSpPr>
                    <p:spPr>
                      <a:xfrm rot="1541964">
                        <a:off x="1174" y="2044"/>
                        <a:ext cx="0" cy="224"/>
                      </a:xfrm>
                      <a:prstGeom prst="line">
                        <a:avLst/>
                      </a:prstGeom>
                      <a:ln w="28575" cap="flat" cmpd="sng">
                        <a:solidFill>
                          <a:srgbClr val="0000FF"/>
                        </a:solidFill>
                        <a:prstDash val="solid"/>
                        <a:round/>
                        <a:headEnd type="none" w="med" len="med"/>
                        <a:tailEnd type="none" w="sm" len="lg"/>
                      </a:ln>
                    </p:spPr>
                  </p:sp>
                  <p:sp>
                    <p:nvSpPr>
                      <p:cNvPr id="22555" name="Oval 28"/>
                      <p:cNvSpPr/>
                      <p:nvPr/>
                    </p:nvSpPr>
                    <p:spPr>
                      <a:xfrm rot="1541964">
                        <a:off x="322" y="1735"/>
                        <a:ext cx="68" cy="5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56" name="Oval 29"/>
                      <p:cNvSpPr/>
                      <p:nvPr/>
                    </p:nvSpPr>
                    <p:spPr>
                      <a:xfrm rot="1541964">
                        <a:off x="504" y="1822"/>
                        <a:ext cx="67" cy="5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57" name="Oval 30"/>
                      <p:cNvSpPr/>
                      <p:nvPr/>
                    </p:nvSpPr>
                    <p:spPr>
                      <a:xfrm rot="1541964">
                        <a:off x="686" y="1910"/>
                        <a:ext cx="67" cy="5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58" name="Oval 31"/>
                      <p:cNvSpPr/>
                      <p:nvPr/>
                    </p:nvSpPr>
                    <p:spPr>
                      <a:xfrm rot="1541964">
                        <a:off x="868" y="1997"/>
                        <a:ext cx="67" cy="5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59" name="Oval 32"/>
                      <p:cNvSpPr/>
                      <p:nvPr/>
                    </p:nvSpPr>
                    <p:spPr>
                      <a:xfrm rot="1541964">
                        <a:off x="1050" y="2085"/>
                        <a:ext cx="67" cy="5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pSp>
                  <p:nvGrpSpPr>
                    <p:cNvPr id="22560" name="Group 33"/>
                    <p:cNvGrpSpPr/>
                    <p:nvPr/>
                  </p:nvGrpSpPr>
                  <p:grpSpPr>
                    <a:xfrm>
                      <a:off x="1392" y="2134"/>
                      <a:ext cx="445" cy="1152"/>
                      <a:chOff x="1392" y="2134"/>
                      <a:chExt cx="445" cy="1152"/>
                    </a:xfrm>
                  </p:grpSpPr>
                  <p:sp>
                    <p:nvSpPr>
                      <p:cNvPr id="22561" name="Line 34"/>
                      <p:cNvSpPr/>
                      <p:nvPr/>
                    </p:nvSpPr>
                    <p:spPr>
                      <a:xfrm rot="3581093">
                        <a:off x="1028" y="2710"/>
                        <a:ext cx="1152" cy="0"/>
                      </a:xfrm>
                      <a:prstGeom prst="line">
                        <a:avLst/>
                      </a:prstGeom>
                      <a:ln w="28575" cap="flat" cmpd="sng">
                        <a:solidFill>
                          <a:srgbClr val="0000FF"/>
                        </a:solidFill>
                        <a:prstDash val="solid"/>
                        <a:round/>
                        <a:headEnd type="none" w="med" len="med"/>
                        <a:tailEnd type="triangle" w="sm" len="lg"/>
                      </a:ln>
                    </p:spPr>
                  </p:sp>
                  <p:sp>
                    <p:nvSpPr>
                      <p:cNvPr id="22562" name="Line 35"/>
                      <p:cNvSpPr/>
                      <p:nvPr/>
                    </p:nvSpPr>
                    <p:spPr>
                      <a:xfrm rot="3581093" flipV="1">
                        <a:off x="1485" y="2445"/>
                        <a:ext cx="0" cy="185"/>
                      </a:xfrm>
                      <a:prstGeom prst="line">
                        <a:avLst/>
                      </a:prstGeom>
                      <a:ln w="28575" cap="flat" cmpd="sng">
                        <a:solidFill>
                          <a:srgbClr val="0000FF"/>
                        </a:solidFill>
                        <a:prstDash val="solid"/>
                        <a:round/>
                        <a:headEnd type="none" w="med" len="med"/>
                        <a:tailEnd type="none" w="sm" len="lg"/>
                      </a:ln>
                    </p:spPr>
                  </p:sp>
                  <p:sp>
                    <p:nvSpPr>
                      <p:cNvPr id="22563" name="Line 36"/>
                      <p:cNvSpPr/>
                      <p:nvPr/>
                    </p:nvSpPr>
                    <p:spPr>
                      <a:xfrm rot="3581093">
                        <a:off x="1538" y="2514"/>
                        <a:ext cx="0" cy="185"/>
                      </a:xfrm>
                      <a:prstGeom prst="line">
                        <a:avLst/>
                      </a:prstGeom>
                      <a:ln w="28575" cap="flat" cmpd="sng">
                        <a:solidFill>
                          <a:srgbClr val="0000FF"/>
                        </a:solidFill>
                        <a:prstDash val="solid"/>
                        <a:round/>
                        <a:headEnd type="none" w="med" len="med"/>
                        <a:tailEnd type="none" w="sm" len="lg"/>
                      </a:ln>
                    </p:spPr>
                  </p:sp>
                  <p:sp>
                    <p:nvSpPr>
                      <p:cNvPr id="22564" name="Line 37"/>
                      <p:cNvSpPr/>
                      <p:nvPr/>
                    </p:nvSpPr>
                    <p:spPr>
                      <a:xfrm rot="3581093">
                        <a:off x="1679" y="2769"/>
                        <a:ext cx="3" cy="198"/>
                      </a:xfrm>
                      <a:prstGeom prst="line">
                        <a:avLst/>
                      </a:prstGeom>
                      <a:ln w="28575" cap="flat" cmpd="sng">
                        <a:solidFill>
                          <a:srgbClr val="0000FF"/>
                        </a:solidFill>
                        <a:prstDash val="solid"/>
                        <a:round/>
                        <a:headEnd type="none" w="med" len="med"/>
                        <a:tailEnd type="none" w="sm" len="lg"/>
                      </a:ln>
                    </p:spPr>
                  </p:sp>
                  <p:sp>
                    <p:nvSpPr>
                      <p:cNvPr id="22565" name="Line 38"/>
                      <p:cNvSpPr/>
                      <p:nvPr/>
                    </p:nvSpPr>
                    <p:spPr>
                      <a:xfrm rot="3581093">
                        <a:off x="1731" y="2862"/>
                        <a:ext cx="19" cy="180"/>
                      </a:xfrm>
                      <a:prstGeom prst="line">
                        <a:avLst/>
                      </a:prstGeom>
                      <a:ln w="28575" cap="flat" cmpd="sng">
                        <a:solidFill>
                          <a:srgbClr val="0000FF"/>
                        </a:solidFill>
                        <a:prstDash val="solid"/>
                        <a:round/>
                        <a:headEnd type="none" w="med" len="med"/>
                        <a:tailEnd type="none" w="sm" len="lg"/>
                      </a:ln>
                    </p:spPr>
                  </p:sp>
                  <p:sp>
                    <p:nvSpPr>
                      <p:cNvPr id="22566" name="Oval 39"/>
                      <p:cNvSpPr/>
                      <p:nvPr/>
                    </p:nvSpPr>
                    <p:spPr>
                      <a:xfrm rot="3581093">
                        <a:off x="1382" y="2378"/>
                        <a:ext cx="67" cy="60"/>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67" name="Oval 40"/>
                      <p:cNvSpPr/>
                      <p:nvPr/>
                    </p:nvSpPr>
                    <p:spPr>
                      <a:xfrm rot="3581093">
                        <a:off x="1574" y="2713"/>
                        <a:ext cx="68" cy="61"/>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sp>
                  <p:nvSpPr>
                    <p:cNvPr id="22568" name="Line 41"/>
                    <p:cNvSpPr/>
                    <p:nvPr/>
                  </p:nvSpPr>
                  <p:spPr>
                    <a:xfrm rot="-1745951">
                      <a:off x="1248" y="1940"/>
                      <a:ext cx="1296" cy="18"/>
                    </a:xfrm>
                    <a:prstGeom prst="line">
                      <a:avLst/>
                    </a:prstGeom>
                    <a:ln w="28575" cap="flat" cmpd="sng">
                      <a:solidFill>
                        <a:srgbClr val="0000FF"/>
                      </a:solidFill>
                      <a:prstDash val="solid"/>
                      <a:round/>
                      <a:headEnd type="none" w="med" len="med"/>
                      <a:tailEnd type="triangle" w="sm" len="lg"/>
                    </a:ln>
                  </p:spPr>
                </p:sp>
                <p:sp>
                  <p:nvSpPr>
                    <p:cNvPr id="22569" name="Oval 42"/>
                    <p:cNvSpPr/>
                    <p:nvPr/>
                  </p:nvSpPr>
                  <p:spPr>
                    <a:xfrm rot="-1745951">
                      <a:off x="1434" y="2145"/>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nvGrpSpPr>
                    <p:cNvPr id="22570" name="Group 43"/>
                    <p:cNvGrpSpPr/>
                    <p:nvPr/>
                  </p:nvGrpSpPr>
                  <p:grpSpPr>
                    <a:xfrm>
                      <a:off x="1600" y="1696"/>
                      <a:ext cx="704" cy="416"/>
                      <a:chOff x="1600" y="1696"/>
                      <a:chExt cx="704" cy="416"/>
                    </a:xfrm>
                  </p:grpSpPr>
                  <p:sp>
                    <p:nvSpPr>
                      <p:cNvPr id="22571" name="Oval 44"/>
                      <p:cNvSpPr/>
                      <p:nvPr/>
                    </p:nvSpPr>
                    <p:spPr>
                      <a:xfrm rot="-1745951">
                        <a:off x="1600" y="2049"/>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72" name="Oval 45"/>
                      <p:cNvSpPr/>
                      <p:nvPr/>
                    </p:nvSpPr>
                    <p:spPr>
                      <a:xfrm rot="-1745951">
                        <a:off x="1768" y="1956"/>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73" name="Oval 46"/>
                      <p:cNvSpPr/>
                      <p:nvPr/>
                    </p:nvSpPr>
                    <p:spPr>
                      <a:xfrm rot="-1745951">
                        <a:off x="1935" y="1862"/>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74" name="Oval 47"/>
                      <p:cNvSpPr/>
                      <p:nvPr/>
                    </p:nvSpPr>
                    <p:spPr>
                      <a:xfrm rot="-1745951">
                        <a:off x="2104" y="1768"/>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75" name="Oval 48"/>
                      <p:cNvSpPr/>
                      <p:nvPr/>
                    </p:nvSpPr>
                    <p:spPr>
                      <a:xfrm rot="-1745951">
                        <a:off x="2240" y="1696"/>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aphicFrame>
                  <p:nvGraphicFramePr>
                    <p:cNvPr id="22576" name="Object 49"/>
                    <p:cNvGraphicFramePr/>
                    <p:nvPr/>
                  </p:nvGraphicFramePr>
                  <p:xfrm>
                    <a:off x="1029" y="1648"/>
                    <a:ext cx="174" cy="364"/>
                  </p:xfrm>
                  <a:graphic>
                    <a:graphicData uri="http://schemas.openxmlformats.org/presentationml/2006/ole">
                      <mc:AlternateContent xmlns:mc="http://schemas.openxmlformats.org/markup-compatibility/2006">
                        <mc:Choice xmlns:v="urn:schemas-microsoft-com:vml" Requires="v">
                          <p:oleObj r:id="rId2" imgW="165100" imgH="329565" progId="Equation.3">
                            <p:embed/>
                          </p:oleObj>
                        </mc:Choice>
                        <mc:Fallback>
                          <p:oleObj r:id="rId2" imgW="165100" imgH="329565" progId="Equation.3">
                            <p:embed/>
                            <p:pic>
                              <p:nvPicPr>
                                <p:cNvPr id="0" name="图片 3103"/>
                                <p:cNvPicPr/>
                                <p:nvPr/>
                              </p:nvPicPr>
                              <p:blipFill>
                                <a:blip r:embed="rId3"/>
                                <a:stretch>
                                  <a:fillRect/>
                                </a:stretch>
                              </p:blipFill>
                              <p:spPr>
                                <a:xfrm>
                                  <a:off x="1029" y="1648"/>
                                  <a:ext cx="174" cy="364"/>
                                </a:xfrm>
                                <a:prstGeom prst="rect">
                                  <a:avLst/>
                                </a:prstGeom>
                                <a:noFill/>
                                <a:ln w="38100">
                                  <a:noFill/>
                                  <a:miter/>
                                </a:ln>
                              </p:spPr>
                            </p:pic>
                          </p:oleObj>
                        </mc:Fallback>
                      </mc:AlternateContent>
                    </a:graphicData>
                  </a:graphic>
                </p:graphicFrame>
                <p:graphicFrame>
                  <p:nvGraphicFramePr>
                    <p:cNvPr id="22577" name="Object 50"/>
                    <p:cNvGraphicFramePr/>
                    <p:nvPr/>
                  </p:nvGraphicFramePr>
                  <p:xfrm>
                    <a:off x="1440" y="1656"/>
                    <a:ext cx="174" cy="364"/>
                  </p:xfrm>
                  <a:graphic>
                    <a:graphicData uri="http://schemas.openxmlformats.org/presentationml/2006/ole">
                      <mc:AlternateContent xmlns:mc="http://schemas.openxmlformats.org/markup-compatibility/2006">
                        <mc:Choice xmlns:v="urn:schemas-microsoft-com:vml" Requires="v">
                          <p:oleObj r:id="rId2" imgW="165100" imgH="329565" progId="Equation.3">
                            <p:embed/>
                          </p:oleObj>
                        </mc:Choice>
                        <mc:Fallback>
                          <p:oleObj r:id="rId2" imgW="165100" imgH="329565" progId="Equation.3">
                            <p:embed/>
                            <p:pic>
                              <p:nvPicPr>
                                <p:cNvPr id="0" name="图片 3102"/>
                                <p:cNvPicPr/>
                                <p:nvPr/>
                              </p:nvPicPr>
                              <p:blipFill>
                                <a:blip r:embed="rId3"/>
                                <a:stretch>
                                  <a:fillRect/>
                                </a:stretch>
                              </p:blipFill>
                              <p:spPr>
                                <a:xfrm>
                                  <a:off x="1440" y="1656"/>
                                  <a:ext cx="174" cy="364"/>
                                </a:xfrm>
                                <a:prstGeom prst="rect">
                                  <a:avLst/>
                                </a:prstGeom>
                                <a:noFill/>
                                <a:ln w="38100">
                                  <a:noFill/>
                                  <a:miter/>
                                </a:ln>
                              </p:spPr>
                            </p:pic>
                          </p:oleObj>
                        </mc:Fallback>
                      </mc:AlternateContent>
                    </a:graphicData>
                  </a:graphic>
                </p:graphicFrame>
                <p:sp>
                  <p:nvSpPr>
                    <p:cNvPr id="22578" name="Arc 51"/>
                    <p:cNvSpPr/>
                    <p:nvPr/>
                  </p:nvSpPr>
                  <p:spPr>
                    <a:xfrm rot="9220608" flipH="1" flipV="1">
                      <a:off x="1104" y="1944"/>
                      <a:ext cx="500" cy="288"/>
                    </a:xfrm>
                    <a:custGeom>
                      <a:avLst/>
                      <a:gdLst/>
                      <a:ahLst/>
                      <a:cxnLst>
                        <a:cxn ang="0">
                          <a:pos x="0" y="4"/>
                        </a:cxn>
                        <a:cxn ang="0">
                          <a:pos x="500" y="288"/>
                        </a:cxn>
                        <a:cxn ang="0">
                          <a:pos x="68" y="288"/>
                        </a:cxn>
                      </a:cxnLst>
                      <a:rect l="0" t="0" r="0" b="0"/>
                      <a:pathLst>
                        <a:path w="24985" h="21600" fill="none">
                          <a:moveTo>
                            <a:pt x="-1" y="266"/>
                          </a:moveTo>
                          <a:cubicBezTo>
                            <a:pt x="1119" y="89"/>
                            <a:pt x="2251" y="-1"/>
                            <a:pt x="3385" y="0"/>
                          </a:cubicBezTo>
                          <a:cubicBezTo>
                            <a:pt x="15314" y="0"/>
                            <a:pt x="24985" y="9670"/>
                            <a:pt x="24985" y="21600"/>
                          </a:cubicBezTo>
                        </a:path>
                        <a:path w="24985" h="21600" stroke="0">
                          <a:moveTo>
                            <a:pt x="-1" y="266"/>
                          </a:moveTo>
                          <a:cubicBezTo>
                            <a:pt x="1119" y="89"/>
                            <a:pt x="2251" y="-1"/>
                            <a:pt x="3385" y="0"/>
                          </a:cubicBezTo>
                          <a:cubicBezTo>
                            <a:pt x="15314" y="0"/>
                            <a:pt x="24985" y="9670"/>
                            <a:pt x="24985" y="21600"/>
                          </a:cubicBezTo>
                          <a:lnTo>
                            <a:pt x="3385" y="21600"/>
                          </a:lnTo>
                          <a:close/>
                        </a:path>
                      </a:pathLst>
                    </a:custGeom>
                    <a:noFill/>
                    <a:ln w="19050" cap="flat" cmpd="sng">
                      <a:solidFill>
                        <a:srgbClr val="FFCC00"/>
                      </a:solidFill>
                      <a:prstDash val="solid"/>
                      <a:round/>
                      <a:headEnd type="none" w="med" len="med"/>
                      <a:tailEnd type="none" w="sm" len="lg"/>
                    </a:ln>
                  </p:spPr>
                  <p:txBody>
                    <a:bodyPr/>
                    <a:lstStyle/>
                    <a:p>
                      <a:endParaRPr lang="zh-CN" altLang="en-US"/>
                    </a:p>
                  </p:txBody>
                </p:sp>
                <p:sp>
                  <p:nvSpPr>
                    <p:cNvPr id="22579" name="Line 52"/>
                    <p:cNvSpPr/>
                    <p:nvPr/>
                  </p:nvSpPr>
                  <p:spPr>
                    <a:xfrm>
                      <a:off x="1344" y="1512"/>
                      <a:ext cx="0" cy="1392"/>
                    </a:xfrm>
                    <a:prstGeom prst="line">
                      <a:avLst/>
                    </a:prstGeom>
                    <a:ln w="19050" cap="flat" cmpd="sng">
                      <a:solidFill>
                        <a:schemeClr val="tx1"/>
                      </a:solidFill>
                      <a:prstDash val="dash"/>
                      <a:round/>
                      <a:headEnd type="none" w="med" len="med"/>
                      <a:tailEnd type="none" w="sm" len="lg"/>
                    </a:ln>
                  </p:spPr>
                </p:sp>
                <p:graphicFrame>
                  <p:nvGraphicFramePr>
                    <p:cNvPr id="22580" name="Object 53"/>
                    <p:cNvGraphicFramePr/>
                    <p:nvPr/>
                  </p:nvGraphicFramePr>
                  <p:xfrm>
                    <a:off x="528" y="1872"/>
                    <a:ext cx="262" cy="387"/>
                  </p:xfrm>
                  <a:graphic>
                    <a:graphicData uri="http://schemas.openxmlformats.org/presentationml/2006/ole">
                      <mc:AlternateContent xmlns:mc="http://schemas.openxmlformats.org/markup-compatibility/2006">
                        <mc:Choice xmlns:v="urn:schemas-microsoft-com:vml" Requires="v">
                          <p:oleObj r:id="rId7" imgW="215900" imgH="316865" progId="Equation.3">
                            <p:embed/>
                          </p:oleObj>
                        </mc:Choice>
                        <mc:Fallback>
                          <p:oleObj r:id="rId7" imgW="215900" imgH="316865" progId="Equation.3">
                            <p:embed/>
                            <p:pic>
                              <p:nvPicPr>
                                <p:cNvPr id="0" name="图片 3104"/>
                                <p:cNvPicPr/>
                                <p:nvPr/>
                              </p:nvPicPr>
                              <p:blipFill>
                                <a:blip r:embed="rId8"/>
                                <a:stretch>
                                  <a:fillRect/>
                                </a:stretch>
                              </p:blipFill>
                              <p:spPr>
                                <a:xfrm>
                                  <a:off x="528" y="1872"/>
                                  <a:ext cx="262" cy="387"/>
                                </a:xfrm>
                                <a:prstGeom prst="rect">
                                  <a:avLst/>
                                </a:prstGeom>
                                <a:noFill/>
                                <a:ln w="38100">
                                  <a:noFill/>
                                  <a:miter/>
                                </a:ln>
                              </p:spPr>
                            </p:pic>
                          </p:oleObj>
                        </mc:Fallback>
                      </mc:AlternateContent>
                    </a:graphicData>
                  </a:graphic>
                </p:graphicFrame>
              </p:grpSp>
            </p:grpSp>
            <p:sp>
              <p:nvSpPr>
                <p:cNvPr id="22581" name="Text Box 54"/>
                <p:cNvSpPr txBox="1"/>
                <p:nvPr/>
              </p:nvSpPr>
              <p:spPr>
                <a:xfrm>
                  <a:off x="3072" y="1969"/>
                  <a:ext cx="246" cy="377"/>
                </a:xfrm>
                <a:prstGeom prst="rect">
                  <a:avLst/>
                </a:prstGeom>
                <a:noFill/>
                <a:ln w="9525">
                  <a:noFill/>
                </a:ln>
              </p:spPr>
              <p:txBody>
                <a:bodyPr wrap="none" anchor="t" anchorCtr="0">
                  <a:spAutoFit/>
                </a:bodyPr>
                <a:lstStyle/>
                <a:p>
                  <a:pPr>
                    <a:spcBef>
                      <a:spcPct val="50000"/>
                    </a:spcBef>
                  </a:pPr>
                  <a:r>
                    <a:rPr lang="en-US" altLang="zh-CN" b="1" dirty="0">
                      <a:solidFill>
                        <a:srgbClr val="000000"/>
                      </a:solidFill>
                      <a:latin typeface="Times New Roman" panose="02020603050405020304" pitchFamily="18" charset="0"/>
                      <a:ea typeface="宋体" panose="02010600030101010101" pitchFamily="2" charset="-122"/>
                    </a:rPr>
                    <a:t>1</a:t>
                  </a:r>
                </a:p>
              </p:txBody>
            </p:sp>
          </p:grpSp>
          <p:sp>
            <p:nvSpPr>
              <p:cNvPr id="22582" name="Text Box 55"/>
              <p:cNvSpPr txBox="1"/>
              <p:nvPr/>
            </p:nvSpPr>
            <p:spPr>
              <a:xfrm>
                <a:off x="3024" y="1297"/>
                <a:ext cx="816" cy="428"/>
              </a:xfrm>
              <a:prstGeom prst="rect">
                <a:avLst/>
              </a:prstGeom>
              <a:noFill/>
              <a:ln w="9525">
                <a:noFill/>
              </a:ln>
            </p:spPr>
            <p:txBody>
              <a:bodyPr anchor="t" anchorCtr="0">
                <a:spAutoFit/>
              </a:bodyPr>
              <a:lstStyle/>
              <a:p>
                <a:pPr>
                  <a:spcBef>
                    <a:spcPct val="50000"/>
                  </a:spcBef>
                </a:pPr>
                <a:r>
                  <a:rPr lang="zh-CN" altLang="en-US" sz="2800" b="1" dirty="0">
                    <a:solidFill>
                      <a:srgbClr val="1C1C1C"/>
                    </a:solidFill>
                    <a:latin typeface="Times New Roman" panose="02020603050405020304" pitchFamily="18" charset="0"/>
                    <a:ea typeface="楷体_GB2312" pitchFamily="1" charset="-122"/>
                  </a:rPr>
                  <a:t>空气</a:t>
                </a:r>
              </a:p>
            </p:txBody>
          </p:sp>
        </p:grpSp>
        <p:grpSp>
          <p:nvGrpSpPr>
            <p:cNvPr id="22583" name="Group 56"/>
            <p:cNvGrpSpPr/>
            <p:nvPr/>
          </p:nvGrpSpPr>
          <p:grpSpPr>
            <a:xfrm>
              <a:off x="1812" y="1209"/>
              <a:ext cx="1179" cy="1196"/>
              <a:chOff x="1800" y="2178"/>
              <a:chExt cx="1368" cy="1568"/>
            </a:xfrm>
          </p:grpSpPr>
          <p:sp>
            <p:nvSpPr>
              <p:cNvPr id="22584" name="Line 57"/>
              <p:cNvSpPr/>
              <p:nvPr/>
            </p:nvSpPr>
            <p:spPr>
              <a:xfrm>
                <a:off x="1872" y="2592"/>
                <a:ext cx="0" cy="1154"/>
              </a:xfrm>
              <a:prstGeom prst="line">
                <a:avLst/>
              </a:prstGeom>
              <a:ln w="19050" cap="flat" cmpd="sng">
                <a:solidFill>
                  <a:srgbClr val="0000FF"/>
                </a:solidFill>
                <a:prstDash val="dash"/>
                <a:round/>
                <a:headEnd type="none" w="med" len="med"/>
                <a:tailEnd type="none" w="sm" len="lg"/>
              </a:ln>
            </p:spPr>
          </p:sp>
          <p:grpSp>
            <p:nvGrpSpPr>
              <p:cNvPr id="22585" name="Group 58"/>
              <p:cNvGrpSpPr/>
              <p:nvPr/>
            </p:nvGrpSpPr>
            <p:grpSpPr>
              <a:xfrm>
                <a:off x="1922" y="2178"/>
                <a:ext cx="296" cy="1093"/>
                <a:chOff x="1922" y="2178"/>
                <a:chExt cx="296" cy="1093"/>
              </a:xfrm>
            </p:grpSpPr>
            <p:sp>
              <p:nvSpPr>
                <p:cNvPr id="22586" name="Line 59"/>
                <p:cNvSpPr/>
                <p:nvPr/>
              </p:nvSpPr>
              <p:spPr>
                <a:xfrm rot="-3885590" flipH="1">
                  <a:off x="1552" y="2710"/>
                  <a:ext cx="1093" cy="17"/>
                </a:xfrm>
                <a:prstGeom prst="line">
                  <a:avLst/>
                </a:prstGeom>
                <a:ln w="28575" cap="flat" cmpd="sng">
                  <a:solidFill>
                    <a:srgbClr val="FF3300"/>
                  </a:solidFill>
                  <a:prstDash val="solid"/>
                  <a:round/>
                  <a:headEnd type="triangle" w="sm" len="lg"/>
                  <a:tailEnd type="none" w="med" len="med"/>
                </a:ln>
              </p:spPr>
            </p:sp>
            <p:sp>
              <p:nvSpPr>
                <p:cNvPr id="22587" name="Oval 60"/>
                <p:cNvSpPr/>
                <p:nvPr/>
              </p:nvSpPr>
              <p:spPr>
                <a:xfrm rot="-3885590">
                  <a:off x="1911" y="3015"/>
                  <a:ext cx="55" cy="4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88" name="Oval 61"/>
                <p:cNvSpPr/>
                <p:nvPr/>
              </p:nvSpPr>
              <p:spPr>
                <a:xfrm rot="-3885590">
                  <a:off x="1984" y="2871"/>
                  <a:ext cx="55" cy="4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89" name="Oval 62"/>
                <p:cNvSpPr/>
                <p:nvPr/>
              </p:nvSpPr>
              <p:spPr>
                <a:xfrm rot="-3885590">
                  <a:off x="2062" y="2734"/>
                  <a:ext cx="54" cy="4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90" name="Oval 63"/>
                <p:cNvSpPr/>
                <p:nvPr/>
              </p:nvSpPr>
              <p:spPr>
                <a:xfrm rot="-3885590">
                  <a:off x="2103" y="2590"/>
                  <a:ext cx="55" cy="4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91" name="Oval 64"/>
                <p:cNvSpPr/>
                <p:nvPr/>
              </p:nvSpPr>
              <p:spPr>
                <a:xfrm rot="-3885590">
                  <a:off x="2161" y="2446"/>
                  <a:ext cx="55" cy="4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sp>
            <p:nvSpPr>
              <p:cNvPr id="22592" name="Line 65"/>
              <p:cNvSpPr/>
              <p:nvPr/>
            </p:nvSpPr>
            <p:spPr>
              <a:xfrm rot="1541964">
                <a:off x="1800" y="3504"/>
                <a:ext cx="1368" cy="0"/>
              </a:xfrm>
              <a:prstGeom prst="line">
                <a:avLst/>
              </a:prstGeom>
              <a:ln w="28575" cap="flat" cmpd="sng">
                <a:solidFill>
                  <a:srgbClr val="0000FF"/>
                </a:solidFill>
                <a:prstDash val="solid"/>
                <a:round/>
                <a:headEnd type="none" w="med" len="med"/>
                <a:tailEnd type="triangle" w="sm" len="lg"/>
              </a:ln>
            </p:spPr>
          </p:sp>
          <p:sp>
            <p:nvSpPr>
              <p:cNvPr id="22593" name="Line 66"/>
              <p:cNvSpPr/>
              <p:nvPr/>
            </p:nvSpPr>
            <p:spPr>
              <a:xfrm rot="1541964">
                <a:off x="2134" y="3227"/>
                <a:ext cx="0" cy="215"/>
              </a:xfrm>
              <a:prstGeom prst="line">
                <a:avLst/>
              </a:prstGeom>
              <a:ln w="28575" cap="flat" cmpd="sng">
                <a:solidFill>
                  <a:srgbClr val="0000FF"/>
                </a:solidFill>
                <a:prstDash val="solid"/>
                <a:round/>
                <a:headEnd type="none" w="med" len="med"/>
                <a:tailEnd type="none" w="sm" len="lg"/>
              </a:ln>
            </p:spPr>
          </p:sp>
          <p:sp>
            <p:nvSpPr>
              <p:cNvPr id="22594" name="Line 67"/>
              <p:cNvSpPr/>
              <p:nvPr/>
            </p:nvSpPr>
            <p:spPr>
              <a:xfrm rot="1541964">
                <a:off x="2334" y="3311"/>
                <a:ext cx="0" cy="216"/>
              </a:xfrm>
              <a:prstGeom prst="line">
                <a:avLst/>
              </a:prstGeom>
              <a:ln w="28575" cap="flat" cmpd="sng">
                <a:solidFill>
                  <a:srgbClr val="0000FF"/>
                </a:solidFill>
                <a:prstDash val="solid"/>
                <a:round/>
                <a:headEnd type="none" w="med" len="med"/>
                <a:tailEnd type="none" w="sm" len="lg"/>
              </a:ln>
            </p:spPr>
          </p:sp>
          <p:sp>
            <p:nvSpPr>
              <p:cNvPr id="22595" name="Line 68"/>
              <p:cNvSpPr/>
              <p:nvPr/>
            </p:nvSpPr>
            <p:spPr>
              <a:xfrm rot="1541964">
                <a:off x="2534" y="3395"/>
                <a:ext cx="0" cy="215"/>
              </a:xfrm>
              <a:prstGeom prst="line">
                <a:avLst/>
              </a:prstGeom>
              <a:ln w="28575" cap="flat" cmpd="sng">
                <a:solidFill>
                  <a:srgbClr val="0000FF"/>
                </a:solidFill>
                <a:prstDash val="solid"/>
                <a:round/>
                <a:headEnd type="none" w="med" len="med"/>
                <a:tailEnd type="none" w="sm" len="lg"/>
              </a:ln>
            </p:spPr>
          </p:sp>
          <p:sp>
            <p:nvSpPr>
              <p:cNvPr id="22596" name="Line 69"/>
              <p:cNvSpPr/>
              <p:nvPr/>
            </p:nvSpPr>
            <p:spPr>
              <a:xfrm rot="1541964">
                <a:off x="2733" y="3479"/>
                <a:ext cx="0" cy="215"/>
              </a:xfrm>
              <a:prstGeom prst="line">
                <a:avLst/>
              </a:prstGeom>
              <a:ln w="28575" cap="flat" cmpd="sng">
                <a:solidFill>
                  <a:srgbClr val="0000FF"/>
                </a:solidFill>
                <a:prstDash val="solid"/>
                <a:round/>
                <a:headEnd type="none" w="med" len="med"/>
                <a:tailEnd type="none" w="sm" len="lg"/>
              </a:ln>
            </p:spPr>
          </p:sp>
          <p:sp>
            <p:nvSpPr>
              <p:cNvPr id="22597" name="Oval 70"/>
              <p:cNvSpPr/>
              <p:nvPr/>
            </p:nvSpPr>
            <p:spPr>
              <a:xfrm rot="1541964">
                <a:off x="1996" y="3266"/>
                <a:ext cx="75" cy="54"/>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98" name="Oval 71"/>
              <p:cNvSpPr/>
              <p:nvPr/>
            </p:nvSpPr>
            <p:spPr>
              <a:xfrm rot="1541964">
                <a:off x="2397" y="3450"/>
                <a:ext cx="73" cy="54"/>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599" name="Oval 72"/>
              <p:cNvSpPr/>
              <p:nvPr/>
            </p:nvSpPr>
            <p:spPr>
              <a:xfrm rot="1541964">
                <a:off x="2797" y="3642"/>
                <a:ext cx="74" cy="54"/>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600" name="Line 73"/>
              <p:cNvSpPr/>
              <p:nvPr/>
            </p:nvSpPr>
            <p:spPr>
              <a:xfrm rot="1541964">
                <a:off x="2223" y="3282"/>
                <a:ext cx="0" cy="216"/>
              </a:xfrm>
              <a:prstGeom prst="line">
                <a:avLst/>
              </a:prstGeom>
              <a:ln w="28575" cap="flat" cmpd="sng">
                <a:solidFill>
                  <a:srgbClr val="0000FF"/>
                </a:solidFill>
                <a:prstDash val="solid"/>
                <a:round/>
                <a:headEnd type="none" w="med" len="med"/>
                <a:tailEnd type="none" w="sm" len="lg"/>
              </a:ln>
            </p:spPr>
          </p:sp>
          <p:sp>
            <p:nvSpPr>
              <p:cNvPr id="22601" name="Line 74"/>
              <p:cNvSpPr/>
              <p:nvPr/>
            </p:nvSpPr>
            <p:spPr>
              <a:xfrm rot="1541964">
                <a:off x="2633" y="3464"/>
                <a:ext cx="0" cy="169"/>
              </a:xfrm>
              <a:prstGeom prst="line">
                <a:avLst/>
              </a:prstGeom>
              <a:ln w="28575" cap="flat" cmpd="sng">
                <a:solidFill>
                  <a:srgbClr val="0000FF"/>
                </a:solidFill>
                <a:prstDash val="solid"/>
                <a:round/>
                <a:headEnd type="none" w="med" len="med"/>
                <a:tailEnd type="none" w="sm" len="lg"/>
              </a:ln>
            </p:spPr>
          </p:sp>
        </p:grpSp>
        <p:grpSp>
          <p:nvGrpSpPr>
            <p:cNvPr id="22602" name="Group 75"/>
            <p:cNvGrpSpPr/>
            <p:nvPr/>
          </p:nvGrpSpPr>
          <p:grpSpPr>
            <a:xfrm>
              <a:off x="2110" y="821"/>
              <a:ext cx="1117" cy="922"/>
              <a:chOff x="2592" y="1152"/>
              <a:chExt cx="1296" cy="1210"/>
            </a:xfrm>
          </p:grpSpPr>
          <p:grpSp>
            <p:nvGrpSpPr>
              <p:cNvPr id="22603" name="Group 76"/>
              <p:cNvGrpSpPr/>
              <p:nvPr/>
            </p:nvGrpSpPr>
            <p:grpSpPr>
              <a:xfrm>
                <a:off x="2592" y="1152"/>
                <a:ext cx="1296" cy="509"/>
                <a:chOff x="2880" y="1055"/>
                <a:chExt cx="1296" cy="509"/>
              </a:xfrm>
            </p:grpSpPr>
            <p:sp>
              <p:nvSpPr>
                <p:cNvPr id="22604" name="Line 77"/>
                <p:cNvSpPr/>
                <p:nvPr/>
              </p:nvSpPr>
              <p:spPr>
                <a:xfrm rot="-1745951">
                  <a:off x="2880" y="1296"/>
                  <a:ext cx="1296" cy="18"/>
                </a:xfrm>
                <a:prstGeom prst="line">
                  <a:avLst/>
                </a:prstGeom>
                <a:ln w="28575" cap="flat" cmpd="sng">
                  <a:solidFill>
                    <a:srgbClr val="0000FF"/>
                  </a:solidFill>
                  <a:prstDash val="solid"/>
                  <a:round/>
                  <a:headEnd type="none" w="sm" len="lg"/>
                  <a:tailEnd type="triangle" w="sm" len="lg"/>
                </a:ln>
              </p:spPr>
            </p:sp>
            <p:sp>
              <p:nvSpPr>
                <p:cNvPr id="22605" name="Oval 78"/>
                <p:cNvSpPr/>
                <p:nvPr/>
              </p:nvSpPr>
              <p:spPr>
                <a:xfrm rot="-1745951">
                  <a:off x="3066" y="1501"/>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606" name="Oval 79"/>
                <p:cNvSpPr/>
                <p:nvPr/>
              </p:nvSpPr>
              <p:spPr>
                <a:xfrm rot="-1745951">
                  <a:off x="3235" y="1408"/>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607" name="Oval 80"/>
                <p:cNvSpPr/>
                <p:nvPr/>
              </p:nvSpPr>
              <p:spPr>
                <a:xfrm rot="-1745951">
                  <a:off x="3403" y="1315"/>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608" name="Oval 81"/>
                <p:cNvSpPr/>
                <p:nvPr/>
              </p:nvSpPr>
              <p:spPr>
                <a:xfrm rot="-1745951">
                  <a:off x="3570" y="1221"/>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609" name="Oval 82"/>
                <p:cNvSpPr/>
                <p:nvPr/>
              </p:nvSpPr>
              <p:spPr>
                <a:xfrm rot="-1745951">
                  <a:off x="3739" y="1127"/>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610" name="Oval 83"/>
                <p:cNvSpPr/>
                <p:nvPr/>
              </p:nvSpPr>
              <p:spPr>
                <a:xfrm rot="-1745951">
                  <a:off x="3875" y="1055"/>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pSp>
            <p:nvGrpSpPr>
              <p:cNvPr id="22611" name="Group 84"/>
              <p:cNvGrpSpPr/>
              <p:nvPr/>
            </p:nvGrpSpPr>
            <p:grpSpPr>
              <a:xfrm rot="83576">
                <a:off x="2736" y="1632"/>
                <a:ext cx="277" cy="730"/>
                <a:chOff x="4149" y="1421"/>
                <a:chExt cx="277" cy="730"/>
              </a:xfrm>
            </p:grpSpPr>
            <p:sp>
              <p:nvSpPr>
                <p:cNvPr id="22612" name="Line 85"/>
                <p:cNvSpPr/>
                <p:nvPr/>
              </p:nvSpPr>
              <p:spPr>
                <a:xfrm rot="3361829" flipH="1">
                  <a:off x="3926" y="1774"/>
                  <a:ext cx="730" cy="11"/>
                </a:xfrm>
                <a:prstGeom prst="line">
                  <a:avLst/>
                </a:prstGeom>
                <a:ln w="28575" cap="flat" cmpd="sng">
                  <a:solidFill>
                    <a:srgbClr val="0000FF"/>
                  </a:solidFill>
                  <a:prstDash val="solid"/>
                  <a:round/>
                  <a:headEnd type="triangle" w="sm" len="lg"/>
                  <a:tailEnd type="none" w="sm" len="lg"/>
                </a:ln>
              </p:spPr>
            </p:sp>
            <p:sp>
              <p:nvSpPr>
                <p:cNvPr id="22613" name="Oval 86"/>
                <p:cNvSpPr/>
                <p:nvPr/>
              </p:nvSpPr>
              <p:spPr>
                <a:xfrm rot="3361829">
                  <a:off x="4142" y="1583"/>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614" name="Oval 87"/>
                <p:cNvSpPr/>
                <p:nvPr/>
              </p:nvSpPr>
              <p:spPr>
                <a:xfrm rot="3361829">
                  <a:off x="4249" y="1743"/>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2615" name="Oval 88"/>
                <p:cNvSpPr/>
                <p:nvPr/>
              </p:nvSpPr>
              <p:spPr>
                <a:xfrm rot="3361829">
                  <a:off x="4356" y="1903"/>
                  <a:ext cx="64" cy="63"/>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pSp>
        <p:grpSp>
          <p:nvGrpSpPr>
            <p:cNvPr id="22616" name="Group 89"/>
            <p:cNvGrpSpPr/>
            <p:nvPr/>
          </p:nvGrpSpPr>
          <p:grpSpPr>
            <a:xfrm>
              <a:off x="1411" y="1416"/>
              <a:ext cx="207" cy="385"/>
              <a:chOff x="1344" y="2400"/>
              <a:chExt cx="240" cy="504"/>
            </a:xfrm>
          </p:grpSpPr>
          <p:sp>
            <p:nvSpPr>
              <p:cNvPr id="22617" name="Arc 90"/>
              <p:cNvSpPr/>
              <p:nvPr/>
            </p:nvSpPr>
            <p:spPr>
              <a:xfrm rot="-8332883" flipH="1">
                <a:off x="1375" y="2400"/>
                <a:ext cx="61" cy="191"/>
              </a:xfrm>
              <a:custGeom>
                <a:avLst/>
                <a:gdLst/>
                <a:ahLst/>
                <a:cxnLst>
                  <a:cxn ang="0">
                    <a:pos x="0" y="0"/>
                  </a:cxn>
                  <a:cxn ang="0">
                    <a:pos x="61" y="165"/>
                  </a:cxn>
                  <a:cxn ang="0">
                    <a:pos x="0" y="191"/>
                  </a:cxn>
                </a:cxnLst>
                <a:rect l="0" t="0" r="0" b="0"/>
                <a:pathLst>
                  <a:path w="21399" h="21600" fill="none">
                    <a:moveTo>
                      <a:pt x="-1" y="0"/>
                    </a:moveTo>
                    <a:cubicBezTo>
                      <a:pt x="10792" y="0"/>
                      <a:pt x="19928" y="7966"/>
                      <a:pt x="21398" y="18658"/>
                    </a:cubicBezTo>
                  </a:path>
                  <a:path w="21399" h="21600" stroke="0">
                    <a:moveTo>
                      <a:pt x="-1" y="0"/>
                    </a:moveTo>
                    <a:cubicBezTo>
                      <a:pt x="10792" y="0"/>
                      <a:pt x="19928" y="7966"/>
                      <a:pt x="21398" y="18658"/>
                    </a:cubicBezTo>
                    <a:lnTo>
                      <a:pt x="0" y="21600"/>
                    </a:lnTo>
                    <a:close/>
                  </a:path>
                </a:pathLst>
              </a:custGeom>
              <a:noFill/>
              <a:ln w="28575" cap="flat" cmpd="sng">
                <a:solidFill>
                  <a:srgbClr val="FF3399"/>
                </a:solidFill>
                <a:prstDash val="solid"/>
                <a:round/>
                <a:headEnd type="none" w="med" len="med"/>
                <a:tailEnd type="none" w="sm" len="lg"/>
              </a:ln>
            </p:spPr>
            <p:txBody>
              <a:bodyPr/>
              <a:lstStyle/>
              <a:p>
                <a:endParaRPr lang="zh-CN" altLang="en-US"/>
              </a:p>
            </p:txBody>
          </p:sp>
          <p:graphicFrame>
            <p:nvGraphicFramePr>
              <p:cNvPr id="22618" name="Object 91"/>
              <p:cNvGraphicFramePr/>
              <p:nvPr/>
            </p:nvGraphicFramePr>
            <p:xfrm>
              <a:off x="1344" y="2593"/>
              <a:ext cx="240" cy="311"/>
            </p:xfrm>
            <a:graphic>
              <a:graphicData uri="http://schemas.openxmlformats.org/presentationml/2006/ole">
                <mc:AlternateContent xmlns:mc="http://schemas.openxmlformats.org/markup-compatibility/2006">
                  <mc:Choice xmlns:v="urn:schemas-microsoft-com:vml" Requires="v">
                    <p:oleObj r:id="rId9" imgW="177800" imgH="240665" progId="Equation.3">
                      <p:embed/>
                    </p:oleObj>
                  </mc:Choice>
                  <mc:Fallback>
                    <p:oleObj r:id="rId9" imgW="177800" imgH="240665" progId="Equation.3">
                      <p:embed/>
                      <p:pic>
                        <p:nvPicPr>
                          <p:cNvPr id="0" name="图片 3088"/>
                          <p:cNvPicPr/>
                          <p:nvPr/>
                        </p:nvPicPr>
                        <p:blipFill>
                          <a:blip r:embed="rId10"/>
                          <a:stretch>
                            <a:fillRect/>
                          </a:stretch>
                        </p:blipFill>
                        <p:spPr>
                          <a:xfrm>
                            <a:off x="1344" y="2593"/>
                            <a:ext cx="240" cy="311"/>
                          </a:xfrm>
                          <a:prstGeom prst="rect">
                            <a:avLst/>
                          </a:prstGeom>
                          <a:noFill/>
                          <a:ln w="38100">
                            <a:noFill/>
                            <a:miter/>
                          </a:ln>
                        </p:spPr>
                      </p:pic>
                    </p:oleObj>
                  </mc:Fallback>
                </mc:AlternateContent>
              </a:graphicData>
            </a:graphic>
          </p:graphicFrame>
        </p:grpSp>
      </p:grpSp>
      <p:graphicFrame>
        <p:nvGraphicFramePr>
          <p:cNvPr id="243804" name="Object 92"/>
          <p:cNvGraphicFramePr/>
          <p:nvPr/>
        </p:nvGraphicFramePr>
        <p:xfrm>
          <a:off x="2057400" y="1835150"/>
          <a:ext cx="1403350" cy="876300"/>
        </p:xfrm>
        <a:graphic>
          <a:graphicData uri="http://schemas.openxmlformats.org/presentationml/2006/ole">
            <mc:AlternateContent xmlns:mc="http://schemas.openxmlformats.org/markup-compatibility/2006">
              <mc:Choice xmlns:v="urn:schemas-microsoft-com:vml" Requires="v">
                <p:oleObj r:id="rId11" imgW="1091565" imgH="673100" progId="Equation.3">
                  <p:embed/>
                </p:oleObj>
              </mc:Choice>
              <mc:Fallback>
                <p:oleObj r:id="rId11" imgW="1091565" imgH="673100" progId="Equation.3">
                  <p:embed/>
                  <p:pic>
                    <p:nvPicPr>
                      <p:cNvPr id="0" name="图片 3089"/>
                      <p:cNvPicPr/>
                      <p:nvPr/>
                    </p:nvPicPr>
                    <p:blipFill>
                      <a:blip r:embed="rId12"/>
                      <a:stretch>
                        <a:fillRect/>
                      </a:stretch>
                    </p:blipFill>
                    <p:spPr>
                      <a:xfrm>
                        <a:off x="2057400" y="1835150"/>
                        <a:ext cx="1403350" cy="876300"/>
                      </a:xfrm>
                      <a:prstGeom prst="rect">
                        <a:avLst/>
                      </a:prstGeom>
                      <a:noFill/>
                      <a:ln w="38100">
                        <a:noFill/>
                        <a:miter/>
                      </a:ln>
                    </p:spPr>
                  </p:pic>
                </p:oleObj>
              </mc:Fallback>
            </mc:AlternateContent>
          </a:graphicData>
        </a:graphic>
      </p:graphicFrame>
      <p:graphicFrame>
        <p:nvGraphicFramePr>
          <p:cNvPr id="243805" name="Object 93"/>
          <p:cNvGraphicFramePr/>
          <p:nvPr/>
        </p:nvGraphicFramePr>
        <p:xfrm>
          <a:off x="844550" y="4387850"/>
          <a:ext cx="4197350" cy="950913"/>
        </p:xfrm>
        <a:graphic>
          <a:graphicData uri="http://schemas.openxmlformats.org/presentationml/2006/ole">
            <mc:AlternateContent xmlns:mc="http://schemas.openxmlformats.org/markup-compatibility/2006">
              <mc:Choice xmlns:v="urn:schemas-microsoft-com:vml" Requires="v">
                <p:oleObj r:id="rId13" imgW="2501900" imgH="558800" progId="Equation.DSMT4">
                  <p:embed/>
                </p:oleObj>
              </mc:Choice>
              <mc:Fallback>
                <p:oleObj r:id="rId13" imgW="2501900" imgH="558800" progId="Equation.DSMT4">
                  <p:embed/>
                  <p:pic>
                    <p:nvPicPr>
                      <p:cNvPr id="0" name="图片 3090"/>
                      <p:cNvPicPr/>
                      <p:nvPr/>
                    </p:nvPicPr>
                    <p:blipFill>
                      <a:blip r:embed="rId14"/>
                      <a:stretch>
                        <a:fillRect/>
                      </a:stretch>
                    </p:blipFill>
                    <p:spPr>
                      <a:xfrm>
                        <a:off x="844550" y="4387850"/>
                        <a:ext cx="4197350" cy="950913"/>
                      </a:xfrm>
                      <a:prstGeom prst="rect">
                        <a:avLst/>
                      </a:prstGeom>
                      <a:noFill/>
                      <a:ln w="38100">
                        <a:noFill/>
                        <a:miter/>
                      </a:ln>
                    </p:spPr>
                  </p:pic>
                </p:oleObj>
              </mc:Fallback>
            </mc:AlternateContent>
          </a:graphicData>
        </a:graphic>
      </p:graphicFrame>
      <p:sp>
        <p:nvSpPr>
          <p:cNvPr id="243806" name="Text Box 94"/>
          <p:cNvSpPr txBox="1"/>
          <p:nvPr/>
        </p:nvSpPr>
        <p:spPr>
          <a:xfrm>
            <a:off x="428625" y="1976438"/>
            <a:ext cx="1566863" cy="457200"/>
          </a:xfrm>
          <a:prstGeom prst="rect">
            <a:avLst/>
          </a:prstGeom>
          <a:noFill/>
          <a:ln w="9525">
            <a:noFill/>
          </a:ln>
        </p:spPr>
        <p:txBody>
          <a:bodyPr anchor="t" anchorCtr="0">
            <a:spAutoFit/>
          </a:bodyPr>
          <a:lstStyle/>
          <a:p>
            <a:pPr>
              <a:spcBef>
                <a:spcPct val="50000"/>
              </a:spcBef>
            </a:pPr>
            <a:r>
              <a:rPr lang="zh-CN" altLang="en-US" b="1" dirty="0">
                <a:latin typeface="Arial" panose="020B0604020202020204" pitchFamily="34" charset="0"/>
                <a:ea typeface="楷体_GB2312" pitchFamily="1" charset="-122"/>
              </a:rPr>
              <a:t>在上表面</a:t>
            </a:r>
            <a:r>
              <a:rPr lang="en-US" altLang="zh-CN" b="1" dirty="0">
                <a:latin typeface="Arial" panose="020B0604020202020204" pitchFamily="34" charset="0"/>
                <a:ea typeface="楷体_GB2312" pitchFamily="1" charset="-122"/>
              </a:rPr>
              <a:t>:</a:t>
            </a:r>
          </a:p>
        </p:txBody>
      </p:sp>
      <p:sp>
        <p:nvSpPr>
          <p:cNvPr id="243807" name="Text Box 95"/>
          <p:cNvSpPr txBox="1"/>
          <p:nvPr/>
        </p:nvSpPr>
        <p:spPr>
          <a:xfrm>
            <a:off x="468313" y="3751263"/>
            <a:ext cx="1730375" cy="457200"/>
          </a:xfrm>
          <a:prstGeom prst="rect">
            <a:avLst/>
          </a:prstGeom>
          <a:noFill/>
          <a:ln w="9525">
            <a:noFill/>
          </a:ln>
        </p:spPr>
        <p:txBody>
          <a:bodyPr anchor="t" anchorCtr="0">
            <a:spAutoFit/>
          </a:bodyPr>
          <a:lstStyle/>
          <a:p>
            <a:pPr>
              <a:spcBef>
                <a:spcPct val="50000"/>
              </a:spcBef>
            </a:pPr>
            <a:r>
              <a:rPr lang="zh-CN" altLang="en-US" b="1" dirty="0">
                <a:latin typeface="Arial" panose="020B0604020202020204" pitchFamily="34" charset="0"/>
                <a:ea typeface="楷体_GB2312" pitchFamily="1" charset="-122"/>
              </a:rPr>
              <a:t>在下表面</a:t>
            </a:r>
            <a:r>
              <a:rPr lang="en-US" altLang="zh-CN" b="1" dirty="0">
                <a:latin typeface="Arial" panose="020B0604020202020204" pitchFamily="34" charset="0"/>
                <a:ea typeface="楷体_GB2312" pitchFamily="1" charset="-122"/>
              </a:rPr>
              <a:t>:</a:t>
            </a:r>
          </a:p>
        </p:txBody>
      </p:sp>
      <p:sp>
        <p:nvSpPr>
          <p:cNvPr id="243808" name="Text Box 96"/>
          <p:cNvSpPr txBox="1"/>
          <p:nvPr/>
        </p:nvSpPr>
        <p:spPr>
          <a:xfrm>
            <a:off x="560388" y="5629275"/>
            <a:ext cx="8077200" cy="519113"/>
          </a:xfrm>
          <a:prstGeom prst="rect">
            <a:avLst/>
          </a:prstGeom>
          <a:noFill/>
          <a:ln w="9525">
            <a:noFill/>
          </a:ln>
        </p:spPr>
        <p:txBody>
          <a:bodyPr anchor="t" anchorCtr="0">
            <a:spAutoFit/>
          </a:bodyPr>
          <a:lstStyle/>
          <a:p>
            <a:pPr>
              <a:spcBef>
                <a:spcPct val="50000"/>
              </a:spcBef>
            </a:pPr>
            <a:r>
              <a:rPr lang="zh-CN" altLang="en-US" sz="2800" b="1" dirty="0">
                <a:latin typeface="Arial" panose="020B0604020202020204" pitchFamily="34" charset="0"/>
                <a:ea typeface="楷体_GB2312" pitchFamily="1" charset="-122"/>
              </a:rPr>
              <a:t>满足布儒斯特定律，下表面反射光也是</a:t>
            </a:r>
            <a:r>
              <a:rPr lang="zh-CN" altLang="en-US" sz="2800" b="1" dirty="0">
                <a:solidFill>
                  <a:schemeClr val="accent2"/>
                </a:solidFill>
                <a:latin typeface="Arial" panose="020B0604020202020204" pitchFamily="34" charset="0"/>
                <a:ea typeface="楷体_GB2312" pitchFamily="1" charset="-122"/>
              </a:rPr>
              <a:t>线偏振光</a:t>
            </a:r>
            <a:r>
              <a:rPr lang="zh-CN" altLang="en-US" sz="2800" b="1" dirty="0">
                <a:latin typeface="Arial" panose="020B0604020202020204" pitchFamily="34" charset="0"/>
                <a:ea typeface="楷体_GB2312" pitchFamily="1" charset="-122"/>
              </a:rPr>
              <a:t>。</a:t>
            </a:r>
          </a:p>
        </p:txBody>
      </p:sp>
      <p:sp>
        <p:nvSpPr>
          <p:cNvPr id="243809" name="Rectangle 97"/>
          <p:cNvSpPr/>
          <p:nvPr/>
        </p:nvSpPr>
        <p:spPr>
          <a:xfrm>
            <a:off x="620713" y="2886075"/>
            <a:ext cx="3205162" cy="457200"/>
          </a:xfrm>
          <a:prstGeom prst="rect">
            <a:avLst/>
          </a:prstGeom>
          <a:noFill/>
          <a:ln w="9525">
            <a:noFill/>
          </a:ln>
        </p:spPr>
        <p:txBody>
          <a:bodyPr anchor="t" anchorCtr="0">
            <a:spAutoFit/>
          </a:bodyPr>
          <a:lstStyle/>
          <a:p>
            <a:r>
              <a:rPr lang="zh-CN" altLang="en-US" b="1" dirty="0">
                <a:latin typeface="Arial" panose="020B0604020202020204" pitchFamily="34" charset="0"/>
                <a:ea typeface="楷体_GB2312" pitchFamily="1" charset="-122"/>
              </a:rPr>
              <a:t>反射光为线偏振光。</a:t>
            </a:r>
          </a:p>
        </p:txBody>
      </p:sp>
      <p:sp>
        <p:nvSpPr>
          <p:cNvPr id="243810" name="AutoShape 98"/>
          <p:cNvSpPr/>
          <p:nvPr/>
        </p:nvSpPr>
        <p:spPr>
          <a:xfrm rot="10800000">
            <a:off x="8604250" y="6380163"/>
            <a:ext cx="287338" cy="431800"/>
          </a:xfrm>
          <a:custGeom>
            <a:avLst/>
            <a:gdLst/>
            <a:ahLst/>
            <a:cxnLst>
              <a:cxn ang="17694720">
                <a:pos x="201216" y="0"/>
              </a:cxn>
              <a:cxn ang="5898240">
                <a:pos x="201216" y="243047"/>
              </a:cxn>
              <a:cxn ang="5898240">
                <a:pos x="43061" y="431800"/>
              </a:cxn>
              <a:cxn ang="0">
                <a:pos x="287338" y="121524"/>
              </a:cxn>
            </a:cxnLst>
            <a:rect l="0" t="0" r="0" b="0"/>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8D7A6"/>
          </a:solidFill>
          <a:ln w="9525" cap="flat" cmpd="sng">
            <a:solidFill>
              <a:srgbClr val="F8D7A6"/>
            </a:solidFill>
            <a:prstDash val="solid"/>
            <a:miter/>
            <a:headEnd type="none" w="med" len="med"/>
            <a:tailEnd type="none" w="med" len="med"/>
          </a:ln>
        </p:spPr>
        <p:txBody>
          <a:bodyPr/>
          <a:lstStyle/>
          <a:p>
            <a:endParaRPr lang="zh-CN" altLang="en-US"/>
          </a:p>
        </p:txBody>
      </p:sp>
      <p:grpSp>
        <p:nvGrpSpPr>
          <p:cNvPr id="18" name="Group 156"/>
          <p:cNvGrpSpPr/>
          <p:nvPr/>
        </p:nvGrpSpPr>
        <p:grpSpPr>
          <a:xfrm>
            <a:off x="6453188" y="3397250"/>
            <a:ext cx="696912" cy="268288"/>
            <a:chOff x="4065" y="2167"/>
            <a:chExt cx="439" cy="142"/>
          </a:xfrm>
        </p:grpSpPr>
        <p:sp>
          <p:nvSpPr>
            <p:cNvPr id="22627" name="WordArt 117"/>
            <p:cNvSpPr>
              <a:spLocks noTextEdit="1"/>
            </p:cNvSpPr>
            <p:nvPr/>
          </p:nvSpPr>
          <p:spPr>
            <a:xfrm>
              <a:off x="4065" y="2167"/>
              <a:ext cx="108" cy="13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3300"/>
                    </a:solidFill>
                    <a:prstDash val="solid"/>
                    <a:round/>
                    <a:headEnd type="none" w="med" len="med"/>
                    <a:tailEnd type="none" w="med" len="med"/>
                  </a:ln>
                  <a:solidFill>
                    <a:srgbClr val="FF3300"/>
                  </a:solidFill>
                  <a:latin typeface="Times New Roman" panose="02020603050405020304" pitchFamily="18" charset="0"/>
                  <a:ea typeface="Times New Roman" panose="02020603050405020304" pitchFamily="18" charset="0"/>
                </a:rPr>
                <a:t>r</a:t>
              </a:r>
            </a:p>
          </p:txBody>
        </p:sp>
        <p:sp>
          <p:nvSpPr>
            <p:cNvPr id="22628" name="WordArt 155"/>
            <p:cNvSpPr>
              <a:spLocks noTextEdit="1"/>
            </p:cNvSpPr>
            <p:nvPr/>
          </p:nvSpPr>
          <p:spPr>
            <a:xfrm>
              <a:off x="4396" y="2179"/>
              <a:ext cx="108" cy="130"/>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rgbClr val="FF3300"/>
                    </a:solidFill>
                    <a:prstDash val="solid"/>
                    <a:round/>
                    <a:headEnd type="none" w="med" len="med"/>
                    <a:tailEnd type="none" w="med" len="med"/>
                  </a:ln>
                  <a:solidFill>
                    <a:srgbClr val="FF3300"/>
                  </a:solidFill>
                  <a:latin typeface="宋体" panose="02010600030101010101" pitchFamily="2" charset="-122"/>
                  <a:ea typeface="宋体" panose="02010600030101010101" pitchFamily="2"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3716"/>
                                        </p:tgtEl>
                                        <p:attrNameLst>
                                          <p:attrName>style.visibility</p:attrName>
                                        </p:attrNameLst>
                                      </p:cBhvr>
                                      <p:to>
                                        <p:strVal val="visible"/>
                                      </p:to>
                                    </p:set>
                                    <p:animEffect transition="in" filter="blinds(horizontal)">
                                      <p:cBhvr>
                                        <p:cTn id="12" dur="500"/>
                                        <p:tgtEl>
                                          <p:spTgt spid="24371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380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nodeType="clickEffect">
                                  <p:stCondLst>
                                    <p:cond delay="0"/>
                                  </p:stCondLst>
                                  <p:childTnLst>
                                    <p:set>
                                      <p:cBhvr>
                                        <p:cTn id="20" dur="1" fill="hold">
                                          <p:stCondLst>
                                            <p:cond delay="0"/>
                                          </p:stCondLst>
                                        </p:cTn>
                                        <p:tgtEl>
                                          <p:spTgt spid="243804"/>
                                        </p:tgtEl>
                                        <p:attrNameLst>
                                          <p:attrName>style.visibility</p:attrName>
                                        </p:attrNameLst>
                                      </p:cBhvr>
                                      <p:to>
                                        <p:strVal val="visible"/>
                                      </p:to>
                                    </p:set>
                                    <p:animEffect transition="in" filter="blinds(vertical)">
                                      <p:cBhvr>
                                        <p:cTn id="21" dur="500"/>
                                        <p:tgtEl>
                                          <p:spTgt spid="24380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4380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4380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3" presetClass="entr" presetSubtype="5" fill="hold" nodeType="clickEffect">
                                  <p:stCondLst>
                                    <p:cond delay="0"/>
                                  </p:stCondLst>
                                  <p:childTnLst>
                                    <p:set>
                                      <p:cBhvr>
                                        <p:cTn id="33" dur="1" fill="hold">
                                          <p:stCondLst>
                                            <p:cond delay="0"/>
                                          </p:stCondLst>
                                        </p:cTn>
                                        <p:tgtEl>
                                          <p:spTgt spid="243805"/>
                                        </p:tgtEl>
                                        <p:attrNameLst>
                                          <p:attrName>style.visibility</p:attrName>
                                        </p:attrNameLst>
                                      </p:cBhvr>
                                      <p:to>
                                        <p:strVal val="visible"/>
                                      </p:to>
                                    </p:set>
                                    <p:animEffect transition="in" filter="blinds(vertical)">
                                      <p:cBhvr>
                                        <p:cTn id="34" dur="500"/>
                                        <p:tgtEl>
                                          <p:spTgt spid="243805"/>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3808"/>
                                        </p:tgtEl>
                                        <p:attrNameLst>
                                          <p:attrName>style.visibility</p:attrName>
                                        </p:attrNameLst>
                                      </p:cBhvr>
                                      <p:to>
                                        <p:strVal val="visible"/>
                                      </p:to>
                                    </p:set>
                                  </p:childTnLst>
                                </p:cTn>
                              </p:par>
                            </p:childTnLst>
                          </p:cTn>
                        </p:par>
                        <p:par>
                          <p:cTn id="39" fill="hold">
                            <p:stCondLst>
                              <p:cond delay="0"/>
                            </p:stCondLst>
                            <p:childTnLst>
                              <p:par>
                                <p:cTn id="40" presetID="3" presetClass="entr" presetSubtype="10" fill="hold" grpId="0" nodeType="afterEffect">
                                  <p:stCondLst>
                                    <p:cond delay="0"/>
                                  </p:stCondLst>
                                  <p:childTnLst>
                                    <p:set>
                                      <p:cBhvr>
                                        <p:cTn id="41" dur="1" fill="hold">
                                          <p:stCondLst>
                                            <p:cond delay="0"/>
                                          </p:stCondLst>
                                        </p:cTn>
                                        <p:tgtEl>
                                          <p:spTgt spid="243810"/>
                                        </p:tgtEl>
                                        <p:attrNameLst>
                                          <p:attrName>style.visibility</p:attrName>
                                        </p:attrNameLst>
                                      </p:cBhvr>
                                      <p:to>
                                        <p:strVal val="visible"/>
                                      </p:to>
                                    </p:set>
                                    <p:animEffect transition="in" filter="blinds(horizontal)">
                                      <p:cBhvr>
                                        <p:cTn id="42" dur="500"/>
                                        <p:tgtEl>
                                          <p:spTgt spid="243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6" grpId="0"/>
      <p:bldP spid="243806" grpId="0"/>
      <p:bldP spid="243807" grpId="0"/>
      <p:bldP spid="243808" grpId="0"/>
      <p:bldP spid="243809" grpId="0"/>
      <p:bldP spid="243810" grpId="0" bldLvl="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3"/>
          <p:cNvSpPr>
            <a:spLocks noGrp="1"/>
          </p:cNvSpPr>
          <p:nvPr>
            <p:ph type="title" idx="4294967295"/>
          </p:nvPr>
        </p:nvSpPr>
        <p:spPr>
          <a:xfrm>
            <a:off x="1371600" y="0"/>
            <a:ext cx="7772400" cy="300038"/>
          </a:xfrm>
        </p:spPr>
        <p:txBody>
          <a:bodyPr vert="horz" wrap="square" lIns="91440" tIns="45720" rIns="91440" bIns="45720" anchor="ctr" anchorCtr="0"/>
          <a:lstStyle/>
          <a:p>
            <a:pPr eaLnBrk="1" hangingPunct="1"/>
            <a:r>
              <a:rPr lang="zh-CN" altLang="en-US" sz="800" dirty="0">
                <a:solidFill>
                  <a:schemeClr val="bg1"/>
                </a:solidFill>
              </a:rPr>
              <a:t>作业选解</a:t>
            </a:r>
            <a:r>
              <a:rPr lang="en-US" altLang="zh-CN" sz="800" dirty="0">
                <a:solidFill>
                  <a:schemeClr val="bg1"/>
                </a:solidFill>
              </a:rPr>
              <a:t>5</a:t>
            </a:r>
          </a:p>
        </p:txBody>
      </p:sp>
      <p:sp>
        <p:nvSpPr>
          <p:cNvPr id="23554" name="Rectangle 9" descr="羊皮纸"/>
          <p:cNvSpPr/>
          <p:nvPr/>
        </p:nvSpPr>
        <p:spPr>
          <a:xfrm>
            <a:off x="0" y="6737350"/>
            <a:ext cx="9144000" cy="120650"/>
          </a:xfrm>
          <a:prstGeom prst="rect">
            <a:avLst/>
          </a:prstGeom>
          <a:blipFill rotWithShape="0">
            <a:blip r:embed="rId2"/>
          </a:blip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3555" name="Rectangle 10" descr="羊皮纸"/>
          <p:cNvSpPr/>
          <p:nvPr/>
        </p:nvSpPr>
        <p:spPr>
          <a:xfrm>
            <a:off x="0" y="0"/>
            <a:ext cx="9144000" cy="120650"/>
          </a:xfrm>
          <a:prstGeom prst="rect">
            <a:avLst/>
          </a:prstGeom>
          <a:blipFill rotWithShape="0">
            <a:blip r:embed="rId2"/>
          </a:blip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nvGrpSpPr>
          <p:cNvPr id="2" name="Group 78"/>
          <p:cNvGrpSpPr/>
          <p:nvPr/>
        </p:nvGrpSpPr>
        <p:grpSpPr>
          <a:xfrm>
            <a:off x="487363" y="1000125"/>
            <a:ext cx="2944812" cy="2730500"/>
            <a:chOff x="362" y="498"/>
            <a:chExt cx="1855" cy="1720"/>
          </a:xfrm>
        </p:grpSpPr>
        <p:sp>
          <p:nvSpPr>
            <p:cNvPr id="23557" name="Rectangle 11"/>
            <p:cNvSpPr/>
            <p:nvPr/>
          </p:nvSpPr>
          <p:spPr>
            <a:xfrm>
              <a:off x="421" y="1213"/>
              <a:ext cx="1728" cy="1005"/>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3558" name="Line 12"/>
            <p:cNvSpPr/>
            <p:nvPr/>
          </p:nvSpPr>
          <p:spPr>
            <a:xfrm>
              <a:off x="1246" y="498"/>
              <a:ext cx="0" cy="1346"/>
            </a:xfrm>
            <a:prstGeom prst="line">
              <a:avLst/>
            </a:prstGeom>
            <a:ln w="9525" cap="flat" cmpd="sng">
              <a:solidFill>
                <a:schemeClr val="tx1"/>
              </a:solidFill>
              <a:prstDash val="dash"/>
              <a:round/>
              <a:headEnd type="none" w="med" len="med"/>
              <a:tailEnd type="none" w="med" len="med"/>
            </a:ln>
          </p:spPr>
        </p:sp>
        <p:sp>
          <p:nvSpPr>
            <p:cNvPr id="23559" name="Line 14"/>
            <p:cNvSpPr/>
            <p:nvPr/>
          </p:nvSpPr>
          <p:spPr>
            <a:xfrm>
              <a:off x="1246" y="1197"/>
              <a:ext cx="404" cy="974"/>
            </a:xfrm>
            <a:prstGeom prst="line">
              <a:avLst/>
            </a:prstGeom>
            <a:ln w="28575" cap="flat" cmpd="sng">
              <a:solidFill>
                <a:schemeClr val="tx1"/>
              </a:solidFill>
              <a:prstDash val="solid"/>
              <a:round/>
              <a:headEnd type="none" w="med" len="med"/>
              <a:tailEnd type="triangle" w="med" len="lg"/>
            </a:ln>
          </p:spPr>
        </p:sp>
        <p:sp>
          <p:nvSpPr>
            <p:cNvPr id="23560" name="Line 15"/>
            <p:cNvSpPr/>
            <p:nvPr/>
          </p:nvSpPr>
          <p:spPr>
            <a:xfrm flipV="1">
              <a:off x="1253" y="856"/>
              <a:ext cx="896" cy="342"/>
            </a:xfrm>
            <a:prstGeom prst="line">
              <a:avLst/>
            </a:prstGeom>
            <a:ln w="28575" cap="flat" cmpd="sng">
              <a:solidFill>
                <a:schemeClr val="tx1"/>
              </a:solidFill>
              <a:prstDash val="solid"/>
              <a:round/>
              <a:headEnd type="none" w="med" len="med"/>
              <a:tailEnd type="triangle" w="med" len="lg"/>
            </a:ln>
          </p:spPr>
        </p:sp>
        <p:sp>
          <p:nvSpPr>
            <p:cNvPr id="23561" name="Line 17"/>
            <p:cNvSpPr/>
            <p:nvPr/>
          </p:nvSpPr>
          <p:spPr>
            <a:xfrm flipH="1" flipV="1">
              <a:off x="362" y="860"/>
              <a:ext cx="896" cy="342"/>
            </a:xfrm>
            <a:prstGeom prst="line">
              <a:avLst/>
            </a:prstGeom>
            <a:ln w="28575" cap="flat" cmpd="sng">
              <a:solidFill>
                <a:schemeClr val="tx1"/>
              </a:solidFill>
              <a:prstDash val="solid"/>
              <a:round/>
              <a:headEnd type="triangle" w="med" len="lg"/>
              <a:tailEnd type="none" w="med" len="med"/>
            </a:ln>
          </p:spPr>
        </p:sp>
        <p:sp>
          <p:nvSpPr>
            <p:cNvPr id="23562" name="Line 18"/>
            <p:cNvSpPr/>
            <p:nvPr/>
          </p:nvSpPr>
          <p:spPr>
            <a:xfrm flipH="1">
              <a:off x="428" y="786"/>
              <a:ext cx="94" cy="249"/>
            </a:xfrm>
            <a:prstGeom prst="line">
              <a:avLst/>
            </a:prstGeom>
            <a:ln w="38100" cap="flat" cmpd="sng">
              <a:solidFill>
                <a:schemeClr val="tx1"/>
              </a:solidFill>
              <a:prstDash val="solid"/>
              <a:round/>
              <a:headEnd type="none" w="med" len="med"/>
              <a:tailEnd type="none" w="med" len="med"/>
            </a:ln>
          </p:spPr>
        </p:sp>
        <p:sp>
          <p:nvSpPr>
            <p:cNvPr id="23563" name="Line 19"/>
            <p:cNvSpPr/>
            <p:nvPr/>
          </p:nvSpPr>
          <p:spPr>
            <a:xfrm flipH="1">
              <a:off x="626" y="844"/>
              <a:ext cx="94" cy="249"/>
            </a:xfrm>
            <a:prstGeom prst="line">
              <a:avLst/>
            </a:prstGeom>
            <a:ln w="38100" cap="flat" cmpd="sng">
              <a:solidFill>
                <a:schemeClr val="tx1"/>
              </a:solidFill>
              <a:prstDash val="solid"/>
              <a:round/>
              <a:headEnd type="none" w="med" len="med"/>
              <a:tailEnd type="none" w="med" len="med"/>
            </a:ln>
          </p:spPr>
        </p:sp>
        <p:sp>
          <p:nvSpPr>
            <p:cNvPr id="23564" name="Oval 20"/>
            <p:cNvSpPr/>
            <p:nvPr/>
          </p:nvSpPr>
          <p:spPr>
            <a:xfrm>
              <a:off x="537" y="910"/>
              <a:ext cx="54" cy="63"/>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3565" name="Oval 21"/>
            <p:cNvSpPr/>
            <p:nvPr/>
          </p:nvSpPr>
          <p:spPr>
            <a:xfrm>
              <a:off x="750" y="983"/>
              <a:ext cx="54" cy="63"/>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3566" name="Oval 22"/>
            <p:cNvSpPr/>
            <p:nvPr/>
          </p:nvSpPr>
          <p:spPr>
            <a:xfrm>
              <a:off x="1462" y="1072"/>
              <a:ext cx="54" cy="63"/>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3567" name="Oval 23"/>
            <p:cNvSpPr/>
            <p:nvPr/>
          </p:nvSpPr>
          <p:spPr>
            <a:xfrm>
              <a:off x="1660" y="1006"/>
              <a:ext cx="54" cy="63"/>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3568" name="Oval 24"/>
            <p:cNvSpPr/>
            <p:nvPr/>
          </p:nvSpPr>
          <p:spPr>
            <a:xfrm>
              <a:off x="1851" y="931"/>
              <a:ext cx="54" cy="63"/>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3569" name="Line 26"/>
            <p:cNvSpPr/>
            <p:nvPr/>
          </p:nvSpPr>
          <p:spPr>
            <a:xfrm flipV="1">
              <a:off x="1370" y="1665"/>
              <a:ext cx="186" cy="86"/>
            </a:xfrm>
            <a:prstGeom prst="line">
              <a:avLst/>
            </a:prstGeom>
            <a:ln w="38100" cap="flat" cmpd="sng">
              <a:solidFill>
                <a:schemeClr val="tx1"/>
              </a:solidFill>
              <a:prstDash val="solid"/>
              <a:round/>
              <a:headEnd type="none" w="med" len="med"/>
              <a:tailEnd type="none" w="med" len="med"/>
            </a:ln>
          </p:spPr>
        </p:sp>
        <p:sp>
          <p:nvSpPr>
            <p:cNvPr id="23570" name="Line 27"/>
            <p:cNvSpPr/>
            <p:nvPr/>
          </p:nvSpPr>
          <p:spPr>
            <a:xfrm flipV="1">
              <a:off x="1436" y="1809"/>
              <a:ext cx="186" cy="86"/>
            </a:xfrm>
            <a:prstGeom prst="line">
              <a:avLst/>
            </a:prstGeom>
            <a:ln w="38100" cap="flat" cmpd="sng">
              <a:solidFill>
                <a:schemeClr val="tx1"/>
              </a:solidFill>
              <a:prstDash val="solid"/>
              <a:round/>
              <a:headEnd type="none" w="med" len="med"/>
              <a:tailEnd type="none" w="med" len="med"/>
            </a:ln>
          </p:spPr>
        </p:sp>
        <p:sp>
          <p:nvSpPr>
            <p:cNvPr id="23571" name="Oval 28"/>
            <p:cNvSpPr/>
            <p:nvPr/>
          </p:nvSpPr>
          <p:spPr>
            <a:xfrm>
              <a:off x="1533" y="1928"/>
              <a:ext cx="54" cy="63"/>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3572" name="WordArt 29"/>
            <p:cNvSpPr>
              <a:spLocks noTextEdit="1"/>
            </p:cNvSpPr>
            <p:nvPr/>
          </p:nvSpPr>
          <p:spPr>
            <a:xfrm>
              <a:off x="825" y="544"/>
              <a:ext cx="312" cy="156"/>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空气</a:t>
              </a:r>
            </a:p>
          </p:txBody>
        </p:sp>
        <p:sp>
          <p:nvSpPr>
            <p:cNvPr id="23573" name="Arc 30"/>
            <p:cNvSpPr/>
            <p:nvPr/>
          </p:nvSpPr>
          <p:spPr>
            <a:xfrm>
              <a:off x="1106" y="934"/>
              <a:ext cx="246" cy="558"/>
            </a:xfrm>
            <a:custGeom>
              <a:avLst/>
              <a:gdLst/>
              <a:ahLst/>
              <a:cxnLst>
                <a:cxn ang="0">
                  <a:pos x="246" y="520"/>
                </a:cxn>
                <a:cxn ang="0">
                  <a:pos x="141" y="558"/>
                </a:cxn>
                <a:cxn ang="0">
                  <a:pos x="0" y="0"/>
                </a:cxn>
              </a:cxnLst>
              <a:rect l="0" t="0" r="0" b="0"/>
              <a:pathLst>
                <a:path w="9223" h="20943" fill="none">
                  <a:moveTo>
                    <a:pt x="9222" y="19531"/>
                  </a:moveTo>
                  <a:cubicBezTo>
                    <a:pt x="7959" y="20128"/>
                    <a:pt x="6641" y="20601"/>
                    <a:pt x="5286" y="20942"/>
                  </a:cubicBezTo>
                </a:path>
                <a:path w="9223" h="20943" stroke="0">
                  <a:moveTo>
                    <a:pt x="9222" y="19531"/>
                  </a:moveTo>
                  <a:cubicBezTo>
                    <a:pt x="7959" y="20128"/>
                    <a:pt x="6641" y="20601"/>
                    <a:pt x="5286" y="20942"/>
                  </a:cubicBezTo>
                  <a:lnTo>
                    <a:pt x="0" y="0"/>
                  </a:lnTo>
                  <a:close/>
                </a:path>
              </a:pathLst>
            </a:custGeom>
            <a:noFill/>
            <a:ln w="28575" cap="flat" cmpd="sng">
              <a:solidFill>
                <a:srgbClr val="006600"/>
              </a:solidFill>
              <a:prstDash val="solid"/>
              <a:round/>
              <a:headEnd type="none" w="med" len="med"/>
              <a:tailEnd type="none" w="med" len="med"/>
            </a:ln>
          </p:spPr>
          <p:txBody>
            <a:bodyPr/>
            <a:lstStyle/>
            <a:p>
              <a:endParaRPr lang="zh-CN" altLang="en-US"/>
            </a:p>
          </p:txBody>
        </p:sp>
        <p:sp>
          <p:nvSpPr>
            <p:cNvPr id="23574" name="WordArt 31"/>
            <p:cNvSpPr>
              <a:spLocks noTextEdit="1"/>
            </p:cNvSpPr>
            <p:nvPr/>
          </p:nvSpPr>
          <p:spPr>
            <a:xfrm>
              <a:off x="1288" y="1546"/>
              <a:ext cx="68" cy="104"/>
            </a:xfrm>
            <a:prstGeom prst="rect">
              <a:avLst/>
            </a:prstGeom>
          </p:spPr>
          <p:txBody>
            <a:bodyPr wrap="none" fromWordArt="1">
              <a:prstTxWarp prst="textPlain">
                <a:avLst>
                  <a:gd name="adj" fmla="val 50000"/>
                </a:avLst>
              </a:prstTxWarp>
              <a:normAutofit/>
            </a:bodyPr>
            <a:lstStyle/>
            <a:p>
              <a:pPr algn="ctr"/>
              <a:r>
                <a:rPr lang="zh-CN" altLang="en-US" sz="1200" i="1">
                  <a:ln w="76200" cap="flat" cmpd="sng">
                    <a:solidFill>
                      <a:schemeClr val="bg1"/>
                    </a:solidFill>
                    <a:prstDash val="solid"/>
                    <a:round/>
                    <a:headEnd type="none" w="med" len="med"/>
                    <a:tailEnd type="none" w="med" len="med"/>
                  </a:ln>
                  <a:solidFill>
                    <a:schemeClr val="bg1"/>
                  </a:solidFill>
                  <a:latin typeface="Times New Roman" panose="02020603050405020304" pitchFamily="18" charset="0"/>
                  <a:ea typeface="Times New Roman" panose="02020603050405020304" pitchFamily="18" charset="0"/>
                </a:rPr>
                <a:t>r</a:t>
              </a:r>
            </a:p>
          </p:txBody>
        </p:sp>
        <p:sp>
          <p:nvSpPr>
            <p:cNvPr id="23575" name="WordArt 32"/>
            <p:cNvSpPr>
              <a:spLocks noTextEdit="1"/>
            </p:cNvSpPr>
            <p:nvPr/>
          </p:nvSpPr>
          <p:spPr>
            <a:xfrm>
              <a:off x="1286" y="1542"/>
              <a:ext cx="68" cy="104"/>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r</a:t>
              </a:r>
            </a:p>
          </p:txBody>
        </p:sp>
        <p:sp>
          <p:nvSpPr>
            <p:cNvPr id="23576" name="WordArt 33"/>
            <p:cNvSpPr>
              <a:spLocks noTextEdit="1"/>
            </p:cNvSpPr>
            <p:nvPr/>
          </p:nvSpPr>
          <p:spPr>
            <a:xfrm rot="-1175794">
              <a:off x="1634" y="708"/>
              <a:ext cx="583" cy="145"/>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000000"/>
                    </a:solidFill>
                    <a:prstDash val="solid"/>
                    <a:round/>
                    <a:headEnd type="none" w="med" len="med"/>
                    <a:tailEnd type="none" w="med" len="med"/>
                  </a:ln>
                  <a:solidFill>
                    <a:schemeClr val="tx1"/>
                  </a:solidFill>
                  <a:latin typeface="宋体" panose="02010600030101010101" pitchFamily="2" charset="-122"/>
                  <a:ea typeface="宋体" panose="02010600030101010101" pitchFamily="2" charset="-122"/>
                </a:rPr>
                <a:t>线偏振光</a:t>
              </a:r>
            </a:p>
          </p:txBody>
        </p:sp>
        <p:grpSp>
          <p:nvGrpSpPr>
            <p:cNvPr id="23577" name="Group 54"/>
            <p:cNvGrpSpPr/>
            <p:nvPr/>
          </p:nvGrpSpPr>
          <p:grpSpPr>
            <a:xfrm>
              <a:off x="601" y="1366"/>
              <a:ext cx="248" cy="144"/>
              <a:chOff x="593" y="1491"/>
              <a:chExt cx="248" cy="144"/>
            </a:xfrm>
          </p:grpSpPr>
          <p:sp>
            <p:nvSpPr>
              <p:cNvPr id="23578" name="WordArt 52"/>
              <p:cNvSpPr>
                <a:spLocks noTextEdit="1"/>
              </p:cNvSpPr>
              <p:nvPr/>
            </p:nvSpPr>
            <p:spPr>
              <a:xfrm>
                <a:off x="593" y="1491"/>
                <a:ext cx="152" cy="122"/>
              </a:xfrm>
              <a:prstGeom prst="rect">
                <a:avLst/>
              </a:prstGeom>
            </p:spPr>
            <p:txBody>
              <a:bodyPr wrap="none" fromWordArt="1">
                <a:prstTxWarp prst="textPlain">
                  <a:avLst>
                    <a:gd name="adj" fmla="val 50000"/>
                  </a:avLst>
                </a:prstTxWarp>
                <a:normAutofit/>
              </a:bodyPr>
              <a:lstStyle/>
              <a:p>
                <a:pPr algn="ctr"/>
                <a:r>
                  <a:rPr lang="zh-CN" altLang="en-US" sz="1200" i="1">
                    <a:ln w="76200" cap="flat" cmpd="sng">
                      <a:solidFill>
                        <a:schemeClr val="bg1"/>
                      </a:solidFill>
                      <a:prstDash val="solid"/>
                      <a:round/>
                      <a:headEnd type="none" w="med" len="med"/>
                      <a:tailEnd type="none" w="med" len="med"/>
                    </a:ln>
                    <a:solidFill>
                      <a:schemeClr val="bg1"/>
                    </a:solidFill>
                    <a:latin typeface="Times New Roman" panose="02020603050405020304" pitchFamily="18" charset="0"/>
                    <a:ea typeface="Times New Roman" panose="02020603050405020304" pitchFamily="18" charset="0"/>
                  </a:rPr>
                  <a:t>n</a:t>
                </a:r>
              </a:p>
            </p:txBody>
          </p:sp>
          <p:sp>
            <p:nvSpPr>
              <p:cNvPr id="23579" name="WordArt 53"/>
              <p:cNvSpPr>
                <a:spLocks noTextEdit="1"/>
              </p:cNvSpPr>
              <p:nvPr/>
            </p:nvSpPr>
            <p:spPr>
              <a:xfrm>
                <a:off x="786" y="1550"/>
                <a:ext cx="55" cy="85"/>
              </a:xfrm>
              <a:prstGeom prst="rect">
                <a:avLst/>
              </a:prstGeom>
            </p:spPr>
            <p:txBody>
              <a:bodyPr wrap="none" fromWordArt="1">
                <a:prstTxWarp prst="textPlain">
                  <a:avLst>
                    <a:gd name="adj" fmla="val 50000"/>
                  </a:avLst>
                </a:prstTxWarp>
                <a:normAutofit/>
              </a:bodyPr>
              <a:lstStyle/>
              <a:p>
                <a:pPr algn="ctr"/>
                <a:r>
                  <a:rPr lang="zh-CN" altLang="en-US" sz="1400">
                    <a:ln w="76200" cap="flat" cmpd="sng">
                      <a:solidFill>
                        <a:schemeClr val="bg1"/>
                      </a:solidFill>
                      <a:prstDash val="solid"/>
                      <a:round/>
                      <a:headEnd type="none" w="med" len="med"/>
                      <a:tailEnd type="none" w="med" len="med"/>
                    </a:ln>
                    <a:solidFill>
                      <a:schemeClr val="bg1"/>
                    </a:solidFill>
                    <a:latin typeface="Times New Roman" panose="02020603050405020304" pitchFamily="18" charset="0"/>
                    <a:ea typeface="Times New Roman" panose="02020603050405020304" pitchFamily="18" charset="0"/>
                  </a:rPr>
                  <a:t>2</a:t>
                </a:r>
              </a:p>
            </p:txBody>
          </p:sp>
        </p:grpSp>
        <p:grpSp>
          <p:nvGrpSpPr>
            <p:cNvPr id="23580" name="Group 55"/>
            <p:cNvGrpSpPr/>
            <p:nvPr/>
          </p:nvGrpSpPr>
          <p:grpSpPr>
            <a:xfrm>
              <a:off x="605" y="1366"/>
              <a:ext cx="248" cy="144"/>
              <a:chOff x="593" y="1491"/>
              <a:chExt cx="248" cy="144"/>
            </a:xfrm>
          </p:grpSpPr>
          <p:sp>
            <p:nvSpPr>
              <p:cNvPr id="23581" name="WordArt 56"/>
              <p:cNvSpPr>
                <a:spLocks noTextEdit="1"/>
              </p:cNvSpPr>
              <p:nvPr/>
            </p:nvSpPr>
            <p:spPr>
              <a:xfrm>
                <a:off x="593" y="1491"/>
                <a:ext cx="152" cy="122"/>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n</a:t>
                </a:r>
              </a:p>
            </p:txBody>
          </p:sp>
          <p:sp>
            <p:nvSpPr>
              <p:cNvPr id="23582" name="WordArt 57"/>
              <p:cNvSpPr>
                <a:spLocks noTextEdit="1"/>
              </p:cNvSpPr>
              <p:nvPr/>
            </p:nvSpPr>
            <p:spPr>
              <a:xfrm>
                <a:off x="786" y="1550"/>
                <a:ext cx="55" cy="8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2</a:t>
                </a:r>
              </a:p>
            </p:txBody>
          </p:sp>
        </p:grpSp>
      </p:grpSp>
      <p:grpSp>
        <p:nvGrpSpPr>
          <p:cNvPr id="5" name="Group 163"/>
          <p:cNvGrpSpPr/>
          <p:nvPr/>
        </p:nvGrpSpPr>
        <p:grpSpPr>
          <a:xfrm>
            <a:off x="677863" y="4435475"/>
            <a:ext cx="2436812" cy="1603375"/>
            <a:chOff x="427" y="2794"/>
            <a:chExt cx="1535" cy="1010"/>
          </a:xfrm>
        </p:grpSpPr>
        <p:grpSp>
          <p:nvGrpSpPr>
            <p:cNvPr id="23584" name="Group 80"/>
            <p:cNvGrpSpPr/>
            <p:nvPr/>
          </p:nvGrpSpPr>
          <p:grpSpPr>
            <a:xfrm>
              <a:off x="476" y="2794"/>
              <a:ext cx="1486" cy="216"/>
              <a:chOff x="305" y="2351"/>
              <a:chExt cx="1486" cy="216"/>
            </a:xfrm>
          </p:grpSpPr>
          <p:sp>
            <p:nvSpPr>
              <p:cNvPr id="23585" name="WordArt 59"/>
              <p:cNvSpPr>
                <a:spLocks noTextEdit="1"/>
              </p:cNvSpPr>
              <p:nvPr/>
            </p:nvSpPr>
            <p:spPr>
              <a:xfrm>
                <a:off x="305" y="2393"/>
                <a:ext cx="513"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已知</a:t>
                </a:r>
              </a:p>
            </p:txBody>
          </p:sp>
          <p:sp>
            <p:nvSpPr>
              <p:cNvPr id="23586" name="WordArt 60"/>
              <p:cNvSpPr>
                <a:spLocks noTextEdit="1"/>
              </p:cNvSpPr>
              <p:nvPr/>
            </p:nvSpPr>
            <p:spPr>
              <a:xfrm>
                <a:off x="1048" y="2378"/>
                <a:ext cx="114" cy="182"/>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6600"/>
                      </a:solidFill>
                      <a:prstDash val="solid"/>
                      <a:round/>
                      <a:headEnd type="none" w="med" len="med"/>
                      <a:tailEnd type="none" w="med" len="med"/>
                    </a:ln>
                    <a:solidFill>
                      <a:srgbClr val="006600"/>
                    </a:solidFill>
                    <a:latin typeface="Times New Roman" panose="02020603050405020304" pitchFamily="18" charset="0"/>
                    <a:ea typeface="Times New Roman" panose="02020603050405020304" pitchFamily="18" charset="0"/>
                  </a:rPr>
                  <a:t>r</a:t>
                </a:r>
              </a:p>
            </p:txBody>
          </p:sp>
          <p:grpSp>
            <p:nvGrpSpPr>
              <p:cNvPr id="23587" name="Group 65"/>
              <p:cNvGrpSpPr/>
              <p:nvPr/>
            </p:nvGrpSpPr>
            <p:grpSpPr>
              <a:xfrm rot="5400000">
                <a:off x="1275" y="2384"/>
                <a:ext cx="70" cy="168"/>
                <a:chOff x="2928" y="3216"/>
                <a:chExt cx="48" cy="240"/>
              </a:xfrm>
            </p:grpSpPr>
            <p:sp>
              <p:nvSpPr>
                <p:cNvPr id="23588" name="Line 66"/>
                <p:cNvSpPr/>
                <p:nvPr/>
              </p:nvSpPr>
              <p:spPr>
                <a:xfrm>
                  <a:off x="2928" y="3216"/>
                  <a:ext cx="0" cy="240"/>
                </a:xfrm>
                <a:prstGeom prst="line">
                  <a:avLst/>
                </a:prstGeom>
                <a:ln w="57150" cap="flat" cmpd="sng">
                  <a:solidFill>
                    <a:schemeClr val="tx1"/>
                  </a:solidFill>
                  <a:prstDash val="solid"/>
                  <a:round/>
                  <a:headEnd type="none" w="med" len="med"/>
                  <a:tailEnd type="none" w="med" len="med"/>
                </a:ln>
              </p:spPr>
            </p:sp>
            <p:sp>
              <p:nvSpPr>
                <p:cNvPr id="23589" name="Line 67"/>
                <p:cNvSpPr/>
                <p:nvPr/>
              </p:nvSpPr>
              <p:spPr>
                <a:xfrm>
                  <a:off x="2976" y="3216"/>
                  <a:ext cx="0" cy="240"/>
                </a:xfrm>
                <a:prstGeom prst="line">
                  <a:avLst/>
                </a:prstGeom>
                <a:ln w="57150" cap="flat" cmpd="sng">
                  <a:solidFill>
                    <a:schemeClr val="tx1"/>
                  </a:solidFill>
                  <a:prstDash val="solid"/>
                  <a:round/>
                  <a:headEnd type="none" w="med" len="med"/>
                  <a:tailEnd type="none" w="med" len="med"/>
                </a:ln>
              </p:spPr>
            </p:sp>
          </p:grpSp>
          <p:sp>
            <p:nvSpPr>
              <p:cNvPr id="23590" name="WordArt 68"/>
              <p:cNvSpPr>
                <a:spLocks noTextEdit="1"/>
              </p:cNvSpPr>
              <p:nvPr/>
            </p:nvSpPr>
            <p:spPr>
              <a:xfrm>
                <a:off x="1497" y="2382"/>
                <a:ext cx="208" cy="18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30</a:t>
                </a:r>
              </a:p>
            </p:txBody>
          </p:sp>
          <p:sp>
            <p:nvSpPr>
              <p:cNvPr id="23591" name="Oval 69"/>
              <p:cNvSpPr/>
              <p:nvPr/>
            </p:nvSpPr>
            <p:spPr>
              <a:xfrm>
                <a:off x="1744" y="2351"/>
                <a:ext cx="47" cy="47"/>
              </a:xfrm>
              <a:prstGeom prst="ellipse">
                <a:avLst/>
              </a:prstGeom>
              <a:solidFill>
                <a:schemeClr val="bg1"/>
              </a:solidFill>
              <a:ln w="28575" cap="flat" cmpd="sng">
                <a:solidFill>
                  <a:schemeClr val="tx1"/>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pSp>
          <p:nvGrpSpPr>
            <p:cNvPr id="23592" name="Group 79"/>
            <p:cNvGrpSpPr/>
            <p:nvPr/>
          </p:nvGrpSpPr>
          <p:grpSpPr>
            <a:xfrm>
              <a:off x="427" y="3570"/>
              <a:ext cx="1397" cy="234"/>
              <a:chOff x="381" y="2768"/>
              <a:chExt cx="1397" cy="234"/>
            </a:xfrm>
          </p:grpSpPr>
          <p:sp>
            <p:nvSpPr>
              <p:cNvPr id="23593" name="WordArt 58"/>
              <p:cNvSpPr>
                <a:spLocks noTextEdit="1"/>
              </p:cNvSpPr>
              <p:nvPr/>
            </p:nvSpPr>
            <p:spPr>
              <a:xfrm>
                <a:off x="381" y="2768"/>
                <a:ext cx="341" cy="19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CC0000"/>
                      </a:solidFill>
                      <a:prstDash val="solid"/>
                      <a:round/>
                      <a:headEnd type="none" w="med" len="med"/>
                      <a:tailEnd type="none" w="med" len="med"/>
                    </a:ln>
                    <a:solidFill>
                      <a:srgbClr val="CC0000"/>
                    </a:solidFill>
                    <a:latin typeface="宋体" panose="02010600030101010101" pitchFamily="2" charset="-122"/>
                    <a:ea typeface="宋体" panose="02010600030101010101" pitchFamily="2" charset="-122"/>
                  </a:rPr>
                  <a:t>求</a:t>
                </a:r>
              </a:p>
            </p:txBody>
          </p:sp>
          <p:grpSp>
            <p:nvGrpSpPr>
              <p:cNvPr id="23594" name="Group 70"/>
              <p:cNvGrpSpPr/>
              <p:nvPr/>
            </p:nvGrpSpPr>
            <p:grpSpPr>
              <a:xfrm>
                <a:off x="998" y="2795"/>
                <a:ext cx="271" cy="175"/>
                <a:chOff x="593" y="1491"/>
                <a:chExt cx="248" cy="144"/>
              </a:xfrm>
            </p:grpSpPr>
            <p:sp>
              <p:nvSpPr>
                <p:cNvPr id="23595" name="WordArt 71"/>
                <p:cNvSpPr>
                  <a:spLocks noTextEdit="1"/>
                </p:cNvSpPr>
                <p:nvPr/>
              </p:nvSpPr>
              <p:spPr>
                <a:xfrm>
                  <a:off x="593" y="1491"/>
                  <a:ext cx="152" cy="122"/>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n</a:t>
                  </a:r>
                </a:p>
              </p:txBody>
            </p:sp>
            <p:sp>
              <p:nvSpPr>
                <p:cNvPr id="23596" name="WordArt 72"/>
                <p:cNvSpPr>
                  <a:spLocks noTextEdit="1"/>
                </p:cNvSpPr>
                <p:nvPr/>
              </p:nvSpPr>
              <p:spPr>
                <a:xfrm>
                  <a:off x="786" y="1550"/>
                  <a:ext cx="55" cy="85"/>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2</a:t>
                  </a:r>
                </a:p>
              </p:txBody>
            </p:sp>
          </p:grpSp>
          <p:grpSp>
            <p:nvGrpSpPr>
              <p:cNvPr id="23597" name="Group 73"/>
              <p:cNvGrpSpPr/>
              <p:nvPr/>
            </p:nvGrpSpPr>
            <p:grpSpPr>
              <a:xfrm>
                <a:off x="1364" y="2832"/>
                <a:ext cx="172" cy="60"/>
                <a:chOff x="1260" y="2371"/>
                <a:chExt cx="151" cy="53"/>
              </a:xfrm>
            </p:grpSpPr>
            <p:sp>
              <p:nvSpPr>
                <p:cNvPr id="23598" name="Line 74"/>
                <p:cNvSpPr/>
                <p:nvPr/>
              </p:nvSpPr>
              <p:spPr>
                <a:xfrm>
                  <a:off x="1260" y="2371"/>
                  <a:ext cx="151" cy="0"/>
                </a:xfrm>
                <a:prstGeom prst="line">
                  <a:avLst/>
                </a:prstGeom>
                <a:ln w="38100" cap="flat" cmpd="sng">
                  <a:solidFill>
                    <a:schemeClr val="tx1"/>
                  </a:solidFill>
                  <a:prstDash val="solid"/>
                  <a:round/>
                  <a:headEnd type="none" w="med" len="med"/>
                  <a:tailEnd type="none" w="med" len="med"/>
                </a:ln>
              </p:spPr>
            </p:sp>
            <p:sp>
              <p:nvSpPr>
                <p:cNvPr id="23599" name="Line 75"/>
                <p:cNvSpPr/>
                <p:nvPr/>
              </p:nvSpPr>
              <p:spPr>
                <a:xfrm>
                  <a:off x="1260" y="2424"/>
                  <a:ext cx="151" cy="0"/>
                </a:xfrm>
                <a:prstGeom prst="line">
                  <a:avLst/>
                </a:prstGeom>
                <a:ln w="38100" cap="flat" cmpd="sng">
                  <a:solidFill>
                    <a:schemeClr val="tx1"/>
                  </a:solidFill>
                  <a:prstDash val="solid"/>
                  <a:round/>
                  <a:headEnd type="none" w="med" len="med"/>
                  <a:tailEnd type="none" w="med" len="med"/>
                </a:ln>
              </p:spPr>
            </p:sp>
          </p:grpSp>
          <p:sp>
            <p:nvSpPr>
              <p:cNvPr id="23600" name="WordArt 76"/>
              <p:cNvSpPr>
                <a:spLocks noTextEdit="1"/>
              </p:cNvSpPr>
              <p:nvPr/>
            </p:nvSpPr>
            <p:spPr>
              <a:xfrm>
                <a:off x="1627" y="2768"/>
                <a:ext cx="151" cy="23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000000"/>
                      </a:solidFill>
                      <a:prstDash val="solid"/>
                      <a:round/>
                      <a:headEnd type="none" w="med" len="med"/>
                      <a:tailEnd type="none" w="med" len="med"/>
                    </a:ln>
                    <a:solidFill>
                      <a:srgbClr val="000000"/>
                    </a:solidFill>
                    <a:latin typeface="华文中宋" panose="02010600040101010101" charset="-122"/>
                    <a:ea typeface="华文中宋" panose="02010600040101010101" charset="-122"/>
                  </a:rPr>
                  <a:t>？</a:t>
                </a:r>
              </a:p>
            </p:txBody>
          </p:sp>
        </p:grpSp>
      </p:grpSp>
      <p:sp>
        <p:nvSpPr>
          <p:cNvPr id="23601" name="Rectangle 77" descr="羊皮纸"/>
          <p:cNvSpPr/>
          <p:nvPr/>
        </p:nvSpPr>
        <p:spPr>
          <a:xfrm>
            <a:off x="3681413" y="0"/>
            <a:ext cx="100012" cy="6858000"/>
          </a:xfrm>
          <a:prstGeom prst="rect">
            <a:avLst/>
          </a:prstGeom>
          <a:blipFill rotWithShape="0">
            <a:blip r:embed="rId2"/>
          </a:blipFill>
          <a:ln w="9525">
            <a:noFill/>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nvGrpSpPr>
          <p:cNvPr id="11" name="Group 108"/>
          <p:cNvGrpSpPr/>
          <p:nvPr/>
        </p:nvGrpSpPr>
        <p:grpSpPr>
          <a:xfrm>
            <a:off x="1360488" y="1473200"/>
            <a:ext cx="925512" cy="1109663"/>
            <a:chOff x="857" y="928"/>
            <a:chExt cx="583" cy="699"/>
          </a:xfrm>
        </p:grpSpPr>
        <p:sp>
          <p:nvSpPr>
            <p:cNvPr id="23603" name="Freeform 99"/>
            <p:cNvSpPr/>
            <p:nvPr/>
          </p:nvSpPr>
          <p:spPr>
            <a:xfrm>
              <a:off x="1269" y="1253"/>
              <a:ext cx="171" cy="265"/>
            </a:xfrm>
            <a:custGeom>
              <a:avLst/>
              <a:gdLst/>
              <a:ahLst/>
              <a:cxnLst>
                <a:cxn ang="0">
                  <a:pos x="93" y="0"/>
                </a:cxn>
                <a:cxn ang="0">
                  <a:pos x="171" y="203"/>
                </a:cxn>
                <a:cxn ang="0">
                  <a:pos x="0" y="265"/>
                </a:cxn>
              </a:cxnLst>
              <a:rect l="0" t="0" r="0" b="0"/>
              <a:pathLst>
                <a:path w="171" h="265">
                  <a:moveTo>
                    <a:pt x="93" y="0"/>
                  </a:moveTo>
                  <a:lnTo>
                    <a:pt x="171" y="203"/>
                  </a:lnTo>
                  <a:lnTo>
                    <a:pt x="0" y="265"/>
                  </a:lnTo>
                </a:path>
              </a:pathLst>
            </a:custGeom>
            <a:noFill/>
            <a:ln w="9525" cap="flat" cmpd="sng">
              <a:solidFill>
                <a:schemeClr val="tx1"/>
              </a:solidFill>
              <a:prstDash val="solid"/>
              <a:round/>
              <a:headEnd type="none" w="med" len="med"/>
              <a:tailEnd type="none" w="med" len="med"/>
            </a:ln>
          </p:spPr>
          <p:txBody>
            <a:bodyPr/>
            <a:lstStyle/>
            <a:p>
              <a:endParaRPr lang="zh-CN" altLang="en-US"/>
            </a:p>
          </p:txBody>
        </p:sp>
        <p:grpSp>
          <p:nvGrpSpPr>
            <p:cNvPr id="23604" name="Group 107"/>
            <p:cNvGrpSpPr/>
            <p:nvPr/>
          </p:nvGrpSpPr>
          <p:grpSpPr>
            <a:xfrm>
              <a:off x="857" y="928"/>
              <a:ext cx="530" cy="699"/>
              <a:chOff x="857" y="928"/>
              <a:chExt cx="530" cy="699"/>
            </a:xfrm>
          </p:grpSpPr>
          <p:sp>
            <p:nvSpPr>
              <p:cNvPr id="23605" name="Arc 103"/>
              <p:cNvSpPr/>
              <p:nvPr/>
            </p:nvSpPr>
            <p:spPr>
              <a:xfrm>
                <a:off x="959" y="1085"/>
                <a:ext cx="428" cy="542"/>
              </a:xfrm>
              <a:custGeom>
                <a:avLst/>
                <a:gdLst/>
                <a:ahLst/>
                <a:cxnLst>
                  <a:cxn ang="0">
                    <a:pos x="0" y="157"/>
                  </a:cxn>
                  <a:cxn ang="0">
                    <a:pos x="234" y="0"/>
                  </a:cxn>
                  <a:cxn ang="0">
                    <a:pos x="428" y="542"/>
                  </a:cxn>
                </a:cxnLst>
                <a:rect l="0" t="0" r="0" b="0"/>
                <a:pathLst>
                  <a:path w="16056" h="20338" fill="none">
                    <a:moveTo>
                      <a:pt x="-1" y="5889"/>
                    </a:moveTo>
                    <a:cubicBezTo>
                      <a:pt x="2393" y="3229"/>
                      <a:pt x="5410" y="1205"/>
                      <a:pt x="8780" y="0"/>
                    </a:cubicBezTo>
                  </a:path>
                  <a:path w="16056" h="20338" stroke="0">
                    <a:moveTo>
                      <a:pt x="-1" y="5889"/>
                    </a:moveTo>
                    <a:cubicBezTo>
                      <a:pt x="2393" y="3229"/>
                      <a:pt x="5410" y="1205"/>
                      <a:pt x="8780" y="0"/>
                    </a:cubicBezTo>
                    <a:lnTo>
                      <a:pt x="16056" y="20338"/>
                    </a:lnTo>
                    <a:close/>
                  </a:path>
                </a:pathLst>
              </a:custGeom>
              <a:noFill/>
              <a:ln w="9525" cap="flat" cmpd="sng">
                <a:solidFill>
                  <a:schemeClr val="tx1"/>
                </a:solidFill>
                <a:prstDash val="solid"/>
                <a:round/>
                <a:headEnd type="none" w="med" len="med"/>
                <a:tailEnd type="none" w="med" len="med"/>
              </a:ln>
            </p:spPr>
            <p:txBody>
              <a:bodyPr/>
              <a:lstStyle/>
              <a:p>
                <a:endParaRPr lang="zh-CN" altLang="en-US"/>
              </a:p>
            </p:txBody>
          </p:sp>
          <p:grpSp>
            <p:nvGrpSpPr>
              <p:cNvPr id="23606" name="Group 104"/>
              <p:cNvGrpSpPr/>
              <p:nvPr/>
            </p:nvGrpSpPr>
            <p:grpSpPr>
              <a:xfrm>
                <a:off x="857" y="928"/>
                <a:ext cx="179" cy="192"/>
                <a:chOff x="3074" y="3382"/>
                <a:chExt cx="271" cy="265"/>
              </a:xfrm>
            </p:grpSpPr>
            <p:sp>
              <p:nvSpPr>
                <p:cNvPr id="23607" name="WordArt 105"/>
                <p:cNvSpPr>
                  <a:spLocks noTextEdit="1"/>
                </p:cNvSpPr>
                <p:nvPr/>
              </p:nvSpPr>
              <p:spPr>
                <a:xfrm>
                  <a:off x="3074" y="3382"/>
                  <a:ext cx="156" cy="244"/>
                </a:xfrm>
                <a:prstGeom prst="rect">
                  <a:avLst/>
                </a:prstGeom>
              </p:spPr>
              <p:txBody>
                <a:bodyPr wrap="none" fromWordArt="1">
                  <a:prstTxWarp prst="textPlain">
                    <a:avLst>
                      <a:gd name="adj" fmla="val 57051"/>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sp>
              <p:nvSpPr>
                <p:cNvPr id="23608" name="WordArt 106"/>
                <p:cNvSpPr>
                  <a:spLocks noTextEdit="1"/>
                </p:cNvSpPr>
                <p:nvPr/>
              </p:nvSpPr>
              <p:spPr>
                <a:xfrm>
                  <a:off x="3233" y="3479"/>
                  <a:ext cx="112" cy="168"/>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b</a:t>
                  </a:r>
                </a:p>
              </p:txBody>
            </p:sp>
          </p:grpSp>
        </p:grpSp>
      </p:grpSp>
      <p:grpSp>
        <p:nvGrpSpPr>
          <p:cNvPr id="14" name="Group 164"/>
          <p:cNvGrpSpPr/>
          <p:nvPr/>
        </p:nvGrpSpPr>
        <p:grpSpPr>
          <a:xfrm>
            <a:off x="4029075" y="327025"/>
            <a:ext cx="4702175" cy="1533525"/>
            <a:chOff x="2538" y="206"/>
            <a:chExt cx="2962" cy="966"/>
          </a:xfrm>
        </p:grpSpPr>
        <p:sp>
          <p:nvSpPr>
            <p:cNvPr id="23610" name="WordArt 87"/>
            <p:cNvSpPr>
              <a:spLocks noTextEdit="1"/>
            </p:cNvSpPr>
            <p:nvPr/>
          </p:nvSpPr>
          <p:spPr>
            <a:xfrm>
              <a:off x="3025" y="247"/>
              <a:ext cx="2475" cy="152"/>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反射获得线偏振光时,</a:t>
              </a:r>
            </a:p>
          </p:txBody>
        </p:sp>
        <p:grpSp>
          <p:nvGrpSpPr>
            <p:cNvPr id="23611" name="Group 94"/>
            <p:cNvGrpSpPr/>
            <p:nvPr/>
          </p:nvGrpSpPr>
          <p:grpSpPr>
            <a:xfrm>
              <a:off x="2538" y="206"/>
              <a:ext cx="276" cy="829"/>
              <a:chOff x="152" y="1386"/>
              <a:chExt cx="288" cy="844"/>
            </a:xfrm>
          </p:grpSpPr>
          <p:sp>
            <p:nvSpPr>
              <p:cNvPr id="23612" name="Rectangle 95" descr="栎木"/>
              <p:cNvSpPr/>
              <p:nvPr/>
            </p:nvSpPr>
            <p:spPr>
              <a:xfrm flipH="1">
                <a:off x="152" y="1386"/>
                <a:ext cx="288" cy="844"/>
              </a:xfrm>
              <a:prstGeom prst="rect">
                <a:avLst/>
              </a:prstGeom>
              <a:blipFill rotWithShape="0">
                <a:blip r:embed="rId3"/>
              </a:blipFill>
              <a:ln w="38100" cap="flat" cmpd="sng">
                <a:solidFill>
                  <a:srgbClr val="00CC99"/>
                </a:solidFill>
                <a:prstDash val="solid"/>
                <a:miter/>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3613" name="WordArt 96"/>
              <p:cNvSpPr>
                <a:spLocks noTextEdit="1"/>
              </p:cNvSpPr>
              <p:nvPr/>
            </p:nvSpPr>
            <p:spPr>
              <a:xfrm rot="5400000">
                <a:off x="130" y="1498"/>
                <a:ext cx="328" cy="197"/>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华文中宋" panose="02010600040101010101" charset="-122"/>
                    <a:ea typeface="华文中宋" panose="02010600040101010101" charset="-122"/>
                  </a:rPr>
                  <a:t>解法</a:t>
                </a:r>
              </a:p>
            </p:txBody>
          </p:sp>
          <p:sp>
            <p:nvSpPr>
              <p:cNvPr id="23614" name="WordArt 97"/>
              <p:cNvSpPr>
                <a:spLocks noTextEdit="1"/>
              </p:cNvSpPr>
              <p:nvPr/>
            </p:nvSpPr>
            <p:spPr>
              <a:xfrm rot="5400000">
                <a:off x="130" y="1881"/>
                <a:ext cx="324" cy="195"/>
              </a:xfrm>
              <a:prstGeom prst="rect">
                <a:avLst/>
              </a:prstGeom>
            </p:spPr>
            <p:txBody>
              <a:bodyPr vert="eaVert" wrap="none" fromWordArt="1">
                <a:prstTxWarp prst="textPlain">
                  <a:avLst>
                    <a:gd name="adj" fmla="val 50000"/>
                  </a:avLst>
                </a:prstTxWarp>
                <a:normAutofit/>
              </a:bodyPr>
              <a:lstStyle/>
              <a:p>
                <a:pPr algn="ctr"/>
                <a:r>
                  <a:rPr lang="zh-CN" altLang="en-US" sz="3600">
                    <a:ln w="9525" cap="flat" cmpd="sng">
                      <a:solidFill>
                        <a:schemeClr val="bg1"/>
                      </a:solidFill>
                      <a:prstDash val="solid"/>
                      <a:round/>
                      <a:headEnd type="none" w="med" len="med"/>
                      <a:tailEnd type="none" w="med" len="med"/>
                    </a:ln>
                    <a:solidFill>
                      <a:schemeClr val="bg1"/>
                    </a:solidFill>
                    <a:effectLst>
                      <a:outerShdw dist="28398" dir="1593903" algn="ctr" rotWithShape="0">
                        <a:schemeClr val="tx1"/>
                      </a:outerShdw>
                    </a:effectLst>
                    <a:latin typeface="华文中宋" panose="02010600040101010101" charset="-122"/>
                    <a:ea typeface="华文中宋" panose="02010600040101010101" charset="-122"/>
                  </a:rPr>
                  <a:t>提要</a:t>
                </a:r>
              </a:p>
            </p:txBody>
          </p:sp>
        </p:grpSp>
        <p:sp>
          <p:nvSpPr>
            <p:cNvPr id="23615" name="WordArt 98"/>
            <p:cNvSpPr>
              <a:spLocks noTextEdit="1"/>
            </p:cNvSpPr>
            <p:nvPr/>
          </p:nvSpPr>
          <p:spPr>
            <a:xfrm>
              <a:off x="2974" y="554"/>
              <a:ext cx="2140" cy="161"/>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反射线与折射线成</a:t>
              </a:r>
            </a:p>
          </p:txBody>
        </p:sp>
        <p:grpSp>
          <p:nvGrpSpPr>
            <p:cNvPr id="23616" name="Group 123"/>
            <p:cNvGrpSpPr/>
            <p:nvPr/>
          </p:nvGrpSpPr>
          <p:grpSpPr>
            <a:xfrm>
              <a:off x="5209" y="529"/>
              <a:ext cx="286" cy="184"/>
              <a:chOff x="5209" y="529"/>
              <a:chExt cx="286" cy="184"/>
            </a:xfrm>
          </p:grpSpPr>
          <p:sp>
            <p:nvSpPr>
              <p:cNvPr id="23617" name="WordArt 100"/>
              <p:cNvSpPr>
                <a:spLocks noTextEdit="1"/>
              </p:cNvSpPr>
              <p:nvPr/>
            </p:nvSpPr>
            <p:spPr>
              <a:xfrm>
                <a:off x="5209" y="544"/>
                <a:ext cx="193" cy="169"/>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90</a:t>
                </a:r>
              </a:p>
            </p:txBody>
          </p:sp>
          <p:sp>
            <p:nvSpPr>
              <p:cNvPr id="23618" name="Oval 101"/>
              <p:cNvSpPr/>
              <p:nvPr/>
            </p:nvSpPr>
            <p:spPr>
              <a:xfrm>
                <a:off x="5448" y="529"/>
                <a:ext cx="47" cy="47"/>
              </a:xfrm>
              <a:prstGeom prst="ellipse">
                <a:avLst/>
              </a:prstGeom>
              <a:solidFill>
                <a:schemeClr val="bg1"/>
              </a:solidFill>
              <a:ln w="28575" cap="flat" cmpd="sng">
                <a:solidFill>
                  <a:schemeClr val="tx1"/>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sp>
          <p:nvSpPr>
            <p:cNvPr id="23619" name="WordArt 110"/>
            <p:cNvSpPr>
              <a:spLocks noTextEdit="1"/>
            </p:cNvSpPr>
            <p:nvPr/>
          </p:nvSpPr>
          <p:spPr>
            <a:xfrm>
              <a:off x="3024" y="995"/>
              <a:ext cx="288" cy="174"/>
            </a:xfrm>
            <a:prstGeom prst="rect">
              <a:avLst/>
            </a:prstGeom>
          </p:spPr>
          <p:txBody>
            <a:bodyPr wrap="none" fromWordArt="1">
              <a:prstTxWarp prst="textPlain">
                <a:avLst>
                  <a:gd name="adj" fmla="val 50000"/>
                </a:avLst>
              </a:prstTxWarp>
              <a:normAutofit/>
            </a:bodyPr>
            <a:lstStyle/>
            <a:p>
              <a:pPr algn="ctr"/>
              <a:r>
                <a:rPr lang="zh-CN" altLang="en-US" sz="3600" b="1">
                  <a:ln w="9525" cap="flat" cmpd="sng">
                    <a:solidFill>
                      <a:srgbClr val="006600"/>
                    </a:solidFill>
                    <a:prstDash val="solid"/>
                    <a:round/>
                    <a:headEnd type="none" w="med" len="med"/>
                    <a:tailEnd type="none" w="med" len="med"/>
                  </a:ln>
                  <a:solidFill>
                    <a:srgbClr val="006600"/>
                  </a:solidFill>
                  <a:latin typeface="宋体" panose="02010600030101010101" pitchFamily="2" charset="-122"/>
                  <a:ea typeface="宋体" panose="02010600030101010101" pitchFamily="2" charset="-122"/>
                </a:rPr>
                <a:t>故</a:t>
              </a:r>
            </a:p>
          </p:txBody>
        </p:sp>
        <p:grpSp>
          <p:nvGrpSpPr>
            <p:cNvPr id="23620" name="Group 128"/>
            <p:cNvGrpSpPr/>
            <p:nvPr/>
          </p:nvGrpSpPr>
          <p:grpSpPr>
            <a:xfrm>
              <a:off x="4560" y="930"/>
              <a:ext cx="294" cy="215"/>
              <a:chOff x="4427" y="1280"/>
              <a:chExt cx="294" cy="215"/>
            </a:xfrm>
          </p:grpSpPr>
          <p:sp>
            <p:nvSpPr>
              <p:cNvPr id="23621" name="WordArt 115"/>
              <p:cNvSpPr>
                <a:spLocks noTextEdit="1"/>
              </p:cNvSpPr>
              <p:nvPr/>
            </p:nvSpPr>
            <p:spPr>
              <a:xfrm>
                <a:off x="4427" y="1311"/>
                <a:ext cx="208" cy="18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30</a:t>
                </a:r>
              </a:p>
            </p:txBody>
          </p:sp>
          <p:sp>
            <p:nvSpPr>
              <p:cNvPr id="23622" name="Oval 116"/>
              <p:cNvSpPr/>
              <p:nvPr/>
            </p:nvSpPr>
            <p:spPr>
              <a:xfrm>
                <a:off x="4674" y="1280"/>
                <a:ext cx="47" cy="47"/>
              </a:xfrm>
              <a:prstGeom prst="ellipse">
                <a:avLst/>
              </a:prstGeom>
              <a:solidFill>
                <a:schemeClr val="bg1"/>
              </a:solidFill>
              <a:ln w="28575" cap="flat" cmpd="sng">
                <a:solidFill>
                  <a:schemeClr val="tx1"/>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pSp>
          <p:nvGrpSpPr>
            <p:cNvPr id="23623" name="Group 117"/>
            <p:cNvGrpSpPr/>
            <p:nvPr/>
          </p:nvGrpSpPr>
          <p:grpSpPr>
            <a:xfrm>
              <a:off x="3489" y="972"/>
              <a:ext cx="226" cy="200"/>
              <a:chOff x="3074" y="3382"/>
              <a:chExt cx="271" cy="265"/>
            </a:xfrm>
          </p:grpSpPr>
          <p:sp>
            <p:nvSpPr>
              <p:cNvPr id="23624" name="WordArt 118"/>
              <p:cNvSpPr>
                <a:spLocks noTextEdit="1"/>
              </p:cNvSpPr>
              <p:nvPr/>
            </p:nvSpPr>
            <p:spPr>
              <a:xfrm>
                <a:off x="3074" y="3382"/>
                <a:ext cx="156" cy="244"/>
              </a:xfrm>
              <a:prstGeom prst="rect">
                <a:avLst/>
              </a:prstGeom>
            </p:spPr>
            <p:txBody>
              <a:bodyPr wrap="none" fromWordArt="1">
                <a:prstTxWarp prst="textPlain">
                  <a:avLst>
                    <a:gd name="adj" fmla="val 57051"/>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sp>
            <p:nvSpPr>
              <p:cNvPr id="23625" name="WordArt 119"/>
              <p:cNvSpPr>
                <a:spLocks noTextEdit="1"/>
              </p:cNvSpPr>
              <p:nvPr/>
            </p:nvSpPr>
            <p:spPr>
              <a:xfrm>
                <a:off x="3233" y="3479"/>
                <a:ext cx="112" cy="168"/>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b</a:t>
                </a:r>
              </a:p>
            </p:txBody>
          </p:sp>
        </p:grpSp>
        <p:grpSp>
          <p:nvGrpSpPr>
            <p:cNvPr id="23626" name="Group 120"/>
            <p:cNvGrpSpPr/>
            <p:nvPr/>
          </p:nvGrpSpPr>
          <p:grpSpPr>
            <a:xfrm rot="5400000">
              <a:off x="3827" y="982"/>
              <a:ext cx="70" cy="168"/>
              <a:chOff x="2928" y="3216"/>
              <a:chExt cx="48" cy="240"/>
            </a:xfrm>
          </p:grpSpPr>
          <p:sp>
            <p:nvSpPr>
              <p:cNvPr id="23627" name="Line 121"/>
              <p:cNvSpPr/>
              <p:nvPr/>
            </p:nvSpPr>
            <p:spPr>
              <a:xfrm>
                <a:off x="2928" y="3216"/>
                <a:ext cx="0" cy="240"/>
              </a:xfrm>
              <a:prstGeom prst="line">
                <a:avLst/>
              </a:prstGeom>
              <a:ln w="57150" cap="flat" cmpd="sng">
                <a:solidFill>
                  <a:schemeClr val="tx1"/>
                </a:solidFill>
                <a:prstDash val="solid"/>
                <a:round/>
                <a:headEnd type="none" w="med" len="med"/>
                <a:tailEnd type="none" w="med" len="med"/>
              </a:ln>
            </p:spPr>
          </p:sp>
          <p:sp>
            <p:nvSpPr>
              <p:cNvPr id="23628" name="Line 122"/>
              <p:cNvSpPr/>
              <p:nvPr/>
            </p:nvSpPr>
            <p:spPr>
              <a:xfrm>
                <a:off x="2976" y="3216"/>
                <a:ext cx="0" cy="240"/>
              </a:xfrm>
              <a:prstGeom prst="line">
                <a:avLst/>
              </a:prstGeom>
              <a:ln w="57150" cap="flat" cmpd="sng">
                <a:solidFill>
                  <a:schemeClr val="tx1"/>
                </a:solidFill>
                <a:prstDash val="solid"/>
                <a:round/>
                <a:headEnd type="none" w="med" len="med"/>
                <a:tailEnd type="none" w="med" len="med"/>
              </a:ln>
            </p:spPr>
          </p:sp>
        </p:grpSp>
        <p:grpSp>
          <p:nvGrpSpPr>
            <p:cNvPr id="23629" name="Group 124"/>
            <p:cNvGrpSpPr/>
            <p:nvPr/>
          </p:nvGrpSpPr>
          <p:grpSpPr>
            <a:xfrm>
              <a:off x="4030" y="961"/>
              <a:ext cx="286" cy="184"/>
              <a:chOff x="5209" y="529"/>
              <a:chExt cx="286" cy="184"/>
            </a:xfrm>
          </p:grpSpPr>
          <p:sp>
            <p:nvSpPr>
              <p:cNvPr id="23630" name="WordArt 125"/>
              <p:cNvSpPr>
                <a:spLocks noTextEdit="1"/>
              </p:cNvSpPr>
              <p:nvPr/>
            </p:nvSpPr>
            <p:spPr>
              <a:xfrm>
                <a:off x="5209" y="544"/>
                <a:ext cx="193" cy="169"/>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90</a:t>
                </a:r>
              </a:p>
            </p:txBody>
          </p:sp>
          <p:sp>
            <p:nvSpPr>
              <p:cNvPr id="23631" name="Oval 126"/>
              <p:cNvSpPr/>
              <p:nvPr/>
            </p:nvSpPr>
            <p:spPr>
              <a:xfrm>
                <a:off x="5448" y="529"/>
                <a:ext cx="47" cy="47"/>
              </a:xfrm>
              <a:prstGeom prst="ellipse">
                <a:avLst/>
              </a:prstGeom>
              <a:solidFill>
                <a:schemeClr val="bg1"/>
              </a:solidFill>
              <a:ln w="28575" cap="flat" cmpd="sng">
                <a:solidFill>
                  <a:schemeClr val="tx1"/>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sp>
          <p:nvSpPr>
            <p:cNvPr id="23632" name="Line 127"/>
            <p:cNvSpPr/>
            <p:nvPr/>
          </p:nvSpPr>
          <p:spPr>
            <a:xfrm>
              <a:off x="4344" y="1058"/>
              <a:ext cx="164" cy="0"/>
            </a:xfrm>
            <a:prstGeom prst="line">
              <a:avLst/>
            </a:prstGeom>
            <a:ln w="38100" cap="flat" cmpd="sng">
              <a:solidFill>
                <a:schemeClr val="tx1"/>
              </a:solidFill>
              <a:prstDash val="solid"/>
              <a:round/>
              <a:headEnd type="none" w="med" len="med"/>
              <a:tailEnd type="none" w="med" len="med"/>
            </a:ln>
          </p:spPr>
        </p:sp>
        <p:grpSp>
          <p:nvGrpSpPr>
            <p:cNvPr id="23633" name="Group 129"/>
            <p:cNvGrpSpPr/>
            <p:nvPr/>
          </p:nvGrpSpPr>
          <p:grpSpPr>
            <a:xfrm rot="5400000">
              <a:off x="4943" y="971"/>
              <a:ext cx="70" cy="168"/>
              <a:chOff x="2928" y="3216"/>
              <a:chExt cx="48" cy="240"/>
            </a:xfrm>
          </p:grpSpPr>
          <p:sp>
            <p:nvSpPr>
              <p:cNvPr id="23634" name="Line 130"/>
              <p:cNvSpPr/>
              <p:nvPr/>
            </p:nvSpPr>
            <p:spPr>
              <a:xfrm>
                <a:off x="2928" y="3216"/>
                <a:ext cx="0" cy="240"/>
              </a:xfrm>
              <a:prstGeom prst="line">
                <a:avLst/>
              </a:prstGeom>
              <a:ln w="57150" cap="flat" cmpd="sng">
                <a:solidFill>
                  <a:schemeClr val="tx1"/>
                </a:solidFill>
                <a:prstDash val="solid"/>
                <a:round/>
                <a:headEnd type="none" w="med" len="med"/>
                <a:tailEnd type="none" w="med" len="med"/>
              </a:ln>
            </p:spPr>
          </p:sp>
          <p:sp>
            <p:nvSpPr>
              <p:cNvPr id="23635" name="Line 131"/>
              <p:cNvSpPr/>
              <p:nvPr/>
            </p:nvSpPr>
            <p:spPr>
              <a:xfrm>
                <a:off x="2976" y="3216"/>
                <a:ext cx="0" cy="240"/>
              </a:xfrm>
              <a:prstGeom prst="line">
                <a:avLst/>
              </a:prstGeom>
              <a:ln w="57150" cap="flat" cmpd="sng">
                <a:solidFill>
                  <a:schemeClr val="tx1"/>
                </a:solidFill>
                <a:prstDash val="solid"/>
                <a:round/>
                <a:headEnd type="none" w="med" len="med"/>
                <a:tailEnd type="none" w="med" len="med"/>
              </a:ln>
            </p:spPr>
          </p:sp>
        </p:grpSp>
        <p:grpSp>
          <p:nvGrpSpPr>
            <p:cNvPr id="23636" name="Group 132"/>
            <p:cNvGrpSpPr/>
            <p:nvPr/>
          </p:nvGrpSpPr>
          <p:grpSpPr>
            <a:xfrm>
              <a:off x="5147" y="910"/>
              <a:ext cx="294" cy="215"/>
              <a:chOff x="4427" y="1280"/>
              <a:chExt cx="294" cy="215"/>
            </a:xfrm>
          </p:grpSpPr>
          <p:sp>
            <p:nvSpPr>
              <p:cNvPr id="23637" name="WordArt 133"/>
              <p:cNvSpPr>
                <a:spLocks noTextEdit="1"/>
              </p:cNvSpPr>
              <p:nvPr/>
            </p:nvSpPr>
            <p:spPr>
              <a:xfrm>
                <a:off x="4427" y="1311"/>
                <a:ext cx="208" cy="18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60</a:t>
                </a:r>
              </a:p>
            </p:txBody>
          </p:sp>
          <p:sp>
            <p:nvSpPr>
              <p:cNvPr id="23638" name="Oval 134"/>
              <p:cNvSpPr/>
              <p:nvPr/>
            </p:nvSpPr>
            <p:spPr>
              <a:xfrm>
                <a:off x="4674" y="1280"/>
                <a:ext cx="47" cy="47"/>
              </a:xfrm>
              <a:prstGeom prst="ellipse">
                <a:avLst/>
              </a:prstGeom>
              <a:solidFill>
                <a:schemeClr val="bg1"/>
              </a:solidFill>
              <a:ln w="28575" cap="flat" cmpd="sng">
                <a:solidFill>
                  <a:schemeClr val="tx1"/>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pSp>
      <p:grpSp>
        <p:nvGrpSpPr>
          <p:cNvPr id="23" name="Group 165"/>
          <p:cNvGrpSpPr/>
          <p:nvPr/>
        </p:nvGrpSpPr>
        <p:grpSpPr>
          <a:xfrm>
            <a:off x="4945063" y="2446338"/>
            <a:ext cx="3092450" cy="3317875"/>
            <a:chOff x="3115" y="1541"/>
            <a:chExt cx="1948" cy="2090"/>
          </a:xfrm>
        </p:grpSpPr>
        <p:grpSp>
          <p:nvGrpSpPr>
            <p:cNvPr id="23640" name="Group 37"/>
            <p:cNvGrpSpPr/>
            <p:nvPr/>
          </p:nvGrpSpPr>
          <p:grpSpPr>
            <a:xfrm>
              <a:off x="3593" y="1669"/>
              <a:ext cx="281" cy="262"/>
              <a:chOff x="3074" y="3382"/>
              <a:chExt cx="271" cy="265"/>
            </a:xfrm>
          </p:grpSpPr>
          <p:sp>
            <p:nvSpPr>
              <p:cNvPr id="23641" name="WordArt 38"/>
              <p:cNvSpPr>
                <a:spLocks noTextEdit="1"/>
              </p:cNvSpPr>
              <p:nvPr/>
            </p:nvSpPr>
            <p:spPr>
              <a:xfrm>
                <a:off x="3074" y="3382"/>
                <a:ext cx="156" cy="244"/>
              </a:xfrm>
              <a:prstGeom prst="rect">
                <a:avLst/>
              </a:prstGeom>
            </p:spPr>
            <p:txBody>
              <a:bodyPr wrap="none" fromWordArt="1">
                <a:prstTxWarp prst="textPlain">
                  <a:avLst>
                    <a:gd name="adj" fmla="val 57051"/>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sp>
            <p:nvSpPr>
              <p:cNvPr id="23642" name="WordArt 39"/>
              <p:cNvSpPr>
                <a:spLocks noTextEdit="1"/>
              </p:cNvSpPr>
              <p:nvPr/>
            </p:nvSpPr>
            <p:spPr>
              <a:xfrm>
                <a:off x="3233" y="3479"/>
                <a:ext cx="112" cy="168"/>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b</a:t>
                </a:r>
              </a:p>
            </p:txBody>
          </p:sp>
        </p:grpSp>
        <p:grpSp>
          <p:nvGrpSpPr>
            <p:cNvPr id="23643" name="Group 40"/>
            <p:cNvGrpSpPr/>
            <p:nvPr/>
          </p:nvGrpSpPr>
          <p:grpSpPr>
            <a:xfrm rot="5400000">
              <a:off x="4048" y="1735"/>
              <a:ext cx="70" cy="168"/>
              <a:chOff x="2928" y="3216"/>
              <a:chExt cx="48" cy="240"/>
            </a:xfrm>
          </p:grpSpPr>
          <p:sp>
            <p:nvSpPr>
              <p:cNvPr id="23644" name="Line 41"/>
              <p:cNvSpPr/>
              <p:nvPr/>
            </p:nvSpPr>
            <p:spPr>
              <a:xfrm>
                <a:off x="2928" y="3216"/>
                <a:ext cx="0" cy="240"/>
              </a:xfrm>
              <a:prstGeom prst="line">
                <a:avLst/>
              </a:prstGeom>
              <a:ln w="57150" cap="flat" cmpd="sng">
                <a:solidFill>
                  <a:schemeClr val="tx1"/>
                </a:solidFill>
                <a:prstDash val="solid"/>
                <a:round/>
                <a:headEnd type="none" w="med" len="med"/>
                <a:tailEnd type="none" w="med" len="med"/>
              </a:ln>
            </p:spPr>
          </p:sp>
          <p:sp>
            <p:nvSpPr>
              <p:cNvPr id="23645" name="Line 42"/>
              <p:cNvSpPr/>
              <p:nvPr/>
            </p:nvSpPr>
            <p:spPr>
              <a:xfrm>
                <a:off x="2976" y="3216"/>
                <a:ext cx="0" cy="240"/>
              </a:xfrm>
              <a:prstGeom prst="line">
                <a:avLst/>
              </a:prstGeom>
              <a:ln w="57150" cap="flat" cmpd="sng">
                <a:solidFill>
                  <a:schemeClr val="tx1"/>
                </a:solidFill>
                <a:prstDash val="solid"/>
                <a:round/>
                <a:headEnd type="none" w="med" len="med"/>
                <a:tailEnd type="none" w="med" len="med"/>
              </a:ln>
            </p:spPr>
          </p:sp>
        </p:grpSp>
        <p:sp>
          <p:nvSpPr>
            <p:cNvPr id="23646" name="WordArt 44"/>
            <p:cNvSpPr>
              <a:spLocks noTextEdit="1"/>
            </p:cNvSpPr>
            <p:nvPr/>
          </p:nvSpPr>
          <p:spPr>
            <a:xfrm>
              <a:off x="3147" y="1711"/>
              <a:ext cx="371" cy="18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tan</a:t>
              </a:r>
            </a:p>
          </p:txBody>
        </p:sp>
        <p:sp>
          <p:nvSpPr>
            <p:cNvPr id="23647" name="Line 47"/>
            <p:cNvSpPr/>
            <p:nvPr/>
          </p:nvSpPr>
          <p:spPr>
            <a:xfrm>
              <a:off x="4258" y="1814"/>
              <a:ext cx="621" cy="0"/>
            </a:xfrm>
            <a:prstGeom prst="line">
              <a:avLst/>
            </a:prstGeom>
            <a:ln w="28575" cap="flat" cmpd="sng">
              <a:solidFill>
                <a:schemeClr val="tx1"/>
              </a:solidFill>
              <a:prstDash val="solid"/>
              <a:round/>
              <a:headEnd type="none" w="med" len="med"/>
              <a:tailEnd type="none" w="med" len="med"/>
            </a:ln>
          </p:spPr>
        </p:sp>
        <p:grpSp>
          <p:nvGrpSpPr>
            <p:cNvPr id="23648" name="Group 48"/>
            <p:cNvGrpSpPr/>
            <p:nvPr/>
          </p:nvGrpSpPr>
          <p:grpSpPr>
            <a:xfrm>
              <a:off x="4452" y="1886"/>
              <a:ext cx="273" cy="181"/>
              <a:chOff x="2036" y="148"/>
              <a:chExt cx="208" cy="133"/>
            </a:xfrm>
          </p:grpSpPr>
          <p:sp>
            <p:nvSpPr>
              <p:cNvPr id="23649" name="WordArt 49"/>
              <p:cNvSpPr>
                <a:spLocks noTextEdit="1"/>
              </p:cNvSpPr>
              <p:nvPr/>
            </p:nvSpPr>
            <p:spPr>
              <a:xfrm>
                <a:off x="2036" y="148"/>
                <a:ext cx="130" cy="120"/>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n</a:t>
                </a:r>
              </a:p>
            </p:txBody>
          </p:sp>
          <p:sp>
            <p:nvSpPr>
              <p:cNvPr id="23650" name="WordArt 50"/>
              <p:cNvSpPr>
                <a:spLocks noTextEdit="1"/>
              </p:cNvSpPr>
              <p:nvPr/>
            </p:nvSpPr>
            <p:spPr>
              <a:xfrm>
                <a:off x="2197" y="197"/>
                <a:ext cx="47" cy="8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sp>
          <p:nvSpPr>
            <p:cNvPr id="23651" name="WordArt 62"/>
            <p:cNvSpPr>
              <a:spLocks noTextEdit="1"/>
            </p:cNvSpPr>
            <p:nvPr/>
          </p:nvSpPr>
          <p:spPr>
            <a:xfrm>
              <a:off x="4473" y="1541"/>
              <a:ext cx="170" cy="164"/>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n</a:t>
              </a:r>
            </a:p>
          </p:txBody>
        </p:sp>
        <p:sp>
          <p:nvSpPr>
            <p:cNvPr id="23652" name="WordArt 63"/>
            <p:cNvSpPr>
              <a:spLocks noTextEdit="1"/>
            </p:cNvSpPr>
            <p:nvPr/>
          </p:nvSpPr>
          <p:spPr>
            <a:xfrm>
              <a:off x="4684" y="1608"/>
              <a:ext cx="62" cy="11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2</a:t>
              </a:r>
            </a:p>
          </p:txBody>
        </p:sp>
        <p:grpSp>
          <p:nvGrpSpPr>
            <p:cNvPr id="23653" name="Group 162"/>
            <p:cNvGrpSpPr/>
            <p:nvPr/>
          </p:nvGrpSpPr>
          <p:grpSpPr>
            <a:xfrm>
              <a:off x="3115" y="2397"/>
              <a:ext cx="1948" cy="1234"/>
              <a:chOff x="3115" y="2397"/>
              <a:chExt cx="1948" cy="1234"/>
            </a:xfrm>
          </p:grpSpPr>
          <p:sp>
            <p:nvSpPr>
              <p:cNvPr id="23654" name="WordArt 135"/>
              <p:cNvSpPr>
                <a:spLocks noTextEdit="1"/>
              </p:cNvSpPr>
              <p:nvPr/>
            </p:nvSpPr>
            <p:spPr>
              <a:xfrm>
                <a:off x="3115" y="2456"/>
                <a:ext cx="170" cy="164"/>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n</a:t>
                </a:r>
              </a:p>
            </p:txBody>
          </p:sp>
          <p:sp>
            <p:nvSpPr>
              <p:cNvPr id="23655" name="WordArt 136"/>
              <p:cNvSpPr>
                <a:spLocks noTextEdit="1"/>
              </p:cNvSpPr>
              <p:nvPr/>
            </p:nvSpPr>
            <p:spPr>
              <a:xfrm>
                <a:off x="3326" y="2523"/>
                <a:ext cx="62" cy="11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CC0000"/>
                      </a:solidFill>
                      <a:prstDash val="solid"/>
                      <a:round/>
                      <a:headEnd type="none" w="med" len="med"/>
                      <a:tailEnd type="none" w="med" len="med"/>
                    </a:ln>
                    <a:solidFill>
                      <a:srgbClr val="CC0000"/>
                    </a:solidFill>
                    <a:latin typeface="Times New Roman" panose="02020603050405020304" pitchFamily="18" charset="0"/>
                    <a:ea typeface="Times New Roman" panose="02020603050405020304" pitchFamily="18" charset="0"/>
                  </a:rPr>
                  <a:t>2</a:t>
                </a:r>
              </a:p>
            </p:txBody>
          </p:sp>
          <p:grpSp>
            <p:nvGrpSpPr>
              <p:cNvPr id="23656" name="Group 137"/>
              <p:cNvGrpSpPr/>
              <p:nvPr/>
            </p:nvGrpSpPr>
            <p:grpSpPr>
              <a:xfrm rot="5400000">
                <a:off x="3523" y="2464"/>
                <a:ext cx="70" cy="168"/>
                <a:chOff x="2928" y="3216"/>
                <a:chExt cx="48" cy="240"/>
              </a:xfrm>
            </p:grpSpPr>
            <p:sp>
              <p:nvSpPr>
                <p:cNvPr id="23657" name="Line 138"/>
                <p:cNvSpPr/>
                <p:nvPr/>
              </p:nvSpPr>
              <p:spPr>
                <a:xfrm>
                  <a:off x="2928" y="3216"/>
                  <a:ext cx="0" cy="240"/>
                </a:xfrm>
                <a:prstGeom prst="line">
                  <a:avLst/>
                </a:prstGeom>
                <a:ln w="57150" cap="flat" cmpd="sng">
                  <a:solidFill>
                    <a:schemeClr val="tx1"/>
                  </a:solidFill>
                  <a:prstDash val="solid"/>
                  <a:round/>
                  <a:headEnd type="none" w="med" len="med"/>
                  <a:tailEnd type="none" w="med" len="med"/>
                </a:ln>
              </p:spPr>
            </p:sp>
            <p:sp>
              <p:nvSpPr>
                <p:cNvPr id="23658" name="Line 139"/>
                <p:cNvSpPr/>
                <p:nvPr/>
              </p:nvSpPr>
              <p:spPr>
                <a:xfrm>
                  <a:off x="2976" y="3216"/>
                  <a:ext cx="0" cy="240"/>
                </a:xfrm>
                <a:prstGeom prst="line">
                  <a:avLst/>
                </a:prstGeom>
                <a:ln w="57150" cap="flat" cmpd="sng">
                  <a:solidFill>
                    <a:schemeClr val="tx1"/>
                  </a:solidFill>
                  <a:prstDash val="solid"/>
                  <a:round/>
                  <a:headEnd type="none" w="med" len="med"/>
                  <a:tailEnd type="none" w="med" len="med"/>
                </a:ln>
              </p:spPr>
            </p:sp>
          </p:grpSp>
          <p:grpSp>
            <p:nvGrpSpPr>
              <p:cNvPr id="23659" name="Group 140"/>
              <p:cNvGrpSpPr/>
              <p:nvPr/>
            </p:nvGrpSpPr>
            <p:grpSpPr>
              <a:xfrm>
                <a:off x="4539" y="2397"/>
                <a:ext cx="281" cy="262"/>
                <a:chOff x="3074" y="3382"/>
                <a:chExt cx="271" cy="265"/>
              </a:xfrm>
            </p:grpSpPr>
            <p:sp>
              <p:nvSpPr>
                <p:cNvPr id="23660" name="WordArt 141"/>
                <p:cNvSpPr>
                  <a:spLocks noTextEdit="1"/>
                </p:cNvSpPr>
                <p:nvPr/>
              </p:nvSpPr>
              <p:spPr>
                <a:xfrm>
                  <a:off x="3074" y="3382"/>
                  <a:ext cx="156" cy="244"/>
                </a:xfrm>
                <a:prstGeom prst="rect">
                  <a:avLst/>
                </a:prstGeom>
              </p:spPr>
              <p:txBody>
                <a:bodyPr wrap="none" fromWordArt="1">
                  <a:prstTxWarp prst="textPlain">
                    <a:avLst>
                      <a:gd name="adj" fmla="val 57051"/>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i</a:t>
                  </a:r>
                </a:p>
              </p:txBody>
            </p:sp>
            <p:sp>
              <p:nvSpPr>
                <p:cNvPr id="23661" name="WordArt 142"/>
                <p:cNvSpPr>
                  <a:spLocks noTextEdit="1"/>
                </p:cNvSpPr>
                <p:nvPr/>
              </p:nvSpPr>
              <p:spPr>
                <a:xfrm>
                  <a:off x="3233" y="3479"/>
                  <a:ext cx="112" cy="168"/>
                </a:xfrm>
                <a:prstGeom prst="rect">
                  <a:avLst/>
                </a:prstGeom>
              </p:spPr>
              <p:txBody>
                <a:bodyPr wrap="none" fromWordArt="1">
                  <a:prstTxWarp prst="textPlain">
                    <a:avLst>
                      <a:gd name="adj" fmla="val 50000"/>
                    </a:avLst>
                  </a:prstTxWarp>
                  <a:normAutofit/>
                </a:bodyPr>
                <a:lstStyle/>
                <a:p>
                  <a:pPr algn="ctr"/>
                  <a:r>
                    <a:rPr lang="zh-CN" altLang="en-US" sz="3600" i="1">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b</a:t>
                  </a:r>
                </a:p>
              </p:txBody>
            </p:sp>
          </p:grpSp>
          <p:sp>
            <p:nvSpPr>
              <p:cNvPr id="23662" name="WordArt 143"/>
              <p:cNvSpPr>
                <a:spLocks noTextEdit="1"/>
              </p:cNvSpPr>
              <p:nvPr/>
            </p:nvSpPr>
            <p:spPr>
              <a:xfrm>
                <a:off x="4093" y="2439"/>
                <a:ext cx="371" cy="18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tan</a:t>
                </a:r>
              </a:p>
            </p:txBody>
          </p:sp>
          <p:grpSp>
            <p:nvGrpSpPr>
              <p:cNvPr id="23663" name="Group 144"/>
              <p:cNvGrpSpPr/>
              <p:nvPr/>
            </p:nvGrpSpPr>
            <p:grpSpPr>
              <a:xfrm>
                <a:off x="3740" y="2458"/>
                <a:ext cx="273" cy="181"/>
                <a:chOff x="2036" y="148"/>
                <a:chExt cx="208" cy="133"/>
              </a:xfrm>
            </p:grpSpPr>
            <p:sp>
              <p:nvSpPr>
                <p:cNvPr id="23664" name="WordArt 145"/>
                <p:cNvSpPr>
                  <a:spLocks noTextEdit="1"/>
                </p:cNvSpPr>
                <p:nvPr/>
              </p:nvSpPr>
              <p:spPr>
                <a:xfrm>
                  <a:off x="2036" y="148"/>
                  <a:ext cx="130" cy="120"/>
                </a:xfrm>
                <a:prstGeom prst="rect">
                  <a:avLst/>
                </a:prstGeom>
              </p:spPr>
              <p:txBody>
                <a:bodyPr wrap="none" fromWordArt="1">
                  <a:prstTxWarp prst="textPlain">
                    <a:avLst>
                      <a:gd name="adj" fmla="val 50000"/>
                    </a:avLst>
                  </a:prstTxWarp>
                  <a:normAutofit/>
                </a:bodyPr>
                <a:lstStyle/>
                <a:p>
                  <a:pPr algn="ctr"/>
                  <a:r>
                    <a:rPr lang="zh-CN" altLang="en-US" sz="1200" i="1">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n</a:t>
                  </a:r>
                </a:p>
              </p:txBody>
            </p:sp>
            <p:sp>
              <p:nvSpPr>
                <p:cNvPr id="23665" name="WordArt 146"/>
                <p:cNvSpPr>
                  <a:spLocks noTextEdit="1"/>
                </p:cNvSpPr>
                <p:nvPr/>
              </p:nvSpPr>
              <p:spPr>
                <a:xfrm>
                  <a:off x="2197" y="197"/>
                  <a:ext cx="47" cy="8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a:t>
                  </a:r>
                </a:p>
              </p:txBody>
            </p:sp>
          </p:grpSp>
          <p:grpSp>
            <p:nvGrpSpPr>
              <p:cNvPr id="23666" name="Group 147"/>
              <p:cNvGrpSpPr/>
              <p:nvPr/>
            </p:nvGrpSpPr>
            <p:grpSpPr>
              <a:xfrm rot="5400000">
                <a:off x="3511" y="2965"/>
                <a:ext cx="70" cy="168"/>
                <a:chOff x="2928" y="3216"/>
                <a:chExt cx="48" cy="240"/>
              </a:xfrm>
            </p:grpSpPr>
            <p:sp>
              <p:nvSpPr>
                <p:cNvPr id="23667" name="Line 148"/>
                <p:cNvSpPr/>
                <p:nvPr/>
              </p:nvSpPr>
              <p:spPr>
                <a:xfrm>
                  <a:off x="2928" y="3216"/>
                  <a:ext cx="0" cy="240"/>
                </a:xfrm>
                <a:prstGeom prst="line">
                  <a:avLst/>
                </a:prstGeom>
                <a:ln w="57150" cap="flat" cmpd="sng">
                  <a:solidFill>
                    <a:schemeClr val="tx1"/>
                  </a:solidFill>
                  <a:prstDash val="solid"/>
                  <a:round/>
                  <a:headEnd type="none" w="med" len="med"/>
                  <a:tailEnd type="none" w="med" len="med"/>
                </a:ln>
              </p:spPr>
            </p:sp>
            <p:sp>
              <p:nvSpPr>
                <p:cNvPr id="23668" name="Line 149"/>
                <p:cNvSpPr/>
                <p:nvPr/>
              </p:nvSpPr>
              <p:spPr>
                <a:xfrm>
                  <a:off x="2976" y="3216"/>
                  <a:ext cx="0" cy="240"/>
                </a:xfrm>
                <a:prstGeom prst="line">
                  <a:avLst/>
                </a:prstGeom>
                <a:ln w="57150" cap="flat" cmpd="sng">
                  <a:solidFill>
                    <a:schemeClr val="tx1"/>
                  </a:solidFill>
                  <a:prstDash val="solid"/>
                  <a:round/>
                  <a:headEnd type="none" w="med" len="med"/>
                  <a:tailEnd type="none" w="med" len="med"/>
                </a:ln>
              </p:spPr>
            </p:sp>
          </p:grpSp>
          <p:grpSp>
            <p:nvGrpSpPr>
              <p:cNvPr id="23669" name="Group 150"/>
              <p:cNvGrpSpPr/>
              <p:nvPr/>
            </p:nvGrpSpPr>
            <p:grpSpPr>
              <a:xfrm>
                <a:off x="4129" y="2974"/>
                <a:ext cx="110" cy="111"/>
                <a:chOff x="1781" y="2282"/>
                <a:chExt cx="577" cy="577"/>
              </a:xfrm>
            </p:grpSpPr>
            <p:sp>
              <p:nvSpPr>
                <p:cNvPr id="23670" name="Line 151"/>
                <p:cNvSpPr/>
                <p:nvPr/>
              </p:nvSpPr>
              <p:spPr>
                <a:xfrm>
                  <a:off x="1782" y="2282"/>
                  <a:ext cx="576" cy="576"/>
                </a:xfrm>
                <a:prstGeom prst="line">
                  <a:avLst/>
                </a:prstGeom>
                <a:ln w="38100" cap="flat" cmpd="sng">
                  <a:solidFill>
                    <a:schemeClr val="tx1"/>
                  </a:solidFill>
                  <a:prstDash val="solid"/>
                  <a:round/>
                  <a:headEnd type="none" w="med" len="med"/>
                  <a:tailEnd type="none" w="med" len="med"/>
                </a:ln>
              </p:spPr>
            </p:sp>
            <p:sp>
              <p:nvSpPr>
                <p:cNvPr id="23671" name="Line 152"/>
                <p:cNvSpPr/>
                <p:nvPr/>
              </p:nvSpPr>
              <p:spPr>
                <a:xfrm flipH="1">
                  <a:off x="1781" y="2282"/>
                  <a:ext cx="577" cy="577"/>
                </a:xfrm>
                <a:prstGeom prst="line">
                  <a:avLst/>
                </a:prstGeom>
                <a:ln w="38100" cap="flat" cmpd="sng">
                  <a:solidFill>
                    <a:schemeClr val="tx1"/>
                  </a:solidFill>
                  <a:prstDash val="solid"/>
                  <a:round/>
                  <a:headEnd type="none" w="med" len="med"/>
                  <a:tailEnd type="none" w="med" len="med"/>
                </a:ln>
              </p:spPr>
            </p:sp>
          </p:grpSp>
          <p:sp>
            <p:nvSpPr>
              <p:cNvPr id="23672" name="WordArt 153"/>
              <p:cNvSpPr>
                <a:spLocks noTextEdit="1"/>
              </p:cNvSpPr>
              <p:nvPr/>
            </p:nvSpPr>
            <p:spPr>
              <a:xfrm>
                <a:off x="3716" y="2960"/>
                <a:ext cx="341" cy="169"/>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1.00</a:t>
                </a:r>
              </a:p>
            </p:txBody>
          </p:sp>
          <p:sp>
            <p:nvSpPr>
              <p:cNvPr id="23673" name="WordArt 154"/>
              <p:cNvSpPr>
                <a:spLocks noTextEdit="1"/>
              </p:cNvSpPr>
              <p:nvPr/>
            </p:nvSpPr>
            <p:spPr>
              <a:xfrm>
                <a:off x="4330" y="2916"/>
                <a:ext cx="371" cy="189"/>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chemeClr val="tx1"/>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tan</a:t>
                </a:r>
              </a:p>
            </p:txBody>
          </p:sp>
          <p:grpSp>
            <p:nvGrpSpPr>
              <p:cNvPr id="23674" name="Group 155"/>
              <p:cNvGrpSpPr/>
              <p:nvPr/>
            </p:nvGrpSpPr>
            <p:grpSpPr>
              <a:xfrm>
                <a:off x="4769" y="2898"/>
                <a:ext cx="294" cy="215"/>
                <a:chOff x="4427" y="1280"/>
                <a:chExt cx="294" cy="215"/>
              </a:xfrm>
            </p:grpSpPr>
            <p:sp>
              <p:nvSpPr>
                <p:cNvPr id="23675" name="WordArt 156"/>
                <p:cNvSpPr>
                  <a:spLocks noTextEdit="1"/>
                </p:cNvSpPr>
                <p:nvPr/>
              </p:nvSpPr>
              <p:spPr>
                <a:xfrm>
                  <a:off x="4427" y="1311"/>
                  <a:ext cx="208" cy="184"/>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60</a:t>
                  </a:r>
                </a:p>
              </p:txBody>
            </p:sp>
            <p:sp>
              <p:nvSpPr>
                <p:cNvPr id="23676" name="Oval 157"/>
                <p:cNvSpPr/>
                <p:nvPr/>
              </p:nvSpPr>
              <p:spPr>
                <a:xfrm>
                  <a:off x="4674" y="1280"/>
                  <a:ext cx="47" cy="47"/>
                </a:xfrm>
                <a:prstGeom prst="ellipse">
                  <a:avLst/>
                </a:prstGeom>
                <a:solidFill>
                  <a:schemeClr val="bg1"/>
                </a:solidFill>
                <a:ln w="28575" cap="flat" cmpd="sng">
                  <a:solidFill>
                    <a:schemeClr val="tx1"/>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pSp>
          <p:grpSp>
            <p:nvGrpSpPr>
              <p:cNvPr id="23677" name="Group 158"/>
              <p:cNvGrpSpPr/>
              <p:nvPr/>
            </p:nvGrpSpPr>
            <p:grpSpPr>
              <a:xfrm rot="5400000">
                <a:off x="3513" y="3482"/>
                <a:ext cx="70" cy="168"/>
                <a:chOff x="2928" y="3216"/>
                <a:chExt cx="48" cy="240"/>
              </a:xfrm>
            </p:grpSpPr>
            <p:sp>
              <p:nvSpPr>
                <p:cNvPr id="23678" name="Line 159"/>
                <p:cNvSpPr/>
                <p:nvPr/>
              </p:nvSpPr>
              <p:spPr>
                <a:xfrm>
                  <a:off x="2928" y="3216"/>
                  <a:ext cx="0" cy="240"/>
                </a:xfrm>
                <a:prstGeom prst="line">
                  <a:avLst/>
                </a:prstGeom>
                <a:ln w="57150" cap="flat" cmpd="sng">
                  <a:solidFill>
                    <a:schemeClr val="tx1"/>
                  </a:solidFill>
                  <a:prstDash val="solid"/>
                  <a:round/>
                  <a:headEnd type="none" w="med" len="med"/>
                  <a:tailEnd type="none" w="med" len="med"/>
                </a:ln>
              </p:spPr>
            </p:sp>
            <p:sp>
              <p:nvSpPr>
                <p:cNvPr id="23679" name="Line 160"/>
                <p:cNvSpPr/>
                <p:nvPr/>
              </p:nvSpPr>
              <p:spPr>
                <a:xfrm>
                  <a:off x="2976" y="3216"/>
                  <a:ext cx="0" cy="240"/>
                </a:xfrm>
                <a:prstGeom prst="line">
                  <a:avLst/>
                </a:prstGeom>
                <a:ln w="57150" cap="flat" cmpd="sng">
                  <a:solidFill>
                    <a:schemeClr val="tx1"/>
                  </a:solidFill>
                  <a:prstDash val="solid"/>
                  <a:round/>
                  <a:headEnd type="none" w="med" len="med"/>
                  <a:tailEnd type="none" w="med" len="med"/>
                </a:ln>
              </p:spPr>
            </p:sp>
          </p:grpSp>
          <p:sp>
            <p:nvSpPr>
              <p:cNvPr id="23680" name="WordArt 161"/>
              <p:cNvSpPr>
                <a:spLocks noTextEdit="1"/>
              </p:cNvSpPr>
              <p:nvPr/>
            </p:nvSpPr>
            <p:spPr>
              <a:xfrm>
                <a:off x="3750" y="3431"/>
                <a:ext cx="551" cy="200"/>
              </a:xfrm>
              <a:prstGeom prst="rect">
                <a:avLst/>
              </a:prstGeom>
            </p:spPr>
            <p:txBody>
              <a:bodyPr wrap="none" fromWordArt="1">
                <a:prstTxWarp prst="textPlain">
                  <a:avLst>
                    <a:gd name="adj" fmla="val 50000"/>
                  </a:avLst>
                </a:prstTxWarp>
                <a:normAutofit/>
              </a:bodyPr>
              <a:lstStyle/>
              <a:p>
                <a:pPr algn="ctr"/>
                <a:r>
                  <a:rPr lang="zh-CN" altLang="en-US" sz="1400">
                    <a:ln w="9525" cap="flat" cmpd="sng">
                      <a:solidFill>
                        <a:srgbClr val="000000"/>
                      </a:solidFill>
                      <a:prstDash val="solid"/>
                      <a:round/>
                      <a:headEnd type="none" w="med" len="med"/>
                      <a:tailEnd type="none" w="med" len="med"/>
                    </a:ln>
                    <a:solidFill>
                      <a:schemeClr val="tx1"/>
                    </a:solidFill>
                    <a:latin typeface="Times New Roman" panose="02020603050405020304" pitchFamily="18" charset="0"/>
                    <a:ea typeface="Times New Roman" panose="02020603050405020304" pitchFamily="18" charset="0"/>
                  </a:rPr>
                  <a:t>1.732</a:t>
                </a:r>
              </a:p>
            </p:txBody>
          </p:sp>
        </p:grpSp>
      </p:grpSp>
      <p:grpSp>
        <p:nvGrpSpPr>
          <p:cNvPr id="23681" name="Group 166"/>
          <p:cNvGrpSpPr/>
          <p:nvPr/>
        </p:nvGrpSpPr>
        <p:grpSpPr>
          <a:xfrm>
            <a:off x="0" y="219075"/>
            <a:ext cx="823913" cy="458788"/>
            <a:chOff x="295" y="1117"/>
            <a:chExt cx="519" cy="289"/>
          </a:xfrm>
        </p:grpSpPr>
        <p:sp>
          <p:nvSpPr>
            <p:cNvPr id="23682" name="Oval 167" descr="纸袋"/>
            <p:cNvSpPr/>
            <p:nvPr/>
          </p:nvSpPr>
          <p:spPr>
            <a:xfrm>
              <a:off x="295" y="1117"/>
              <a:ext cx="519" cy="289"/>
            </a:xfrm>
            <a:prstGeom prst="ellipse">
              <a:avLst/>
            </a:prstGeom>
            <a:blipFill rotWithShape="1">
              <a:blip r:embed="rId4"/>
            </a:blipFill>
            <a:ln w="57150" cap="flat" cmpd="thinThick">
              <a:solidFill>
                <a:srgbClr val="663300"/>
              </a:solidFill>
              <a:prstDash val="solid"/>
              <a:round/>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sp>
          <p:nvSpPr>
            <p:cNvPr id="23683" name="WordArt 168"/>
            <p:cNvSpPr>
              <a:spLocks noTextEdit="1"/>
            </p:cNvSpPr>
            <p:nvPr/>
          </p:nvSpPr>
          <p:spPr>
            <a:xfrm>
              <a:off x="431" y="1162"/>
              <a:ext cx="272" cy="181"/>
            </a:xfrm>
            <a:prstGeom prst="rect">
              <a:avLst/>
            </a:prstGeom>
          </p:spPr>
          <p:txBody>
            <a:bodyPr wrap="none" fromWordArt="1">
              <a:prstTxWarp prst="textPlain">
                <a:avLst>
                  <a:gd name="adj" fmla="val 50000"/>
                </a:avLst>
              </a:prstTxWarp>
              <a:normAutofit/>
            </a:bodyPr>
            <a:lstStyle/>
            <a:p>
              <a:pPr algn="ctr"/>
              <a:r>
                <a:rPr lang="zh-CN" altLang="en-US" sz="3600">
                  <a:ln w="9525" cap="flat" cmpd="sng">
                    <a:solidFill>
                      <a:srgbClr val="FFFF00"/>
                    </a:solidFill>
                    <a:prstDash val="solid"/>
                    <a:round/>
                    <a:headEnd type="none" w="med" len="med"/>
                    <a:tailEnd type="none" w="med" len="med"/>
                  </a:ln>
                  <a:solidFill>
                    <a:srgbClr val="FFFF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例4</a:t>
              </a:r>
            </a:p>
          </p:txBody>
        </p:sp>
      </p:grpSp>
      <p:sp>
        <p:nvSpPr>
          <p:cNvPr id="170153" name="AutoShape 169"/>
          <p:cNvSpPr/>
          <p:nvPr/>
        </p:nvSpPr>
        <p:spPr>
          <a:xfrm rot="10800000">
            <a:off x="8604250" y="6380163"/>
            <a:ext cx="287338" cy="431800"/>
          </a:xfrm>
          <a:custGeom>
            <a:avLst/>
            <a:gdLst/>
            <a:ahLst/>
            <a:cxnLst>
              <a:cxn ang="17694720">
                <a:pos x="201216" y="0"/>
              </a:cxn>
              <a:cxn ang="5898240">
                <a:pos x="201216" y="243047"/>
              </a:cxn>
              <a:cxn ang="5898240">
                <a:pos x="43061" y="431800"/>
              </a:cxn>
              <a:cxn ang="0">
                <a:pos x="287338" y="121524"/>
              </a:cxn>
            </a:cxnLst>
            <a:rect l="0" t="0" r="0" b="0"/>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8D7A6"/>
          </a:solidFill>
          <a:ln w="9525" cap="flat" cmpd="sng">
            <a:solidFill>
              <a:srgbClr val="F8D7A6"/>
            </a:solidFill>
            <a:prstDash val="solid"/>
            <a:miter/>
            <a:headEnd type="none" w="med" len="med"/>
            <a:tailEnd type="non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up)">
                                      <p:cBhvr>
                                        <p:cTn id="16" dur="500"/>
                                        <p:tgtEl>
                                          <p:spTgt spid="14"/>
                                        </p:tgtEl>
                                      </p:cBhvr>
                                    </p:animEffect>
                                  </p:childTnLst>
                                </p:cTn>
                              </p:par>
                            </p:childTnLst>
                          </p:cTn>
                        </p:par>
                        <p:par>
                          <p:cTn id="17" fill="hold">
                            <p:stCondLst>
                              <p:cond delay="500"/>
                            </p:stCondLst>
                            <p:childTnLst>
                              <p:par>
                                <p:cTn id="18" presetID="53" presetClass="entr" presetSubtype="16" fill="hold"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500" fill="hold"/>
                                        <p:tgtEl>
                                          <p:spTgt spid="11"/>
                                        </p:tgtEl>
                                        <p:attrNameLst>
                                          <p:attrName>ppt_w</p:attrName>
                                        </p:attrNameLst>
                                      </p:cBhvr>
                                      <p:tavLst>
                                        <p:tav tm="0">
                                          <p:val>
                                            <p:fltVal val="0"/>
                                          </p:val>
                                        </p:tav>
                                        <p:tav tm="100000">
                                          <p:val>
                                            <p:strVal val="#ppt_w"/>
                                          </p:val>
                                        </p:tav>
                                      </p:tavLst>
                                    </p:anim>
                                    <p:anim calcmode="lin" valueType="num">
                                      <p:cBhvr>
                                        <p:cTn id="21" dur="500" fill="hold"/>
                                        <p:tgtEl>
                                          <p:spTgt spid="11"/>
                                        </p:tgtEl>
                                        <p:attrNameLst>
                                          <p:attrName>ppt_h</p:attrName>
                                        </p:attrNameLst>
                                      </p:cBhvr>
                                      <p:tavLst>
                                        <p:tav tm="0">
                                          <p:val>
                                            <p:fltVal val="0"/>
                                          </p:val>
                                        </p:tav>
                                        <p:tav tm="100000">
                                          <p:val>
                                            <p:strVal val="#ppt_h"/>
                                          </p:val>
                                        </p:tav>
                                      </p:tavLst>
                                    </p:anim>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up)">
                                      <p:cBhvr>
                                        <p:cTn id="27" dur="500"/>
                                        <p:tgtEl>
                                          <p:spTgt spid="23"/>
                                        </p:tgtEl>
                                      </p:cBhvr>
                                    </p:animEffect>
                                  </p:childTnLst>
                                </p:cTn>
                              </p:par>
                            </p:childTnLst>
                          </p:cTn>
                        </p:par>
                        <p:par>
                          <p:cTn id="28" fill="hold">
                            <p:stCondLst>
                              <p:cond delay="500"/>
                            </p:stCondLst>
                            <p:childTnLst>
                              <p:par>
                                <p:cTn id="29" presetID="3" presetClass="entr" presetSubtype="10" fill="hold" grpId="0" nodeType="afterEffect">
                                  <p:stCondLst>
                                    <p:cond delay="0"/>
                                  </p:stCondLst>
                                  <p:childTnLst>
                                    <p:set>
                                      <p:cBhvr>
                                        <p:cTn id="30" dur="1" fill="hold">
                                          <p:stCondLst>
                                            <p:cond delay="0"/>
                                          </p:stCondLst>
                                        </p:cTn>
                                        <p:tgtEl>
                                          <p:spTgt spid="170153"/>
                                        </p:tgtEl>
                                        <p:attrNameLst>
                                          <p:attrName>style.visibility</p:attrName>
                                        </p:attrNameLst>
                                      </p:cBhvr>
                                      <p:to>
                                        <p:strVal val="visible"/>
                                      </p:to>
                                    </p:set>
                                    <p:animEffect transition="in" filter="blinds(horizontal)">
                                      <p:cBhvr>
                                        <p:cTn id="31" dur="500"/>
                                        <p:tgtEl>
                                          <p:spTgt spid="170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153" grpId="0" bldLvl="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sz="quarter"/>
          </p:nvPr>
        </p:nvSpPr>
        <p:spPr>
          <a:xfrm>
            <a:off x="712788" y="166688"/>
            <a:ext cx="7772400" cy="1143000"/>
          </a:xfrm>
        </p:spPr>
        <p:txBody>
          <a:bodyPr vert="horz" wrap="square" lIns="91440" tIns="45720" rIns="91440" bIns="45720" anchor="ctr" anchorCtr="0"/>
          <a:lstStyle/>
          <a:p>
            <a:pPr eaLnBrk="1" hangingPunct="1"/>
            <a:r>
              <a:rPr lang="zh-CN" altLang="en-US" sz="3600" dirty="0"/>
              <a:t>光的偏振</a:t>
            </a:r>
            <a:r>
              <a:rPr lang="en-US" altLang="zh-CN" sz="3600" dirty="0"/>
              <a:t>—</a:t>
            </a:r>
            <a:r>
              <a:rPr lang="zh-CN" altLang="en-US" sz="3600" dirty="0"/>
              <a:t>布儒斯特定律</a:t>
            </a:r>
          </a:p>
        </p:txBody>
      </p:sp>
      <p:graphicFrame>
        <p:nvGraphicFramePr>
          <p:cNvPr id="265222" name="Object 6"/>
          <p:cNvGraphicFramePr>
            <a:graphicFrameLocks noGrp="1"/>
          </p:cNvGraphicFramePr>
          <p:nvPr>
            <p:ph sz="quarter" idx="1"/>
          </p:nvPr>
        </p:nvGraphicFramePr>
        <p:xfrm>
          <a:off x="1654175" y="4221163"/>
          <a:ext cx="1219200" cy="679450"/>
        </p:xfrm>
        <a:graphic>
          <a:graphicData uri="http://schemas.openxmlformats.org/presentationml/2006/ole">
            <mc:AlternateContent xmlns:mc="http://schemas.openxmlformats.org/markup-compatibility/2006">
              <mc:Choice xmlns:v="urn:schemas-microsoft-com:vml" Requires="v">
                <p:oleObj r:id="rId2" imgW="774065" imgH="431800" progId="Equation.3">
                  <p:embed/>
                </p:oleObj>
              </mc:Choice>
              <mc:Fallback>
                <p:oleObj r:id="rId2" imgW="774065" imgH="431800" progId="Equation.3">
                  <p:embed/>
                  <p:pic>
                    <p:nvPicPr>
                      <p:cNvPr id="0" name="图片 3086"/>
                      <p:cNvPicPr/>
                      <p:nvPr/>
                    </p:nvPicPr>
                    <p:blipFill>
                      <a:blip r:embed="rId3"/>
                      <a:stretch>
                        <a:fillRect/>
                      </a:stretch>
                    </p:blipFill>
                    <p:spPr>
                      <a:xfrm>
                        <a:off x="1654175" y="4221163"/>
                        <a:ext cx="1219200" cy="679450"/>
                      </a:xfrm>
                      <a:prstGeom prst="rect">
                        <a:avLst/>
                      </a:prstGeom>
                      <a:noFill/>
                      <a:ln w="38100">
                        <a:miter/>
                      </a:ln>
                    </p:spPr>
                  </p:pic>
                </p:oleObj>
              </mc:Fallback>
            </mc:AlternateContent>
          </a:graphicData>
        </a:graphic>
      </p:graphicFrame>
      <p:graphicFrame>
        <p:nvGraphicFramePr>
          <p:cNvPr id="265224" name="Object 8"/>
          <p:cNvGraphicFramePr>
            <a:graphicFrameLocks noGrp="1"/>
          </p:cNvGraphicFramePr>
          <p:nvPr>
            <p:ph sz="quarter" idx="2"/>
          </p:nvPr>
        </p:nvGraphicFramePr>
        <p:xfrm>
          <a:off x="1887538" y="4989513"/>
          <a:ext cx="849312" cy="384175"/>
        </p:xfrm>
        <a:graphic>
          <a:graphicData uri="http://schemas.openxmlformats.org/presentationml/2006/ole">
            <mc:AlternateContent xmlns:mc="http://schemas.openxmlformats.org/markup-compatibility/2006">
              <mc:Choice xmlns:v="urn:schemas-microsoft-com:vml" Requires="v">
                <p:oleObj r:id="rId4" imgW="533400" imgH="241300" progId="Equation.3">
                  <p:embed/>
                </p:oleObj>
              </mc:Choice>
              <mc:Fallback>
                <p:oleObj r:id="rId4" imgW="533400" imgH="241300" progId="Equation.3">
                  <p:embed/>
                  <p:pic>
                    <p:nvPicPr>
                      <p:cNvPr id="0" name="图片 3078"/>
                      <p:cNvPicPr/>
                      <p:nvPr/>
                    </p:nvPicPr>
                    <p:blipFill>
                      <a:blip r:embed="rId5"/>
                      <a:stretch>
                        <a:fillRect/>
                      </a:stretch>
                    </p:blipFill>
                    <p:spPr>
                      <a:xfrm>
                        <a:off x="1887538" y="4989513"/>
                        <a:ext cx="849312" cy="384175"/>
                      </a:xfrm>
                      <a:prstGeom prst="rect">
                        <a:avLst/>
                      </a:prstGeom>
                      <a:noFill/>
                      <a:ln w="38100">
                        <a:miter/>
                      </a:ln>
                    </p:spPr>
                  </p:pic>
                </p:oleObj>
              </mc:Fallback>
            </mc:AlternateContent>
          </a:graphicData>
        </a:graphic>
      </p:graphicFrame>
      <p:graphicFrame>
        <p:nvGraphicFramePr>
          <p:cNvPr id="265226" name="Object 10"/>
          <p:cNvGraphicFramePr>
            <a:graphicFrameLocks noGrp="1"/>
          </p:cNvGraphicFramePr>
          <p:nvPr>
            <p:ph sz="quarter" idx="3"/>
          </p:nvPr>
        </p:nvGraphicFramePr>
        <p:xfrm>
          <a:off x="776288" y="5597525"/>
          <a:ext cx="3217862" cy="606425"/>
        </p:xfrm>
        <a:graphic>
          <a:graphicData uri="http://schemas.openxmlformats.org/presentationml/2006/ole">
            <mc:AlternateContent xmlns:mc="http://schemas.openxmlformats.org/markup-compatibility/2006">
              <mc:Choice xmlns:v="urn:schemas-microsoft-com:vml" Requires="v">
                <p:oleObj r:id="rId6" imgW="1344930" imgH="254000" progId="Equation.3">
                  <p:embed/>
                </p:oleObj>
              </mc:Choice>
              <mc:Fallback>
                <p:oleObj r:id="rId6" imgW="1344930" imgH="254000" progId="Equation.3">
                  <p:embed/>
                  <p:pic>
                    <p:nvPicPr>
                      <p:cNvPr id="0" name="图片 3083"/>
                      <p:cNvPicPr/>
                      <p:nvPr/>
                    </p:nvPicPr>
                    <p:blipFill>
                      <a:blip r:embed="rId7"/>
                      <a:stretch>
                        <a:fillRect/>
                      </a:stretch>
                    </p:blipFill>
                    <p:spPr>
                      <a:xfrm>
                        <a:off x="776288" y="5597525"/>
                        <a:ext cx="3217862" cy="606425"/>
                      </a:xfrm>
                      <a:prstGeom prst="rect">
                        <a:avLst/>
                      </a:prstGeom>
                      <a:noFill/>
                      <a:ln w="38100">
                        <a:miter/>
                      </a:ln>
                    </p:spPr>
                  </p:pic>
                </p:oleObj>
              </mc:Fallback>
            </mc:AlternateContent>
          </a:graphicData>
        </a:graphic>
      </p:graphicFrame>
      <p:pic>
        <p:nvPicPr>
          <p:cNvPr id="25605" name="Picture 3" descr="IMAGE0006"/>
          <p:cNvPicPr>
            <a:picLocks noChangeAspect="1"/>
          </p:cNvPicPr>
          <p:nvPr/>
        </p:nvPicPr>
        <p:blipFill>
          <a:blip r:embed="rId8"/>
          <a:srcRect b="6532"/>
          <a:stretch>
            <a:fillRect/>
          </a:stretch>
        </p:blipFill>
        <p:spPr>
          <a:xfrm>
            <a:off x="500063" y="1027113"/>
            <a:ext cx="8229600" cy="2066925"/>
          </a:xfrm>
          <a:prstGeom prst="rect">
            <a:avLst/>
          </a:prstGeom>
          <a:noFill/>
          <a:ln w="9525">
            <a:noFill/>
          </a:ln>
        </p:spPr>
      </p:pic>
      <p:sp>
        <p:nvSpPr>
          <p:cNvPr id="7183" name="WordArt 4"/>
          <p:cNvSpPr>
            <a:spLocks noTextEdit="1"/>
          </p:cNvSpPr>
          <p:nvPr/>
        </p:nvSpPr>
        <p:spPr>
          <a:xfrm>
            <a:off x="7715250" y="2735263"/>
            <a:ext cx="422275" cy="360362"/>
          </a:xfrm>
          <a:prstGeom prst="rect">
            <a:avLst/>
          </a:prstGeom>
        </p:spPr>
        <p:txBody>
          <a:bodyPr wrap="none" fromWordArt="1">
            <a:prstTxWarp prst="textPlain">
              <a:avLst>
                <a:gd name="adj" fmla="val 50000"/>
              </a:avLst>
            </a:prstTxWarp>
            <a:normAutofit/>
          </a:bodyPr>
          <a:lstStyle/>
          <a:p>
            <a:pPr algn="ctr"/>
            <a:r>
              <a:rPr lang="zh-CN" altLang="en-US" sz="3600" b="1" i="1">
                <a:ln w="9525" cap="flat" cmpd="sng">
                  <a:solidFill>
                    <a:srgbClr val="FF3300"/>
                  </a:solidFill>
                  <a:prstDash val="solid"/>
                  <a:round/>
                  <a:headEnd type="none" w="med" len="med"/>
                  <a:tailEnd type="none" w="med" len="med"/>
                </a:ln>
                <a:solidFill>
                  <a:srgbClr val="FF33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D</a:t>
            </a:r>
          </a:p>
        </p:txBody>
      </p:sp>
      <p:sp>
        <p:nvSpPr>
          <p:cNvPr id="25607" name="Rectangle 14"/>
          <p:cNvSpPr/>
          <p:nvPr/>
        </p:nvSpPr>
        <p:spPr>
          <a:xfrm>
            <a:off x="4948238" y="4451350"/>
            <a:ext cx="3429000" cy="1573213"/>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nchorCtr="0"/>
          <a:lstStyle/>
          <a:p>
            <a:pPr algn="ctr"/>
            <a:endParaRPr lang="zh-CN" altLang="en-US" dirty="0">
              <a:latin typeface="Symbol" panose="05050102010706020507" pitchFamily="18" charset="2"/>
              <a:ea typeface="宋体" panose="02010600030101010101" pitchFamily="2" charset="-122"/>
            </a:endParaRPr>
          </a:p>
        </p:txBody>
      </p:sp>
      <p:graphicFrame>
        <p:nvGraphicFramePr>
          <p:cNvPr id="25608" name="Object 17"/>
          <p:cNvGraphicFramePr>
            <a:graphicFrameLocks noGrp="1"/>
          </p:cNvGraphicFramePr>
          <p:nvPr>
            <p:ph sz="quarter" idx="4"/>
          </p:nvPr>
        </p:nvGraphicFramePr>
        <p:xfrm>
          <a:off x="5137150" y="4465638"/>
          <a:ext cx="455613" cy="595312"/>
        </p:xfrm>
        <a:graphic>
          <a:graphicData uri="http://schemas.openxmlformats.org/presentationml/2006/ole">
            <mc:AlternateContent xmlns:mc="http://schemas.openxmlformats.org/markup-compatibility/2006">
              <mc:Choice xmlns:v="urn:schemas-microsoft-com:vml" Requires="v">
                <p:oleObj r:id="rId9" imgW="165100" imgH="215900" progId="Equation.3">
                  <p:embed/>
                </p:oleObj>
              </mc:Choice>
              <mc:Fallback>
                <p:oleObj r:id="rId9" imgW="165100" imgH="215900" progId="Equation.3">
                  <p:embed/>
                  <p:pic>
                    <p:nvPicPr>
                      <p:cNvPr id="0" name="图片 3079"/>
                      <p:cNvPicPr/>
                      <p:nvPr/>
                    </p:nvPicPr>
                    <p:blipFill>
                      <a:blip r:embed="rId10"/>
                      <a:stretch>
                        <a:fillRect/>
                      </a:stretch>
                    </p:blipFill>
                    <p:spPr>
                      <a:xfrm>
                        <a:off x="5137150" y="4465638"/>
                        <a:ext cx="455613" cy="595312"/>
                      </a:xfrm>
                      <a:prstGeom prst="rect">
                        <a:avLst/>
                      </a:prstGeom>
                      <a:noFill/>
                      <a:ln w="38100">
                        <a:miter/>
                      </a:ln>
                    </p:spPr>
                  </p:pic>
                </p:oleObj>
              </mc:Fallback>
            </mc:AlternateContent>
          </a:graphicData>
        </a:graphic>
      </p:graphicFrame>
      <p:graphicFrame>
        <p:nvGraphicFramePr>
          <p:cNvPr id="25609" name="Object 19"/>
          <p:cNvGraphicFramePr/>
          <p:nvPr/>
        </p:nvGraphicFramePr>
        <p:xfrm>
          <a:off x="5210175" y="4008438"/>
          <a:ext cx="328613" cy="466725"/>
        </p:xfrm>
        <a:graphic>
          <a:graphicData uri="http://schemas.openxmlformats.org/presentationml/2006/ole">
            <mc:AlternateContent xmlns:mc="http://schemas.openxmlformats.org/markup-compatibility/2006">
              <mc:Choice xmlns:v="urn:schemas-microsoft-com:vml" Requires="v">
                <p:oleObj r:id="rId11" imgW="152400" imgH="215900" progId="Equation.3">
                  <p:embed/>
                </p:oleObj>
              </mc:Choice>
              <mc:Fallback>
                <p:oleObj r:id="rId11" imgW="152400" imgH="215900" progId="Equation.3">
                  <p:embed/>
                  <p:pic>
                    <p:nvPicPr>
                      <p:cNvPr id="0" name="图片 3080"/>
                      <p:cNvPicPr/>
                      <p:nvPr/>
                    </p:nvPicPr>
                    <p:blipFill>
                      <a:blip r:embed="rId12"/>
                      <a:stretch>
                        <a:fillRect/>
                      </a:stretch>
                    </p:blipFill>
                    <p:spPr>
                      <a:xfrm>
                        <a:off x="5210175" y="4008438"/>
                        <a:ext cx="328613" cy="466725"/>
                      </a:xfrm>
                      <a:prstGeom prst="rect">
                        <a:avLst/>
                      </a:prstGeom>
                      <a:noFill/>
                      <a:ln w="38100">
                        <a:noFill/>
                        <a:miter/>
                      </a:ln>
                    </p:spPr>
                  </p:pic>
                </p:oleObj>
              </mc:Fallback>
            </mc:AlternateContent>
          </a:graphicData>
        </a:graphic>
      </p:graphicFrame>
      <p:grpSp>
        <p:nvGrpSpPr>
          <p:cNvPr id="2" name="Group 25"/>
          <p:cNvGrpSpPr/>
          <p:nvPr/>
        </p:nvGrpSpPr>
        <p:grpSpPr>
          <a:xfrm>
            <a:off x="5326063" y="3792538"/>
            <a:ext cx="2903537" cy="1693862"/>
            <a:chOff x="3355" y="2389"/>
            <a:chExt cx="1829" cy="1067"/>
          </a:xfrm>
        </p:grpSpPr>
        <p:grpSp>
          <p:nvGrpSpPr>
            <p:cNvPr id="25611" name="Group 16"/>
            <p:cNvGrpSpPr/>
            <p:nvPr/>
          </p:nvGrpSpPr>
          <p:grpSpPr>
            <a:xfrm>
              <a:off x="3355" y="2806"/>
              <a:ext cx="1525" cy="634"/>
              <a:chOff x="3355" y="2806"/>
              <a:chExt cx="1525" cy="634"/>
            </a:xfrm>
          </p:grpSpPr>
          <p:sp>
            <p:nvSpPr>
              <p:cNvPr id="25612" name="Line 13"/>
              <p:cNvSpPr/>
              <p:nvPr/>
            </p:nvSpPr>
            <p:spPr>
              <a:xfrm flipV="1">
                <a:off x="3355" y="2813"/>
                <a:ext cx="770" cy="627"/>
              </a:xfrm>
              <a:prstGeom prst="line">
                <a:avLst/>
              </a:prstGeom>
              <a:ln w="38100" cap="flat" cmpd="sng">
                <a:solidFill>
                  <a:srgbClr val="FF3300"/>
                </a:solidFill>
                <a:prstDash val="solid"/>
                <a:round/>
                <a:headEnd type="none" w="med" len="med"/>
                <a:tailEnd type="triangle" w="med" len="med"/>
              </a:ln>
            </p:spPr>
          </p:sp>
          <p:sp>
            <p:nvSpPr>
              <p:cNvPr id="25613" name="Line 15"/>
              <p:cNvSpPr/>
              <p:nvPr/>
            </p:nvSpPr>
            <p:spPr>
              <a:xfrm>
                <a:off x="4144" y="2806"/>
                <a:ext cx="736" cy="567"/>
              </a:xfrm>
              <a:prstGeom prst="line">
                <a:avLst/>
              </a:prstGeom>
              <a:ln w="38100" cap="flat" cmpd="sng">
                <a:solidFill>
                  <a:srgbClr val="FF3300"/>
                </a:solidFill>
                <a:prstDash val="solid"/>
                <a:round/>
                <a:headEnd type="none" w="med" len="med"/>
                <a:tailEnd type="triangle" w="med" len="med"/>
              </a:ln>
            </p:spPr>
          </p:sp>
        </p:grpSp>
        <p:sp>
          <p:nvSpPr>
            <p:cNvPr id="25614" name="Line 20"/>
            <p:cNvSpPr/>
            <p:nvPr/>
          </p:nvSpPr>
          <p:spPr>
            <a:xfrm>
              <a:off x="4133" y="2389"/>
              <a:ext cx="9" cy="1067"/>
            </a:xfrm>
            <a:prstGeom prst="line">
              <a:avLst/>
            </a:prstGeom>
            <a:ln w="9525" cap="flat" cmpd="sng">
              <a:solidFill>
                <a:schemeClr val="tx1"/>
              </a:solidFill>
              <a:prstDash val="dash"/>
              <a:round/>
              <a:headEnd type="none" w="med" len="med"/>
              <a:tailEnd type="none" w="med" len="med"/>
            </a:ln>
          </p:spPr>
        </p:sp>
        <p:graphicFrame>
          <p:nvGraphicFramePr>
            <p:cNvPr id="25615" name="Object 21"/>
            <p:cNvGraphicFramePr/>
            <p:nvPr/>
          </p:nvGraphicFramePr>
          <p:xfrm>
            <a:off x="3953" y="2941"/>
            <a:ext cx="121" cy="224"/>
          </p:xfrm>
          <a:graphic>
            <a:graphicData uri="http://schemas.openxmlformats.org/presentationml/2006/ole">
              <mc:AlternateContent xmlns:mc="http://schemas.openxmlformats.org/markup-compatibility/2006">
                <mc:Choice xmlns:v="urn:schemas-microsoft-com:vml" Requires="v">
                  <p:oleObj r:id="rId13" imgW="88265" imgH="164465" progId="Equation.3">
                    <p:embed/>
                  </p:oleObj>
                </mc:Choice>
                <mc:Fallback>
                  <p:oleObj r:id="rId13" imgW="88265" imgH="164465" progId="Equation.3">
                    <p:embed/>
                    <p:pic>
                      <p:nvPicPr>
                        <p:cNvPr id="0" name="图片 3082"/>
                        <p:cNvPicPr/>
                        <p:nvPr/>
                      </p:nvPicPr>
                      <p:blipFill>
                        <a:blip r:embed="rId14"/>
                        <a:stretch>
                          <a:fillRect/>
                        </a:stretch>
                      </p:blipFill>
                      <p:spPr>
                        <a:xfrm>
                          <a:off x="3953" y="2941"/>
                          <a:ext cx="121" cy="224"/>
                        </a:xfrm>
                        <a:prstGeom prst="rect">
                          <a:avLst/>
                        </a:prstGeom>
                        <a:noFill/>
                        <a:ln w="38100">
                          <a:noFill/>
                          <a:miter/>
                        </a:ln>
                      </p:spPr>
                    </p:pic>
                  </p:oleObj>
                </mc:Fallback>
              </mc:AlternateContent>
            </a:graphicData>
          </a:graphic>
        </p:graphicFrame>
        <p:graphicFrame>
          <p:nvGraphicFramePr>
            <p:cNvPr id="25616" name="Object 22"/>
            <p:cNvGraphicFramePr/>
            <p:nvPr/>
          </p:nvGraphicFramePr>
          <p:xfrm>
            <a:off x="4174" y="2959"/>
            <a:ext cx="121" cy="224"/>
          </p:xfrm>
          <a:graphic>
            <a:graphicData uri="http://schemas.openxmlformats.org/presentationml/2006/ole">
              <mc:AlternateContent xmlns:mc="http://schemas.openxmlformats.org/markup-compatibility/2006">
                <mc:Choice xmlns:v="urn:schemas-microsoft-com:vml" Requires="v">
                  <p:oleObj r:id="rId13" imgW="88265" imgH="164465" progId="Equation.3">
                    <p:embed/>
                  </p:oleObj>
                </mc:Choice>
                <mc:Fallback>
                  <p:oleObj r:id="rId13" imgW="88265" imgH="164465" progId="Equation.3">
                    <p:embed/>
                    <p:pic>
                      <p:nvPicPr>
                        <p:cNvPr id="0" name="图片 3084"/>
                        <p:cNvPicPr/>
                        <p:nvPr/>
                      </p:nvPicPr>
                      <p:blipFill>
                        <a:blip r:embed="rId14"/>
                        <a:stretch>
                          <a:fillRect/>
                        </a:stretch>
                      </p:blipFill>
                      <p:spPr>
                        <a:xfrm>
                          <a:off x="4174" y="2959"/>
                          <a:ext cx="121" cy="224"/>
                        </a:xfrm>
                        <a:prstGeom prst="rect">
                          <a:avLst/>
                        </a:prstGeom>
                        <a:noFill/>
                        <a:ln w="38100">
                          <a:noFill/>
                          <a:miter/>
                        </a:ln>
                      </p:spPr>
                    </p:pic>
                  </p:oleObj>
                </mc:Fallback>
              </mc:AlternateContent>
            </a:graphicData>
          </a:graphic>
        </p:graphicFrame>
        <p:sp>
          <p:nvSpPr>
            <p:cNvPr id="25617" name="Line 23"/>
            <p:cNvSpPr/>
            <p:nvPr/>
          </p:nvSpPr>
          <p:spPr>
            <a:xfrm flipV="1">
              <a:off x="4151" y="2677"/>
              <a:ext cx="1033" cy="127"/>
            </a:xfrm>
            <a:prstGeom prst="line">
              <a:avLst/>
            </a:prstGeom>
            <a:ln w="9525" cap="flat" cmpd="sng">
              <a:solidFill>
                <a:schemeClr val="tx1"/>
              </a:solidFill>
              <a:prstDash val="dash"/>
              <a:round/>
              <a:headEnd type="none" w="med" len="med"/>
              <a:tailEnd type="triangle" w="med" len="med"/>
            </a:ln>
          </p:spPr>
        </p:sp>
        <p:graphicFrame>
          <p:nvGraphicFramePr>
            <p:cNvPr id="25618" name="Object 24"/>
            <p:cNvGraphicFramePr/>
            <p:nvPr/>
          </p:nvGraphicFramePr>
          <p:xfrm>
            <a:off x="4156" y="2552"/>
            <a:ext cx="173" cy="224"/>
          </p:xfrm>
          <a:graphic>
            <a:graphicData uri="http://schemas.openxmlformats.org/presentationml/2006/ole">
              <mc:AlternateContent xmlns:mc="http://schemas.openxmlformats.org/markup-compatibility/2006">
                <mc:Choice xmlns:v="urn:schemas-microsoft-com:vml" Requires="v">
                  <p:oleObj r:id="rId15" imgW="127000" imgH="164465" progId="Equation.3">
                    <p:embed/>
                  </p:oleObj>
                </mc:Choice>
                <mc:Fallback>
                  <p:oleObj r:id="rId15" imgW="127000" imgH="164465" progId="Equation.3">
                    <p:embed/>
                    <p:pic>
                      <p:nvPicPr>
                        <p:cNvPr id="0" name="图片 3081"/>
                        <p:cNvPicPr/>
                        <p:nvPr/>
                      </p:nvPicPr>
                      <p:blipFill>
                        <a:blip r:embed="rId16"/>
                        <a:stretch>
                          <a:fillRect/>
                        </a:stretch>
                      </p:blipFill>
                      <p:spPr>
                        <a:xfrm>
                          <a:off x="4156" y="2552"/>
                          <a:ext cx="173" cy="224"/>
                        </a:xfrm>
                        <a:prstGeom prst="rect">
                          <a:avLst/>
                        </a:prstGeom>
                        <a:noFill/>
                        <a:ln w="38100">
                          <a:noFill/>
                          <a:miter/>
                        </a:ln>
                      </p:spPr>
                    </p:pic>
                  </p:oleObj>
                </mc:Fallback>
              </mc:AlternateContent>
            </a:graphicData>
          </a:graphic>
        </p:graphicFrame>
      </p:grpSp>
      <p:grpSp>
        <p:nvGrpSpPr>
          <p:cNvPr id="4" name="Group 30"/>
          <p:cNvGrpSpPr/>
          <p:nvPr/>
        </p:nvGrpSpPr>
        <p:grpSpPr>
          <a:xfrm>
            <a:off x="392113" y="3375025"/>
            <a:ext cx="3708400" cy="722313"/>
            <a:chOff x="272" y="2270"/>
            <a:chExt cx="2336" cy="455"/>
          </a:xfrm>
        </p:grpSpPr>
        <p:sp>
          <p:nvSpPr>
            <p:cNvPr id="25620" name="Text Box 26"/>
            <p:cNvSpPr txBox="1"/>
            <p:nvPr/>
          </p:nvSpPr>
          <p:spPr>
            <a:xfrm>
              <a:off x="272" y="2347"/>
              <a:ext cx="1033" cy="288"/>
            </a:xfrm>
            <a:prstGeom prst="rect">
              <a:avLst/>
            </a:prstGeom>
            <a:noFill/>
            <a:ln w="9525">
              <a:noFill/>
            </a:ln>
          </p:spPr>
          <p:txBody>
            <a:bodyPr anchor="t" anchorCtr="0">
              <a:spAutoFit/>
            </a:bodyPr>
            <a:lstStyle/>
            <a:p>
              <a:pPr algn="ctr">
                <a:spcBef>
                  <a:spcPct val="50000"/>
                </a:spcBef>
              </a:pPr>
              <a:r>
                <a:rPr lang="zh-CN" altLang="en-US" dirty="0">
                  <a:latin typeface="Symbol" panose="05050102010706020507" pitchFamily="18" charset="2"/>
                  <a:ea typeface="楷体_GB2312" pitchFamily="1" charset="-122"/>
                </a:rPr>
                <a:t>全反射</a:t>
              </a:r>
            </a:p>
          </p:txBody>
        </p:sp>
        <p:graphicFrame>
          <p:nvGraphicFramePr>
            <p:cNvPr id="25621" name="Object 27"/>
            <p:cNvGraphicFramePr/>
            <p:nvPr/>
          </p:nvGraphicFramePr>
          <p:xfrm>
            <a:off x="1252" y="2270"/>
            <a:ext cx="687" cy="441"/>
          </p:xfrm>
          <a:graphic>
            <a:graphicData uri="http://schemas.openxmlformats.org/presentationml/2006/ole">
              <mc:AlternateContent xmlns:mc="http://schemas.openxmlformats.org/markup-compatibility/2006">
                <mc:Choice xmlns:v="urn:schemas-microsoft-com:vml" Requires="v">
                  <p:oleObj r:id="rId17" imgW="673100" imgH="431800" progId="Equation.3">
                    <p:embed/>
                  </p:oleObj>
                </mc:Choice>
                <mc:Fallback>
                  <p:oleObj r:id="rId17" imgW="673100" imgH="431800" progId="Equation.3">
                    <p:embed/>
                    <p:pic>
                      <p:nvPicPr>
                        <p:cNvPr id="0" name="图片 3087"/>
                        <p:cNvPicPr/>
                        <p:nvPr/>
                      </p:nvPicPr>
                      <p:blipFill>
                        <a:blip r:embed="rId18"/>
                        <a:stretch>
                          <a:fillRect/>
                        </a:stretch>
                      </p:blipFill>
                      <p:spPr>
                        <a:xfrm>
                          <a:off x="1252" y="2270"/>
                          <a:ext cx="687" cy="441"/>
                        </a:xfrm>
                        <a:prstGeom prst="rect">
                          <a:avLst/>
                        </a:prstGeom>
                        <a:noFill/>
                        <a:ln w="38100">
                          <a:noFill/>
                          <a:miter/>
                        </a:ln>
                      </p:spPr>
                    </p:pic>
                  </p:oleObj>
                </mc:Fallback>
              </mc:AlternateContent>
            </a:graphicData>
          </a:graphic>
        </p:graphicFrame>
        <p:graphicFrame>
          <p:nvGraphicFramePr>
            <p:cNvPr id="25622" name="Object 28"/>
            <p:cNvGraphicFramePr/>
            <p:nvPr/>
          </p:nvGraphicFramePr>
          <p:xfrm>
            <a:off x="2135" y="2292"/>
            <a:ext cx="473" cy="224"/>
          </p:xfrm>
          <a:graphic>
            <a:graphicData uri="http://schemas.openxmlformats.org/presentationml/2006/ole">
              <mc:AlternateContent xmlns:mc="http://schemas.openxmlformats.org/markup-compatibility/2006">
                <mc:Choice xmlns:v="urn:schemas-microsoft-com:vml" Requires="v">
                  <p:oleObj r:id="rId19" imgW="482600" imgH="228600" progId="Equation.3">
                    <p:embed/>
                  </p:oleObj>
                </mc:Choice>
                <mc:Fallback>
                  <p:oleObj r:id="rId19" imgW="482600" imgH="228600" progId="Equation.3">
                    <p:embed/>
                    <p:pic>
                      <p:nvPicPr>
                        <p:cNvPr id="0" name="图片 3085"/>
                        <p:cNvPicPr/>
                        <p:nvPr/>
                      </p:nvPicPr>
                      <p:blipFill>
                        <a:blip r:embed="rId20"/>
                        <a:stretch>
                          <a:fillRect/>
                        </a:stretch>
                      </p:blipFill>
                      <p:spPr>
                        <a:xfrm>
                          <a:off x="2135" y="2292"/>
                          <a:ext cx="473" cy="224"/>
                        </a:xfrm>
                        <a:prstGeom prst="rect">
                          <a:avLst/>
                        </a:prstGeom>
                        <a:noFill/>
                        <a:ln w="38100">
                          <a:noFill/>
                          <a:miter/>
                        </a:ln>
                      </p:spPr>
                    </p:pic>
                  </p:oleObj>
                </mc:Fallback>
              </mc:AlternateContent>
            </a:graphicData>
          </a:graphic>
        </p:graphicFrame>
        <p:graphicFrame>
          <p:nvGraphicFramePr>
            <p:cNvPr id="25623" name="Object 29"/>
            <p:cNvGraphicFramePr/>
            <p:nvPr/>
          </p:nvGraphicFramePr>
          <p:xfrm>
            <a:off x="2137" y="2500"/>
            <a:ext cx="385" cy="225"/>
          </p:xfrm>
          <a:graphic>
            <a:graphicData uri="http://schemas.openxmlformats.org/presentationml/2006/ole">
              <mc:AlternateContent xmlns:mc="http://schemas.openxmlformats.org/markup-compatibility/2006">
                <mc:Choice xmlns:v="urn:schemas-microsoft-com:vml" Requires="v">
                  <p:oleObj r:id="rId21" imgW="367665" imgH="215900" progId="Equation.3">
                    <p:embed/>
                  </p:oleObj>
                </mc:Choice>
                <mc:Fallback>
                  <p:oleObj r:id="rId21" imgW="367665" imgH="215900" progId="Equation.3">
                    <p:embed/>
                    <p:pic>
                      <p:nvPicPr>
                        <p:cNvPr id="0" name="图片 3094"/>
                        <p:cNvPicPr/>
                        <p:nvPr/>
                      </p:nvPicPr>
                      <p:blipFill>
                        <a:blip r:embed="rId22"/>
                        <a:stretch>
                          <a:fillRect/>
                        </a:stretch>
                      </p:blipFill>
                      <p:spPr>
                        <a:xfrm>
                          <a:off x="2137" y="2500"/>
                          <a:ext cx="385" cy="225"/>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65222"/>
                                        </p:tgtEl>
                                        <p:attrNameLst>
                                          <p:attrName>style.visibility</p:attrName>
                                        </p:attrNameLst>
                                      </p:cBhvr>
                                      <p:to>
                                        <p:strVal val="visible"/>
                                      </p:to>
                                    </p:set>
                                    <p:animEffect transition="in" filter="blinds(horizontal)">
                                      <p:cBhvr>
                                        <p:cTn id="16" dur="500"/>
                                        <p:tgtEl>
                                          <p:spTgt spid="26522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65224"/>
                                        </p:tgtEl>
                                        <p:attrNameLst>
                                          <p:attrName>style.visibility</p:attrName>
                                        </p:attrNameLst>
                                      </p:cBhvr>
                                      <p:to>
                                        <p:strVal val="visible"/>
                                      </p:to>
                                    </p:set>
                                    <p:animEffect transition="in" filter="blinds(horizontal)">
                                      <p:cBhvr>
                                        <p:cTn id="21" dur="500"/>
                                        <p:tgtEl>
                                          <p:spTgt spid="26522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65226"/>
                                        </p:tgtEl>
                                        <p:attrNameLst>
                                          <p:attrName>style.visibility</p:attrName>
                                        </p:attrNameLst>
                                      </p:cBhvr>
                                      <p:to>
                                        <p:strVal val="visible"/>
                                      </p:to>
                                    </p:set>
                                    <p:animEffect transition="in" filter="blinds(horizontal)">
                                      <p:cBhvr>
                                        <p:cTn id="26" dur="500"/>
                                        <p:tgtEl>
                                          <p:spTgt spid="265226"/>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83"/>
                                        </p:tgtEl>
                                        <p:attrNameLst>
                                          <p:attrName>style.visibility</p:attrName>
                                        </p:attrNameLst>
                                      </p:cBhvr>
                                      <p:to>
                                        <p:strVal val="visible"/>
                                      </p:to>
                                    </p:set>
                                    <p:animEffect transition="in" filter="blinds(horizontal)">
                                      <p:cBhvr>
                                        <p:cTn id="31" dur="500"/>
                                        <p:tgtEl>
                                          <p:spTgt spid="7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3" descr="IMAGE0004"/>
          <p:cNvPicPr>
            <a:picLocks noChangeAspect="1"/>
          </p:cNvPicPr>
          <p:nvPr/>
        </p:nvPicPr>
        <p:blipFill>
          <a:blip r:embed="rId2"/>
          <a:stretch>
            <a:fillRect/>
          </a:stretch>
        </p:blipFill>
        <p:spPr>
          <a:xfrm>
            <a:off x="442913" y="1658938"/>
            <a:ext cx="8305800" cy="1379537"/>
          </a:xfrm>
          <a:prstGeom prst="rect">
            <a:avLst/>
          </a:prstGeom>
          <a:noFill/>
          <a:ln w="9525">
            <a:noFill/>
          </a:ln>
        </p:spPr>
      </p:pic>
      <p:pic>
        <p:nvPicPr>
          <p:cNvPr id="26627" name="Picture 4" descr="IMAGE0005"/>
          <p:cNvPicPr>
            <a:picLocks noChangeAspect="1"/>
          </p:cNvPicPr>
          <p:nvPr/>
        </p:nvPicPr>
        <p:blipFill>
          <a:blip r:embed="rId3"/>
          <a:stretch>
            <a:fillRect/>
          </a:stretch>
        </p:blipFill>
        <p:spPr>
          <a:xfrm>
            <a:off x="417513" y="4129088"/>
            <a:ext cx="8229600" cy="1516062"/>
          </a:xfrm>
          <a:prstGeom prst="rect">
            <a:avLst/>
          </a:prstGeom>
          <a:noFill/>
          <a:ln w="9525">
            <a:noFill/>
          </a:ln>
        </p:spPr>
      </p:pic>
      <p:grpSp>
        <p:nvGrpSpPr>
          <p:cNvPr id="2" name="Group 14"/>
          <p:cNvGrpSpPr/>
          <p:nvPr/>
        </p:nvGrpSpPr>
        <p:grpSpPr>
          <a:xfrm>
            <a:off x="2951163" y="1514475"/>
            <a:ext cx="5235575" cy="1741488"/>
            <a:chOff x="1902" y="1061"/>
            <a:chExt cx="2954" cy="826"/>
          </a:xfrm>
        </p:grpSpPr>
        <p:graphicFrame>
          <p:nvGraphicFramePr>
            <p:cNvPr id="26629" name="Object 12"/>
            <p:cNvGraphicFramePr/>
            <p:nvPr/>
          </p:nvGraphicFramePr>
          <p:xfrm>
            <a:off x="2872" y="1172"/>
            <a:ext cx="688" cy="424"/>
          </p:xfrm>
          <a:graphic>
            <a:graphicData uri="http://schemas.openxmlformats.org/presentationml/2006/ole">
              <mc:AlternateContent xmlns:mc="http://schemas.openxmlformats.org/markup-compatibility/2006">
                <mc:Choice xmlns:v="urn:schemas-microsoft-com:vml" Requires="v">
                  <p:oleObj r:id="rId4" imgW="1091565" imgH="673100" progId="Equation.3">
                    <p:embed/>
                  </p:oleObj>
                </mc:Choice>
                <mc:Fallback>
                  <p:oleObj r:id="rId4" imgW="1091565" imgH="673100" progId="Equation.3">
                    <p:embed/>
                    <p:pic>
                      <p:nvPicPr>
                        <p:cNvPr id="0" name="图片 3093"/>
                        <p:cNvPicPr/>
                        <p:nvPr/>
                      </p:nvPicPr>
                      <p:blipFill>
                        <a:blip r:embed="rId5"/>
                        <a:stretch>
                          <a:fillRect/>
                        </a:stretch>
                      </p:blipFill>
                      <p:spPr>
                        <a:xfrm>
                          <a:off x="2872" y="1172"/>
                          <a:ext cx="688" cy="424"/>
                        </a:xfrm>
                        <a:prstGeom prst="rect">
                          <a:avLst/>
                        </a:prstGeom>
                        <a:noFill/>
                        <a:ln w="38100">
                          <a:noFill/>
                          <a:miter/>
                        </a:ln>
                      </p:spPr>
                    </p:pic>
                  </p:oleObj>
                </mc:Fallback>
              </mc:AlternateContent>
            </a:graphicData>
          </a:graphic>
        </p:graphicFrame>
        <p:graphicFrame>
          <p:nvGraphicFramePr>
            <p:cNvPr id="26630" name="Object 10"/>
            <p:cNvGraphicFramePr/>
            <p:nvPr/>
          </p:nvGraphicFramePr>
          <p:xfrm>
            <a:off x="4570" y="1061"/>
            <a:ext cx="286" cy="515"/>
          </p:xfrm>
          <a:graphic>
            <a:graphicData uri="http://schemas.openxmlformats.org/presentationml/2006/ole">
              <mc:AlternateContent xmlns:mc="http://schemas.openxmlformats.org/markup-compatibility/2006">
                <mc:Choice xmlns:v="urn:schemas-microsoft-com:vml" Requires="v">
                  <p:oleObj r:id="rId6" imgW="127000" imgH="227965" progId="Equation.3">
                    <p:embed/>
                  </p:oleObj>
                </mc:Choice>
                <mc:Fallback>
                  <p:oleObj r:id="rId6" imgW="127000" imgH="227965" progId="Equation.3">
                    <p:embed/>
                    <p:pic>
                      <p:nvPicPr>
                        <p:cNvPr id="0" name="图片 3095"/>
                        <p:cNvPicPr/>
                        <p:nvPr/>
                      </p:nvPicPr>
                      <p:blipFill>
                        <a:blip r:embed="rId7"/>
                        <a:stretch>
                          <a:fillRect/>
                        </a:stretch>
                      </p:blipFill>
                      <p:spPr>
                        <a:xfrm>
                          <a:off x="4570" y="1061"/>
                          <a:ext cx="286" cy="515"/>
                        </a:xfrm>
                        <a:prstGeom prst="rect">
                          <a:avLst/>
                        </a:prstGeom>
                        <a:noFill/>
                        <a:ln w="38100">
                          <a:noFill/>
                          <a:miter/>
                        </a:ln>
                      </p:spPr>
                    </p:pic>
                  </p:oleObj>
                </mc:Fallback>
              </mc:AlternateContent>
            </a:graphicData>
          </a:graphic>
        </p:graphicFrame>
        <p:graphicFrame>
          <p:nvGraphicFramePr>
            <p:cNvPr id="26631" name="Object 8"/>
            <p:cNvGraphicFramePr/>
            <p:nvPr/>
          </p:nvGraphicFramePr>
          <p:xfrm>
            <a:off x="1902" y="1463"/>
            <a:ext cx="212" cy="424"/>
          </p:xfrm>
          <a:graphic>
            <a:graphicData uri="http://schemas.openxmlformats.org/presentationml/2006/ole">
              <mc:AlternateContent xmlns:mc="http://schemas.openxmlformats.org/markup-compatibility/2006">
                <mc:Choice xmlns:v="urn:schemas-microsoft-com:vml" Requires="v">
                  <p:oleObj r:id="rId8" imgW="215900" imgH="431165" progId="Equation.3">
                    <p:embed/>
                  </p:oleObj>
                </mc:Choice>
                <mc:Fallback>
                  <p:oleObj r:id="rId8" imgW="215900" imgH="431165" progId="Equation.3">
                    <p:embed/>
                    <p:pic>
                      <p:nvPicPr>
                        <p:cNvPr id="0" name="图片 3097"/>
                        <p:cNvPicPr/>
                        <p:nvPr/>
                      </p:nvPicPr>
                      <p:blipFill>
                        <a:blip r:embed="rId9"/>
                        <a:stretch>
                          <a:fillRect/>
                        </a:stretch>
                      </p:blipFill>
                      <p:spPr>
                        <a:xfrm>
                          <a:off x="1902" y="1463"/>
                          <a:ext cx="212" cy="424"/>
                        </a:xfrm>
                        <a:prstGeom prst="rect">
                          <a:avLst/>
                        </a:prstGeom>
                        <a:noFill/>
                        <a:ln w="38100">
                          <a:noFill/>
                          <a:miter/>
                        </a:ln>
                      </p:spPr>
                    </p:pic>
                  </p:oleObj>
                </mc:Fallback>
              </mc:AlternateContent>
            </a:graphicData>
          </a:graphic>
        </p:graphicFrame>
      </p:grpSp>
      <p:grpSp>
        <p:nvGrpSpPr>
          <p:cNvPr id="3" name="Group 19"/>
          <p:cNvGrpSpPr/>
          <p:nvPr/>
        </p:nvGrpSpPr>
        <p:grpSpPr>
          <a:xfrm>
            <a:off x="1592263" y="4627563"/>
            <a:ext cx="2803525" cy="1047750"/>
            <a:chOff x="1003" y="2915"/>
            <a:chExt cx="1766" cy="660"/>
          </a:xfrm>
        </p:grpSpPr>
        <p:sp>
          <p:nvSpPr>
            <p:cNvPr id="26633" name="Text Box 15"/>
            <p:cNvSpPr txBox="1"/>
            <p:nvPr/>
          </p:nvSpPr>
          <p:spPr>
            <a:xfrm>
              <a:off x="1814" y="2915"/>
              <a:ext cx="955" cy="288"/>
            </a:xfrm>
            <a:prstGeom prst="rect">
              <a:avLst/>
            </a:prstGeom>
            <a:noFill/>
            <a:ln w="9525">
              <a:noFill/>
            </a:ln>
          </p:spPr>
          <p:txBody>
            <a:bodyPr anchor="t" anchorCtr="0">
              <a:spAutoFit/>
            </a:bodyPr>
            <a:lstStyle/>
            <a:p>
              <a:pPr algn="ctr">
                <a:spcBef>
                  <a:spcPct val="50000"/>
                </a:spcBef>
              </a:pPr>
              <a:r>
                <a:rPr lang="zh-CN" altLang="en-US" b="1" dirty="0">
                  <a:solidFill>
                    <a:srgbClr val="FF3300"/>
                  </a:solidFill>
                  <a:latin typeface="Symbol" panose="05050102010706020507" pitchFamily="18" charset="2"/>
                  <a:ea typeface="楷体_GB2312" pitchFamily="1" charset="-122"/>
                </a:rPr>
                <a:t>部分</a:t>
              </a:r>
            </a:p>
          </p:txBody>
        </p:sp>
        <p:graphicFrame>
          <p:nvGraphicFramePr>
            <p:cNvPr id="26634" name="Object 17"/>
            <p:cNvGraphicFramePr/>
            <p:nvPr/>
          </p:nvGraphicFramePr>
          <p:xfrm>
            <a:off x="1003" y="3173"/>
            <a:ext cx="335" cy="402"/>
          </p:xfrm>
          <a:graphic>
            <a:graphicData uri="http://schemas.openxmlformats.org/presentationml/2006/ole">
              <mc:AlternateContent xmlns:mc="http://schemas.openxmlformats.org/markup-compatibility/2006">
                <mc:Choice xmlns:v="urn:schemas-microsoft-com:vml" Requires="v">
                  <p:oleObj r:id="rId10" imgW="254000" imgH="304800" progId="Equation.3">
                    <p:embed/>
                  </p:oleObj>
                </mc:Choice>
                <mc:Fallback>
                  <p:oleObj r:id="rId10" imgW="254000" imgH="304800" progId="Equation.3">
                    <p:embed/>
                    <p:pic>
                      <p:nvPicPr>
                        <p:cNvPr id="0" name="图片 3096"/>
                        <p:cNvPicPr/>
                        <p:nvPr/>
                      </p:nvPicPr>
                      <p:blipFill>
                        <a:blip r:embed="rId11"/>
                        <a:stretch>
                          <a:fillRect/>
                        </a:stretch>
                      </p:blipFill>
                      <p:spPr>
                        <a:xfrm>
                          <a:off x="1003" y="3173"/>
                          <a:ext cx="335" cy="402"/>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3" descr="IMAGE0022"/>
          <p:cNvPicPr>
            <a:picLocks noChangeAspect="1"/>
          </p:cNvPicPr>
          <p:nvPr/>
        </p:nvPicPr>
        <p:blipFill>
          <a:blip r:embed="rId4"/>
          <a:stretch>
            <a:fillRect/>
          </a:stretch>
        </p:blipFill>
        <p:spPr>
          <a:xfrm>
            <a:off x="395288" y="188595"/>
            <a:ext cx="8153400" cy="2424113"/>
          </a:xfrm>
          <a:prstGeom prst="rect">
            <a:avLst/>
          </a:prstGeom>
          <a:noFill/>
          <a:ln w="9525">
            <a:noFill/>
          </a:ln>
        </p:spPr>
      </p:pic>
      <p:sp>
        <p:nvSpPr>
          <p:cNvPr id="22532" name="WordArt 4"/>
          <p:cNvSpPr>
            <a:spLocks noTextEdit="1"/>
          </p:cNvSpPr>
          <p:nvPr/>
        </p:nvSpPr>
        <p:spPr>
          <a:xfrm>
            <a:off x="5986780" y="1100773"/>
            <a:ext cx="519113" cy="360362"/>
          </a:xfrm>
          <a:prstGeom prst="rect">
            <a:avLst/>
          </a:prstGeom>
        </p:spPr>
        <p:txBody>
          <a:bodyPr wrap="none" fromWordArt="1">
            <a:prstTxWarp prst="textPlain">
              <a:avLst>
                <a:gd name="adj" fmla="val 50000"/>
              </a:avLst>
            </a:prstTxWarp>
            <a:normAutofit fontScale="40000"/>
          </a:bodyPr>
          <a:lstStyle/>
          <a:p>
            <a:pPr algn="ctr"/>
            <a:r>
              <a:rPr lang="zh-CN" altLang="en-US" sz="3600" b="1" i="1">
                <a:ln w="9525" cap="flat" cmpd="sng">
                  <a:solidFill>
                    <a:srgbClr val="FF3300"/>
                  </a:solidFill>
                  <a:prstDash val="solid"/>
                  <a:round/>
                  <a:headEnd type="none" w="med" len="med"/>
                  <a:tailEnd type="none" w="med" len="med"/>
                </a:ln>
                <a:solidFill>
                  <a:srgbClr val="FF3300"/>
                </a:solidFill>
                <a:effectLst>
                  <a:outerShdw dist="35921" dir="2699999" algn="ctr" rotWithShape="0">
                    <a:srgbClr val="C0C0C0">
                      <a:alpha val="79999"/>
                    </a:srgbClr>
                  </a:outerShdw>
                </a:effectLst>
                <a:latin typeface="宋体" panose="02010600030101010101" pitchFamily="2" charset="-122"/>
                <a:ea typeface="宋体" panose="02010600030101010101" pitchFamily="2" charset="-122"/>
              </a:rPr>
              <a:t>B</a:t>
            </a:r>
          </a:p>
        </p:txBody>
      </p:sp>
      <p:pic>
        <p:nvPicPr>
          <p:cNvPr id="30722" name="Picture 3" descr="IMAGE0023"/>
          <p:cNvPicPr>
            <a:picLocks noChangeAspect="1"/>
          </p:cNvPicPr>
          <p:nvPr>
            <p:custDataLst>
              <p:tags r:id="rId1"/>
            </p:custDataLst>
          </p:nvPr>
        </p:nvPicPr>
        <p:blipFill>
          <a:blip r:embed="rId5"/>
          <a:stretch>
            <a:fillRect/>
          </a:stretch>
        </p:blipFill>
        <p:spPr>
          <a:xfrm>
            <a:off x="457200" y="2613025"/>
            <a:ext cx="8229600" cy="3940175"/>
          </a:xfrm>
          <a:prstGeom prst="rect">
            <a:avLst/>
          </a:prstGeom>
          <a:noFill/>
          <a:ln w="9525">
            <a:noFill/>
          </a:ln>
        </p:spPr>
      </p:pic>
      <p:graphicFrame>
        <p:nvGraphicFramePr>
          <p:cNvPr id="264196" name="Object 4"/>
          <p:cNvGraphicFramePr>
            <a:graphicFrameLocks noGrp="1"/>
          </p:cNvGraphicFramePr>
          <p:nvPr>
            <p:custDataLst>
              <p:tags r:id="rId2"/>
            </p:custDataLst>
          </p:nvPr>
        </p:nvGraphicFramePr>
        <p:xfrm>
          <a:off x="5497830" y="3860800"/>
          <a:ext cx="2038350" cy="1050925"/>
        </p:xfrm>
        <a:graphic>
          <a:graphicData uri="http://schemas.openxmlformats.org/presentationml/2006/ole">
            <mc:AlternateContent xmlns:mc="http://schemas.openxmlformats.org/markup-compatibility/2006">
              <mc:Choice xmlns:v="urn:schemas-microsoft-com:vml" Requires="v">
                <p:oleObj r:id="rId6" imgW="837565" imgH="431800" progId="Equation.3">
                  <p:embed/>
                </p:oleObj>
              </mc:Choice>
              <mc:Fallback>
                <p:oleObj r:id="rId6" imgW="837565" imgH="431800" progId="Equation.3">
                  <p:embed/>
                  <p:pic>
                    <p:nvPicPr>
                      <p:cNvPr id="0" name="图片 3092"/>
                      <p:cNvPicPr/>
                      <p:nvPr/>
                    </p:nvPicPr>
                    <p:blipFill>
                      <a:blip r:embed="rId7"/>
                      <a:stretch>
                        <a:fillRect/>
                      </a:stretch>
                    </p:blipFill>
                    <p:spPr>
                      <a:xfrm>
                        <a:off x="5497830" y="3860800"/>
                        <a:ext cx="2038350" cy="1050925"/>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gtEl>
                                        <p:attrNameLst>
                                          <p:attrName>style.visibility</p:attrName>
                                        </p:attrNameLst>
                                      </p:cBhvr>
                                      <p:to>
                                        <p:strVal val="visible"/>
                                      </p:to>
                                    </p:set>
                                    <p:animEffect transition="in" filter="blinds(horizontal)">
                                      <p:cBhvr>
                                        <p:cTn id="7" dur="500"/>
                                        <p:tgtEl>
                                          <p:spTgt spid="225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4196"/>
                                        </p:tgtEl>
                                        <p:attrNameLst>
                                          <p:attrName>style.visibility</p:attrName>
                                        </p:attrNameLst>
                                      </p:cBhvr>
                                      <p:to>
                                        <p:strVal val="visible"/>
                                      </p:to>
                                    </p:set>
                                    <p:animEffect transition="in" filter="blinds(horizontal)">
                                      <p:cBhvr>
                                        <p:cTn id="12" dur="500"/>
                                        <p:tgtEl>
                                          <p:spTgt spid="264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文本框 4"/>
          <p:cNvSpPr txBox="1"/>
          <p:nvPr>
            <p:custDataLst>
              <p:tags r:id="rId1"/>
            </p:custDataLst>
          </p:nvPr>
        </p:nvSpPr>
        <p:spPr>
          <a:xfrm>
            <a:off x="466725" y="1844675"/>
            <a:ext cx="7659688" cy="2306638"/>
          </a:xfrm>
          <a:prstGeom prst="rect">
            <a:avLst/>
          </a:prstGeom>
          <a:noFill/>
          <a:ln w="9525">
            <a:noFill/>
          </a:ln>
        </p:spPr>
        <p:txBody>
          <a:bodyPr wrap="square" anchor="t" anchorCtr="0">
            <a:spAutoFit/>
          </a:bodyPr>
          <a:lstStyle/>
          <a:p>
            <a:r>
              <a:rPr lang="zh-CN" altLang="zh-CN" sz="2400" b="1">
                <a:latin typeface="Arial" panose="020B0604020202020204" pitchFamily="34" charset="0"/>
                <a:ea typeface="宋体" panose="02010600030101010101" pitchFamily="2" charset="-122"/>
              </a:rPr>
              <a:t>马吕斯定律：</a:t>
            </a:r>
            <a:r>
              <a:rPr lang="zh-CN" altLang="zh-CN" sz="2400">
                <a:solidFill>
                  <a:srgbClr val="FF0000"/>
                </a:solidFill>
                <a:latin typeface="Arial" panose="020B0604020202020204" pitchFamily="34" charset="0"/>
                <a:ea typeface="宋体" panose="02010600030101010101" pitchFamily="2" charset="-122"/>
              </a:rPr>
              <a:t>课件例</a:t>
            </a:r>
            <a:r>
              <a:rPr lang="en-US" altLang="zh-CN" sz="2400">
                <a:solidFill>
                  <a:srgbClr val="FF0000"/>
                </a:solidFill>
                <a:latin typeface="Arial" panose="020B0604020202020204" pitchFamily="34" charset="0"/>
                <a:ea typeface="宋体" panose="02010600030101010101" pitchFamily="2" charset="-122"/>
              </a:rPr>
              <a:t>1~</a:t>
            </a:r>
            <a:r>
              <a:rPr lang="zh-CN" altLang="en-US" sz="2400">
                <a:solidFill>
                  <a:srgbClr val="FF0000"/>
                </a:solidFill>
                <a:latin typeface="Arial" panose="020B0604020202020204" pitchFamily="34" charset="0"/>
                <a:ea typeface="宋体" panose="02010600030101010101" pitchFamily="2" charset="-122"/>
              </a:rPr>
              <a:t>例</a:t>
            </a:r>
            <a:r>
              <a:rPr lang="en-US" altLang="zh-CN" sz="2400">
                <a:solidFill>
                  <a:srgbClr val="FF0000"/>
                </a:solidFill>
                <a:latin typeface="Arial" panose="020B0604020202020204" pitchFamily="34" charset="0"/>
                <a:ea typeface="宋体" panose="02010600030101010101" pitchFamily="2" charset="-122"/>
              </a:rPr>
              <a:t>4</a:t>
            </a:r>
            <a:r>
              <a:rPr lang="zh-CN" altLang="en-US" sz="2400">
                <a:solidFill>
                  <a:srgbClr val="FF0000"/>
                </a:solidFill>
                <a:latin typeface="Arial" panose="020B0604020202020204" pitchFamily="34" charset="0"/>
                <a:ea typeface="宋体" panose="02010600030101010101" pitchFamily="2" charset="-122"/>
              </a:rPr>
              <a:t>，课件课前测、讨论题、图片题</a:t>
            </a:r>
            <a:endParaRPr lang="zh-CN" altLang="zh-CN" sz="2400">
              <a:solidFill>
                <a:srgbClr val="FF0000"/>
              </a:solidFill>
              <a:latin typeface="Arial" panose="020B0604020202020204" pitchFamily="34" charset="0"/>
              <a:ea typeface="宋体" panose="02010600030101010101" pitchFamily="2" charset="-122"/>
            </a:endParaRPr>
          </a:p>
          <a:p>
            <a:endParaRPr lang="zh-CN" altLang="zh-CN" sz="2400">
              <a:solidFill>
                <a:srgbClr val="FF0000"/>
              </a:solidFill>
              <a:latin typeface="Arial" panose="020B0604020202020204" pitchFamily="34" charset="0"/>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布鲁斯特定律：</a:t>
            </a:r>
            <a:r>
              <a:rPr lang="zh-CN" altLang="zh-CN" sz="2400">
                <a:solidFill>
                  <a:srgbClr val="FF0000"/>
                </a:solidFill>
                <a:latin typeface="Arial" panose="020B0604020202020204" pitchFamily="34" charset="0"/>
                <a:ea typeface="宋体" panose="02010600030101010101" pitchFamily="2" charset="-122"/>
              </a:rPr>
              <a:t>课件例</a:t>
            </a:r>
            <a:r>
              <a:rPr lang="en-US" altLang="zh-CN" sz="2400">
                <a:solidFill>
                  <a:srgbClr val="FF0000"/>
                </a:solidFill>
                <a:latin typeface="Arial" panose="020B0604020202020204" pitchFamily="34" charset="0"/>
                <a:ea typeface="宋体" panose="02010600030101010101" pitchFamily="2" charset="-122"/>
              </a:rPr>
              <a:t>2</a:t>
            </a:r>
            <a:r>
              <a:rPr lang="zh-CN" altLang="en-US" sz="2400">
                <a:solidFill>
                  <a:srgbClr val="FF0000"/>
                </a:solidFill>
                <a:latin typeface="Arial" panose="020B0604020202020204" pitchFamily="34" charset="0"/>
                <a:ea typeface="宋体" panose="02010600030101010101" pitchFamily="2" charset="-122"/>
              </a:rPr>
              <a:t>、例</a:t>
            </a:r>
            <a:r>
              <a:rPr lang="en-US" altLang="zh-CN" sz="2400">
                <a:solidFill>
                  <a:srgbClr val="FF0000"/>
                </a:solidFill>
                <a:latin typeface="Arial" panose="020B0604020202020204" pitchFamily="34" charset="0"/>
                <a:ea typeface="宋体" panose="02010600030101010101" pitchFamily="2" charset="-122"/>
              </a:rPr>
              <a:t>3</a:t>
            </a:r>
            <a:r>
              <a:rPr lang="zh-CN" altLang="en-US" sz="2400">
                <a:solidFill>
                  <a:srgbClr val="FF0000"/>
                </a:solidFill>
                <a:latin typeface="Arial" panose="020B0604020202020204" pitchFamily="34" charset="0"/>
                <a:ea typeface="宋体" panose="02010600030101010101" pitchFamily="2" charset="-122"/>
              </a:rPr>
              <a:t>、例</a:t>
            </a:r>
            <a:r>
              <a:rPr lang="en-US" altLang="zh-CN" sz="2400">
                <a:solidFill>
                  <a:srgbClr val="FF0000"/>
                </a:solidFill>
                <a:latin typeface="Arial" panose="020B0604020202020204" pitchFamily="34" charset="0"/>
                <a:ea typeface="宋体" panose="02010600030101010101" pitchFamily="2" charset="-122"/>
              </a:rPr>
              <a:t>4</a:t>
            </a:r>
            <a:r>
              <a:rPr lang="zh-CN" altLang="en-US" sz="2400">
                <a:solidFill>
                  <a:srgbClr val="FF0000"/>
                </a:solidFill>
                <a:latin typeface="Arial" panose="020B0604020202020204" pitchFamily="34" charset="0"/>
                <a:ea typeface="宋体" panose="02010600030101010101" pitchFamily="2" charset="-122"/>
              </a:rPr>
              <a:t>，课件课前测、讨论题、图片题</a:t>
            </a:r>
            <a:endParaRPr lang="en-US" altLang="zh-CN" sz="2400">
              <a:solidFill>
                <a:srgbClr val="FF0000"/>
              </a:solidFill>
              <a:latin typeface="Arial" panose="020B0604020202020204" pitchFamily="34" charset="0"/>
              <a:ea typeface="宋体" panose="02010600030101010101" pitchFamily="2" charset="-122"/>
            </a:endParaRPr>
          </a:p>
          <a:p>
            <a:endParaRPr lang="zh-CN" altLang="en-US" sz="2400">
              <a:solidFill>
                <a:srgbClr val="FF0000"/>
              </a:solidFill>
              <a:latin typeface="Arial" panose="020B0604020202020204" pitchFamily="34" charset="0"/>
              <a:ea typeface="宋体" panose="02010600030101010101" pitchFamily="2" charset="-122"/>
              <a:sym typeface="宋体" panose="02010600030101010101" pitchFamily="2" charset="-122"/>
            </a:endParaRPr>
          </a:p>
        </p:txBody>
      </p:sp>
      <p:sp>
        <p:nvSpPr>
          <p:cNvPr id="56322" name="文本框 5"/>
          <p:cNvSpPr txBox="1"/>
          <p:nvPr>
            <p:custDataLst>
              <p:tags r:id="rId2"/>
            </p:custDataLst>
          </p:nvPr>
        </p:nvSpPr>
        <p:spPr>
          <a:xfrm>
            <a:off x="2916238" y="765175"/>
            <a:ext cx="3071812" cy="520700"/>
          </a:xfrm>
          <a:prstGeom prst="rect">
            <a:avLst/>
          </a:prstGeom>
          <a:noFill/>
          <a:ln w="9525">
            <a:noFill/>
          </a:ln>
        </p:spPr>
        <p:txBody>
          <a:bodyPr wrap="square" anchor="t" anchorCtr="0">
            <a:spAutoFit/>
          </a:bodyPr>
          <a:lstStyle/>
          <a:p>
            <a:r>
              <a:rPr lang="zh-CN" altLang="en-US" sz="2800">
                <a:solidFill>
                  <a:srgbClr val="FF0000"/>
                </a:solidFill>
                <a:latin typeface="Arial" panose="020B0604020202020204" pitchFamily="34" charset="0"/>
                <a:ea typeface="宋体" panose="02010600030101010101" pitchFamily="2" charset="-122"/>
              </a:rPr>
              <a:t>偏振课件复习重点</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g2MGQ4N2NjYmE0YzdjYmVmZjdmMzlhODEwMjZmYTA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420,&quot;width&quot;:14400}"/>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775,&quot;width&quot;:12720}"/>
</p:tagLst>
</file>

<file path=ppt/tags/tag2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45,&quot;width&quot;:12960}"/>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915,&quot;width&quot;:12480}"/>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077.5007874015746,&quot;width&quot;:13920}"/>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195,&quot;width&quot;:12840}"/>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008000"/>
          </a:solidFill>
          <a:prstDash val="solid"/>
          <a:round/>
          <a:headEnd type="none" w="med" len="med"/>
          <a:tailEnd type="triangle" w="med"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rgbClr val="008000"/>
          </a:solidFill>
          <a:prstDash val="solid"/>
          <a:round/>
          <a:headEnd type="none" w="med" len="med"/>
          <a:tailEnd type="triangle" w="med"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6588</Words>
  <Application>Microsoft Office PowerPoint</Application>
  <PresentationFormat>全屏显示(4:3)</PresentationFormat>
  <Paragraphs>1978</Paragraphs>
  <Slides>120</Slides>
  <Notes>4</Notes>
  <HiddenSlides>0</HiddenSlides>
  <MMClips>0</MMClips>
  <ScaleCrop>false</ScaleCrop>
  <HeadingPairs>
    <vt:vector size="8" baseType="variant">
      <vt:variant>
        <vt:lpstr>已用的字体</vt:lpstr>
      </vt:variant>
      <vt:variant>
        <vt:i4>22</vt:i4>
      </vt:variant>
      <vt:variant>
        <vt:lpstr>主题</vt:lpstr>
      </vt:variant>
      <vt:variant>
        <vt:i4>5</vt:i4>
      </vt:variant>
      <vt:variant>
        <vt:lpstr>嵌入 OLE 服务器</vt:lpstr>
      </vt:variant>
      <vt:variant>
        <vt:i4>4</vt:i4>
      </vt:variant>
      <vt:variant>
        <vt:lpstr>幻灯片标题</vt:lpstr>
      </vt:variant>
      <vt:variant>
        <vt:i4>120</vt:i4>
      </vt:variant>
    </vt:vector>
  </HeadingPairs>
  <TitlesOfParts>
    <vt:vector size="151" baseType="lpstr">
      <vt:lpstr>Monotype Sorts</vt:lpstr>
      <vt:lpstr>方正姚体</vt:lpstr>
      <vt:lpstr>仿宋_GB2312</vt:lpstr>
      <vt:lpstr>华文楷体</vt:lpstr>
      <vt:lpstr>华文新魏</vt:lpstr>
      <vt:lpstr>华文中宋</vt:lpstr>
      <vt:lpstr>楷体</vt:lpstr>
      <vt:lpstr>楷体_GB2312</vt:lpstr>
      <vt:lpstr>宋体</vt:lpstr>
      <vt:lpstr>宋体-方正超大字符集</vt:lpstr>
      <vt:lpstr>微软雅黑</vt:lpstr>
      <vt:lpstr>幼圆</vt:lpstr>
      <vt:lpstr>Arial</vt:lpstr>
      <vt:lpstr>Arial Narrow</vt:lpstr>
      <vt:lpstr>Bookman Old Style</vt:lpstr>
      <vt:lpstr>Calibri</vt:lpstr>
      <vt:lpstr>Symbol</vt:lpstr>
      <vt:lpstr>Symbol Tiger Expert</vt:lpstr>
      <vt:lpstr>Times New Roman</vt:lpstr>
      <vt:lpstr>Verdana</vt:lpstr>
      <vt:lpstr>Wingdings</vt:lpstr>
      <vt:lpstr>Wingdings 3</vt:lpstr>
      <vt:lpstr>默认设计模板</vt:lpstr>
      <vt:lpstr>1_默认设计模板</vt:lpstr>
      <vt:lpstr>2_默认设计模板</vt:lpstr>
      <vt:lpstr>3_默认设计模板</vt:lpstr>
      <vt:lpstr>4_默认设计模板</vt:lpstr>
      <vt:lpstr>MathType 6.0 Equation</vt:lpstr>
      <vt:lpstr>Microsoft Equation 3.0</vt:lpstr>
      <vt:lpstr>Equation.KSEE3</vt:lpstr>
      <vt:lpstr>公式</vt:lpstr>
      <vt:lpstr>PowerPoint 演示文稿</vt:lpstr>
      <vt:lpstr>PowerPoint 演示文稿</vt:lpstr>
      <vt:lpstr>数学分析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例4</vt:lpstr>
      <vt:lpstr>例5</vt:lpstr>
      <vt:lpstr>例6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单缝衍射</vt:lpstr>
      <vt:lpstr>PowerPoint 演示文稿</vt:lpstr>
      <vt:lpstr>单缝公式</vt:lpstr>
      <vt:lpstr>波长因素</vt:lpstr>
      <vt:lpstr>PowerPoint 演示文稿</vt:lpstr>
      <vt:lpstr>PowerPoint 演示文稿</vt:lpstr>
      <vt:lpstr>PowerPoint 演示文稿</vt:lpstr>
      <vt:lpstr>PowerPoint 演示文稿</vt:lpstr>
      <vt:lpstr>例</vt:lpstr>
      <vt:lpstr>例</vt:lpstr>
      <vt:lpstr>中央亮纹宽</vt:lpstr>
      <vt:lpstr>例</vt:lpstr>
      <vt:lpstr>例</vt:lpstr>
      <vt:lpstr>练习</vt:lpstr>
      <vt:lpstr>PowerPoint 演示文稿</vt:lpstr>
      <vt:lpstr>PowerPoint 演示文稿</vt:lpstr>
      <vt:lpstr>PowerPoint 演示文稿</vt:lpstr>
      <vt:lpstr>PowerPoint 演示文稿</vt:lpstr>
      <vt:lpstr>PowerPoint 演示文稿</vt:lpstr>
      <vt:lpstr>PowerPoint 演示文稿</vt:lpstr>
      <vt:lpstr>爱里斑半角宽</vt:lpstr>
      <vt:lpstr>分辨本领</vt:lpstr>
      <vt:lpstr>瑞利判据</vt:lpstr>
      <vt:lpstr>瑞利判据</vt:lpstr>
      <vt:lpstr>提高分辨率途径</vt:lpstr>
      <vt:lpstr>PowerPoint 演示文稿</vt:lpstr>
      <vt:lpstr>PowerPoint 演示文稿</vt:lpstr>
      <vt:lpstr>人眼最小分辨角</vt:lpstr>
      <vt:lpstr>例</vt:lpstr>
      <vt:lpstr>PowerPoint 演示文稿</vt:lpstr>
      <vt:lpstr>PowerPoint 演示文稿</vt:lpstr>
      <vt:lpstr>PowerPoint 演示文稿</vt:lpstr>
      <vt:lpstr>PowerPoint 演示文稿</vt:lpstr>
      <vt:lpstr>例</vt:lpstr>
      <vt:lpstr>例</vt:lpstr>
      <vt:lpstr>例</vt:lpstr>
      <vt:lpstr>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vt:lpstr>
      <vt:lpstr>PowerPoint 演示文稿</vt:lpstr>
      <vt:lpstr>PowerPoint 演示文稿</vt:lpstr>
      <vt:lpstr>PowerPoint 演示文稿</vt:lpstr>
      <vt:lpstr>PowerPoint 演示文稿</vt:lpstr>
      <vt:lpstr>PowerPoint 演示文稿</vt:lpstr>
      <vt:lpstr>PowerPoint 演示文稿</vt:lpstr>
      <vt:lpstr>作业选解1</vt:lpstr>
      <vt:lpstr>PowerPoint 演示文稿</vt:lpstr>
      <vt:lpstr>PowerPoint 演示文稿</vt:lpstr>
      <vt:lpstr>PowerPoint 演示文稿</vt:lpstr>
      <vt:lpstr>光的偏振—马吕斯定律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作业选解5</vt:lpstr>
      <vt:lpstr>光的偏振—布儒斯特定律</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172022027@qq.com</cp:lastModifiedBy>
  <cp:revision>29</cp:revision>
  <dcterms:created xsi:type="dcterms:W3CDTF">2022-11-06T13:41:00Z</dcterms:created>
  <dcterms:modified xsi:type="dcterms:W3CDTF">2024-12-16T09:45:16Z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BE2CCC20E72444AEA6D42EC7AA0ABD90_13</vt:lpwstr>
  </property>
</Properties>
</file>